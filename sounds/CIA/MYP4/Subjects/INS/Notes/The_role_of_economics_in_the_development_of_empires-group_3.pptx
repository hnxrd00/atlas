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Anaheim"/>
      <p:regular r:id="rId24"/>
      <p:bold r:id="rId25"/>
    </p:embeddedFont>
    <p:embeddedFont>
      <p:font typeface="Jost"/>
      <p:regular r:id="rId26"/>
      <p:bold r:id="rId27"/>
      <p:italic r:id="rId28"/>
      <p:boldItalic r:id="rId29"/>
    </p:embeddedFont>
    <p:embeddedFont>
      <p:font typeface="Be Vietnam Pro SemiBold"/>
      <p:regular r:id="rId30"/>
      <p:bold r:id="rId31"/>
      <p:italic r:id="rId32"/>
      <p:boldItalic r:id="rId33"/>
    </p:embeddedFont>
    <p:embeddedFont>
      <p:font typeface="Be Vietnam Pro"/>
      <p:regular r:id="rId34"/>
      <p:bold r:id="rId35"/>
      <p:italic r:id="rId36"/>
      <p:boldItalic r:id="rId37"/>
    </p:embeddedFont>
    <p:embeddedFont>
      <p:font typeface="PT Sans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021530-D640-4E7F-BF4C-A6476F9CF0C5}">
  <a:tblStyle styleId="{9E021530-D640-4E7F-BF4C-A6476F9CF0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italic.fntdata"/><Relationship Id="rId20" Type="http://schemas.openxmlformats.org/officeDocument/2006/relationships/font" Target="fonts/Inter-regular.fntdata"/><Relationship Id="rId42" Type="http://schemas.openxmlformats.org/officeDocument/2006/relationships/font" Target="fonts/OpenSans-regular.fntdata"/><Relationship Id="rId41" Type="http://schemas.openxmlformats.org/officeDocument/2006/relationships/font" Target="fonts/PTSans-boldItalic.fntdata"/><Relationship Id="rId22" Type="http://schemas.openxmlformats.org/officeDocument/2006/relationships/font" Target="fonts/Inter-italic.fntdata"/><Relationship Id="rId44" Type="http://schemas.openxmlformats.org/officeDocument/2006/relationships/font" Target="fonts/OpenSans-italic.fntdata"/><Relationship Id="rId21" Type="http://schemas.openxmlformats.org/officeDocument/2006/relationships/font" Target="fonts/Inter-bold.fntdata"/><Relationship Id="rId43" Type="http://schemas.openxmlformats.org/officeDocument/2006/relationships/font" Target="fonts/OpenSans-bold.fntdata"/><Relationship Id="rId24" Type="http://schemas.openxmlformats.org/officeDocument/2006/relationships/font" Target="fonts/Anaheim-regular.fntdata"/><Relationship Id="rId23" Type="http://schemas.openxmlformats.org/officeDocument/2006/relationships/font" Target="fonts/Inter-boldItalic.fntdata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ost-regular.fntdata"/><Relationship Id="rId25" Type="http://schemas.openxmlformats.org/officeDocument/2006/relationships/font" Target="fonts/Anaheim-bold.fntdata"/><Relationship Id="rId28" Type="http://schemas.openxmlformats.org/officeDocument/2006/relationships/font" Target="fonts/Jost-italic.fntdata"/><Relationship Id="rId27" Type="http://schemas.openxmlformats.org/officeDocument/2006/relationships/font" Target="fonts/Jo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o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VietnamProSemiBold-bold.fntdata"/><Relationship Id="rId30" Type="http://schemas.openxmlformats.org/officeDocument/2006/relationships/font" Target="fonts/BeVietnamPro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BeVietnamPro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BeVietnamProSemiBold-italic.fntdata"/><Relationship Id="rId13" Type="http://schemas.openxmlformats.org/officeDocument/2006/relationships/slide" Target="slides/slide7.xml"/><Relationship Id="rId35" Type="http://schemas.openxmlformats.org/officeDocument/2006/relationships/font" Target="fonts/BeVietnamPro-bold.fntdata"/><Relationship Id="rId12" Type="http://schemas.openxmlformats.org/officeDocument/2006/relationships/slide" Target="slides/slide6.xml"/><Relationship Id="rId34" Type="http://schemas.openxmlformats.org/officeDocument/2006/relationships/font" Target="fonts/BeVietnamPro-regular.fntdata"/><Relationship Id="rId15" Type="http://schemas.openxmlformats.org/officeDocument/2006/relationships/slide" Target="slides/slide9.xml"/><Relationship Id="rId37" Type="http://schemas.openxmlformats.org/officeDocument/2006/relationships/font" Target="fonts/BeVietnamPro-boldItalic.fntdata"/><Relationship Id="rId14" Type="http://schemas.openxmlformats.org/officeDocument/2006/relationships/slide" Target="slides/slide8.xml"/><Relationship Id="rId36" Type="http://schemas.openxmlformats.org/officeDocument/2006/relationships/font" Target="fonts/BeVietnamPro-italic.fntdata"/><Relationship Id="rId17" Type="http://schemas.openxmlformats.org/officeDocument/2006/relationships/slide" Target="slides/slide11.xml"/><Relationship Id="rId39" Type="http://schemas.openxmlformats.org/officeDocument/2006/relationships/font" Target="fonts/PTSans-bold.fntdata"/><Relationship Id="rId16" Type="http://schemas.openxmlformats.org/officeDocument/2006/relationships/slide" Target="slides/slide10.xml"/><Relationship Id="rId38" Type="http://schemas.openxmlformats.org/officeDocument/2006/relationships/font" Target="fonts/PT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a660165174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a660165174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825e6fa7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3825e6fa7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18680c384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18680c384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825e6fa7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3825e6fa7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827c9b007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827c9b007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3825e6fa7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3825e6fa7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3825e6fa7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3825e6fa7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38266a7122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38266a712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617253" y="3450000"/>
            <a:ext cx="3712500" cy="288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0" name="Google Shape;20;p2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" name="Google Shape;30;p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31" name="Google Shape;31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" name="Google Shape;32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9" name="Google Shape;39;p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827775" y="2163875"/>
            <a:ext cx="32838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3"/>
          <p:cNvSpPr txBox="1"/>
          <p:nvPr>
            <p:ph hasCustomPrompt="1" idx="2" type="title"/>
          </p:nvPr>
        </p:nvSpPr>
        <p:spPr>
          <a:xfrm>
            <a:off x="942075" y="1283075"/>
            <a:ext cx="1076700" cy="8808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5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" name="Google Shape;44;p3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46" name="Google Shape;46;p3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" name="Google Shape;47;p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" name="Google Shape;48;p3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" name="Google Shape;49;p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" name="Google Shape;51;p3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2" name="Google Shape;52;p3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53" name="Google Shape;53;p3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54" name="Google Shape;54;p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" name="Google Shape;55;p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2" name="Google Shape;62;p3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3" name="Google Shape;63;p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1" name="Google Shape;71;p3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" name="Google Shape;74;p4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75" name="Google Shape;75;p4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76" name="Google Shape;76;p4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77" name="Google Shape;77;p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4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6" name="Google Shape;86;p4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87" name="Google Shape;87;p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5" name="Google Shape;95;p4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6" name="Google Shape;96;p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8" name="Google Shape;98;p4"/>
          <p:cNvGrpSpPr/>
          <p:nvPr/>
        </p:nvGrpSpPr>
        <p:grpSpPr>
          <a:xfrm>
            <a:off x="164786" y="137398"/>
            <a:ext cx="8903046" cy="4860597"/>
            <a:chOff x="164786" y="137398"/>
            <a:chExt cx="8903046" cy="4860597"/>
          </a:xfrm>
        </p:grpSpPr>
        <p:grpSp>
          <p:nvGrpSpPr>
            <p:cNvPr id="99" name="Google Shape;99;p4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100" name="Google Shape;100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sz="2500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45" name="Google Shape;145;p4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146" name="Google Shape;146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000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sz="2000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91" name="Google Shape;191;p4"/>
            <p:cNvGrpSpPr/>
            <p:nvPr/>
          </p:nvGrpSpPr>
          <p:grpSpPr>
            <a:xfrm>
              <a:off x="164786" y="4648199"/>
              <a:ext cx="349852" cy="349795"/>
              <a:chOff x="8269423" y="174900"/>
              <a:chExt cx="619426" cy="619325"/>
            </a:xfrm>
          </p:grpSpPr>
          <p:sp>
            <p:nvSpPr>
              <p:cNvPr id="192" name="Google Shape;192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sz="1800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sp>
        <p:nvSpPr>
          <p:cNvPr id="237" name="Google Shape;23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8" name="Google Shape;238;p4"/>
          <p:cNvSpPr txBox="1"/>
          <p:nvPr>
            <p:ph idx="1" type="body"/>
          </p:nvPr>
        </p:nvSpPr>
        <p:spPr>
          <a:xfrm>
            <a:off x="720000" y="1215751"/>
            <a:ext cx="7704000" cy="3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5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242" name="Google Shape;242;p5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243" name="Google Shape;243;p5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5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5" name="Google Shape;245;p5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246" name="Google Shape;246;p5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247" name="Google Shape;247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8" name="Google Shape;248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" name="Google Shape;249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" name="Google Shape;250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" name="Google Shape;251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2" name="Google Shape;252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53" name="Google Shape;253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" name="Google Shape;254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" name="Google Shape;256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" name="Google Shape;257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" name="Google Shape;258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59" name="Google Shape;259;p5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260" name="Google Shape;260;p5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261" name="Google Shape;261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2" name="Google Shape;262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" name="Google Shape;263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" name="Google Shape;264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5" name="Google Shape;265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66" name="Google Shape;266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" name="Google Shape;267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" name="Google Shape;268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" name="Google Shape;269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" name="Google Shape;270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72" name="Google Shape;272;p5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273" name="Google Shape;273;p5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274" name="Google Shape;274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5" name="Google Shape;275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6" name="Google Shape;276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77" name="Google Shape;277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78" name="Google Shape;278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" name="Google Shape;279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" name="Google Shape;280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" name="Google Shape;281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2" name="Google Shape;282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3" name="Google Shape;283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84" name="Google Shape;284;p5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285" name="Google Shape;285;p5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" name="Google Shape;286;p5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87" name="Google Shape;287;p5"/>
          <p:cNvGrpSpPr/>
          <p:nvPr/>
        </p:nvGrpSpPr>
        <p:grpSpPr>
          <a:xfrm>
            <a:off x="117174" y="108049"/>
            <a:ext cx="9027476" cy="4604776"/>
            <a:chOff x="117174" y="108049"/>
            <a:chExt cx="9027476" cy="4604776"/>
          </a:xfrm>
        </p:grpSpPr>
        <p:sp>
          <p:nvSpPr>
            <p:cNvPr id="288" name="Google Shape;288;p5"/>
            <p:cNvSpPr/>
            <p:nvPr/>
          </p:nvSpPr>
          <p:spPr>
            <a:xfrm>
              <a:off x="117174" y="108049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" name="Google Shape;289;p5"/>
            <p:cNvGrpSpPr/>
            <p:nvPr/>
          </p:nvGrpSpPr>
          <p:grpSpPr>
            <a:xfrm>
              <a:off x="8263946" y="3679967"/>
              <a:ext cx="880704" cy="1032858"/>
              <a:chOff x="8263946" y="3679967"/>
              <a:chExt cx="880704" cy="1032858"/>
            </a:xfrm>
          </p:grpSpPr>
          <p:grpSp>
            <p:nvGrpSpPr>
              <p:cNvPr id="290" name="Google Shape;290;p5"/>
              <p:cNvGrpSpPr/>
              <p:nvPr/>
            </p:nvGrpSpPr>
            <p:grpSpPr>
              <a:xfrm>
                <a:off x="8506963" y="3679967"/>
                <a:ext cx="488789" cy="488648"/>
                <a:chOff x="8269423" y="174900"/>
                <a:chExt cx="619426" cy="619325"/>
              </a:xfrm>
            </p:grpSpPr>
            <p:sp>
              <p:nvSpPr>
                <p:cNvPr id="291" name="Google Shape;291;p5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5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p5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rect b="b" l="l" r="r" t="t"/>
                  <a:pathLst>
                    <a:path extrusionOk="0" h="116" w="223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5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rect b="b" l="l" r="r" t="t"/>
                  <a:pathLst>
                    <a:path extrusionOk="0" h="146" w="439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anchorCtr="1" anchor="ctr" bIns="7550" lIns="90000" spcFirstLastPara="1" rIns="90000" wrap="square" tIns="7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Google Shape;295;p5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rect b="b" l="l" r="r" t="t"/>
                  <a:pathLst>
                    <a:path extrusionOk="0" h="200" w="62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anchorCtr="1" anchor="ctr" bIns="27000" lIns="90000" spcFirstLastPara="1" rIns="90000" wrap="square" tIns="27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5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rect b="b" l="l" r="r" t="t"/>
                  <a:pathLst>
                    <a:path extrusionOk="0" h="244" w="756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anchorCtr="1" anchor="ctr" bIns="42825" lIns="90000" spcFirstLastPara="1" rIns="90000" wrap="square" tIns="428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5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rect b="b" l="l" r="r" t="t"/>
                  <a:pathLst>
                    <a:path extrusionOk="0" h="280" w="863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5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rect b="b" l="l" r="r" t="t"/>
                  <a:pathLst>
                    <a:path extrusionOk="0" h="314" w="951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5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rect b="b" l="l" r="r" t="t"/>
                  <a:pathLst>
                    <a:path extrusionOk="0" h="344" w="103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5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rect b="b" l="l" r="r" t="t"/>
                  <a:pathLst>
                    <a:path extrusionOk="0" h="371" w="1097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5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rect b="b" l="l" r="r" t="t"/>
                  <a:pathLst>
                    <a:path extrusionOk="0" h="394" w="116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5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rect b="b" l="l" r="r" t="t"/>
                  <a:pathLst>
                    <a:path extrusionOk="0" h="415" w="1215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5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rect b="b" l="l" r="r" t="t"/>
                  <a:pathLst>
                    <a:path extrusionOk="0" h="435" w="1266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Google Shape;304;p5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rect b="b" l="l" r="r" t="t"/>
                  <a:pathLst>
                    <a:path extrusionOk="0" h="451" w="1311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5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rect b="b" l="l" r="r" t="t"/>
                  <a:pathLst>
                    <a:path extrusionOk="0" h="467" w="1355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" name="Google Shape;306;p5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rect b="b" l="l" r="r" t="t"/>
                  <a:pathLst>
                    <a:path extrusionOk="0" h="481" w="1393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" name="Google Shape;307;p5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rect b="b" l="l" r="r" t="t"/>
                  <a:pathLst>
                    <a:path extrusionOk="0" h="494" w="1429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5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rect b="b" l="l" r="r" t="t"/>
                  <a:pathLst>
                    <a:path extrusionOk="0" h="506" w="1463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5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rect b="b" l="l" r="r" t="t"/>
                  <a:pathLst>
                    <a:path extrusionOk="0" h="517" w="1494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5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rect b="b" l="l" r="r" t="t"/>
                  <a:pathLst>
                    <a:path extrusionOk="0" h="527" w="1522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5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rect b="b" l="l" r="r" t="t"/>
                  <a:pathLst>
                    <a:path extrusionOk="0" h="536" w="1548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5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rect b="b" l="l" r="r" t="t"/>
                  <a:pathLst>
                    <a:path extrusionOk="0" h="544" w="1573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5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rect b="b" l="l" r="r" t="t"/>
                  <a:pathLst>
                    <a:path extrusionOk="0" h="554" w="1594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5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rect b="b" l="l" r="r" t="t"/>
                  <a:pathLst>
                    <a:path extrusionOk="0" h="561" w="1616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5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rect b="b" l="l" r="r" t="t"/>
                  <a:pathLst>
                    <a:path extrusionOk="0" h="567" w="1635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5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rect b="b" l="l" r="r" t="t"/>
                  <a:pathLst>
                    <a:path extrusionOk="0" h="574" w="1653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" name="Google Shape;317;p5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rect b="b" l="l" r="r" t="t"/>
                  <a:pathLst>
                    <a:path extrusionOk="0" h="604" w="1685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" name="Google Shape;318;p5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rect b="b" l="l" r="r" t="t"/>
                  <a:pathLst>
                    <a:path extrusionOk="0" h="613" w="1711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5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rect b="b" l="l" r="r" t="t"/>
                  <a:pathLst>
                    <a:path extrusionOk="0" h="621" w="1733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5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rect b="b" l="l" r="r" t="t"/>
                  <a:pathLst>
                    <a:path extrusionOk="0" h="628" w="1753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5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rect b="b" l="l" r="r" t="t"/>
                  <a:pathLst>
                    <a:path extrusionOk="0" h="633" w="1767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5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rect b="b" l="l" r="r" t="t"/>
                  <a:pathLst>
                    <a:path extrusionOk="0" h="636" w="1778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5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rect b="b" l="l" r="r" t="t"/>
                  <a:pathLst>
                    <a:path extrusionOk="0" h="593" w="1786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5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rect b="b" l="l" r="r" t="t"/>
                  <a:pathLst>
                    <a:path extrusionOk="0" h="390" w="101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5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rect b="b" l="l" r="r" t="t"/>
                  <a:pathLst>
                    <a:path extrusionOk="0" h="388" w="1003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5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rect b="b" l="l" r="r" t="t"/>
                  <a:pathLst>
                    <a:path extrusionOk="0" h="385" w="983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5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rect b="b" l="l" r="r" t="t"/>
                  <a:pathLst>
                    <a:path extrusionOk="0" h="383" w="971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5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rect b="b" l="l" r="r" t="t"/>
                  <a:pathLst>
                    <a:path extrusionOk="0" h="402" w="1007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5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rect b="b" l="l" r="r" t="t"/>
                  <a:pathLst>
                    <a:path extrusionOk="0" h="441" w="1129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5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rect b="b" l="l" r="r" t="t"/>
                  <a:pathLst>
                    <a:path extrusionOk="0" h="473" w="1226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5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rect b="b" l="l" r="r" t="t"/>
                  <a:pathLst>
                    <a:path extrusionOk="0" h="494" w="1294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5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rect b="b" l="l" r="r" t="t"/>
                  <a:pathLst>
                    <a:path extrusionOk="0" h="508" w="1338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5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rect b="b" l="l" r="r" t="t"/>
                  <a:pathLst>
                    <a:path extrusionOk="0" h="515" w="136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5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5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500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  <p:sp>
            <p:nvSpPr>
              <p:cNvPr id="336" name="Google Shape;336;p5"/>
              <p:cNvSpPr/>
              <p:nvPr/>
            </p:nvSpPr>
            <p:spPr>
              <a:xfrm flipH="1">
                <a:off x="8263946" y="4634900"/>
                <a:ext cx="880704" cy="77925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7" name="Google Shape;337;p5"/>
              <p:cNvGrpSpPr/>
              <p:nvPr/>
            </p:nvGrpSpPr>
            <p:grpSpPr>
              <a:xfrm>
                <a:off x="8308121" y="4168622"/>
                <a:ext cx="763035" cy="488681"/>
                <a:chOff x="7504675" y="948450"/>
                <a:chExt cx="1903305" cy="1218960"/>
              </a:xfrm>
            </p:grpSpPr>
            <p:sp>
              <p:nvSpPr>
                <p:cNvPr id="338" name="Google Shape;338;p5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9" name="Google Shape;339;p5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340" name="Google Shape;340;p5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5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5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3" name="Google Shape;343;p5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4" name="Google Shape;344;p5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" name="Google Shape;345;p5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" name="Google Shape;346;p5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" name="Google Shape;347;p5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8" name="Google Shape;348;p5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349" name="Google Shape;349;p5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5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5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5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5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5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" name="Google Shape;355;p5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6" name="Google Shape;356;p5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5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5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9" name="Google Shape;359;p5"/>
                <p:cNvGrpSpPr/>
                <p:nvPr/>
              </p:nvGrpSpPr>
              <p:grpSpPr>
                <a:xfrm>
                  <a:off x="7613755" y="1442010"/>
                  <a:ext cx="1496512" cy="725400"/>
                  <a:chOff x="7613755" y="1442010"/>
                  <a:chExt cx="1496512" cy="725400"/>
                </a:xfrm>
              </p:grpSpPr>
              <p:sp>
                <p:nvSpPr>
                  <p:cNvPr id="360" name="Google Shape;360;p5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5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2" name="Google Shape;362;p5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3" name="Google Shape;363;p5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4" name="Google Shape;364;p5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5" name="Google Shape;365;p5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6" name="Google Shape;366;p5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7" name="Google Shape;367;p5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5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5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0" name="Google Shape;370;p5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1" name="Google Shape;371;p5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2" name="Google Shape;372;p5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p5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4" name="Google Shape;374;p5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5" name="Google Shape;375;p5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5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" name="Google Shape;377;p5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5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5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5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81" name="Google Shape;381;p5"/>
                <p:cNvGrpSpPr/>
                <p:nvPr/>
              </p:nvGrpSpPr>
              <p:grpSpPr>
                <a:xfrm>
                  <a:off x="7541395" y="1194690"/>
                  <a:ext cx="1683352" cy="772200"/>
                  <a:chOff x="7541395" y="1194690"/>
                  <a:chExt cx="1683352" cy="772200"/>
                </a:xfrm>
              </p:grpSpPr>
              <p:sp>
                <p:nvSpPr>
                  <p:cNvPr id="382" name="Google Shape;382;p5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rect b="b" l="l" r="r" t="t"/>
                    <a:pathLst>
                      <a:path extrusionOk="0" h="134" w="3915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" name="Google Shape;383;p5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" name="Google Shape;384;p5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rect b="b" l="l" r="r" t="t"/>
                    <a:pathLst>
                      <a:path extrusionOk="0" h="134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5" name="Google Shape;385;p5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386" name="Google Shape;386;p5"/>
          <p:cNvSpPr txBox="1"/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7" name="Google Shape;387;p5"/>
          <p:cNvSpPr txBox="1"/>
          <p:nvPr>
            <p:ph idx="1" type="subTitle"/>
          </p:nvPr>
        </p:nvSpPr>
        <p:spPr>
          <a:xfrm>
            <a:off x="4791252" y="2696125"/>
            <a:ext cx="28683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8" name="Google Shape;388;p5"/>
          <p:cNvSpPr txBox="1"/>
          <p:nvPr>
            <p:ph idx="2" type="subTitle"/>
          </p:nvPr>
        </p:nvSpPr>
        <p:spPr>
          <a:xfrm>
            <a:off x="1119350" y="2696125"/>
            <a:ext cx="28683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9" name="Google Shape;389;p5"/>
          <p:cNvSpPr txBox="1"/>
          <p:nvPr>
            <p:ph idx="3" type="subTitle"/>
          </p:nvPr>
        </p:nvSpPr>
        <p:spPr>
          <a:xfrm>
            <a:off x="1119350" y="2311350"/>
            <a:ext cx="2868300" cy="4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390" name="Google Shape;390;p5"/>
          <p:cNvSpPr txBox="1"/>
          <p:nvPr>
            <p:ph idx="4" type="subTitle"/>
          </p:nvPr>
        </p:nvSpPr>
        <p:spPr>
          <a:xfrm>
            <a:off x="4791252" y="2311350"/>
            <a:ext cx="2868300" cy="4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3" name="Google Shape;393;p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4" name="Google Shape;394;p6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395" name="Google Shape;395;p6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396" name="Google Shape;396;p6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6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98" name="Google Shape;398;p6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399" name="Google Shape;399;p6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400" name="Google Shape;400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" name="Google Shape;401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" name="Google Shape;402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3" name="Google Shape;403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4" name="Google Shape;404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05" name="Google Shape;405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06" name="Google Shape;406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" name="Google Shape;407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" name="Google Shape;408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" name="Google Shape;409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" name="Google Shape;410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" name="Google Shape;411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12" name="Google Shape;412;p6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413" name="Google Shape;413;p6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414" name="Google Shape;414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5" name="Google Shape;415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6" name="Google Shape;416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7" name="Google Shape;417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18" name="Google Shape;418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19" name="Google Shape;419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" name="Google Shape;420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" name="Google Shape;421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" name="Google Shape;422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" name="Google Shape;423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4" name="Google Shape;424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25" name="Google Shape;425;p6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426" name="Google Shape;426;p6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427" name="Google Shape;427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" name="Google Shape;428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" name="Google Shape;429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30" name="Google Shape;430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31" name="Google Shape;431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" name="Google Shape;432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3" name="Google Shape;433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4" name="Google Shape;434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5" name="Google Shape;435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6" name="Google Shape;436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37" name="Google Shape;437;p6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438" name="Google Shape;438;p6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" name="Google Shape;439;p6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40" name="Google Shape;440;p6"/>
          <p:cNvGrpSpPr/>
          <p:nvPr/>
        </p:nvGrpSpPr>
        <p:grpSpPr>
          <a:xfrm>
            <a:off x="94971" y="186671"/>
            <a:ext cx="8946263" cy="4526153"/>
            <a:chOff x="94971" y="186671"/>
            <a:chExt cx="8946263" cy="4526153"/>
          </a:xfrm>
        </p:grpSpPr>
        <p:grpSp>
          <p:nvGrpSpPr>
            <p:cNvPr id="441" name="Google Shape;441;p6"/>
            <p:cNvGrpSpPr/>
            <p:nvPr/>
          </p:nvGrpSpPr>
          <p:grpSpPr>
            <a:xfrm>
              <a:off x="94971" y="3831824"/>
              <a:ext cx="751204" cy="881001"/>
              <a:chOff x="94971" y="3831824"/>
              <a:chExt cx="751204" cy="881001"/>
            </a:xfrm>
          </p:grpSpPr>
          <p:grpSp>
            <p:nvGrpSpPr>
              <p:cNvPr id="442" name="Google Shape;442;p6"/>
              <p:cNvGrpSpPr/>
              <p:nvPr/>
            </p:nvGrpSpPr>
            <p:grpSpPr>
              <a:xfrm>
                <a:off x="301670" y="3831824"/>
                <a:ext cx="416874" cy="416806"/>
                <a:chOff x="8269423" y="174900"/>
                <a:chExt cx="619426" cy="619325"/>
              </a:xfrm>
            </p:grpSpPr>
            <p:sp>
              <p:nvSpPr>
                <p:cNvPr id="443" name="Google Shape;443;p6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6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6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rect b="b" l="l" r="r" t="t"/>
                  <a:pathLst>
                    <a:path extrusionOk="0" h="116" w="223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6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rect b="b" l="l" r="r" t="t"/>
                  <a:pathLst>
                    <a:path extrusionOk="0" h="146" w="439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anchorCtr="1" anchor="ctr" bIns="7550" lIns="90000" spcFirstLastPara="1" rIns="90000" wrap="square" tIns="75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6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rect b="b" l="l" r="r" t="t"/>
                  <a:pathLst>
                    <a:path extrusionOk="0" h="200" w="62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anchorCtr="1" anchor="ctr" bIns="27000" lIns="90000" spcFirstLastPara="1" rIns="90000" wrap="square" tIns="27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6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rect b="b" l="l" r="r" t="t"/>
                  <a:pathLst>
                    <a:path extrusionOk="0" h="244" w="756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anchorCtr="1" anchor="ctr" bIns="42825" lIns="90000" spcFirstLastPara="1" rIns="90000" wrap="square" tIns="428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6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rect b="b" l="l" r="r" t="t"/>
                  <a:pathLst>
                    <a:path extrusionOk="0" h="280" w="863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6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rect b="b" l="l" r="r" t="t"/>
                  <a:pathLst>
                    <a:path extrusionOk="0" h="314" w="951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6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rect b="b" l="l" r="r" t="t"/>
                  <a:pathLst>
                    <a:path extrusionOk="0" h="344" w="103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6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rect b="b" l="l" r="r" t="t"/>
                  <a:pathLst>
                    <a:path extrusionOk="0" h="371" w="1097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6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rect b="b" l="l" r="r" t="t"/>
                  <a:pathLst>
                    <a:path extrusionOk="0" h="394" w="116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6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rect b="b" l="l" r="r" t="t"/>
                  <a:pathLst>
                    <a:path extrusionOk="0" h="415" w="1215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6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rect b="b" l="l" r="r" t="t"/>
                  <a:pathLst>
                    <a:path extrusionOk="0" h="435" w="1266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6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rect b="b" l="l" r="r" t="t"/>
                  <a:pathLst>
                    <a:path extrusionOk="0" h="451" w="1311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6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rect b="b" l="l" r="r" t="t"/>
                  <a:pathLst>
                    <a:path extrusionOk="0" h="467" w="1355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6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rect b="b" l="l" r="r" t="t"/>
                  <a:pathLst>
                    <a:path extrusionOk="0" h="481" w="1393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6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rect b="b" l="l" r="r" t="t"/>
                  <a:pathLst>
                    <a:path extrusionOk="0" h="494" w="1429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6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rect b="b" l="l" r="r" t="t"/>
                  <a:pathLst>
                    <a:path extrusionOk="0" h="506" w="1463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6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rect b="b" l="l" r="r" t="t"/>
                  <a:pathLst>
                    <a:path extrusionOk="0" h="517" w="1494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6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rect b="b" l="l" r="r" t="t"/>
                  <a:pathLst>
                    <a:path extrusionOk="0" h="527" w="1522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6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rect b="b" l="l" r="r" t="t"/>
                  <a:pathLst>
                    <a:path extrusionOk="0" h="536" w="1548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6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rect b="b" l="l" r="r" t="t"/>
                  <a:pathLst>
                    <a:path extrusionOk="0" h="544" w="1573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6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rect b="b" l="l" r="r" t="t"/>
                  <a:pathLst>
                    <a:path extrusionOk="0" h="554" w="1594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6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rect b="b" l="l" r="r" t="t"/>
                  <a:pathLst>
                    <a:path extrusionOk="0" h="561" w="1616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6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rect b="b" l="l" r="r" t="t"/>
                  <a:pathLst>
                    <a:path extrusionOk="0" h="567" w="1635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6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rect b="b" l="l" r="r" t="t"/>
                  <a:pathLst>
                    <a:path extrusionOk="0" h="574" w="1653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6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rect b="b" l="l" r="r" t="t"/>
                  <a:pathLst>
                    <a:path extrusionOk="0" h="604" w="1685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6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rect b="b" l="l" r="r" t="t"/>
                  <a:pathLst>
                    <a:path extrusionOk="0" h="613" w="1711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6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rect b="b" l="l" r="r" t="t"/>
                  <a:pathLst>
                    <a:path extrusionOk="0" h="621" w="1733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6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rect b="b" l="l" r="r" t="t"/>
                  <a:pathLst>
                    <a:path extrusionOk="0" h="628" w="1753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3" name="Google Shape;473;p6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rect b="b" l="l" r="r" t="t"/>
                  <a:pathLst>
                    <a:path extrusionOk="0" h="633" w="1767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6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rect b="b" l="l" r="r" t="t"/>
                  <a:pathLst>
                    <a:path extrusionOk="0" h="636" w="1778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6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rect b="b" l="l" r="r" t="t"/>
                  <a:pathLst>
                    <a:path extrusionOk="0" h="593" w="1786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6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rect b="b" l="l" r="r" t="t"/>
                  <a:pathLst>
                    <a:path extrusionOk="0" h="390" w="101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6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rect b="b" l="l" r="r" t="t"/>
                  <a:pathLst>
                    <a:path extrusionOk="0" h="388" w="1003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6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rect b="b" l="l" r="r" t="t"/>
                  <a:pathLst>
                    <a:path extrusionOk="0" h="385" w="983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6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rect b="b" l="l" r="r" t="t"/>
                  <a:pathLst>
                    <a:path extrusionOk="0" h="383" w="971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6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rect b="b" l="l" r="r" t="t"/>
                  <a:pathLst>
                    <a:path extrusionOk="0" h="402" w="1007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p6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rect b="b" l="l" r="r" t="t"/>
                  <a:pathLst>
                    <a:path extrusionOk="0" h="441" w="1129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6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rect b="b" l="l" r="r" t="t"/>
                  <a:pathLst>
                    <a:path extrusionOk="0" h="473" w="1226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6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rect b="b" l="l" r="r" t="t"/>
                  <a:pathLst>
                    <a:path extrusionOk="0" h="494" w="1294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6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rect b="b" l="l" r="r" t="t"/>
                  <a:pathLst>
                    <a:path extrusionOk="0" h="508" w="1338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6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rect b="b" l="l" r="r" t="t"/>
                  <a:pathLst>
                    <a:path extrusionOk="0" h="515" w="136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6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6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900" strike="noStrike">
                      <a:solidFill>
                        <a:schemeClr val="dk1"/>
                      </a:solidFill>
                      <a:latin typeface="Be Vietnam Pro"/>
                      <a:ea typeface="Be Vietnam Pro"/>
                      <a:cs typeface="Be Vietnam Pro"/>
                      <a:sym typeface="Be Vietnam Pro"/>
                    </a:rPr>
                    <a:t>$</a:t>
                  </a:r>
                  <a:endParaRPr b="1" sz="1900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endParaRPr>
                </a:p>
              </p:txBody>
            </p:sp>
          </p:grpSp>
          <p:sp>
            <p:nvSpPr>
              <p:cNvPr id="488" name="Google Shape;488;p6"/>
              <p:cNvSpPr/>
              <p:nvPr/>
            </p:nvSpPr>
            <p:spPr>
              <a:xfrm flipH="1">
                <a:off x="94971" y="4646357"/>
                <a:ext cx="751204" cy="66468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9" name="Google Shape;489;p6"/>
              <p:cNvGrpSpPr/>
              <p:nvPr/>
            </p:nvGrpSpPr>
            <p:grpSpPr>
              <a:xfrm>
                <a:off x="132262" y="4248579"/>
                <a:ext cx="650740" cy="416762"/>
                <a:chOff x="7504675" y="948450"/>
                <a:chExt cx="1903305" cy="1218960"/>
              </a:xfrm>
            </p:grpSpPr>
            <p:sp>
              <p:nvSpPr>
                <p:cNvPr id="490" name="Google Shape;490;p6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1" name="Google Shape;491;p6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492" name="Google Shape;492;p6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3" name="Google Shape;493;p6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" name="Google Shape;494;p6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" name="Google Shape;495;p6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6" name="Google Shape;496;p6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7" name="Google Shape;497;p6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" name="Google Shape;498;p6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99" name="Google Shape;499;p6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00" name="Google Shape;500;p6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501" name="Google Shape;501;p6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2" name="Google Shape;502;p6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3" name="Google Shape;503;p6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4" name="Google Shape;504;p6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5" name="Google Shape;505;p6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6" name="Google Shape;506;p6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7" name="Google Shape;507;p6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8" name="Google Shape;508;p6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" name="Google Shape;509;p6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0" name="Google Shape;510;p6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1" name="Google Shape;511;p6"/>
                <p:cNvGrpSpPr/>
                <p:nvPr/>
              </p:nvGrpSpPr>
              <p:grpSpPr>
                <a:xfrm>
                  <a:off x="7613755" y="1442010"/>
                  <a:ext cx="1496512" cy="725400"/>
                  <a:chOff x="7613755" y="1442010"/>
                  <a:chExt cx="1496512" cy="725400"/>
                </a:xfrm>
              </p:grpSpPr>
              <p:sp>
                <p:nvSpPr>
                  <p:cNvPr id="512" name="Google Shape;512;p6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3" name="Google Shape;513;p6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4" name="Google Shape;514;p6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5" name="Google Shape;515;p6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6" name="Google Shape;516;p6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7" name="Google Shape;517;p6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8" name="Google Shape;518;p6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9" name="Google Shape;519;p6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0" name="Google Shape;520;p6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" name="Google Shape;521;p6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2" name="Google Shape;522;p6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3" name="Google Shape;523;p6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4" name="Google Shape;524;p6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5" name="Google Shape;525;p6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6" name="Google Shape;526;p6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" name="Google Shape;527;p6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8" name="Google Shape;528;p6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9" name="Google Shape;529;p6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6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1" name="Google Shape;531;p6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2" name="Google Shape;532;p6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33" name="Google Shape;533;p6"/>
                <p:cNvGrpSpPr/>
                <p:nvPr/>
              </p:nvGrpSpPr>
              <p:grpSpPr>
                <a:xfrm>
                  <a:off x="7541395" y="1194690"/>
                  <a:ext cx="1683352" cy="772200"/>
                  <a:chOff x="7541395" y="1194690"/>
                  <a:chExt cx="1683352" cy="772200"/>
                </a:xfrm>
              </p:grpSpPr>
              <p:sp>
                <p:nvSpPr>
                  <p:cNvPr id="534" name="Google Shape;534;p6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rect b="b" l="l" r="r" t="t"/>
                    <a:pathLst>
                      <a:path extrusionOk="0" h="134" w="3915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5" name="Google Shape;535;p6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6" name="Google Shape;536;p6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rect b="b" l="l" r="r" t="t"/>
                    <a:pathLst>
                      <a:path extrusionOk="0" h="134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7" name="Google Shape;537;p6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sz="180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38" name="Google Shape;538;p6"/>
            <p:cNvGrpSpPr/>
            <p:nvPr/>
          </p:nvGrpSpPr>
          <p:grpSpPr>
            <a:xfrm>
              <a:off x="8544017" y="186671"/>
              <a:ext cx="497217" cy="497064"/>
              <a:chOff x="7329443" y="3322343"/>
              <a:chExt cx="777751" cy="777634"/>
            </a:xfrm>
          </p:grpSpPr>
          <p:sp>
            <p:nvSpPr>
              <p:cNvPr id="539" name="Google Shape;539;p6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sz="2500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5" name="Google Shape;545;p7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546" name="Google Shape;546;p7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547" name="Google Shape;547;p7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548" name="Google Shape;54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9" name="Google Shape;54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0" name="Google Shape;55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1" name="Google Shape;55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2" name="Google Shape;55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3" name="Google Shape;55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4" name="Google Shape;55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" name="Google Shape;55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" name="Google Shape;556;p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57" name="Google Shape;557;p7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558" name="Google Shape;55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" name="Google Shape;55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0" name="Google Shape;56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1" name="Google Shape;56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2" name="Google Shape;56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3" name="Google Shape;56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4" name="Google Shape;56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5" name="Google Shape;56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66" name="Google Shape;566;p7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567" name="Google Shape;567;p7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" name="Google Shape;568;p7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9" name="Google Shape;569;p7"/>
          <p:cNvGrpSpPr/>
          <p:nvPr/>
        </p:nvGrpSpPr>
        <p:grpSpPr>
          <a:xfrm>
            <a:off x="448615" y="218835"/>
            <a:ext cx="897031" cy="754068"/>
            <a:chOff x="448615" y="218835"/>
            <a:chExt cx="897031" cy="754068"/>
          </a:xfrm>
        </p:grpSpPr>
        <p:grpSp>
          <p:nvGrpSpPr>
            <p:cNvPr id="570" name="Google Shape;570;p7"/>
            <p:cNvGrpSpPr/>
            <p:nvPr/>
          </p:nvGrpSpPr>
          <p:grpSpPr>
            <a:xfrm>
              <a:off x="448615" y="218835"/>
              <a:ext cx="529200" cy="529200"/>
              <a:chOff x="8490215" y="2125885"/>
              <a:chExt cx="529200" cy="529200"/>
            </a:xfrm>
          </p:grpSpPr>
          <p:sp>
            <p:nvSpPr>
              <p:cNvPr id="571" name="Google Shape;571;p7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rect b="b" l="l" r="r" t="t"/>
                <a:pathLst>
                  <a:path extrusionOk="0" h="692" w="1099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7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rect b="b" l="l" r="r" t="t"/>
                <a:pathLst>
                  <a:path extrusionOk="0" h="973" w="677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7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rect b="b" l="l" r="r" t="t"/>
                <a:pathLst>
                  <a:path extrusionOk="0" h="692" w="1315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7"/>
            <p:cNvGrpSpPr/>
            <p:nvPr/>
          </p:nvGrpSpPr>
          <p:grpSpPr>
            <a:xfrm>
              <a:off x="833034" y="460460"/>
              <a:ext cx="512612" cy="512443"/>
              <a:chOff x="833034" y="460460"/>
              <a:chExt cx="512612" cy="512443"/>
            </a:xfrm>
          </p:grpSpPr>
          <p:sp>
            <p:nvSpPr>
              <p:cNvPr id="575" name="Google Shape;575;p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7"/>
              <p:cNvSpPr/>
              <p:nvPr/>
            </p:nvSpPr>
            <p:spPr>
              <a:xfrm>
                <a:off x="897576" y="524833"/>
                <a:ext cx="383866" cy="383866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6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186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578" name="Google Shape;578;p7"/>
          <p:cNvSpPr txBox="1"/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9" name="Google Shape;579;p7"/>
          <p:cNvSpPr txBox="1"/>
          <p:nvPr>
            <p:ph idx="1" type="subTitle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80" name="Google Shape;580;p7"/>
          <p:cNvSpPr/>
          <p:nvPr>
            <p:ph idx="2" type="pic"/>
          </p:nvPr>
        </p:nvSpPr>
        <p:spPr>
          <a:xfrm>
            <a:off x="5491425" y="521075"/>
            <a:ext cx="3244200" cy="41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"/>
          <p:cNvSpPr txBox="1"/>
          <p:nvPr>
            <p:ph type="title"/>
          </p:nvPr>
        </p:nvSpPr>
        <p:spPr>
          <a:xfrm>
            <a:off x="2945525" y="1740450"/>
            <a:ext cx="5485200" cy="166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grpSp>
        <p:nvGrpSpPr>
          <p:cNvPr id="583" name="Google Shape;583;p8"/>
          <p:cNvGrpSpPr/>
          <p:nvPr/>
        </p:nvGrpSpPr>
        <p:grpSpPr>
          <a:xfrm>
            <a:off x="8307179" y="137398"/>
            <a:ext cx="760653" cy="810305"/>
            <a:chOff x="8307179" y="137398"/>
            <a:chExt cx="760653" cy="810305"/>
          </a:xfrm>
        </p:grpSpPr>
        <p:grpSp>
          <p:nvGrpSpPr>
            <p:cNvPr id="584" name="Google Shape;584;p8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585" name="Google Shape;585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630" name="Google Shape;630;p8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631" name="Google Shape;631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676" name="Google Shape;676;p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7" name="Google Shape;677;p8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678" name="Google Shape;678;p8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679" name="Google Shape;679;p8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0" name="Google Shape;680;p8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2" name="Google Shape;682;p8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3" name="Google Shape;683;p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4" name="Google Shape;684;p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85" name="Google Shape;685;p8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686" name="Google Shape;686;p8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87" name="Google Shape;687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8" name="Google Shape;688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89" name="Google Shape;689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0" name="Google Shape;690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1" name="Google Shape;691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2" name="Google Shape;692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3" name="Google Shape;693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4" name="Google Shape;694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95" name="Google Shape;695;p8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96" name="Google Shape;696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7" name="Google Shape;697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8" name="Google Shape;698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99" name="Google Shape;699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0" name="Google Shape;700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1" name="Google Shape;701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2" name="Google Shape;702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03" name="Google Shape;703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04" name="Google Shape;704;p8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"/>
          <p:cNvSpPr txBox="1"/>
          <p:nvPr>
            <p:ph type="title"/>
          </p:nvPr>
        </p:nvSpPr>
        <p:spPr>
          <a:xfrm>
            <a:off x="1066125" y="1445250"/>
            <a:ext cx="56505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07" name="Google Shape;707;p9"/>
          <p:cNvSpPr txBox="1"/>
          <p:nvPr>
            <p:ph idx="1" type="subTitle"/>
          </p:nvPr>
        </p:nvSpPr>
        <p:spPr>
          <a:xfrm>
            <a:off x="1193825" y="3409650"/>
            <a:ext cx="3336000" cy="2886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8" name="Google Shape;708;p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9" name="Google Shape;709;p9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10" name="Google Shape;710;p9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11" name="Google Shape;711;p9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" name="Google Shape;712;p9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" name="Google Shape;713;p9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4" name="Google Shape;714;p9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5" name="Google Shape;715;p9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Google Shape;716;p9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17" name="Google Shape;717;p9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18" name="Google Shape;718;p9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19" name="Google Shape;719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0" name="Google Shape;720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1" name="Google Shape;721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2" name="Google Shape;722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3" name="Google Shape;723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4" name="Google Shape;724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5" name="Google Shape;725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6" name="Google Shape;726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27" name="Google Shape;727;p9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28" name="Google Shape;728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29" name="Google Shape;729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0" name="Google Shape;730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1" name="Google Shape;731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2" name="Google Shape;732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3" name="Google Shape;733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4" name="Google Shape;734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5" name="Google Shape;735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36" name="Google Shape;736;p9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"/>
          <p:cNvSpPr/>
          <p:nvPr>
            <p:ph idx="2" type="pic"/>
          </p:nvPr>
        </p:nvSpPr>
        <p:spPr>
          <a:xfrm>
            <a:off x="2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10"/>
          <p:cNvSpPr txBox="1"/>
          <p:nvPr>
            <p:ph type="title"/>
          </p:nvPr>
        </p:nvSpPr>
        <p:spPr>
          <a:xfrm>
            <a:off x="1445475" y="4014450"/>
            <a:ext cx="62532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1"/>
          <p:cNvSpPr txBox="1"/>
          <p:nvPr>
            <p:ph hasCustomPrompt="1" type="title"/>
          </p:nvPr>
        </p:nvSpPr>
        <p:spPr>
          <a:xfrm>
            <a:off x="713225" y="1923450"/>
            <a:ext cx="4598700" cy="10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2" name="Google Shape;742;p11"/>
          <p:cNvSpPr txBox="1"/>
          <p:nvPr>
            <p:ph idx="1" type="subTitle"/>
          </p:nvPr>
        </p:nvSpPr>
        <p:spPr>
          <a:xfrm>
            <a:off x="859050" y="2927550"/>
            <a:ext cx="4306500" cy="2925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3" name="Google Shape;743;p1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4" name="Google Shape;744;p11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45" name="Google Shape;745;p1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46" name="Google Shape;746;p1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1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1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1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1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52" name="Google Shape;752;p11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53" name="Google Shape;753;p1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54" name="Google Shape;754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5" name="Google Shape;755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6" name="Google Shape;756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7" name="Google Shape;757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62" name="Google Shape;762;p1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63" name="Google Shape;763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4" name="Google Shape;764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5" name="Google Shape;765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6" name="Google Shape;766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7" name="Google Shape;767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8" name="Google Shape;768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9" name="Google Shape;769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771" name="Google Shape;771;p1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5" name="Google Shape;775;p13"/>
          <p:cNvGrpSpPr/>
          <p:nvPr/>
        </p:nvGrpSpPr>
        <p:grpSpPr>
          <a:xfrm>
            <a:off x="25" y="4618355"/>
            <a:ext cx="9144629" cy="524953"/>
            <a:chOff x="25" y="4618550"/>
            <a:chExt cx="9144629" cy="532352"/>
          </a:xfrm>
        </p:grpSpPr>
        <p:grpSp>
          <p:nvGrpSpPr>
            <p:cNvPr id="776" name="Google Shape;776;p1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777" name="Google Shape;777;p1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8" name="Google Shape;778;p1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79" name="Google Shape;779;p1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780" name="Google Shape;780;p1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781" name="Google Shape;781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2" name="Google Shape;782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3" name="Google Shape;783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4" name="Google Shape;784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5" name="Google Shape;785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86" name="Google Shape;786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787" name="Google Shape;787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8" name="Google Shape;78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9" name="Google Shape;789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0" name="Google Shape;790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1" name="Google Shape;791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2" name="Google Shape;792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93" name="Google Shape;793;p1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794" name="Google Shape;794;p1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795" name="Google Shape;795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6" name="Google Shape;796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7" name="Google Shape;797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98" name="Google Shape;798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99" name="Google Shape;799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00" name="Google Shape;800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1" name="Google Shape;801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2" name="Google Shape;802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3" name="Google Shape;803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4" name="Google Shape;804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5" name="Google Shape;805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06" name="Google Shape;806;p1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807" name="Google Shape;807;p1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808" name="Google Shape;80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09" name="Google Shape;809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0" name="Google Shape;810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11" name="Google Shape;811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12" name="Google Shape;812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3" name="Google Shape;813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4" name="Google Shape;814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5" name="Google Shape;815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6" name="Google Shape;816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7" name="Google Shape;817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18" name="Google Shape;818;p1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819" name="Google Shape;819;p1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0" name="Google Shape;820;p1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21" name="Google Shape;821;p13"/>
          <p:cNvGrpSpPr/>
          <p:nvPr/>
        </p:nvGrpSpPr>
        <p:grpSpPr>
          <a:xfrm>
            <a:off x="-416117" y="201278"/>
            <a:ext cx="9427886" cy="5105291"/>
            <a:chOff x="-416117" y="201278"/>
            <a:chExt cx="9427886" cy="5105291"/>
          </a:xfrm>
        </p:grpSpPr>
        <p:grpSp>
          <p:nvGrpSpPr>
            <p:cNvPr id="822" name="Google Shape;822;p13"/>
            <p:cNvGrpSpPr/>
            <p:nvPr/>
          </p:nvGrpSpPr>
          <p:grpSpPr>
            <a:xfrm>
              <a:off x="-416117" y="4462875"/>
              <a:ext cx="1627766" cy="843694"/>
              <a:chOff x="7602383" y="4487750"/>
              <a:chExt cx="1627766" cy="843694"/>
            </a:xfrm>
          </p:grpSpPr>
          <p:sp>
            <p:nvSpPr>
              <p:cNvPr id="823" name="Google Shape;823;p13"/>
              <p:cNvSpPr/>
              <p:nvPr/>
            </p:nvSpPr>
            <p:spPr>
              <a:xfrm>
                <a:off x="7602383" y="4555956"/>
                <a:ext cx="1541632" cy="775488"/>
              </a:xfrm>
              <a:custGeom>
                <a:rect b="b" l="l" r="r" t="t"/>
                <a:pathLst>
                  <a:path extrusionOk="0" fill="none" h="10954" w="21776">
                    <a:moveTo>
                      <a:pt x="0" y="10954"/>
                    </a:moveTo>
                    <a:lnTo>
                      <a:pt x="6046" y="4663"/>
                    </a:lnTo>
                    <a:lnTo>
                      <a:pt x="8456" y="6051"/>
                    </a:lnTo>
                    <a:lnTo>
                      <a:pt x="14614" y="1361"/>
                    </a:lnTo>
                    <a:lnTo>
                      <a:pt x="17381" y="3927"/>
                    </a:lnTo>
                    <a:lnTo>
                      <a:pt x="21776" y="0"/>
                    </a:lnTo>
                  </a:path>
                </a:pathLst>
              </a:custGeom>
              <a:solidFill>
                <a:schemeClr val="accent2"/>
              </a:solidFill>
              <a:ln cap="flat" cmpd="sng" w="76200">
                <a:solidFill>
                  <a:schemeClr val="accent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117700" lIns="162700" spcFirstLastPara="1" rIns="162700" wrap="square" tIns="117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8997648" y="4487750"/>
                <a:ext cx="232500" cy="232500"/>
              </a:xfrm>
              <a:custGeom>
                <a:rect b="b" l="l" r="r" t="t"/>
                <a:pathLst>
                  <a:path extrusionOk="0" h="2098" w="2098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5" name="Google Shape;825;p13"/>
            <p:cNvGrpSpPr/>
            <p:nvPr/>
          </p:nvGrpSpPr>
          <p:grpSpPr>
            <a:xfrm>
              <a:off x="107121" y="3930553"/>
              <a:ext cx="532501" cy="532325"/>
              <a:chOff x="833034" y="460460"/>
              <a:chExt cx="512612" cy="512443"/>
            </a:xfrm>
          </p:grpSpPr>
          <p:sp>
            <p:nvSpPr>
              <p:cNvPr id="826" name="Google Shape;826;p13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3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2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829" name="Google Shape;829;p13"/>
            <p:cNvGrpSpPr/>
            <p:nvPr/>
          </p:nvGrpSpPr>
          <p:grpSpPr>
            <a:xfrm>
              <a:off x="8501700" y="201278"/>
              <a:ext cx="510070" cy="740253"/>
              <a:chOff x="6270292" y="1302704"/>
              <a:chExt cx="328019" cy="476047"/>
            </a:xfrm>
          </p:grpSpPr>
          <p:sp>
            <p:nvSpPr>
              <p:cNvPr id="830" name="Google Shape;830;p13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rect b="b" l="l" r="r" t="t"/>
                <a:pathLst>
                  <a:path extrusionOk="0" h="808" w="601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6462809" y="1596159"/>
                <a:ext cx="135503" cy="182592"/>
              </a:xfrm>
              <a:custGeom>
                <a:rect b="b" l="l" r="r" t="t"/>
                <a:pathLst>
                  <a:path extrusionOk="0" h="570" w="423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2" name="Google Shape;832;p13"/>
          <p:cNvSpPr txBox="1"/>
          <p:nvPr>
            <p:ph type="title"/>
          </p:nvPr>
        </p:nvSpPr>
        <p:spPr>
          <a:xfrm>
            <a:off x="1440000" y="445025"/>
            <a:ext cx="69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3" name="Google Shape;833;p13"/>
          <p:cNvSpPr txBox="1"/>
          <p:nvPr>
            <p:ph hasCustomPrompt="1" idx="2" type="title"/>
          </p:nvPr>
        </p:nvSpPr>
        <p:spPr>
          <a:xfrm>
            <a:off x="1576087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4" name="Google Shape;834;p13"/>
          <p:cNvSpPr txBox="1"/>
          <p:nvPr>
            <p:ph hasCustomPrompt="1" idx="3" type="title"/>
          </p:nvPr>
        </p:nvSpPr>
        <p:spPr>
          <a:xfrm>
            <a:off x="5417462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" name="Google Shape;835;p13"/>
          <p:cNvSpPr txBox="1"/>
          <p:nvPr>
            <p:ph hasCustomPrompt="1" idx="4" type="title"/>
          </p:nvPr>
        </p:nvSpPr>
        <p:spPr>
          <a:xfrm>
            <a:off x="1576087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6" name="Google Shape;836;p13"/>
          <p:cNvSpPr txBox="1"/>
          <p:nvPr>
            <p:ph hasCustomPrompt="1" idx="5" type="title"/>
          </p:nvPr>
        </p:nvSpPr>
        <p:spPr>
          <a:xfrm>
            <a:off x="5417462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7" name="Google Shape;837;p13"/>
          <p:cNvSpPr txBox="1"/>
          <p:nvPr>
            <p:ph hasCustomPrompt="1" idx="6" type="title"/>
          </p:nvPr>
        </p:nvSpPr>
        <p:spPr>
          <a:xfrm>
            <a:off x="1576087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8" name="Google Shape;838;p13"/>
          <p:cNvSpPr txBox="1"/>
          <p:nvPr>
            <p:ph hasCustomPrompt="1" idx="7" type="title"/>
          </p:nvPr>
        </p:nvSpPr>
        <p:spPr>
          <a:xfrm>
            <a:off x="5417462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9" name="Google Shape;839;p13"/>
          <p:cNvSpPr txBox="1"/>
          <p:nvPr>
            <p:ph idx="1" type="subTitle"/>
          </p:nvPr>
        </p:nvSpPr>
        <p:spPr>
          <a:xfrm>
            <a:off x="2564888" y="1625875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40" name="Google Shape;840;p13"/>
          <p:cNvSpPr txBox="1"/>
          <p:nvPr>
            <p:ph idx="8" type="subTitle"/>
          </p:nvPr>
        </p:nvSpPr>
        <p:spPr>
          <a:xfrm>
            <a:off x="2564888" y="2550319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41" name="Google Shape;841;p13"/>
          <p:cNvSpPr txBox="1"/>
          <p:nvPr>
            <p:ph idx="9" type="subTitle"/>
          </p:nvPr>
        </p:nvSpPr>
        <p:spPr>
          <a:xfrm>
            <a:off x="2564888" y="3474763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42" name="Google Shape;842;p13"/>
          <p:cNvSpPr txBox="1"/>
          <p:nvPr>
            <p:ph idx="13" type="subTitle"/>
          </p:nvPr>
        </p:nvSpPr>
        <p:spPr>
          <a:xfrm>
            <a:off x="6406263" y="1625875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43" name="Google Shape;843;p13"/>
          <p:cNvSpPr txBox="1"/>
          <p:nvPr>
            <p:ph idx="14" type="subTitle"/>
          </p:nvPr>
        </p:nvSpPr>
        <p:spPr>
          <a:xfrm>
            <a:off x="6406263" y="3474763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44" name="Google Shape;844;p13"/>
          <p:cNvSpPr txBox="1"/>
          <p:nvPr>
            <p:ph idx="15" type="subTitle"/>
          </p:nvPr>
        </p:nvSpPr>
        <p:spPr>
          <a:xfrm>
            <a:off x="6406263" y="2550319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4"/>
          <p:cNvSpPr txBox="1"/>
          <p:nvPr>
            <p:ph type="title"/>
          </p:nvPr>
        </p:nvSpPr>
        <p:spPr>
          <a:xfrm>
            <a:off x="1018025" y="3306175"/>
            <a:ext cx="373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7" name="Google Shape;847;p14"/>
          <p:cNvSpPr txBox="1"/>
          <p:nvPr>
            <p:ph idx="1" type="subTitle"/>
          </p:nvPr>
        </p:nvSpPr>
        <p:spPr>
          <a:xfrm>
            <a:off x="1018025" y="1241225"/>
            <a:ext cx="3730200" cy="20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8" name="Google Shape;848;p1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9" name="Google Shape;849;p14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850" name="Google Shape;850;p14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851" name="Google Shape;851;p1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" name="Google Shape;852;p1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" name="Google Shape;853;p1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4" name="Google Shape;854;p1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5" name="Google Shape;855;p1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6" name="Google Shape;856;p1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57" name="Google Shape;857;p14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858" name="Google Shape;858;p14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59" name="Google Shape;859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0" name="Google Shape;860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1" name="Google Shape;861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2" name="Google Shape;862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3" name="Google Shape;863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4" name="Google Shape;864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5" name="Google Shape;865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6" name="Google Shape;866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67" name="Google Shape;867;p14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68" name="Google Shape;868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69" name="Google Shape;869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0" name="Google Shape;870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1" name="Google Shape;871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2" name="Google Shape;872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3" name="Google Shape;873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4" name="Google Shape;874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75" name="Google Shape;875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876" name="Google Shape;876;p14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9" name="Google Shape;879;p1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0" name="Google Shape;880;p15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881" name="Google Shape;881;p15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882" name="Google Shape;882;p15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883" name="Google Shape;88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4" name="Google Shape;88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5" name="Google Shape;88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6" name="Google Shape;88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7" name="Google Shape;88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8" name="Google Shape;88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9" name="Google Shape;88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0" name="Google Shape;89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1" name="Google Shape;891;p1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2" name="Google Shape;892;p15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893" name="Google Shape;89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4" name="Google Shape;89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5" name="Google Shape;89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6" name="Google Shape;89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7" name="Google Shape;89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8" name="Google Shape;89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9" name="Google Shape;89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00" name="Google Shape;90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01" name="Google Shape;901;p15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02" name="Google Shape;902;p15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15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04" name="Google Shape;904;p15"/>
          <p:cNvGrpSpPr/>
          <p:nvPr/>
        </p:nvGrpSpPr>
        <p:grpSpPr>
          <a:xfrm>
            <a:off x="7692803" y="4132448"/>
            <a:ext cx="1399065" cy="1173990"/>
            <a:chOff x="7692803" y="4132448"/>
            <a:chExt cx="1399065" cy="1173990"/>
          </a:xfrm>
        </p:grpSpPr>
        <p:grpSp>
          <p:nvGrpSpPr>
            <p:cNvPr id="905" name="Google Shape;905;p15"/>
            <p:cNvGrpSpPr/>
            <p:nvPr/>
          </p:nvGrpSpPr>
          <p:grpSpPr>
            <a:xfrm>
              <a:off x="8558921" y="4132448"/>
              <a:ext cx="532947" cy="648678"/>
              <a:chOff x="8558921" y="4132448"/>
              <a:chExt cx="532947" cy="648678"/>
            </a:xfrm>
          </p:grpSpPr>
          <p:sp>
            <p:nvSpPr>
              <p:cNvPr id="906" name="Google Shape;906;p15"/>
              <p:cNvSpPr/>
              <p:nvPr/>
            </p:nvSpPr>
            <p:spPr>
              <a:xfrm>
                <a:off x="8892034" y="4581292"/>
                <a:ext cx="199834" cy="199834"/>
              </a:xfrm>
              <a:custGeom>
                <a:rect b="b" l="l" r="r" t="t"/>
                <a:pathLst>
                  <a:path extrusionOk="0" h="2098" w="2098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7" name="Google Shape;907;p15"/>
              <p:cNvGrpSpPr/>
              <p:nvPr/>
            </p:nvGrpSpPr>
            <p:grpSpPr>
              <a:xfrm>
                <a:off x="8558921" y="4132448"/>
                <a:ext cx="406758" cy="406674"/>
                <a:chOff x="833034" y="460460"/>
                <a:chExt cx="512612" cy="512443"/>
              </a:xfrm>
            </p:grpSpPr>
            <p:sp>
              <p:nvSpPr>
                <p:cNvPr id="908" name="Google Shape;908;p15"/>
                <p:cNvSpPr/>
                <p:nvPr/>
              </p:nvSpPr>
              <p:spPr>
                <a:xfrm>
                  <a:off x="833034" y="460460"/>
                  <a:ext cx="512612" cy="512443"/>
                </a:xfrm>
                <a:custGeom>
                  <a:rect b="b" l="l" r="r" t="t"/>
                  <a:pathLst>
                    <a:path extrusionOk="0" h="3025" w="3026">
                      <a:moveTo>
                        <a:pt x="2583" y="443"/>
                      </a:moveTo>
                      <a:cubicBezTo>
                        <a:pt x="2771" y="631"/>
                        <a:pt x="2906" y="865"/>
                        <a:pt x="2975" y="1121"/>
                      </a:cubicBezTo>
                      <a:cubicBezTo>
                        <a:pt x="3044" y="1378"/>
                        <a:pt x="3044" y="1649"/>
                        <a:pt x="2975" y="1905"/>
                      </a:cubicBezTo>
                      <a:cubicBezTo>
                        <a:pt x="2906" y="2162"/>
                        <a:pt x="2771" y="2395"/>
                        <a:pt x="2583" y="2583"/>
                      </a:cubicBezTo>
                      <a:cubicBezTo>
                        <a:pt x="2395" y="2771"/>
                        <a:pt x="2161" y="2906"/>
                        <a:pt x="1905" y="2974"/>
                      </a:cubicBezTo>
                      <a:cubicBezTo>
                        <a:pt x="1648" y="3043"/>
                        <a:pt x="1378" y="3043"/>
                        <a:pt x="1122" y="2974"/>
                      </a:cubicBezTo>
                      <a:cubicBezTo>
                        <a:pt x="865" y="2906"/>
                        <a:pt x="631" y="2771"/>
                        <a:pt x="444" y="2583"/>
                      </a:cubicBezTo>
                      <a:cubicBezTo>
                        <a:pt x="256" y="2395"/>
                        <a:pt x="121" y="2161"/>
                        <a:pt x="52" y="1905"/>
                      </a:cubicBezTo>
                      <a:cubicBezTo>
                        <a:pt x="-17" y="1648"/>
                        <a:pt x="-17" y="1378"/>
                        <a:pt x="52" y="1121"/>
                      </a:cubicBezTo>
                      <a:cubicBezTo>
                        <a:pt x="121" y="865"/>
                        <a:pt x="256" y="631"/>
                        <a:pt x="444" y="443"/>
                      </a:cubicBezTo>
                      <a:cubicBezTo>
                        <a:pt x="631" y="255"/>
                        <a:pt x="865" y="120"/>
                        <a:pt x="1122" y="52"/>
                      </a:cubicBezTo>
                      <a:cubicBezTo>
                        <a:pt x="1378" y="-17"/>
                        <a:pt x="1648" y="-17"/>
                        <a:pt x="1905" y="52"/>
                      </a:cubicBezTo>
                      <a:cubicBezTo>
                        <a:pt x="2161" y="120"/>
                        <a:pt x="2395" y="255"/>
                        <a:pt x="2583" y="44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15"/>
                <p:cNvSpPr/>
                <p:nvPr/>
              </p:nvSpPr>
              <p:spPr>
                <a:xfrm>
                  <a:off x="885347" y="512607"/>
                  <a:ext cx="408322" cy="408322"/>
                </a:xfrm>
                <a:custGeom>
                  <a:rect b="b" l="l" r="r" t="t"/>
                  <a:pathLst>
                    <a:path extrusionOk="0" h="2266" w="2266">
                      <a:moveTo>
                        <a:pt x="2266" y="1133"/>
                      </a:moveTo>
                      <a:cubicBezTo>
                        <a:pt x="2266" y="1332"/>
                        <a:pt x="2213" y="1528"/>
                        <a:pt x="2114" y="1700"/>
                      </a:cubicBezTo>
                      <a:cubicBezTo>
                        <a:pt x="2014" y="1873"/>
                        <a:pt x="1871" y="2015"/>
                        <a:pt x="1699" y="2114"/>
                      </a:cubicBezTo>
                      <a:cubicBezTo>
                        <a:pt x="1527" y="2214"/>
                        <a:pt x="1331" y="2266"/>
                        <a:pt x="1133" y="2266"/>
                      </a:cubicBezTo>
                      <a:cubicBezTo>
                        <a:pt x="934" y="2266"/>
                        <a:pt x="738" y="2214"/>
                        <a:pt x="566" y="2114"/>
                      </a:cubicBezTo>
                      <a:cubicBezTo>
                        <a:pt x="394" y="2015"/>
                        <a:pt x="250" y="1873"/>
                        <a:pt x="151" y="1700"/>
                      </a:cubicBezTo>
                      <a:cubicBezTo>
                        <a:pt x="51" y="1528"/>
                        <a:pt x="0" y="1332"/>
                        <a:pt x="0" y="1133"/>
                      </a:cubicBezTo>
                      <a:cubicBezTo>
                        <a:pt x="0" y="934"/>
                        <a:pt x="52" y="739"/>
                        <a:pt x="151" y="567"/>
                      </a:cubicBezTo>
                      <a:cubicBezTo>
                        <a:pt x="251" y="394"/>
                        <a:pt x="394" y="252"/>
                        <a:pt x="566" y="152"/>
                      </a:cubicBezTo>
                      <a:cubicBezTo>
                        <a:pt x="738" y="53"/>
                        <a:pt x="934" y="0"/>
                        <a:pt x="1133" y="0"/>
                      </a:cubicBezTo>
                      <a:cubicBezTo>
                        <a:pt x="1331" y="0"/>
                        <a:pt x="1527" y="53"/>
                        <a:pt x="1699" y="152"/>
                      </a:cubicBezTo>
                      <a:cubicBezTo>
                        <a:pt x="1871" y="252"/>
                        <a:pt x="2014" y="394"/>
                        <a:pt x="2114" y="567"/>
                      </a:cubicBezTo>
                      <a:cubicBezTo>
                        <a:pt x="2213" y="739"/>
                        <a:pt x="2266" y="934"/>
                        <a:pt x="2266" y="113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15"/>
                <p:cNvSpPr txBox="1"/>
                <p:nvPr/>
              </p:nvSpPr>
              <p:spPr>
                <a:xfrm>
                  <a:off x="974625" y="524850"/>
                  <a:ext cx="230100" cy="38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</p:grpSp>
        <p:sp>
          <p:nvSpPr>
            <p:cNvPr id="911" name="Google Shape;911;p15"/>
            <p:cNvSpPr/>
            <p:nvPr/>
          </p:nvSpPr>
          <p:spPr>
            <a:xfrm>
              <a:off x="7692803" y="4639915"/>
              <a:ext cx="1325015" cy="666524"/>
            </a:xfrm>
            <a:custGeom>
              <a:rect b="b" l="l" r="r" t="t"/>
              <a:pathLst>
                <a:path extrusionOk="0" fill="none" h="10954" w="21776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cap="flat" cmpd="sng" w="76200">
              <a:solidFill>
                <a:schemeClr val="accent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117700" lIns="162700" spcFirstLastPara="1" rIns="162700" wrap="square" tIns="117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4" name="Google Shape;914;p1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15" name="Google Shape;915;p16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916" name="Google Shape;916;p16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917" name="Google Shape;917;p16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918" name="Google Shape;918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9" name="Google Shape;919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0" name="Google Shape;920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1" name="Google Shape;921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27" name="Google Shape;927;p16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0" name="Google Shape;930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1" name="Google Shape;931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36" name="Google Shape;936;p16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37" name="Google Shape;937;p16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" name="Google Shape;938;p16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39" name="Google Shape;939;p16"/>
          <p:cNvGrpSpPr/>
          <p:nvPr/>
        </p:nvGrpSpPr>
        <p:grpSpPr>
          <a:xfrm>
            <a:off x="-74646" y="129119"/>
            <a:ext cx="9025376" cy="5173283"/>
            <a:chOff x="-74646" y="129119"/>
            <a:chExt cx="9025376" cy="5173283"/>
          </a:xfrm>
        </p:grpSpPr>
        <p:grpSp>
          <p:nvGrpSpPr>
            <p:cNvPr id="940" name="Google Shape;940;p16"/>
            <p:cNvGrpSpPr/>
            <p:nvPr/>
          </p:nvGrpSpPr>
          <p:grpSpPr>
            <a:xfrm>
              <a:off x="-74646" y="4421574"/>
              <a:ext cx="758421" cy="880828"/>
              <a:chOff x="-74646" y="4345374"/>
              <a:chExt cx="758421" cy="880828"/>
            </a:xfrm>
          </p:grpSpPr>
          <p:grpSp>
            <p:nvGrpSpPr>
              <p:cNvPr id="941" name="Google Shape;941;p16"/>
              <p:cNvGrpSpPr/>
              <p:nvPr/>
            </p:nvGrpSpPr>
            <p:grpSpPr>
              <a:xfrm>
                <a:off x="51963" y="4740030"/>
                <a:ext cx="296991" cy="486172"/>
                <a:chOff x="4669157" y="4085142"/>
                <a:chExt cx="469923" cy="733512"/>
              </a:xfrm>
            </p:grpSpPr>
            <p:sp>
              <p:nvSpPr>
                <p:cNvPr id="942" name="Google Shape;942;p16"/>
                <p:cNvSpPr/>
                <p:nvPr/>
              </p:nvSpPr>
              <p:spPr>
                <a:xfrm>
                  <a:off x="4669157" y="4701427"/>
                  <a:ext cx="110789" cy="117227"/>
                </a:xfrm>
                <a:custGeom>
                  <a:rect b="b" l="l" r="r" t="t"/>
                  <a:pathLst>
                    <a:path extrusionOk="0" h="692" w="654">
                      <a:moveTo>
                        <a:pt x="121" y="81"/>
                      </a:moveTo>
                      <a:cubicBezTo>
                        <a:pt x="119" y="100"/>
                        <a:pt x="-85" y="614"/>
                        <a:pt x="42" y="663"/>
                      </a:cubicBezTo>
                      <a:cubicBezTo>
                        <a:pt x="170" y="712"/>
                        <a:pt x="600" y="694"/>
                        <a:pt x="649" y="645"/>
                      </a:cubicBezTo>
                      <a:cubicBezTo>
                        <a:pt x="697" y="597"/>
                        <a:pt x="394" y="160"/>
                        <a:pt x="394" y="69"/>
                      </a:cubicBezTo>
                      <a:cubicBezTo>
                        <a:pt x="394" y="-22"/>
                        <a:pt x="133" y="-28"/>
                        <a:pt x="121" y="8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16"/>
                <p:cNvSpPr/>
                <p:nvPr/>
              </p:nvSpPr>
              <p:spPr>
                <a:xfrm>
                  <a:off x="4946977" y="4709558"/>
                  <a:ext cx="192102" cy="85040"/>
                </a:xfrm>
                <a:custGeom>
                  <a:rect b="b" l="l" r="r" t="t"/>
                  <a:pathLst>
                    <a:path extrusionOk="0" h="502" w="1134">
                      <a:moveTo>
                        <a:pt x="31" y="18"/>
                      </a:moveTo>
                      <a:cubicBezTo>
                        <a:pt x="31" y="18"/>
                        <a:pt x="-26" y="426"/>
                        <a:pt x="15" y="466"/>
                      </a:cubicBezTo>
                      <a:cubicBezTo>
                        <a:pt x="57" y="506"/>
                        <a:pt x="1118" y="518"/>
                        <a:pt x="1131" y="471"/>
                      </a:cubicBezTo>
                      <a:cubicBezTo>
                        <a:pt x="1186" y="286"/>
                        <a:pt x="391" y="66"/>
                        <a:pt x="349" y="21"/>
                      </a:cubicBezTo>
                      <a:cubicBezTo>
                        <a:pt x="307" y="-25"/>
                        <a:pt x="31" y="18"/>
                        <a:pt x="31" y="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16"/>
                <p:cNvSpPr/>
                <p:nvPr/>
              </p:nvSpPr>
              <p:spPr>
                <a:xfrm>
                  <a:off x="4674408" y="4085141"/>
                  <a:ext cx="351341" cy="633396"/>
                </a:xfrm>
                <a:custGeom>
                  <a:rect b="b" l="l" r="r" t="t"/>
                  <a:pathLst>
                    <a:path extrusionOk="0" h="3739" w="2074">
                      <a:moveTo>
                        <a:pt x="38" y="0"/>
                      </a:moveTo>
                      <a:cubicBezTo>
                        <a:pt x="38" y="0"/>
                        <a:pt x="40" y="892"/>
                        <a:pt x="11" y="1665"/>
                      </a:cubicBezTo>
                      <a:cubicBezTo>
                        <a:pt x="-31" y="2788"/>
                        <a:pt x="58" y="3739"/>
                        <a:pt x="58" y="3739"/>
                      </a:cubicBezTo>
                      <a:lnTo>
                        <a:pt x="404" y="3739"/>
                      </a:lnTo>
                      <a:lnTo>
                        <a:pt x="830" y="656"/>
                      </a:lnTo>
                      <a:cubicBezTo>
                        <a:pt x="830" y="656"/>
                        <a:pt x="898" y="1180"/>
                        <a:pt x="1148" y="2193"/>
                      </a:cubicBezTo>
                      <a:cubicBezTo>
                        <a:pt x="1358" y="3039"/>
                        <a:pt x="1625" y="3739"/>
                        <a:pt x="1625" y="3739"/>
                      </a:cubicBezTo>
                      <a:lnTo>
                        <a:pt x="2074" y="3739"/>
                      </a:lnTo>
                      <a:cubicBezTo>
                        <a:pt x="2074" y="3739"/>
                        <a:pt x="1782" y="2357"/>
                        <a:pt x="1673" y="1629"/>
                      </a:cubicBezTo>
                      <a:cubicBezTo>
                        <a:pt x="1564" y="901"/>
                        <a:pt x="1491" y="37"/>
                        <a:pt x="1491" y="37"/>
                      </a:cubicBez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45" name="Google Shape;945;p16"/>
              <p:cNvSpPr/>
              <p:nvPr/>
            </p:nvSpPr>
            <p:spPr>
              <a:xfrm flipH="1">
                <a:off x="427516" y="4412714"/>
                <a:ext cx="188169" cy="188157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16"/>
              <p:cNvSpPr/>
              <p:nvPr/>
            </p:nvSpPr>
            <p:spPr>
              <a:xfrm flipH="1">
                <a:off x="141047" y="4542421"/>
                <a:ext cx="159138" cy="180571"/>
              </a:xfrm>
              <a:custGeom>
                <a:rect b="b" l="l" r="r" t="t"/>
                <a:pathLst>
                  <a:path extrusionOk="0" h="1836" w="1618">
                    <a:moveTo>
                      <a:pt x="1597" y="0"/>
                    </a:moveTo>
                    <a:cubicBezTo>
                      <a:pt x="1597" y="0"/>
                      <a:pt x="1190" y="54"/>
                      <a:pt x="968" y="455"/>
                    </a:cubicBezTo>
                    <a:cubicBezTo>
                      <a:pt x="776" y="804"/>
                      <a:pt x="371" y="1405"/>
                      <a:pt x="371" y="1405"/>
                    </a:cubicBezTo>
                    <a:lnTo>
                      <a:pt x="0" y="1621"/>
                    </a:lnTo>
                    <a:lnTo>
                      <a:pt x="156" y="1836"/>
                    </a:lnTo>
                    <a:cubicBezTo>
                      <a:pt x="156" y="1836"/>
                      <a:pt x="682" y="1669"/>
                      <a:pt x="944" y="1489"/>
                    </a:cubicBezTo>
                    <a:cubicBezTo>
                      <a:pt x="1208" y="1310"/>
                      <a:pt x="1603" y="222"/>
                      <a:pt x="1615" y="132"/>
                    </a:cubicBezTo>
                    <a:cubicBezTo>
                      <a:pt x="1627" y="42"/>
                      <a:pt x="1597" y="0"/>
                      <a:pt x="15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6"/>
              <p:cNvSpPr/>
              <p:nvPr/>
            </p:nvSpPr>
            <p:spPr>
              <a:xfrm flipH="1">
                <a:off x="31281" y="4538586"/>
                <a:ext cx="190412" cy="257231"/>
              </a:xfrm>
              <a:custGeom>
                <a:rect b="b" l="l" r="r" t="t"/>
                <a:pathLst>
                  <a:path extrusionOk="0" h="2253" w="1576">
                    <a:moveTo>
                      <a:pt x="297" y="51"/>
                    </a:moveTo>
                    <a:cubicBezTo>
                      <a:pt x="247" y="104"/>
                      <a:pt x="63" y="472"/>
                      <a:pt x="14" y="745"/>
                    </a:cubicBezTo>
                    <a:cubicBezTo>
                      <a:pt x="-36" y="1019"/>
                      <a:pt x="63" y="2190"/>
                      <a:pt x="63" y="2190"/>
                    </a:cubicBezTo>
                    <a:lnTo>
                      <a:pt x="1163" y="2253"/>
                    </a:lnTo>
                    <a:cubicBezTo>
                      <a:pt x="1163" y="2253"/>
                      <a:pt x="1311" y="884"/>
                      <a:pt x="1360" y="772"/>
                    </a:cubicBezTo>
                    <a:cubicBezTo>
                      <a:pt x="1410" y="660"/>
                      <a:pt x="1576" y="241"/>
                      <a:pt x="1576" y="241"/>
                    </a:cubicBezTo>
                    <a:cubicBezTo>
                      <a:pt x="1576" y="241"/>
                      <a:pt x="1369" y="79"/>
                      <a:pt x="1001" y="28"/>
                    </a:cubicBezTo>
                    <a:cubicBezTo>
                      <a:pt x="669" y="-18"/>
                      <a:pt x="346" y="-3"/>
                      <a:pt x="297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16"/>
              <p:cNvSpPr/>
              <p:nvPr/>
            </p:nvSpPr>
            <p:spPr>
              <a:xfrm flipH="1">
                <a:off x="80068" y="4420565"/>
                <a:ext cx="79766" cy="101104"/>
              </a:xfrm>
              <a:custGeom>
                <a:rect b="b" l="l" r="r" t="t"/>
                <a:pathLst>
                  <a:path extrusionOk="0" h="1028" w="811">
                    <a:moveTo>
                      <a:pt x="773" y="646"/>
                    </a:moveTo>
                    <a:cubicBezTo>
                      <a:pt x="773" y="646"/>
                      <a:pt x="615" y="998"/>
                      <a:pt x="314" y="1026"/>
                    </a:cubicBezTo>
                    <a:cubicBezTo>
                      <a:pt x="14" y="1055"/>
                      <a:pt x="-36" y="818"/>
                      <a:pt x="19" y="590"/>
                    </a:cubicBezTo>
                    <a:cubicBezTo>
                      <a:pt x="88" y="304"/>
                      <a:pt x="379" y="-7"/>
                      <a:pt x="474" y="1"/>
                    </a:cubicBezTo>
                    <a:cubicBezTo>
                      <a:pt x="570" y="9"/>
                      <a:pt x="799" y="345"/>
                      <a:pt x="809" y="443"/>
                    </a:cubicBezTo>
                    <a:cubicBezTo>
                      <a:pt x="818" y="541"/>
                      <a:pt x="773" y="646"/>
                      <a:pt x="773" y="646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16"/>
              <p:cNvSpPr/>
              <p:nvPr/>
            </p:nvSpPr>
            <p:spPr>
              <a:xfrm flipH="1">
                <a:off x="76895" y="4479615"/>
                <a:ext cx="78979" cy="97957"/>
              </a:xfrm>
              <a:custGeom>
                <a:rect b="b" l="l" r="r" t="t"/>
                <a:pathLst>
                  <a:path extrusionOk="0" h="996" w="803">
                    <a:moveTo>
                      <a:pt x="697" y="0"/>
                    </a:moveTo>
                    <a:cubicBezTo>
                      <a:pt x="697" y="0"/>
                      <a:pt x="548" y="425"/>
                      <a:pt x="524" y="520"/>
                    </a:cubicBezTo>
                    <a:cubicBezTo>
                      <a:pt x="500" y="616"/>
                      <a:pt x="530" y="634"/>
                      <a:pt x="530" y="634"/>
                    </a:cubicBezTo>
                    <a:cubicBezTo>
                      <a:pt x="530" y="634"/>
                      <a:pt x="820" y="650"/>
                      <a:pt x="802" y="698"/>
                    </a:cubicBezTo>
                    <a:cubicBezTo>
                      <a:pt x="784" y="746"/>
                      <a:pt x="429" y="1070"/>
                      <a:pt x="189" y="981"/>
                    </a:cubicBezTo>
                    <a:cubicBezTo>
                      <a:pt x="-50" y="891"/>
                      <a:pt x="3" y="690"/>
                      <a:pt x="9" y="654"/>
                    </a:cubicBezTo>
                    <a:cubicBezTo>
                      <a:pt x="15" y="618"/>
                      <a:pt x="21" y="617"/>
                      <a:pt x="21" y="617"/>
                    </a:cubicBezTo>
                    <a:lnTo>
                      <a:pt x="183" y="598"/>
                    </a:lnTo>
                    <a:cubicBezTo>
                      <a:pt x="183" y="598"/>
                      <a:pt x="314" y="119"/>
                      <a:pt x="356" y="77"/>
                    </a:cubicBezTo>
                    <a:cubicBezTo>
                      <a:pt x="398" y="36"/>
                      <a:pt x="697" y="0"/>
                      <a:pt x="697" y="0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16"/>
              <p:cNvSpPr/>
              <p:nvPr/>
            </p:nvSpPr>
            <p:spPr>
              <a:xfrm flipH="1">
                <a:off x="330478" y="4557173"/>
                <a:ext cx="85667" cy="92547"/>
              </a:xfrm>
              <a:custGeom>
                <a:rect b="b" l="l" r="r" t="t"/>
                <a:pathLst>
                  <a:path extrusionOk="0" h="941" w="871">
                    <a:moveTo>
                      <a:pt x="377" y="0"/>
                    </a:moveTo>
                    <a:lnTo>
                      <a:pt x="871" y="269"/>
                    </a:lnTo>
                    <a:lnTo>
                      <a:pt x="557" y="941"/>
                    </a:lnTo>
                    <a:lnTo>
                      <a:pt x="0" y="618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16"/>
              <p:cNvSpPr/>
              <p:nvPr/>
            </p:nvSpPr>
            <p:spPr>
              <a:xfrm flipH="1">
                <a:off x="-74646" y="4565337"/>
                <a:ext cx="456662" cy="297705"/>
              </a:xfrm>
              <a:custGeom>
                <a:rect b="b" l="l" r="r" t="t"/>
                <a:pathLst>
                  <a:path extrusionOk="0" h="3027" w="4643">
                    <a:moveTo>
                      <a:pt x="467" y="0"/>
                    </a:moveTo>
                    <a:lnTo>
                      <a:pt x="0" y="885"/>
                    </a:lnTo>
                    <a:lnTo>
                      <a:pt x="4152" y="3027"/>
                    </a:lnTo>
                    <a:cubicBezTo>
                      <a:pt x="4152" y="3027"/>
                      <a:pt x="4410" y="3042"/>
                      <a:pt x="4580" y="2689"/>
                    </a:cubicBezTo>
                    <a:cubicBezTo>
                      <a:pt x="4764" y="2308"/>
                      <a:pt x="4487" y="2130"/>
                      <a:pt x="4487" y="2130"/>
                    </a:cubicBezTo>
                    <a:lnTo>
                      <a:pt x="4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16"/>
              <p:cNvSpPr/>
              <p:nvPr/>
            </p:nvSpPr>
            <p:spPr>
              <a:xfrm flipH="1">
                <a:off x="359298" y="4345374"/>
                <a:ext cx="324477" cy="324451"/>
              </a:xfrm>
              <a:custGeom>
                <a:rect b="b" l="l" r="r" t="t"/>
                <a:pathLst>
                  <a:path extrusionOk="0" h="5206" w="5206">
                    <a:moveTo>
                      <a:pt x="2736" y="4"/>
                    </a:moveTo>
                    <a:cubicBezTo>
                      <a:pt x="1301" y="-69"/>
                      <a:pt x="77" y="1035"/>
                      <a:pt x="4" y="2471"/>
                    </a:cubicBezTo>
                    <a:cubicBezTo>
                      <a:pt x="-69" y="3906"/>
                      <a:pt x="1035" y="5129"/>
                      <a:pt x="2471" y="5202"/>
                    </a:cubicBezTo>
                    <a:cubicBezTo>
                      <a:pt x="3907" y="5275"/>
                      <a:pt x="5130" y="4171"/>
                      <a:pt x="5203" y="2736"/>
                    </a:cubicBezTo>
                    <a:cubicBezTo>
                      <a:pt x="5277" y="1301"/>
                      <a:pt x="4172" y="77"/>
                      <a:pt x="2736" y="4"/>
                    </a:cubicBezTo>
                    <a:moveTo>
                      <a:pt x="2500" y="4629"/>
                    </a:moveTo>
                    <a:cubicBezTo>
                      <a:pt x="1382" y="4571"/>
                      <a:pt x="521" y="3619"/>
                      <a:pt x="578" y="2500"/>
                    </a:cubicBezTo>
                    <a:cubicBezTo>
                      <a:pt x="635" y="1381"/>
                      <a:pt x="1588" y="521"/>
                      <a:pt x="2707" y="578"/>
                    </a:cubicBezTo>
                    <a:cubicBezTo>
                      <a:pt x="3826" y="635"/>
                      <a:pt x="4687" y="1588"/>
                      <a:pt x="4630" y="2707"/>
                    </a:cubicBezTo>
                    <a:cubicBezTo>
                      <a:pt x="4573" y="3825"/>
                      <a:pt x="3619" y="4686"/>
                      <a:pt x="2500" y="46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16"/>
              <p:cNvSpPr/>
              <p:nvPr/>
            </p:nvSpPr>
            <p:spPr>
              <a:xfrm flipH="1">
                <a:off x="268712" y="4683160"/>
                <a:ext cx="48194" cy="43766"/>
              </a:xfrm>
              <a:custGeom>
                <a:rect b="b" l="l" r="r" t="t"/>
                <a:pathLst>
                  <a:path extrusionOk="0" h="445" w="490">
                    <a:moveTo>
                      <a:pt x="9" y="163"/>
                    </a:moveTo>
                    <a:cubicBezTo>
                      <a:pt x="64" y="69"/>
                      <a:pt x="261" y="-60"/>
                      <a:pt x="423" y="30"/>
                    </a:cubicBezTo>
                    <a:cubicBezTo>
                      <a:pt x="585" y="121"/>
                      <a:pt x="423" y="451"/>
                      <a:pt x="261" y="444"/>
                    </a:cubicBezTo>
                    <a:cubicBezTo>
                      <a:pt x="100" y="438"/>
                      <a:pt x="-36" y="240"/>
                      <a:pt x="9" y="163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6"/>
              <p:cNvSpPr/>
              <p:nvPr/>
            </p:nvSpPr>
            <p:spPr>
              <a:xfrm flipH="1">
                <a:off x="4729" y="4814360"/>
                <a:ext cx="46719" cy="44651"/>
              </a:xfrm>
              <a:custGeom>
                <a:rect b="b" l="l" r="r" t="t"/>
                <a:pathLst>
                  <a:path extrusionOk="0" h="454" w="475">
                    <a:moveTo>
                      <a:pt x="472" y="216"/>
                    </a:moveTo>
                    <a:cubicBezTo>
                      <a:pt x="442" y="320"/>
                      <a:pt x="282" y="494"/>
                      <a:pt x="103" y="445"/>
                    </a:cubicBezTo>
                    <a:cubicBezTo>
                      <a:pt x="-76" y="397"/>
                      <a:pt x="1" y="38"/>
                      <a:pt x="159" y="4"/>
                    </a:cubicBezTo>
                    <a:cubicBezTo>
                      <a:pt x="317" y="-29"/>
                      <a:pt x="497" y="129"/>
                      <a:pt x="472" y="216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16"/>
              <p:cNvSpPr/>
              <p:nvPr/>
            </p:nvSpPr>
            <p:spPr>
              <a:xfrm flipH="1">
                <a:off x="-6680" y="4795378"/>
                <a:ext cx="41506" cy="42192"/>
              </a:xfrm>
              <a:custGeom>
                <a:rect b="b" l="l" r="r" t="t"/>
                <a:pathLst>
                  <a:path extrusionOk="0" h="429" w="422">
                    <a:moveTo>
                      <a:pt x="0" y="265"/>
                    </a:moveTo>
                    <a:lnTo>
                      <a:pt x="170" y="0"/>
                    </a:lnTo>
                    <a:lnTo>
                      <a:pt x="422" y="117"/>
                    </a:lnTo>
                    <a:cubicBezTo>
                      <a:pt x="422" y="117"/>
                      <a:pt x="323" y="337"/>
                      <a:pt x="269" y="413"/>
                    </a:cubicBezTo>
                    <a:cubicBezTo>
                      <a:pt x="215" y="489"/>
                      <a:pt x="0" y="265"/>
                      <a:pt x="0" y="265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16"/>
              <p:cNvSpPr/>
              <p:nvPr/>
            </p:nvSpPr>
            <p:spPr>
              <a:xfrm flipH="1">
                <a:off x="-51629" y="4550092"/>
                <a:ext cx="133566" cy="273511"/>
              </a:xfrm>
              <a:custGeom>
                <a:rect b="b" l="l" r="r" t="t"/>
                <a:pathLst>
                  <a:path extrusionOk="0" h="2781" w="1358">
                    <a:moveTo>
                      <a:pt x="162" y="0"/>
                    </a:moveTo>
                    <a:cubicBezTo>
                      <a:pt x="162" y="0"/>
                      <a:pt x="431" y="48"/>
                      <a:pt x="676" y="293"/>
                    </a:cubicBezTo>
                    <a:cubicBezTo>
                      <a:pt x="922" y="537"/>
                      <a:pt x="1359" y="1398"/>
                      <a:pt x="1358" y="1641"/>
                    </a:cubicBezTo>
                    <a:cubicBezTo>
                      <a:pt x="1357" y="1977"/>
                      <a:pt x="880" y="2781"/>
                      <a:pt x="880" y="2781"/>
                    </a:cubicBezTo>
                    <a:lnTo>
                      <a:pt x="563" y="2578"/>
                    </a:lnTo>
                    <a:cubicBezTo>
                      <a:pt x="563" y="2578"/>
                      <a:pt x="838" y="1980"/>
                      <a:pt x="820" y="1650"/>
                    </a:cubicBezTo>
                    <a:cubicBezTo>
                      <a:pt x="802" y="1321"/>
                      <a:pt x="0" y="645"/>
                      <a:pt x="0" y="645"/>
                    </a:cubicBezTo>
                    <a:lnTo>
                      <a:pt x="1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16"/>
              <p:cNvSpPr/>
              <p:nvPr/>
            </p:nvSpPr>
            <p:spPr>
              <a:xfrm flipH="1" rot="2703460">
                <a:off x="68105" y="4388545"/>
                <a:ext cx="63928" cy="117626"/>
              </a:xfrm>
              <a:custGeom>
                <a:rect b="b" l="l" r="r" t="t"/>
                <a:pathLst>
                  <a:path extrusionOk="0" h="1196" w="650">
                    <a:moveTo>
                      <a:pt x="158" y="906"/>
                    </a:moveTo>
                    <a:cubicBezTo>
                      <a:pt x="158" y="906"/>
                      <a:pt x="206" y="685"/>
                      <a:pt x="206" y="610"/>
                    </a:cubicBezTo>
                    <a:cubicBezTo>
                      <a:pt x="206" y="535"/>
                      <a:pt x="-32" y="345"/>
                      <a:pt x="3" y="178"/>
                    </a:cubicBezTo>
                    <a:cubicBezTo>
                      <a:pt x="39" y="10"/>
                      <a:pt x="242" y="-43"/>
                      <a:pt x="334" y="37"/>
                    </a:cubicBezTo>
                    <a:cubicBezTo>
                      <a:pt x="427" y="116"/>
                      <a:pt x="450" y="359"/>
                      <a:pt x="476" y="412"/>
                    </a:cubicBezTo>
                    <a:cubicBezTo>
                      <a:pt x="503" y="465"/>
                      <a:pt x="578" y="416"/>
                      <a:pt x="604" y="509"/>
                    </a:cubicBezTo>
                    <a:cubicBezTo>
                      <a:pt x="631" y="601"/>
                      <a:pt x="574" y="668"/>
                      <a:pt x="613" y="730"/>
                    </a:cubicBezTo>
                    <a:cubicBezTo>
                      <a:pt x="653" y="791"/>
                      <a:pt x="683" y="880"/>
                      <a:pt x="577" y="977"/>
                    </a:cubicBezTo>
                    <a:cubicBezTo>
                      <a:pt x="471" y="1074"/>
                      <a:pt x="233" y="1219"/>
                      <a:pt x="140" y="1193"/>
                    </a:cubicBezTo>
                    <a:cubicBezTo>
                      <a:pt x="48" y="1166"/>
                      <a:pt x="17" y="1074"/>
                      <a:pt x="39" y="1030"/>
                    </a:cubicBezTo>
                    <a:cubicBezTo>
                      <a:pt x="61" y="985"/>
                      <a:pt x="158" y="906"/>
                      <a:pt x="158" y="9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6"/>
              <p:cNvSpPr/>
              <p:nvPr/>
            </p:nvSpPr>
            <p:spPr>
              <a:xfrm flipH="1" rot="2703460">
                <a:off x="74395" y="4470614"/>
                <a:ext cx="19769" cy="23211"/>
              </a:xfrm>
              <a:custGeom>
                <a:rect b="b" l="l" r="r" t="t"/>
                <a:pathLst>
                  <a:path extrusionOk="0" h="236" w="201">
                    <a:moveTo>
                      <a:pt x="39" y="0"/>
                    </a:moveTo>
                    <a:cubicBezTo>
                      <a:pt x="39" y="0"/>
                      <a:pt x="259" y="68"/>
                      <a:pt x="186" y="186"/>
                    </a:cubicBezTo>
                    <a:cubicBezTo>
                      <a:pt x="128" y="279"/>
                      <a:pt x="21" y="232"/>
                      <a:pt x="3" y="130"/>
                    </a:cubicBezTo>
                    <a:cubicBezTo>
                      <a:pt x="-14" y="28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anchorCtr="1" anchor="ctr" bIns="39950" lIns="90000" spcFirstLastPara="1" rIns="90000" wrap="square" tIns="39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16"/>
              <p:cNvSpPr txBox="1"/>
              <p:nvPr/>
            </p:nvSpPr>
            <p:spPr>
              <a:xfrm flipH="1">
                <a:off x="425950" y="4416500"/>
                <a:ext cx="188100" cy="1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116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960" name="Google Shape;960;p16"/>
            <p:cNvGrpSpPr/>
            <p:nvPr/>
          </p:nvGrpSpPr>
          <p:grpSpPr>
            <a:xfrm>
              <a:off x="8129825" y="129119"/>
              <a:ext cx="820905" cy="802403"/>
              <a:chOff x="8129825" y="129119"/>
              <a:chExt cx="820905" cy="802403"/>
            </a:xfrm>
          </p:grpSpPr>
          <p:grpSp>
            <p:nvGrpSpPr>
              <p:cNvPr id="961" name="Google Shape;961;p16"/>
              <p:cNvGrpSpPr/>
              <p:nvPr/>
            </p:nvGrpSpPr>
            <p:grpSpPr>
              <a:xfrm>
                <a:off x="8129825" y="129119"/>
                <a:ext cx="334355" cy="334305"/>
                <a:chOff x="7329443" y="3322343"/>
                <a:chExt cx="777751" cy="777634"/>
              </a:xfrm>
            </p:grpSpPr>
            <p:sp>
              <p:nvSpPr>
                <p:cNvPr id="962" name="Google Shape;962;p16"/>
                <p:cNvSpPr/>
                <p:nvPr/>
              </p:nvSpPr>
              <p:spPr>
                <a:xfrm flipH="1">
                  <a:off x="7329443" y="3322343"/>
                  <a:ext cx="777751" cy="777634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16"/>
                <p:cNvSpPr/>
                <p:nvPr/>
              </p:nvSpPr>
              <p:spPr>
                <a:xfrm flipH="1">
                  <a:off x="7369679" y="3362581"/>
                  <a:ext cx="697424" cy="697159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16"/>
                <p:cNvSpPr/>
                <p:nvPr/>
              </p:nvSpPr>
              <p:spPr>
                <a:xfrm flipH="1">
                  <a:off x="7408617" y="3401377"/>
                  <a:ext cx="619548" cy="619425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5" name="Google Shape;965;p16"/>
                <p:cNvSpPr txBox="1"/>
                <p:nvPr/>
              </p:nvSpPr>
              <p:spPr>
                <a:xfrm>
                  <a:off x="7388427" y="3393845"/>
                  <a:ext cx="649800" cy="64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dk1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  <p:grpSp>
            <p:nvGrpSpPr>
              <p:cNvPr id="966" name="Google Shape;966;p16"/>
              <p:cNvGrpSpPr/>
              <p:nvPr/>
            </p:nvGrpSpPr>
            <p:grpSpPr>
              <a:xfrm>
                <a:off x="8464169" y="445033"/>
                <a:ext cx="486561" cy="486488"/>
                <a:chOff x="7329443" y="3322343"/>
                <a:chExt cx="777751" cy="777634"/>
              </a:xfrm>
            </p:grpSpPr>
            <p:sp>
              <p:nvSpPr>
                <p:cNvPr id="967" name="Google Shape;967;p16"/>
                <p:cNvSpPr/>
                <p:nvPr/>
              </p:nvSpPr>
              <p:spPr>
                <a:xfrm flipH="1">
                  <a:off x="7329443" y="3322343"/>
                  <a:ext cx="777751" cy="777634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" name="Google Shape;968;p16"/>
                <p:cNvSpPr/>
                <p:nvPr/>
              </p:nvSpPr>
              <p:spPr>
                <a:xfrm flipH="1">
                  <a:off x="7369679" y="3362581"/>
                  <a:ext cx="697424" cy="697159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" name="Google Shape;969;p16"/>
                <p:cNvSpPr/>
                <p:nvPr/>
              </p:nvSpPr>
              <p:spPr>
                <a:xfrm flipH="1">
                  <a:off x="7408617" y="3401377"/>
                  <a:ext cx="619548" cy="619425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0" name="Google Shape;970;p16"/>
                <p:cNvSpPr txBox="1"/>
                <p:nvPr/>
              </p:nvSpPr>
              <p:spPr>
                <a:xfrm>
                  <a:off x="7388427" y="3393845"/>
                  <a:ext cx="649800" cy="64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dk1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7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3" name="Google Shape;973;p17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974" name="Google Shape;974;p17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975" name="Google Shape;975;p17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6" name="Google Shape;976;p17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77" name="Google Shape;977;p17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978" name="Google Shape;978;p17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979" name="Google Shape;979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0" name="Google Shape;980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1" name="Google Shape;981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2" name="Google Shape;982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3" name="Google Shape;983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84" name="Google Shape;984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985" name="Google Shape;985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6" name="Google Shape;986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7" name="Google Shape;987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8" name="Google Shape;988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9" name="Google Shape;989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0" name="Google Shape;990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991" name="Google Shape;991;p17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992" name="Google Shape;992;p17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993" name="Google Shape;993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4" name="Google Shape;994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5" name="Google Shape;995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6" name="Google Shape;996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997" name="Google Shape;997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998" name="Google Shape;998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9" name="Google Shape;999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0" name="Google Shape;1000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1" name="Google Shape;1001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2" name="Google Shape;1002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3" name="Google Shape;1003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04" name="Google Shape;1004;p17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005" name="Google Shape;1005;p17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006" name="Google Shape;1006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7" name="Google Shape;1007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8" name="Google Shape;1008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09" name="Google Shape;1009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010" name="Google Shape;1010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1" name="Google Shape;1011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2" name="Google Shape;1012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3" name="Google Shape;1013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4" name="Google Shape;1014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5" name="Google Shape;1015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16" name="Google Shape;1016;p17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017" name="Google Shape;1017;p17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17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19" name="Google Shape;1019;p17"/>
          <p:cNvSpPr txBox="1"/>
          <p:nvPr>
            <p:ph type="title"/>
          </p:nvPr>
        </p:nvSpPr>
        <p:spPr>
          <a:xfrm>
            <a:off x="5719575" y="2174250"/>
            <a:ext cx="25965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0" name="Google Shape;1020;p17"/>
          <p:cNvSpPr txBox="1"/>
          <p:nvPr>
            <p:ph idx="1" type="subTitle"/>
          </p:nvPr>
        </p:nvSpPr>
        <p:spPr>
          <a:xfrm>
            <a:off x="5719575" y="3434100"/>
            <a:ext cx="2596500" cy="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1" name="Google Shape;1021;p17"/>
          <p:cNvSpPr/>
          <p:nvPr>
            <p:ph idx="2" type="pic"/>
          </p:nvPr>
        </p:nvSpPr>
        <p:spPr>
          <a:xfrm>
            <a:off x="591625" y="326075"/>
            <a:ext cx="1681500" cy="4049400"/>
          </a:xfrm>
          <a:prstGeom prst="rect">
            <a:avLst/>
          </a:prstGeom>
          <a:noFill/>
          <a:ln>
            <a:noFill/>
          </a:ln>
        </p:spPr>
      </p:sp>
      <p:sp>
        <p:nvSpPr>
          <p:cNvPr id="1022" name="Google Shape;1022;p17"/>
          <p:cNvSpPr/>
          <p:nvPr>
            <p:ph idx="3" type="pic"/>
          </p:nvPr>
        </p:nvSpPr>
        <p:spPr>
          <a:xfrm>
            <a:off x="2476650" y="326075"/>
            <a:ext cx="2898600" cy="2205900"/>
          </a:xfrm>
          <a:prstGeom prst="rect">
            <a:avLst/>
          </a:prstGeom>
          <a:noFill/>
          <a:ln>
            <a:noFill/>
          </a:ln>
        </p:spPr>
      </p:sp>
      <p:sp>
        <p:nvSpPr>
          <p:cNvPr id="1023" name="Google Shape;1023;p17"/>
          <p:cNvSpPr/>
          <p:nvPr>
            <p:ph idx="4" type="pic"/>
          </p:nvPr>
        </p:nvSpPr>
        <p:spPr>
          <a:xfrm>
            <a:off x="2476650" y="2710900"/>
            <a:ext cx="2898600" cy="1650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24" name="Google Shape;1024;p17"/>
          <p:cNvGrpSpPr/>
          <p:nvPr/>
        </p:nvGrpSpPr>
        <p:grpSpPr>
          <a:xfrm>
            <a:off x="8243554" y="130374"/>
            <a:ext cx="839711" cy="872329"/>
            <a:chOff x="8243554" y="130374"/>
            <a:chExt cx="839711" cy="872329"/>
          </a:xfrm>
        </p:grpSpPr>
        <p:sp>
          <p:nvSpPr>
            <p:cNvPr id="1025" name="Google Shape;1025;p17"/>
            <p:cNvSpPr/>
            <p:nvPr/>
          </p:nvSpPr>
          <p:spPr>
            <a:xfrm>
              <a:off x="8674799" y="130374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8849500" y="539497"/>
              <a:ext cx="233765" cy="23250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7" name="Google Shape;1027;p17"/>
            <p:cNvGrpSpPr/>
            <p:nvPr/>
          </p:nvGrpSpPr>
          <p:grpSpPr>
            <a:xfrm>
              <a:off x="8243554" y="470378"/>
              <a:ext cx="532450" cy="532325"/>
              <a:chOff x="833034" y="460460"/>
              <a:chExt cx="512612" cy="512443"/>
            </a:xfrm>
          </p:grpSpPr>
          <p:sp>
            <p:nvSpPr>
              <p:cNvPr id="1028" name="Google Shape;1028;p1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1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33" name="Google Shape;1033;p18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1034" name="Google Shape;1034;p18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1035" name="Google Shape;1035;p18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1036" name="Google Shape;1036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7" name="Google Shape;1037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8" name="Google Shape;1038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9" name="Google Shape;1039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0" name="Google Shape;1040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1" name="Google Shape;1041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2" name="Google Shape;1042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3" name="Google Shape;1043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4" name="Google Shape;1044;p18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45" name="Google Shape;1045;p18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1046" name="Google Shape;1046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7" name="Google Shape;1047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8" name="Google Shape;1048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49" name="Google Shape;1049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0" name="Google Shape;1050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1" name="Google Shape;1051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2" name="Google Shape;1052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3" name="Google Shape;1053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54" name="Google Shape;1054;p18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1055" name="Google Shape;1055;p1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1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57" name="Google Shape;1057;p18"/>
          <p:cNvGrpSpPr/>
          <p:nvPr/>
        </p:nvGrpSpPr>
        <p:grpSpPr>
          <a:xfrm>
            <a:off x="-38529" y="3442537"/>
            <a:ext cx="9051080" cy="2105855"/>
            <a:chOff x="-38529" y="3442537"/>
            <a:chExt cx="9051080" cy="2105855"/>
          </a:xfrm>
        </p:grpSpPr>
        <p:grpSp>
          <p:nvGrpSpPr>
            <p:cNvPr id="1058" name="Google Shape;1058;p18"/>
            <p:cNvGrpSpPr/>
            <p:nvPr/>
          </p:nvGrpSpPr>
          <p:grpSpPr>
            <a:xfrm flipH="1" rot="-127622">
              <a:off x="-234" y="3456389"/>
              <a:ext cx="785021" cy="2078151"/>
              <a:chOff x="5475285" y="1187261"/>
              <a:chExt cx="844526" cy="2235675"/>
            </a:xfrm>
          </p:grpSpPr>
          <p:sp>
            <p:nvSpPr>
              <p:cNvPr id="1059" name="Google Shape;1059;p18"/>
              <p:cNvSpPr/>
              <p:nvPr/>
            </p:nvSpPr>
            <p:spPr>
              <a:xfrm rot="1893149">
                <a:off x="5813699" y="1836739"/>
                <a:ext cx="325939" cy="399500"/>
              </a:xfrm>
              <a:custGeom>
                <a:rect b="b" l="l" r="r" t="t"/>
                <a:pathLst>
                  <a:path extrusionOk="0" h="2080" w="1697">
                    <a:moveTo>
                      <a:pt x="173" y="284"/>
                    </a:moveTo>
                    <a:cubicBezTo>
                      <a:pt x="173" y="284"/>
                      <a:pt x="285" y="-75"/>
                      <a:pt x="662" y="15"/>
                    </a:cubicBezTo>
                    <a:cubicBezTo>
                      <a:pt x="1039" y="105"/>
                      <a:pt x="1016" y="513"/>
                      <a:pt x="1112" y="591"/>
                    </a:cubicBezTo>
                    <a:cubicBezTo>
                      <a:pt x="1208" y="669"/>
                      <a:pt x="1553" y="773"/>
                      <a:pt x="1651" y="1040"/>
                    </a:cubicBezTo>
                    <a:cubicBezTo>
                      <a:pt x="1743" y="1294"/>
                      <a:pt x="1726" y="1725"/>
                      <a:pt x="1322" y="1953"/>
                    </a:cubicBezTo>
                    <a:cubicBezTo>
                      <a:pt x="837" y="2227"/>
                      <a:pt x="119" y="2014"/>
                      <a:pt x="59" y="1704"/>
                    </a:cubicBezTo>
                    <a:cubicBezTo>
                      <a:pt x="-1" y="1393"/>
                      <a:pt x="-43" y="944"/>
                      <a:pt x="71" y="711"/>
                    </a:cubicBezTo>
                    <a:cubicBezTo>
                      <a:pt x="185" y="477"/>
                      <a:pt x="173" y="284"/>
                      <a:pt x="173" y="2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5756473" y="3331512"/>
                <a:ext cx="221646" cy="91424"/>
              </a:xfrm>
              <a:custGeom>
                <a:rect b="b" l="l" r="r" t="t"/>
                <a:pathLst>
                  <a:path extrusionOk="0" h="476" w="1154">
                    <a:moveTo>
                      <a:pt x="671" y="12"/>
                    </a:moveTo>
                    <a:cubicBezTo>
                      <a:pt x="648" y="47"/>
                      <a:pt x="-12" y="318"/>
                      <a:pt x="0" y="412"/>
                    </a:cubicBezTo>
                    <a:cubicBezTo>
                      <a:pt x="12" y="506"/>
                      <a:pt x="1083" y="483"/>
                      <a:pt x="1142" y="424"/>
                    </a:cubicBezTo>
                    <a:cubicBezTo>
                      <a:pt x="1201" y="365"/>
                      <a:pt x="1024" y="0"/>
                      <a:pt x="1024" y="0"/>
                    </a:cubicBezTo>
                    <a:lnTo>
                      <a:pt x="671" y="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18"/>
              <p:cNvSpPr/>
              <p:nvPr/>
            </p:nvSpPr>
            <p:spPr>
              <a:xfrm>
                <a:off x="6225506" y="3235670"/>
                <a:ext cx="94305" cy="174205"/>
              </a:xfrm>
              <a:custGeom>
                <a:rect b="b" l="l" r="r" t="t"/>
                <a:pathLst>
                  <a:path extrusionOk="0" h="907" w="491">
                    <a:moveTo>
                      <a:pt x="77" y="146"/>
                    </a:moveTo>
                    <a:cubicBezTo>
                      <a:pt x="77" y="146"/>
                      <a:pt x="-49" y="793"/>
                      <a:pt x="22" y="876"/>
                    </a:cubicBezTo>
                    <a:cubicBezTo>
                      <a:pt x="93" y="958"/>
                      <a:pt x="305" y="873"/>
                      <a:pt x="446" y="684"/>
                    </a:cubicBezTo>
                    <a:cubicBezTo>
                      <a:pt x="587" y="496"/>
                      <a:pt x="352" y="0"/>
                      <a:pt x="352" y="0"/>
                    </a:cubicBezTo>
                    <a:lnTo>
                      <a:pt x="77" y="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8"/>
              <p:cNvSpPr/>
              <p:nvPr/>
            </p:nvSpPr>
            <p:spPr>
              <a:xfrm>
                <a:off x="5806027" y="2515414"/>
                <a:ext cx="497647" cy="832036"/>
              </a:xfrm>
              <a:custGeom>
                <a:rect b="b" l="l" r="r" t="t"/>
                <a:pathLst>
                  <a:path extrusionOk="0" h="4332" w="2591">
                    <a:moveTo>
                      <a:pt x="1" y="188"/>
                    </a:moveTo>
                    <a:cubicBezTo>
                      <a:pt x="1" y="188"/>
                      <a:pt x="-14" y="1181"/>
                      <a:pt x="72" y="2284"/>
                    </a:cubicBezTo>
                    <a:cubicBezTo>
                      <a:pt x="166" y="3496"/>
                      <a:pt x="366" y="4332"/>
                      <a:pt x="366" y="4332"/>
                    </a:cubicBezTo>
                    <a:lnTo>
                      <a:pt x="811" y="4311"/>
                    </a:lnTo>
                    <a:cubicBezTo>
                      <a:pt x="811" y="4311"/>
                      <a:pt x="762" y="3510"/>
                      <a:pt x="743" y="2648"/>
                    </a:cubicBezTo>
                    <a:cubicBezTo>
                      <a:pt x="724" y="1786"/>
                      <a:pt x="707" y="800"/>
                      <a:pt x="707" y="800"/>
                    </a:cubicBezTo>
                    <a:cubicBezTo>
                      <a:pt x="707" y="800"/>
                      <a:pt x="919" y="1989"/>
                      <a:pt x="1390" y="2919"/>
                    </a:cubicBezTo>
                    <a:cubicBezTo>
                      <a:pt x="1785" y="3699"/>
                      <a:pt x="2226" y="4037"/>
                      <a:pt x="2226" y="4037"/>
                    </a:cubicBezTo>
                    <a:lnTo>
                      <a:pt x="2591" y="3814"/>
                    </a:lnTo>
                    <a:cubicBezTo>
                      <a:pt x="2591" y="3814"/>
                      <a:pt x="1967" y="2731"/>
                      <a:pt x="1696" y="1789"/>
                    </a:cubicBezTo>
                    <a:cubicBezTo>
                      <a:pt x="1425" y="847"/>
                      <a:pt x="1284" y="0"/>
                      <a:pt x="1284" y="0"/>
                    </a:cubicBezTo>
                    <a:lnTo>
                      <a:pt x="1" y="1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18"/>
              <p:cNvSpPr/>
              <p:nvPr/>
            </p:nvSpPr>
            <p:spPr>
              <a:xfrm>
                <a:off x="5743221" y="1730623"/>
                <a:ext cx="267358" cy="419667"/>
              </a:xfrm>
              <a:custGeom>
                <a:rect b="b" l="l" r="r" t="t"/>
                <a:pathLst>
                  <a:path extrusionOk="0" h="2185" w="1392">
                    <a:moveTo>
                      <a:pt x="0" y="15"/>
                    </a:moveTo>
                    <a:cubicBezTo>
                      <a:pt x="0" y="15"/>
                      <a:pt x="-10" y="554"/>
                      <a:pt x="146" y="1107"/>
                    </a:cubicBezTo>
                    <a:cubicBezTo>
                      <a:pt x="303" y="1660"/>
                      <a:pt x="664" y="2185"/>
                      <a:pt x="664" y="2185"/>
                    </a:cubicBezTo>
                    <a:lnTo>
                      <a:pt x="1392" y="2096"/>
                    </a:lnTo>
                    <a:cubicBezTo>
                      <a:pt x="1392" y="2096"/>
                      <a:pt x="843" y="1379"/>
                      <a:pt x="663" y="984"/>
                    </a:cubicBezTo>
                    <a:cubicBezTo>
                      <a:pt x="483" y="588"/>
                      <a:pt x="319" y="0"/>
                      <a:pt x="319" y="0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8"/>
              <p:cNvSpPr/>
              <p:nvPr/>
            </p:nvSpPr>
            <p:spPr>
              <a:xfrm>
                <a:off x="5781546" y="2060299"/>
                <a:ext cx="285220" cy="511668"/>
              </a:xfrm>
              <a:custGeom>
                <a:rect b="b" l="l" r="r" t="t"/>
                <a:pathLst>
                  <a:path extrusionOk="0" h="2664" w="1485">
                    <a:moveTo>
                      <a:pt x="384" y="134"/>
                    </a:moveTo>
                    <a:cubicBezTo>
                      <a:pt x="384" y="134"/>
                      <a:pt x="22" y="627"/>
                      <a:pt x="5" y="1387"/>
                    </a:cubicBezTo>
                    <a:cubicBezTo>
                      <a:pt x="-13" y="2146"/>
                      <a:pt x="25" y="2658"/>
                      <a:pt x="25" y="2658"/>
                    </a:cubicBezTo>
                    <a:cubicBezTo>
                      <a:pt x="25" y="2658"/>
                      <a:pt x="464" y="2684"/>
                      <a:pt x="826" y="2623"/>
                    </a:cubicBezTo>
                    <a:cubicBezTo>
                      <a:pt x="1179" y="2562"/>
                      <a:pt x="1485" y="2481"/>
                      <a:pt x="1485" y="2481"/>
                    </a:cubicBezTo>
                    <a:cubicBezTo>
                      <a:pt x="1485" y="2481"/>
                      <a:pt x="1355" y="1669"/>
                      <a:pt x="1338" y="1016"/>
                    </a:cubicBezTo>
                    <a:cubicBezTo>
                      <a:pt x="1320" y="363"/>
                      <a:pt x="1196" y="63"/>
                      <a:pt x="985" y="10"/>
                    </a:cubicBezTo>
                    <a:cubicBezTo>
                      <a:pt x="773" y="-43"/>
                      <a:pt x="384" y="134"/>
                      <a:pt x="384" y="1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8"/>
              <p:cNvSpPr/>
              <p:nvPr/>
            </p:nvSpPr>
            <p:spPr>
              <a:xfrm>
                <a:off x="5475285" y="1187261"/>
                <a:ext cx="579852" cy="580044"/>
              </a:xfrm>
              <a:custGeom>
                <a:rect b="b" l="l" r="r" t="t"/>
                <a:pathLst>
                  <a:path extrusionOk="0" h="3020" w="3019">
                    <a:moveTo>
                      <a:pt x="3019" y="1510"/>
                    </a:moveTo>
                    <a:cubicBezTo>
                      <a:pt x="3019" y="1775"/>
                      <a:pt x="2950" y="2035"/>
                      <a:pt x="2817" y="2265"/>
                    </a:cubicBezTo>
                    <a:cubicBezTo>
                      <a:pt x="2685" y="2494"/>
                      <a:pt x="2494" y="2685"/>
                      <a:pt x="2264" y="2818"/>
                    </a:cubicBezTo>
                    <a:cubicBezTo>
                      <a:pt x="2035" y="2950"/>
                      <a:pt x="1776" y="3020"/>
                      <a:pt x="1510" y="3020"/>
                    </a:cubicBezTo>
                    <a:cubicBezTo>
                      <a:pt x="1245" y="3020"/>
                      <a:pt x="985" y="2950"/>
                      <a:pt x="755" y="2818"/>
                    </a:cubicBezTo>
                    <a:cubicBezTo>
                      <a:pt x="526" y="2685"/>
                      <a:pt x="335" y="2494"/>
                      <a:pt x="202" y="2265"/>
                    </a:cubicBezTo>
                    <a:cubicBezTo>
                      <a:pt x="70" y="2035"/>
                      <a:pt x="0" y="1775"/>
                      <a:pt x="0" y="1510"/>
                    </a:cubicBezTo>
                    <a:cubicBezTo>
                      <a:pt x="0" y="1245"/>
                      <a:pt x="69" y="985"/>
                      <a:pt x="202" y="755"/>
                    </a:cubicBezTo>
                    <a:cubicBezTo>
                      <a:pt x="334" y="526"/>
                      <a:pt x="526" y="335"/>
                      <a:pt x="755" y="203"/>
                    </a:cubicBezTo>
                    <a:cubicBezTo>
                      <a:pt x="985" y="70"/>
                      <a:pt x="1244" y="0"/>
                      <a:pt x="1510" y="0"/>
                    </a:cubicBezTo>
                    <a:cubicBezTo>
                      <a:pt x="1775" y="0"/>
                      <a:pt x="2035" y="70"/>
                      <a:pt x="2264" y="203"/>
                    </a:cubicBezTo>
                    <a:cubicBezTo>
                      <a:pt x="2494" y="335"/>
                      <a:pt x="2685" y="526"/>
                      <a:pt x="2817" y="755"/>
                    </a:cubicBezTo>
                    <a:cubicBezTo>
                      <a:pt x="2950" y="985"/>
                      <a:pt x="3019" y="1245"/>
                      <a:pt x="3019" y="1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8"/>
              <p:cNvSpPr/>
              <p:nvPr/>
            </p:nvSpPr>
            <p:spPr>
              <a:xfrm>
                <a:off x="5548079" y="1260055"/>
                <a:ext cx="434265" cy="434457"/>
              </a:xfrm>
              <a:custGeom>
                <a:rect b="b" l="l" r="r" t="t"/>
                <a:pathLst>
                  <a:path extrusionOk="0" h="2262" w="2261">
                    <a:moveTo>
                      <a:pt x="2261" y="1131"/>
                    </a:moveTo>
                    <a:cubicBezTo>
                      <a:pt x="2261" y="1330"/>
                      <a:pt x="2209" y="1524"/>
                      <a:pt x="2110" y="1696"/>
                    </a:cubicBezTo>
                    <a:cubicBezTo>
                      <a:pt x="2011" y="1867"/>
                      <a:pt x="1868" y="2010"/>
                      <a:pt x="1696" y="2110"/>
                    </a:cubicBezTo>
                    <a:cubicBezTo>
                      <a:pt x="1524" y="2209"/>
                      <a:pt x="1330" y="2262"/>
                      <a:pt x="1131" y="2262"/>
                    </a:cubicBezTo>
                    <a:cubicBezTo>
                      <a:pt x="933" y="2262"/>
                      <a:pt x="737" y="2209"/>
                      <a:pt x="565" y="2110"/>
                    </a:cubicBezTo>
                    <a:cubicBezTo>
                      <a:pt x="393" y="2010"/>
                      <a:pt x="251" y="1867"/>
                      <a:pt x="151" y="1696"/>
                    </a:cubicBezTo>
                    <a:cubicBezTo>
                      <a:pt x="52" y="1524"/>
                      <a:pt x="0" y="1330"/>
                      <a:pt x="0" y="1131"/>
                    </a:cubicBezTo>
                    <a:cubicBezTo>
                      <a:pt x="0" y="933"/>
                      <a:pt x="52" y="738"/>
                      <a:pt x="151" y="566"/>
                    </a:cubicBezTo>
                    <a:cubicBezTo>
                      <a:pt x="251" y="394"/>
                      <a:pt x="393" y="251"/>
                      <a:pt x="565" y="152"/>
                    </a:cubicBezTo>
                    <a:cubicBezTo>
                      <a:pt x="737" y="53"/>
                      <a:pt x="932" y="0"/>
                      <a:pt x="1131" y="0"/>
                    </a:cubicBezTo>
                    <a:cubicBezTo>
                      <a:pt x="1329" y="0"/>
                      <a:pt x="1524" y="53"/>
                      <a:pt x="1696" y="152"/>
                    </a:cubicBezTo>
                    <a:cubicBezTo>
                      <a:pt x="1868" y="251"/>
                      <a:pt x="2011" y="394"/>
                      <a:pt x="2110" y="566"/>
                    </a:cubicBezTo>
                    <a:cubicBezTo>
                      <a:pt x="2209" y="738"/>
                      <a:pt x="2261" y="933"/>
                      <a:pt x="2261" y="11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18"/>
              <p:cNvSpPr txBox="1"/>
              <p:nvPr/>
            </p:nvSpPr>
            <p:spPr>
              <a:xfrm>
                <a:off x="5691554" y="1278110"/>
                <a:ext cx="188100" cy="39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4150" strike="noStrike">
                  <a:solidFill>
                    <a:srgbClr val="DAC6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8"/>
              <p:cNvSpPr txBox="1"/>
              <p:nvPr/>
            </p:nvSpPr>
            <p:spPr>
              <a:xfrm>
                <a:off x="5541875" y="1255450"/>
                <a:ext cx="434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15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15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sp>
            <p:nvSpPr>
              <p:cNvPr id="1069" name="Google Shape;1069;p18"/>
              <p:cNvSpPr/>
              <p:nvPr/>
            </p:nvSpPr>
            <p:spPr>
              <a:xfrm>
                <a:off x="5850011" y="1852010"/>
                <a:ext cx="169596" cy="158456"/>
              </a:xfrm>
              <a:custGeom>
                <a:rect b="b" l="l" r="r" t="t"/>
                <a:pathLst>
                  <a:path extrusionOk="0" h="825" w="883">
                    <a:moveTo>
                      <a:pt x="788" y="593"/>
                    </a:moveTo>
                    <a:cubicBezTo>
                      <a:pt x="788" y="593"/>
                      <a:pt x="538" y="878"/>
                      <a:pt x="247" y="817"/>
                    </a:cubicBezTo>
                    <a:cubicBezTo>
                      <a:pt x="-44" y="757"/>
                      <a:pt x="-44" y="509"/>
                      <a:pt x="74" y="311"/>
                    </a:cubicBezTo>
                    <a:cubicBezTo>
                      <a:pt x="222" y="62"/>
                      <a:pt x="607" y="-27"/>
                      <a:pt x="695" y="8"/>
                    </a:cubicBezTo>
                    <a:cubicBezTo>
                      <a:pt x="782" y="43"/>
                      <a:pt x="900" y="317"/>
                      <a:pt x="881" y="412"/>
                    </a:cubicBezTo>
                    <a:cubicBezTo>
                      <a:pt x="861" y="507"/>
                      <a:pt x="788" y="593"/>
                      <a:pt x="788" y="593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8"/>
              <p:cNvSpPr/>
              <p:nvPr/>
            </p:nvSpPr>
            <p:spPr>
              <a:xfrm>
                <a:off x="5872099" y="1947084"/>
                <a:ext cx="104101" cy="151541"/>
              </a:xfrm>
              <a:custGeom>
                <a:rect b="b" l="l" r="r" t="t"/>
                <a:pathLst>
                  <a:path extrusionOk="0" h="789" w="542">
                    <a:moveTo>
                      <a:pt x="0" y="789"/>
                    </a:moveTo>
                    <a:cubicBezTo>
                      <a:pt x="91" y="739"/>
                      <a:pt x="193" y="707"/>
                      <a:pt x="295" y="685"/>
                    </a:cubicBezTo>
                    <a:cubicBezTo>
                      <a:pt x="377" y="668"/>
                      <a:pt x="459" y="656"/>
                      <a:pt x="542" y="646"/>
                    </a:cubicBezTo>
                    <a:cubicBezTo>
                      <a:pt x="523" y="550"/>
                      <a:pt x="478" y="311"/>
                      <a:pt x="484" y="200"/>
                    </a:cubicBezTo>
                    <a:cubicBezTo>
                      <a:pt x="491" y="59"/>
                      <a:pt x="491" y="0"/>
                      <a:pt x="491" y="0"/>
                    </a:cubicBezTo>
                    <a:lnTo>
                      <a:pt x="100" y="214"/>
                    </a:lnTo>
                    <a:cubicBezTo>
                      <a:pt x="100" y="214"/>
                      <a:pt x="107" y="362"/>
                      <a:pt x="78" y="539"/>
                    </a:cubicBezTo>
                    <a:cubicBezTo>
                      <a:pt x="61" y="637"/>
                      <a:pt x="27" y="727"/>
                      <a:pt x="0" y="789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8"/>
              <p:cNvSpPr/>
              <p:nvPr/>
            </p:nvSpPr>
            <p:spPr>
              <a:xfrm>
                <a:off x="5488922" y="1608851"/>
                <a:ext cx="125036" cy="230865"/>
              </a:xfrm>
              <a:custGeom>
                <a:rect b="b" l="l" r="r" t="t"/>
                <a:pathLst>
                  <a:path extrusionOk="0" h="1202" w="651">
                    <a:moveTo>
                      <a:pt x="528" y="801"/>
                    </a:moveTo>
                    <a:cubicBezTo>
                      <a:pt x="528" y="801"/>
                      <a:pt x="581" y="348"/>
                      <a:pt x="522" y="248"/>
                    </a:cubicBezTo>
                    <a:cubicBezTo>
                      <a:pt x="463" y="148"/>
                      <a:pt x="410" y="437"/>
                      <a:pt x="410" y="437"/>
                    </a:cubicBezTo>
                    <a:cubicBezTo>
                      <a:pt x="410" y="437"/>
                      <a:pt x="122" y="-23"/>
                      <a:pt x="57" y="1"/>
                    </a:cubicBezTo>
                    <a:cubicBezTo>
                      <a:pt x="-8" y="25"/>
                      <a:pt x="-37" y="342"/>
                      <a:pt x="75" y="525"/>
                    </a:cubicBezTo>
                    <a:cubicBezTo>
                      <a:pt x="187" y="707"/>
                      <a:pt x="310" y="813"/>
                      <a:pt x="310" y="813"/>
                    </a:cubicBezTo>
                    <a:cubicBezTo>
                      <a:pt x="310" y="813"/>
                      <a:pt x="304" y="878"/>
                      <a:pt x="310" y="1019"/>
                    </a:cubicBezTo>
                    <a:cubicBezTo>
                      <a:pt x="316" y="1160"/>
                      <a:pt x="334" y="1202"/>
                      <a:pt x="334" y="1202"/>
                    </a:cubicBezTo>
                    <a:lnTo>
                      <a:pt x="651" y="1113"/>
                    </a:lnTo>
                    <a:lnTo>
                      <a:pt x="528" y="801"/>
                    </a:ln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18"/>
              <p:cNvSpPr/>
              <p:nvPr/>
            </p:nvSpPr>
            <p:spPr>
              <a:xfrm>
                <a:off x="5957377" y="1956879"/>
                <a:ext cx="38606" cy="45328"/>
              </a:xfrm>
              <a:custGeom>
                <a:rect b="b" l="l" r="r" t="t"/>
                <a:pathLst>
                  <a:path extrusionOk="0" h="236" w="201">
                    <a:moveTo>
                      <a:pt x="39" y="0"/>
                    </a:moveTo>
                    <a:cubicBezTo>
                      <a:pt x="39" y="0"/>
                      <a:pt x="259" y="68"/>
                      <a:pt x="186" y="186"/>
                    </a:cubicBezTo>
                    <a:cubicBezTo>
                      <a:pt x="128" y="279"/>
                      <a:pt x="21" y="232"/>
                      <a:pt x="3" y="130"/>
                    </a:cubicBezTo>
                    <a:cubicBezTo>
                      <a:pt x="-14" y="28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anchorCtr="1" anchor="ctr" bIns="39950" lIns="90000" spcFirstLastPara="1" rIns="90000" wrap="square" tIns="39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5547503" y="1793237"/>
                <a:ext cx="371843" cy="486507"/>
              </a:xfrm>
              <a:custGeom>
                <a:rect b="b" l="l" r="r" t="t"/>
                <a:pathLst>
                  <a:path extrusionOk="0" h="2533" w="1936">
                    <a:moveTo>
                      <a:pt x="302" y="0"/>
                    </a:moveTo>
                    <a:cubicBezTo>
                      <a:pt x="302" y="0"/>
                      <a:pt x="470" y="645"/>
                      <a:pt x="823" y="1121"/>
                    </a:cubicBezTo>
                    <a:cubicBezTo>
                      <a:pt x="1176" y="1598"/>
                      <a:pt x="1936" y="1650"/>
                      <a:pt x="1936" y="1650"/>
                    </a:cubicBezTo>
                    <a:lnTo>
                      <a:pt x="1468" y="2533"/>
                    </a:lnTo>
                    <a:cubicBezTo>
                      <a:pt x="1468" y="2533"/>
                      <a:pt x="561" y="1903"/>
                      <a:pt x="252" y="1348"/>
                    </a:cubicBezTo>
                    <a:cubicBezTo>
                      <a:pt x="-57" y="792"/>
                      <a:pt x="5" y="59"/>
                      <a:pt x="5" y="59"/>
                    </a:cubicBezTo>
                    <a:lnTo>
                      <a:pt x="3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4" name="Google Shape;1074;p18"/>
            <p:cNvSpPr/>
            <p:nvPr/>
          </p:nvSpPr>
          <p:spPr>
            <a:xfrm rot="10800000">
              <a:off x="8424003" y="4587227"/>
              <a:ext cx="279175" cy="277648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8"/>
            <p:cNvSpPr/>
            <p:nvPr/>
          </p:nvSpPr>
          <p:spPr>
            <a:xfrm rot="10800000">
              <a:off x="8690404" y="4363909"/>
              <a:ext cx="322147" cy="327775"/>
            </a:xfrm>
            <a:custGeom>
              <a:rect b="b" l="l" r="r" t="t"/>
              <a:pathLst>
                <a:path extrusionOk="0" h="2854" w="2805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6" name="Google Shape;107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7" name="Google Shape;1077;p18"/>
          <p:cNvSpPr txBox="1"/>
          <p:nvPr>
            <p:ph idx="1" type="subTitle"/>
          </p:nvPr>
        </p:nvSpPr>
        <p:spPr>
          <a:xfrm>
            <a:off x="1009675" y="2699024"/>
            <a:ext cx="2178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8" name="Google Shape;1078;p18"/>
          <p:cNvSpPr txBox="1"/>
          <p:nvPr>
            <p:ph idx="2" type="subTitle"/>
          </p:nvPr>
        </p:nvSpPr>
        <p:spPr>
          <a:xfrm>
            <a:off x="3559192" y="2699024"/>
            <a:ext cx="2178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9" name="Google Shape;1079;p18"/>
          <p:cNvSpPr txBox="1"/>
          <p:nvPr>
            <p:ph idx="3" type="subTitle"/>
          </p:nvPr>
        </p:nvSpPr>
        <p:spPr>
          <a:xfrm>
            <a:off x="6108715" y="2699024"/>
            <a:ext cx="2178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0" name="Google Shape;1080;p18"/>
          <p:cNvSpPr txBox="1"/>
          <p:nvPr>
            <p:ph idx="4" type="subTitle"/>
          </p:nvPr>
        </p:nvSpPr>
        <p:spPr>
          <a:xfrm>
            <a:off x="1009675" y="2260125"/>
            <a:ext cx="21780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1081" name="Google Shape;1081;p18"/>
          <p:cNvSpPr txBox="1"/>
          <p:nvPr>
            <p:ph idx="5" type="subTitle"/>
          </p:nvPr>
        </p:nvSpPr>
        <p:spPr>
          <a:xfrm>
            <a:off x="3559195" y="2260125"/>
            <a:ext cx="21780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1082" name="Google Shape;1082;p18"/>
          <p:cNvSpPr txBox="1"/>
          <p:nvPr>
            <p:ph idx="6" type="subTitle"/>
          </p:nvPr>
        </p:nvSpPr>
        <p:spPr>
          <a:xfrm>
            <a:off x="6108715" y="2260125"/>
            <a:ext cx="21780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1086" name="Google Shape;1086;p19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1087" name="Google Shape;1087;p19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1088" name="Google Shape;1088;p1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9" name="Google Shape;1089;p1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0" name="Google Shape;1090;p1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1" name="Google Shape;1091;p1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2" name="Google Shape;1092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3" name="Google Shape;1093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4" name="Google Shape;1094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5" name="Google Shape;1095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6" name="Google Shape;1096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97" name="Google Shape;1097;p19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1098" name="Google Shape;1098;p1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9" name="Google Shape;1099;p1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0" name="Google Shape;1100;p1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1" name="Google Shape;1101;p1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2" name="Google Shape;1102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3" name="Google Shape;1103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4" name="Google Shape;1104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5" name="Google Shape;1105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106" name="Google Shape;1106;p19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1107" name="Google Shape;1107;p19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8" name="Google Shape;1108;p19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09" name="Google Shape;1109;p19"/>
          <p:cNvGrpSpPr/>
          <p:nvPr/>
        </p:nvGrpSpPr>
        <p:grpSpPr>
          <a:xfrm>
            <a:off x="8423989" y="246985"/>
            <a:ext cx="637347" cy="4664248"/>
            <a:chOff x="8423989" y="246985"/>
            <a:chExt cx="637347" cy="4664248"/>
          </a:xfrm>
        </p:grpSpPr>
        <p:grpSp>
          <p:nvGrpSpPr>
            <p:cNvPr id="1110" name="Google Shape;1110;p19"/>
            <p:cNvGrpSpPr/>
            <p:nvPr/>
          </p:nvGrpSpPr>
          <p:grpSpPr>
            <a:xfrm>
              <a:off x="8423989" y="246985"/>
              <a:ext cx="585031" cy="585031"/>
              <a:chOff x="8490215" y="2125885"/>
              <a:chExt cx="529200" cy="529200"/>
            </a:xfrm>
          </p:grpSpPr>
          <p:sp>
            <p:nvSpPr>
              <p:cNvPr id="1111" name="Google Shape;1111;p19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rect b="b" l="l" r="r" t="t"/>
                <a:pathLst>
                  <a:path extrusionOk="0" h="692" w="1099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19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rect b="b" l="l" r="r" t="t"/>
                <a:pathLst>
                  <a:path extrusionOk="0" h="973" w="677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rect b="b" l="l" r="r" t="t"/>
                <a:pathLst>
                  <a:path extrusionOk="0" h="692" w="1315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19"/>
            <p:cNvGrpSpPr/>
            <p:nvPr/>
          </p:nvGrpSpPr>
          <p:grpSpPr>
            <a:xfrm>
              <a:off x="8476282" y="3777356"/>
              <a:ext cx="585054" cy="1133877"/>
              <a:chOff x="8476282" y="3777356"/>
              <a:chExt cx="585054" cy="1133877"/>
            </a:xfrm>
          </p:grpSpPr>
          <p:grpSp>
            <p:nvGrpSpPr>
              <p:cNvPr id="1115" name="Google Shape;1115;p19"/>
              <p:cNvGrpSpPr/>
              <p:nvPr/>
            </p:nvGrpSpPr>
            <p:grpSpPr>
              <a:xfrm>
                <a:off x="8476282" y="3927989"/>
                <a:ext cx="585054" cy="983244"/>
                <a:chOff x="8475890" y="3848305"/>
                <a:chExt cx="632422" cy="1062852"/>
              </a:xfrm>
            </p:grpSpPr>
            <p:sp>
              <p:nvSpPr>
                <p:cNvPr id="1116" name="Google Shape;1116;p19"/>
                <p:cNvSpPr/>
                <p:nvPr/>
              </p:nvSpPr>
              <p:spPr>
                <a:xfrm>
                  <a:off x="8475890" y="4113965"/>
                  <a:ext cx="169484" cy="247856"/>
                </a:xfrm>
                <a:custGeom>
                  <a:rect b="b" l="l" r="r" t="t"/>
                  <a:pathLst>
                    <a:path extrusionOk="0" h="2957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7" name="Google Shape;1117;p19"/>
                <p:cNvSpPr/>
                <p:nvPr/>
              </p:nvSpPr>
              <p:spPr>
                <a:xfrm>
                  <a:off x="8475895" y="4330528"/>
                  <a:ext cx="169484" cy="580614"/>
                </a:xfrm>
                <a:custGeom>
                  <a:rect b="b" l="l" r="r" t="t"/>
                  <a:pathLst>
                    <a:path extrusionOk="0" h="2957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" name="Google Shape;1118;p19"/>
                <p:cNvSpPr/>
                <p:nvPr/>
              </p:nvSpPr>
              <p:spPr>
                <a:xfrm>
                  <a:off x="8707355" y="4380144"/>
                  <a:ext cx="169484" cy="531000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" name="Google Shape;1119;p19"/>
                <p:cNvSpPr/>
                <p:nvPr/>
              </p:nvSpPr>
              <p:spPr>
                <a:xfrm>
                  <a:off x="8707355" y="4013046"/>
                  <a:ext cx="169484" cy="531000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0" name="Google Shape;1120;p19"/>
                <p:cNvSpPr/>
                <p:nvPr/>
              </p:nvSpPr>
              <p:spPr>
                <a:xfrm>
                  <a:off x="8938832" y="4215416"/>
                  <a:ext cx="169469" cy="695741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1" name="Google Shape;1121;p19"/>
                <p:cNvSpPr/>
                <p:nvPr/>
              </p:nvSpPr>
              <p:spPr>
                <a:xfrm>
                  <a:off x="8938827" y="3848305"/>
                  <a:ext cx="169484" cy="367097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22" name="Google Shape;1122;p19"/>
              <p:cNvSpPr/>
              <p:nvPr/>
            </p:nvSpPr>
            <p:spPr>
              <a:xfrm>
                <a:off x="8476282" y="3777356"/>
                <a:ext cx="585041" cy="251740"/>
              </a:xfrm>
              <a:custGeom>
                <a:rect b="b" l="l" r="r" t="t"/>
                <a:pathLst>
                  <a:path extrusionOk="0" h="3247" w="7546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3" name="Google Shape;112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4" name="Google Shape;1124;p19"/>
          <p:cNvSpPr txBox="1"/>
          <p:nvPr>
            <p:ph idx="1" type="subTitle"/>
          </p:nvPr>
        </p:nvSpPr>
        <p:spPr>
          <a:xfrm>
            <a:off x="1160350" y="1841400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5" name="Google Shape;1125;p19"/>
          <p:cNvSpPr txBox="1"/>
          <p:nvPr>
            <p:ph idx="2" type="subTitle"/>
          </p:nvPr>
        </p:nvSpPr>
        <p:spPr>
          <a:xfrm>
            <a:off x="4997149" y="1841400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6" name="Google Shape;1126;p19"/>
          <p:cNvSpPr txBox="1"/>
          <p:nvPr>
            <p:ph idx="3" type="subTitle"/>
          </p:nvPr>
        </p:nvSpPr>
        <p:spPr>
          <a:xfrm>
            <a:off x="1160350" y="3425775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7" name="Google Shape;1127;p19"/>
          <p:cNvSpPr txBox="1"/>
          <p:nvPr>
            <p:ph idx="4" type="subTitle"/>
          </p:nvPr>
        </p:nvSpPr>
        <p:spPr>
          <a:xfrm>
            <a:off x="4997147" y="3425775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8" name="Google Shape;1128;p19"/>
          <p:cNvSpPr txBox="1"/>
          <p:nvPr>
            <p:ph idx="5" type="subTitle"/>
          </p:nvPr>
        </p:nvSpPr>
        <p:spPr>
          <a:xfrm>
            <a:off x="1160350" y="1471850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1129" name="Google Shape;1129;p19"/>
          <p:cNvSpPr txBox="1"/>
          <p:nvPr>
            <p:ph idx="6" type="subTitle"/>
          </p:nvPr>
        </p:nvSpPr>
        <p:spPr>
          <a:xfrm>
            <a:off x="1160350" y="3056300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1130" name="Google Shape;1130;p19"/>
          <p:cNvSpPr txBox="1"/>
          <p:nvPr>
            <p:ph idx="7" type="subTitle"/>
          </p:nvPr>
        </p:nvSpPr>
        <p:spPr>
          <a:xfrm>
            <a:off x="4997118" y="1471850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1131" name="Google Shape;1131;p19"/>
          <p:cNvSpPr txBox="1"/>
          <p:nvPr>
            <p:ph idx="8" type="subTitle"/>
          </p:nvPr>
        </p:nvSpPr>
        <p:spPr>
          <a:xfrm>
            <a:off x="4997118" y="3056300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4" name="Google Shape;1134;p20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1135" name="Google Shape;1135;p20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1136" name="Google Shape;1136;p20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7" name="Google Shape;1137;p20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38" name="Google Shape;1138;p20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1139" name="Google Shape;1139;p20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1140" name="Google Shape;1140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1" name="Google Shape;1141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2" name="Google Shape;1142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3" name="Google Shape;1143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" name="Google Shape;1144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45" name="Google Shape;1145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46" name="Google Shape;1146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7" name="Google Shape;1147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8" name="Google Shape;1148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9" name="Google Shape;1149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0" name="Google Shape;1150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1" name="Google Shape;1151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152" name="Google Shape;1152;p20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1153" name="Google Shape;1153;p20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1154" name="Google Shape;1154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5" name="Google Shape;1155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6" name="Google Shape;1156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7" name="Google Shape;1157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58" name="Google Shape;1158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59" name="Google Shape;1159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0" name="Google Shape;1160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1" name="Google Shape;1161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2" name="Google Shape;1162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3" name="Google Shape;1163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4" name="Google Shape;1164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165" name="Google Shape;1165;p20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166" name="Google Shape;1166;p20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167" name="Google Shape;1167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8" name="Google Shape;1168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9" name="Google Shape;1169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70" name="Google Shape;1170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71" name="Google Shape;1171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2" name="Google Shape;1172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3" name="Google Shape;1173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4" name="Google Shape;1174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5" name="Google Shape;1175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6" name="Google Shape;1176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177" name="Google Shape;1177;p20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178" name="Google Shape;1178;p20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9" name="Google Shape;1179;p20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180" name="Google Shape;1180;p20"/>
          <p:cNvGrpSpPr/>
          <p:nvPr/>
        </p:nvGrpSpPr>
        <p:grpSpPr>
          <a:xfrm>
            <a:off x="92225" y="155380"/>
            <a:ext cx="8903528" cy="4546634"/>
            <a:chOff x="92225" y="155380"/>
            <a:chExt cx="8903528" cy="4546634"/>
          </a:xfrm>
        </p:grpSpPr>
        <p:sp>
          <p:nvSpPr>
            <p:cNvPr id="1181" name="Google Shape;1181;p20"/>
            <p:cNvSpPr/>
            <p:nvPr/>
          </p:nvSpPr>
          <p:spPr>
            <a:xfrm rot="10800000">
              <a:off x="507661" y="155380"/>
              <a:ext cx="319147" cy="317407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0"/>
            <p:cNvSpPr/>
            <p:nvPr/>
          </p:nvSpPr>
          <p:spPr>
            <a:xfrm rot="10800000">
              <a:off x="92225" y="398808"/>
              <a:ext cx="515797" cy="524801"/>
            </a:xfrm>
            <a:custGeom>
              <a:rect b="b" l="l" r="r" t="t"/>
              <a:pathLst>
                <a:path extrusionOk="0" h="2854" w="2805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3" name="Google Shape;1183;p20"/>
            <p:cNvGrpSpPr/>
            <p:nvPr/>
          </p:nvGrpSpPr>
          <p:grpSpPr>
            <a:xfrm>
              <a:off x="8506963" y="4213367"/>
              <a:ext cx="488789" cy="488648"/>
              <a:chOff x="8269423" y="174900"/>
              <a:chExt cx="619426" cy="619325"/>
            </a:xfrm>
          </p:grpSpPr>
          <p:sp>
            <p:nvSpPr>
              <p:cNvPr id="1184" name="Google Shape;1184;p20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20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20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20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0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0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0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0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20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20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0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0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0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0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20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20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20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20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500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sz="2500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sp>
        <p:nvSpPr>
          <p:cNvPr id="1229" name="Google Shape;12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0" name="Google Shape;1230;p20"/>
          <p:cNvSpPr txBox="1"/>
          <p:nvPr>
            <p:ph idx="1" type="subTitle"/>
          </p:nvPr>
        </p:nvSpPr>
        <p:spPr>
          <a:xfrm>
            <a:off x="720000" y="169231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1" name="Google Shape;1231;p20"/>
          <p:cNvSpPr txBox="1"/>
          <p:nvPr>
            <p:ph idx="2" type="subTitle"/>
          </p:nvPr>
        </p:nvSpPr>
        <p:spPr>
          <a:xfrm>
            <a:off x="3579000" y="169231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2" name="Google Shape;1232;p20"/>
          <p:cNvSpPr txBox="1"/>
          <p:nvPr>
            <p:ph idx="3" type="subTitle"/>
          </p:nvPr>
        </p:nvSpPr>
        <p:spPr>
          <a:xfrm>
            <a:off x="720000" y="34226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3" name="Google Shape;1233;p20"/>
          <p:cNvSpPr txBox="1"/>
          <p:nvPr>
            <p:ph idx="4" type="subTitle"/>
          </p:nvPr>
        </p:nvSpPr>
        <p:spPr>
          <a:xfrm>
            <a:off x="3579000" y="34226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4" name="Google Shape;1234;p20"/>
          <p:cNvSpPr txBox="1"/>
          <p:nvPr>
            <p:ph idx="5" type="subTitle"/>
          </p:nvPr>
        </p:nvSpPr>
        <p:spPr>
          <a:xfrm>
            <a:off x="6438000" y="169231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5" name="Google Shape;1235;p20"/>
          <p:cNvSpPr txBox="1"/>
          <p:nvPr>
            <p:ph idx="6" type="subTitle"/>
          </p:nvPr>
        </p:nvSpPr>
        <p:spPr>
          <a:xfrm>
            <a:off x="6438000" y="34226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6" name="Google Shape;1236;p20"/>
          <p:cNvSpPr txBox="1"/>
          <p:nvPr>
            <p:ph idx="7" type="subTitle"/>
          </p:nvPr>
        </p:nvSpPr>
        <p:spPr>
          <a:xfrm>
            <a:off x="720000" y="13741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1237" name="Google Shape;1237;p20"/>
          <p:cNvSpPr txBox="1"/>
          <p:nvPr>
            <p:ph idx="8" type="subTitle"/>
          </p:nvPr>
        </p:nvSpPr>
        <p:spPr>
          <a:xfrm>
            <a:off x="3579000" y="13741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1238" name="Google Shape;1238;p20"/>
          <p:cNvSpPr txBox="1"/>
          <p:nvPr>
            <p:ph idx="9" type="subTitle"/>
          </p:nvPr>
        </p:nvSpPr>
        <p:spPr>
          <a:xfrm>
            <a:off x="6439800" y="1374163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1239" name="Google Shape;1239;p20"/>
          <p:cNvSpPr txBox="1"/>
          <p:nvPr>
            <p:ph idx="13" type="subTitle"/>
          </p:nvPr>
        </p:nvSpPr>
        <p:spPr>
          <a:xfrm>
            <a:off x="720000" y="31012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1240" name="Google Shape;1240;p20"/>
          <p:cNvSpPr txBox="1"/>
          <p:nvPr>
            <p:ph idx="14" type="subTitle"/>
          </p:nvPr>
        </p:nvSpPr>
        <p:spPr>
          <a:xfrm>
            <a:off x="3579000" y="31012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1241" name="Google Shape;1241;p20"/>
          <p:cNvSpPr txBox="1"/>
          <p:nvPr>
            <p:ph idx="15" type="subTitle"/>
          </p:nvPr>
        </p:nvSpPr>
        <p:spPr>
          <a:xfrm>
            <a:off x="6439800" y="3101250"/>
            <a:ext cx="198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1"/>
          <p:cNvSpPr txBox="1"/>
          <p:nvPr>
            <p:ph hasCustomPrompt="1" type="title"/>
          </p:nvPr>
        </p:nvSpPr>
        <p:spPr>
          <a:xfrm>
            <a:off x="4628075" y="2045287"/>
            <a:ext cx="3458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4" name="Google Shape;1244;p21"/>
          <p:cNvSpPr txBox="1"/>
          <p:nvPr>
            <p:ph idx="1" type="subTitle"/>
          </p:nvPr>
        </p:nvSpPr>
        <p:spPr>
          <a:xfrm>
            <a:off x="4628075" y="2812962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45" name="Google Shape;1245;p21"/>
          <p:cNvSpPr txBox="1"/>
          <p:nvPr>
            <p:ph hasCustomPrompt="1" idx="2" type="title"/>
          </p:nvPr>
        </p:nvSpPr>
        <p:spPr>
          <a:xfrm>
            <a:off x="4628075" y="539500"/>
            <a:ext cx="3458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6" name="Google Shape;1246;p21"/>
          <p:cNvSpPr txBox="1"/>
          <p:nvPr>
            <p:ph idx="3" type="subTitle"/>
          </p:nvPr>
        </p:nvSpPr>
        <p:spPr>
          <a:xfrm>
            <a:off x="4628075" y="1314425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47" name="Google Shape;1247;p21"/>
          <p:cNvSpPr txBox="1"/>
          <p:nvPr>
            <p:ph hasCustomPrompt="1" idx="4" type="title"/>
          </p:nvPr>
        </p:nvSpPr>
        <p:spPr>
          <a:xfrm>
            <a:off x="4628075" y="3551074"/>
            <a:ext cx="34587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8" name="Google Shape;1248;p21"/>
          <p:cNvSpPr txBox="1"/>
          <p:nvPr>
            <p:ph idx="5" type="subTitle"/>
          </p:nvPr>
        </p:nvSpPr>
        <p:spPr>
          <a:xfrm>
            <a:off x="4628075" y="4311499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49" name="Google Shape;1249;p2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0" name="Google Shape;1250;p21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1251" name="Google Shape;1251;p2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252" name="Google Shape;1252;p2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3" name="Google Shape;1253;p2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4" name="Google Shape;1254;p2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5" name="Google Shape;1255;p2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6" name="Google Shape;1256;p2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7" name="Google Shape;1257;p2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8" name="Google Shape;1258;p21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1259" name="Google Shape;1259;p2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60" name="Google Shape;1260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1" name="Google Shape;1261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2" name="Google Shape;1262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3" name="Google Shape;1263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4" name="Google Shape;1264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5" name="Google Shape;1265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6" name="Google Shape;1266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7" name="Google Shape;1267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68" name="Google Shape;1268;p2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69" name="Google Shape;1269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0" name="Google Shape;1270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1" name="Google Shape;1271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2" name="Google Shape;1272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3" name="Google Shape;1273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4" name="Google Shape;1274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5" name="Google Shape;1275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6" name="Google Shape;1276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277" name="Google Shape;1277;p2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22"/>
          <p:cNvSpPr txBox="1"/>
          <p:nvPr>
            <p:ph type="title"/>
          </p:nvPr>
        </p:nvSpPr>
        <p:spPr>
          <a:xfrm>
            <a:off x="827425" y="646450"/>
            <a:ext cx="36564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0" name="Google Shape;1280;p22"/>
          <p:cNvSpPr txBox="1"/>
          <p:nvPr>
            <p:ph idx="1" type="subTitle"/>
          </p:nvPr>
        </p:nvSpPr>
        <p:spPr>
          <a:xfrm>
            <a:off x="827425" y="1658800"/>
            <a:ext cx="36564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1" name="Google Shape;1281;p22"/>
          <p:cNvSpPr txBox="1"/>
          <p:nvPr/>
        </p:nvSpPr>
        <p:spPr>
          <a:xfrm>
            <a:off x="827425" y="3230950"/>
            <a:ext cx="3739800" cy="7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2" name="Google Shape;1282;p2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83" name="Google Shape;1283;p22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1284" name="Google Shape;1284;p2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285" name="Google Shape;1285;p2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2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2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2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" name="Google Shape;1289;p2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0" name="Google Shape;1290;p2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1" name="Google Shape;1291;p22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1292" name="Google Shape;1292;p2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93" name="Google Shape;1293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4" name="Google Shape;1294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5" name="Google Shape;1295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6" name="Google Shape;1296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7" name="Google Shape;1297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8" name="Google Shape;1298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99" name="Google Shape;1299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0" name="Google Shape;1300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01" name="Google Shape;1301;p2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302" name="Google Shape;1302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3" name="Google Shape;1303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4" name="Google Shape;1304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5" name="Google Shape;1305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6" name="Google Shape;1306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7" name="Google Shape;1307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8" name="Google Shape;1308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9" name="Google Shape;1309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310" name="Google Shape;1310;p2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13" name="Google Shape;1313;p23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1314" name="Google Shape;1314;p2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1315" name="Google Shape;1315;p2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6" name="Google Shape;1316;p2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17" name="Google Shape;1317;p2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1318" name="Google Shape;1318;p2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1319" name="Google Shape;1319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0" name="Google Shape;1320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1" name="Google Shape;1321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2" name="Google Shape;1322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3" name="Google Shape;1323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24" name="Google Shape;1324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25" name="Google Shape;1325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6" name="Google Shape;132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7" name="Google Shape;1327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8" name="Google Shape;1328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9" name="Google Shape;1329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0" name="Google Shape;1330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331" name="Google Shape;1331;p2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1332" name="Google Shape;1332;p2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1333" name="Google Shape;1333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4" name="Google Shape;1334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5" name="Google Shape;1335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6" name="Google Shape;1336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37" name="Google Shape;1337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38" name="Google Shape;1338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39" name="Google Shape;1339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0" name="Google Shape;1340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1" name="Google Shape;1341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2" name="Google Shape;1342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3" name="Google Shape;1343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344" name="Google Shape;1344;p2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345" name="Google Shape;1345;p2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346" name="Google Shape;134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7" name="Google Shape;1347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48" name="Google Shape;1348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49" name="Google Shape;1349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50" name="Google Shape;1350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1" name="Google Shape;1351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2" name="Google Shape;1352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3" name="Google Shape;1353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4" name="Google Shape;1354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55" name="Google Shape;1355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356" name="Google Shape;1356;p2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357" name="Google Shape;1357;p2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8" name="Google Shape;1358;p2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59" name="Google Shape;1359;p23"/>
          <p:cNvGrpSpPr/>
          <p:nvPr/>
        </p:nvGrpSpPr>
        <p:grpSpPr>
          <a:xfrm>
            <a:off x="100867" y="123169"/>
            <a:ext cx="9153546" cy="4702777"/>
            <a:chOff x="100867" y="199369"/>
            <a:chExt cx="9153546" cy="4702777"/>
          </a:xfrm>
        </p:grpSpPr>
        <p:grpSp>
          <p:nvGrpSpPr>
            <p:cNvPr id="1360" name="Google Shape;1360;p23"/>
            <p:cNvGrpSpPr/>
            <p:nvPr/>
          </p:nvGrpSpPr>
          <p:grpSpPr>
            <a:xfrm>
              <a:off x="100867" y="199369"/>
              <a:ext cx="466707" cy="693575"/>
              <a:chOff x="5450121" y="3289279"/>
              <a:chExt cx="919800" cy="1366920"/>
            </a:xfrm>
          </p:grpSpPr>
          <p:sp>
            <p:nvSpPr>
              <p:cNvPr id="1361" name="Google Shape;1361;p23"/>
              <p:cNvSpPr/>
              <p:nvPr/>
            </p:nvSpPr>
            <p:spPr>
              <a:xfrm>
                <a:off x="5652801" y="3289279"/>
                <a:ext cx="320040" cy="754920"/>
              </a:xfrm>
              <a:custGeom>
                <a:rect b="b" l="l" r="r" t="t"/>
                <a:pathLst>
                  <a:path extrusionOk="0" h="2097" w="889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23"/>
              <p:cNvSpPr/>
              <p:nvPr/>
            </p:nvSpPr>
            <p:spPr>
              <a:xfrm>
                <a:off x="5450121" y="4149319"/>
                <a:ext cx="919800" cy="86040"/>
              </a:xfrm>
              <a:custGeom>
                <a:rect b="b" l="l" r="r" t="t"/>
                <a:pathLst>
                  <a:path extrusionOk="0" h="239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23"/>
              <p:cNvSpPr/>
              <p:nvPr/>
            </p:nvSpPr>
            <p:spPr>
              <a:xfrm>
                <a:off x="5450121" y="4289719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23"/>
              <p:cNvSpPr/>
              <p:nvPr/>
            </p:nvSpPr>
            <p:spPr>
              <a:xfrm>
                <a:off x="5450121" y="4430119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23"/>
              <p:cNvSpPr/>
              <p:nvPr/>
            </p:nvSpPr>
            <p:spPr>
              <a:xfrm>
                <a:off x="5450121" y="4570519"/>
                <a:ext cx="467640" cy="85680"/>
              </a:xfrm>
              <a:custGeom>
                <a:rect b="b" l="l" r="r" t="t"/>
                <a:pathLst>
                  <a:path extrusionOk="0" h="238" w="1299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6" name="Google Shape;1366;p23"/>
            <p:cNvSpPr/>
            <p:nvPr/>
          </p:nvSpPr>
          <p:spPr>
            <a:xfrm flipH="1">
              <a:off x="8430782" y="4867324"/>
              <a:ext cx="823631" cy="34823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7681704" y="3962131"/>
              <a:ext cx="1336163" cy="912988"/>
              <a:chOff x="1641665" y="2480629"/>
              <a:chExt cx="2989178" cy="2042479"/>
            </a:xfrm>
          </p:grpSpPr>
          <p:sp>
            <p:nvSpPr>
              <p:cNvPr id="1368" name="Google Shape;1368;p23"/>
              <p:cNvSpPr/>
              <p:nvPr/>
            </p:nvSpPr>
            <p:spPr>
              <a:xfrm flipH="1">
                <a:off x="1642008" y="4301585"/>
                <a:ext cx="1842574" cy="77904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 flipH="1">
                <a:off x="1641665" y="2480629"/>
                <a:ext cx="1850810" cy="1850467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23"/>
              <p:cNvSpPr/>
              <p:nvPr/>
            </p:nvSpPr>
            <p:spPr>
              <a:xfrm flipH="1">
                <a:off x="1737414" y="2576379"/>
                <a:ext cx="1659655" cy="1658968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23"/>
              <p:cNvSpPr/>
              <p:nvPr/>
            </p:nvSpPr>
            <p:spPr>
              <a:xfrm flipH="1">
                <a:off x="2688386" y="3874659"/>
                <a:ext cx="72413" cy="28141"/>
              </a:xfrm>
              <a:custGeom>
                <a:rect b="b" l="l" r="r" t="t"/>
                <a:pathLst>
                  <a:path extrusionOk="0" h="82" w="211">
                    <a:moveTo>
                      <a:pt x="206" y="82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211" y="66"/>
                    </a:lnTo>
                    <a:lnTo>
                      <a:pt x="206" y="82"/>
                    </a:lnTo>
                    <a:close/>
                  </a:path>
                </a:pathLst>
              </a:custGeom>
              <a:solidFill>
                <a:srgbClr val="FDD568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flipH="1">
                <a:off x="2686327" y="3868139"/>
                <a:ext cx="74472" cy="34662"/>
              </a:xfrm>
              <a:custGeom>
                <a:rect b="b" l="l" r="r" t="t"/>
                <a:pathLst>
                  <a:path extrusionOk="0" h="101" w="217">
                    <a:moveTo>
                      <a:pt x="206" y="101"/>
                    </a:moveTo>
                    <a:lnTo>
                      <a:pt x="0" y="34"/>
                    </a:lnTo>
                    <a:lnTo>
                      <a:pt x="11" y="0"/>
                    </a:lnTo>
                    <a:lnTo>
                      <a:pt x="217" y="67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FDD467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flipH="1">
                <a:off x="2684268" y="3861961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23"/>
              <p:cNvSpPr/>
              <p:nvPr/>
            </p:nvSpPr>
            <p:spPr>
              <a:xfrm flipH="1">
                <a:off x="2682209" y="3855441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23"/>
              <p:cNvSpPr/>
              <p:nvPr/>
            </p:nvSpPr>
            <p:spPr>
              <a:xfrm flipH="1">
                <a:off x="2680149" y="3849263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26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flipH="1">
                <a:off x="2678090" y="3842743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16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flipH="1">
                <a:off x="2676031" y="3836565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16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flipH="1">
                <a:off x="2673972" y="3830045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06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3"/>
              <p:cNvSpPr/>
              <p:nvPr/>
            </p:nvSpPr>
            <p:spPr>
              <a:xfrm flipH="1">
                <a:off x="2671913" y="3823524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50"/>
                    </a:lnTo>
                    <a:lnTo>
                      <a:pt x="15" y="0"/>
                    </a:lnTo>
                    <a:lnTo>
                      <a:pt x="222" y="67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CF6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23"/>
              <p:cNvSpPr/>
              <p:nvPr/>
            </p:nvSpPr>
            <p:spPr>
              <a:xfrm flipH="1">
                <a:off x="2669854" y="3817347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F6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23"/>
              <p:cNvSpPr/>
              <p:nvPr/>
            </p:nvSpPr>
            <p:spPr>
              <a:xfrm flipH="1">
                <a:off x="2667795" y="3810826"/>
                <a:ext cx="76531" cy="3981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50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E6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flipH="1">
                <a:off x="2665736" y="3804649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D5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flipH="1">
                <a:off x="2663676" y="3798128"/>
                <a:ext cx="76531" cy="3981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flipH="1">
                <a:off x="2611169" y="3775135"/>
                <a:ext cx="150659" cy="50105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flipH="1">
                <a:off x="2578909" y="3758662"/>
                <a:ext cx="212776" cy="68638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flipH="1">
                <a:off x="2554200" y="3744591"/>
                <a:ext cx="259450" cy="83738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flipH="1">
                <a:off x="2534295" y="3732236"/>
                <a:ext cx="296171" cy="96093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flipH="1">
                <a:off x="2517822" y="3720568"/>
                <a:ext cx="326371" cy="107761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23"/>
              <p:cNvSpPr/>
              <p:nvPr/>
            </p:nvSpPr>
            <p:spPr>
              <a:xfrm flipH="1">
                <a:off x="2502378" y="3709929"/>
                <a:ext cx="353483" cy="118057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23"/>
              <p:cNvSpPr/>
              <p:nvPr/>
            </p:nvSpPr>
            <p:spPr>
              <a:xfrm flipH="1">
                <a:off x="2489337" y="3699633"/>
                <a:ext cx="376477" cy="12732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23"/>
              <p:cNvSpPr/>
              <p:nvPr/>
            </p:nvSpPr>
            <p:spPr>
              <a:xfrm flipH="1">
                <a:off x="2476639" y="3690024"/>
                <a:ext cx="398097" cy="135216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23"/>
              <p:cNvSpPr/>
              <p:nvPr/>
            </p:nvSpPr>
            <p:spPr>
              <a:xfrm flipH="1">
                <a:off x="2465657" y="3680415"/>
                <a:ext cx="416973" cy="142423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23"/>
              <p:cNvSpPr/>
              <p:nvPr/>
            </p:nvSpPr>
            <p:spPr>
              <a:xfrm flipH="1">
                <a:off x="2455019" y="3670805"/>
                <a:ext cx="434475" cy="149287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23"/>
              <p:cNvSpPr/>
              <p:nvPr/>
            </p:nvSpPr>
            <p:spPr>
              <a:xfrm flipH="1">
                <a:off x="2445409" y="3662226"/>
                <a:ext cx="449919" cy="154778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23"/>
              <p:cNvSpPr/>
              <p:nvPr/>
            </p:nvSpPr>
            <p:spPr>
              <a:xfrm flipH="1">
                <a:off x="2435800" y="3653303"/>
                <a:ext cx="465019" cy="160269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23"/>
              <p:cNvSpPr/>
              <p:nvPr/>
            </p:nvSpPr>
            <p:spPr>
              <a:xfrm flipH="1">
                <a:off x="2427564" y="3644723"/>
                <a:ext cx="478060" cy="165073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23"/>
              <p:cNvSpPr/>
              <p:nvPr/>
            </p:nvSpPr>
            <p:spPr>
              <a:xfrm flipH="1">
                <a:off x="2419327" y="3636143"/>
                <a:ext cx="490415" cy="169535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23"/>
              <p:cNvSpPr/>
              <p:nvPr/>
            </p:nvSpPr>
            <p:spPr>
              <a:xfrm flipH="1">
                <a:off x="2411434" y="3628250"/>
                <a:ext cx="502083" cy="173653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23"/>
              <p:cNvSpPr/>
              <p:nvPr/>
            </p:nvSpPr>
            <p:spPr>
              <a:xfrm flipH="1">
                <a:off x="2404227" y="3620014"/>
                <a:ext cx="512722" cy="177428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23"/>
              <p:cNvSpPr/>
              <p:nvPr/>
            </p:nvSpPr>
            <p:spPr>
              <a:xfrm flipH="1">
                <a:off x="2397363" y="3612120"/>
                <a:ext cx="522331" cy="180860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23"/>
              <p:cNvSpPr/>
              <p:nvPr/>
            </p:nvSpPr>
            <p:spPr>
              <a:xfrm flipH="1">
                <a:off x="2391186" y="3604227"/>
                <a:ext cx="531254" cy="183949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23"/>
              <p:cNvSpPr/>
              <p:nvPr/>
            </p:nvSpPr>
            <p:spPr>
              <a:xfrm flipH="1">
                <a:off x="2384665" y="3596677"/>
                <a:ext cx="539834" cy="18669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23"/>
              <p:cNvSpPr/>
              <p:nvPr/>
            </p:nvSpPr>
            <p:spPr>
              <a:xfrm flipH="1">
                <a:off x="2379174" y="3588784"/>
                <a:ext cx="547041" cy="190126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23"/>
              <p:cNvSpPr/>
              <p:nvPr/>
            </p:nvSpPr>
            <p:spPr>
              <a:xfrm flipH="1">
                <a:off x="2373340" y="3581233"/>
                <a:ext cx="554591" cy="192528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23"/>
              <p:cNvSpPr/>
              <p:nvPr/>
            </p:nvSpPr>
            <p:spPr>
              <a:xfrm flipH="1">
                <a:off x="2368192" y="3574026"/>
                <a:ext cx="561112" cy="194587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23"/>
              <p:cNvSpPr/>
              <p:nvPr/>
            </p:nvSpPr>
            <p:spPr>
              <a:xfrm flipH="1">
                <a:off x="2363044" y="3566476"/>
                <a:ext cx="567289" cy="19699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23"/>
              <p:cNvSpPr/>
              <p:nvPr/>
            </p:nvSpPr>
            <p:spPr>
              <a:xfrm flipH="1">
                <a:off x="2353092" y="3551033"/>
                <a:ext cx="578271" cy="20728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3"/>
              <p:cNvSpPr/>
              <p:nvPr/>
            </p:nvSpPr>
            <p:spPr>
              <a:xfrm flipH="1">
                <a:off x="2344512" y="3536619"/>
                <a:ext cx="587194" cy="210374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 flipH="1">
                <a:off x="2336962" y="3522205"/>
                <a:ext cx="594744" cy="213119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 flipH="1">
                <a:off x="2330098" y="3507791"/>
                <a:ext cx="601608" cy="21552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23"/>
              <p:cNvSpPr/>
              <p:nvPr/>
            </p:nvSpPr>
            <p:spPr>
              <a:xfrm flipH="1">
                <a:off x="2324264" y="3493720"/>
                <a:ext cx="606412" cy="217238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23"/>
              <p:cNvSpPr/>
              <p:nvPr/>
            </p:nvSpPr>
            <p:spPr>
              <a:xfrm flipH="1">
                <a:off x="2319116" y="3479993"/>
                <a:ext cx="610187" cy="218267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 flipH="1">
                <a:off x="2310880" y="3469011"/>
                <a:ext cx="612933" cy="203510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3"/>
              <p:cNvSpPr/>
              <p:nvPr/>
            </p:nvSpPr>
            <p:spPr>
              <a:xfrm flipH="1">
                <a:off x="2307791" y="3525294"/>
                <a:ext cx="346619" cy="133843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flipH="1">
                <a:off x="2305732" y="3512253"/>
                <a:ext cx="344217" cy="133157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flipH="1">
                <a:off x="2304016" y="3485484"/>
                <a:ext cx="337353" cy="132127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flipH="1">
                <a:off x="2304016" y="3472100"/>
                <a:ext cx="333235" cy="13144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flipH="1">
                <a:off x="2304359" y="3450822"/>
                <a:ext cx="345590" cy="137961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flipH="1">
                <a:off x="2305389" y="3422337"/>
                <a:ext cx="387459" cy="151346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flipH="1">
                <a:off x="2307791" y="3395912"/>
                <a:ext cx="420748" cy="162328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flipH="1">
                <a:off x="2311566" y="3372575"/>
                <a:ext cx="444085" cy="169535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23"/>
              <p:cNvSpPr/>
              <p:nvPr/>
            </p:nvSpPr>
            <p:spPr>
              <a:xfrm flipH="1">
                <a:off x="2317400" y="3350954"/>
                <a:ext cx="459185" cy="17433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 flipH="1">
                <a:off x="2325637" y="3331393"/>
                <a:ext cx="466735" cy="176742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23"/>
              <p:cNvSpPr/>
              <p:nvPr/>
            </p:nvSpPr>
            <p:spPr>
              <a:xfrm flipH="1">
                <a:off x="1830075" y="2668697"/>
                <a:ext cx="1474334" cy="1473990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3"/>
              <p:cNvSpPr txBox="1"/>
              <p:nvPr/>
            </p:nvSpPr>
            <p:spPr>
              <a:xfrm>
                <a:off x="1782025" y="2650775"/>
                <a:ext cx="1546500" cy="15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40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grpSp>
            <p:nvGrpSpPr>
              <p:cNvPr id="1426" name="Google Shape;1426;p23"/>
              <p:cNvGrpSpPr/>
              <p:nvPr/>
            </p:nvGrpSpPr>
            <p:grpSpPr>
              <a:xfrm>
                <a:off x="3426940" y="3003815"/>
                <a:ext cx="1203903" cy="1519293"/>
                <a:chOff x="7426940" y="3153878"/>
                <a:chExt cx="1203903" cy="1519293"/>
              </a:xfrm>
            </p:grpSpPr>
            <p:sp>
              <p:nvSpPr>
                <p:cNvPr id="1427" name="Google Shape;1427;p23"/>
                <p:cNvSpPr/>
                <p:nvPr/>
              </p:nvSpPr>
              <p:spPr>
                <a:xfrm flipH="1">
                  <a:off x="8530632" y="4527659"/>
                  <a:ext cx="75844" cy="78933"/>
                </a:xfrm>
                <a:custGeom>
                  <a:rect b="b" l="l" r="r" t="t"/>
                  <a:pathLst>
                    <a:path extrusionOk="0" h="230" w="221">
                      <a:moveTo>
                        <a:pt x="154" y="230"/>
                      </a:moveTo>
                      <a:cubicBezTo>
                        <a:pt x="145" y="205"/>
                        <a:pt x="138" y="182"/>
                        <a:pt x="138" y="182"/>
                      </a:cubicBezTo>
                      <a:lnTo>
                        <a:pt x="221" y="101"/>
                      </a:lnTo>
                      <a:lnTo>
                        <a:pt x="84" y="0"/>
                      </a:lnTo>
                      <a:lnTo>
                        <a:pt x="3" y="92"/>
                      </a:lnTo>
                      <a:cubicBezTo>
                        <a:pt x="3" y="92"/>
                        <a:pt x="2" y="92"/>
                        <a:pt x="0" y="92"/>
                      </a:cubicBezTo>
                      <a:cubicBezTo>
                        <a:pt x="0" y="105"/>
                        <a:pt x="0" y="117"/>
                        <a:pt x="0" y="129"/>
                      </a:cubicBezTo>
                      <a:cubicBezTo>
                        <a:pt x="42" y="171"/>
                        <a:pt x="95" y="213"/>
                        <a:pt x="154" y="2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37800" lIns="90000" spcFirstLastPara="1" rIns="90000" wrap="square" tIns="37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8" name="Google Shape;1428;p23"/>
                <p:cNvSpPr/>
                <p:nvPr/>
              </p:nvSpPr>
              <p:spPr>
                <a:xfrm flipH="1">
                  <a:off x="8484645" y="4559576"/>
                  <a:ext cx="146198" cy="103643"/>
                </a:xfrm>
                <a:custGeom>
                  <a:rect b="b" l="l" r="r" t="t"/>
                  <a:pathLst>
                    <a:path extrusionOk="0" h="302" w="426">
                      <a:moveTo>
                        <a:pt x="400" y="232"/>
                      </a:moveTo>
                      <a:cubicBezTo>
                        <a:pt x="373" y="221"/>
                        <a:pt x="275" y="201"/>
                        <a:pt x="256" y="193"/>
                      </a:cubicBezTo>
                      <a:cubicBezTo>
                        <a:pt x="247" y="188"/>
                        <a:pt x="235" y="162"/>
                        <a:pt x="225" y="137"/>
                      </a:cubicBezTo>
                      <a:cubicBezTo>
                        <a:pt x="166" y="120"/>
                        <a:pt x="113" y="78"/>
                        <a:pt x="71" y="36"/>
                      </a:cubicBezTo>
                      <a:cubicBezTo>
                        <a:pt x="71" y="24"/>
                        <a:pt x="71" y="12"/>
                        <a:pt x="71" y="0"/>
                      </a:cubicBezTo>
                      <a:cubicBezTo>
                        <a:pt x="59" y="3"/>
                        <a:pt x="19" y="17"/>
                        <a:pt x="2" y="76"/>
                      </a:cubicBezTo>
                      <a:cubicBezTo>
                        <a:pt x="-19" y="146"/>
                        <a:pt x="132" y="266"/>
                        <a:pt x="132" y="266"/>
                      </a:cubicBezTo>
                      <a:cubicBezTo>
                        <a:pt x="132" y="266"/>
                        <a:pt x="155" y="297"/>
                        <a:pt x="188" y="300"/>
                      </a:cubicBezTo>
                      <a:cubicBezTo>
                        <a:pt x="221" y="304"/>
                        <a:pt x="426" y="300"/>
                        <a:pt x="426" y="300"/>
                      </a:cubicBezTo>
                      <a:cubicBezTo>
                        <a:pt x="426" y="300"/>
                        <a:pt x="427" y="243"/>
                        <a:pt x="400" y="2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9" name="Google Shape;1429;p23"/>
                <p:cNvSpPr/>
                <p:nvPr/>
              </p:nvSpPr>
              <p:spPr>
                <a:xfrm flipH="1">
                  <a:off x="7780080" y="4595267"/>
                  <a:ext cx="76874" cy="56283"/>
                </a:xfrm>
                <a:custGeom>
                  <a:rect b="b" l="l" r="r" t="t"/>
                  <a:pathLst>
                    <a:path extrusionOk="0" h="164" w="224">
                      <a:moveTo>
                        <a:pt x="224" y="69"/>
                      </a:moveTo>
                      <a:cubicBezTo>
                        <a:pt x="223" y="69"/>
                        <a:pt x="222" y="69"/>
                        <a:pt x="221" y="68"/>
                      </a:cubicBezTo>
                      <a:cubicBezTo>
                        <a:pt x="190" y="61"/>
                        <a:pt x="163" y="0"/>
                        <a:pt x="163" y="0"/>
                      </a:cubicBezTo>
                      <a:lnTo>
                        <a:pt x="0" y="57"/>
                      </a:lnTo>
                      <a:lnTo>
                        <a:pt x="18" y="125"/>
                      </a:lnTo>
                      <a:cubicBezTo>
                        <a:pt x="18" y="125"/>
                        <a:pt x="17" y="139"/>
                        <a:pt x="17" y="156"/>
                      </a:cubicBezTo>
                      <a:cubicBezTo>
                        <a:pt x="90" y="180"/>
                        <a:pt x="185" y="146"/>
                        <a:pt x="224" y="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14025" lIns="90000" spcFirstLastPara="1" rIns="90000" wrap="square" tIns="140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0" name="Google Shape;1430;p23"/>
                <p:cNvSpPr/>
                <p:nvPr/>
              </p:nvSpPr>
              <p:spPr>
                <a:xfrm flipH="1">
                  <a:off x="7697715" y="4615172"/>
                  <a:ext cx="153405" cy="57999"/>
                </a:xfrm>
                <a:custGeom>
                  <a:rect b="b" l="l" r="r" t="t"/>
                  <a:pathLst>
                    <a:path extrusionOk="0" h="169" w="447">
                      <a:moveTo>
                        <a:pt x="425" y="0"/>
                      </a:moveTo>
                      <a:cubicBezTo>
                        <a:pt x="405" y="0"/>
                        <a:pt x="243" y="17"/>
                        <a:pt x="207" y="11"/>
                      </a:cubicBezTo>
                      <a:cubicBezTo>
                        <a:pt x="168" y="88"/>
                        <a:pt x="73" y="122"/>
                        <a:pt x="0" y="98"/>
                      </a:cubicBezTo>
                      <a:cubicBezTo>
                        <a:pt x="0" y="117"/>
                        <a:pt x="2" y="140"/>
                        <a:pt x="10" y="154"/>
                      </a:cubicBezTo>
                      <a:cubicBezTo>
                        <a:pt x="25" y="179"/>
                        <a:pt x="165" y="167"/>
                        <a:pt x="212" y="154"/>
                      </a:cubicBezTo>
                      <a:cubicBezTo>
                        <a:pt x="259" y="141"/>
                        <a:pt x="384" y="83"/>
                        <a:pt x="423" y="69"/>
                      </a:cubicBezTo>
                      <a:cubicBezTo>
                        <a:pt x="463" y="54"/>
                        <a:pt x="445" y="0"/>
                        <a:pt x="4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15825" lIns="90000" spcFirstLastPara="1" rIns="90000" wrap="square" tIns="158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1" name="Google Shape;1431;p23"/>
                <p:cNvSpPr/>
                <p:nvPr/>
              </p:nvSpPr>
              <p:spPr>
                <a:xfrm flipH="1">
                  <a:off x="7818174" y="3199865"/>
                  <a:ext cx="135216" cy="161298"/>
                </a:xfrm>
                <a:custGeom>
                  <a:rect b="b" l="l" r="r" t="t"/>
                  <a:pathLst>
                    <a:path extrusionOk="0" h="470" w="394">
                      <a:moveTo>
                        <a:pt x="53" y="340"/>
                      </a:moveTo>
                      <a:lnTo>
                        <a:pt x="0" y="329"/>
                      </a:lnTo>
                      <a:cubicBezTo>
                        <a:pt x="0" y="329"/>
                        <a:pt x="77" y="253"/>
                        <a:pt x="84" y="216"/>
                      </a:cubicBezTo>
                      <a:cubicBezTo>
                        <a:pt x="91" y="178"/>
                        <a:pt x="135" y="12"/>
                        <a:pt x="135" y="12"/>
                      </a:cubicBezTo>
                      <a:cubicBezTo>
                        <a:pt x="135" y="12"/>
                        <a:pt x="305" y="-18"/>
                        <a:pt x="358" y="16"/>
                      </a:cubicBezTo>
                      <a:cubicBezTo>
                        <a:pt x="411" y="49"/>
                        <a:pt x="395" y="239"/>
                        <a:pt x="378" y="313"/>
                      </a:cubicBezTo>
                      <a:cubicBezTo>
                        <a:pt x="360" y="388"/>
                        <a:pt x="255" y="370"/>
                        <a:pt x="255" y="370"/>
                      </a:cubicBezTo>
                      <a:cubicBezTo>
                        <a:pt x="255" y="370"/>
                        <a:pt x="220" y="400"/>
                        <a:pt x="224" y="458"/>
                      </a:cubicBezTo>
                      <a:cubicBezTo>
                        <a:pt x="227" y="517"/>
                        <a:pt x="53" y="340"/>
                        <a:pt x="53" y="340"/>
                      </a:cubicBez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2" name="Google Shape;1432;p23"/>
                <p:cNvSpPr/>
                <p:nvPr/>
              </p:nvSpPr>
              <p:spPr>
                <a:xfrm flipH="1">
                  <a:off x="7857984" y="3304194"/>
                  <a:ext cx="117713" cy="97465"/>
                </a:xfrm>
                <a:custGeom>
                  <a:rect b="b" l="l" r="r" t="t"/>
                  <a:pathLst>
                    <a:path extrusionOk="0" h="284" w="343">
                      <a:moveTo>
                        <a:pt x="0" y="41"/>
                      </a:moveTo>
                      <a:cubicBezTo>
                        <a:pt x="0" y="41"/>
                        <a:pt x="44" y="-1"/>
                        <a:pt x="79" y="0"/>
                      </a:cubicBezTo>
                      <a:cubicBezTo>
                        <a:pt x="114" y="1"/>
                        <a:pt x="287" y="110"/>
                        <a:pt x="305" y="139"/>
                      </a:cubicBezTo>
                      <a:cubicBezTo>
                        <a:pt x="323" y="168"/>
                        <a:pt x="343" y="284"/>
                        <a:pt x="343" y="284"/>
                      </a:cubicBezTo>
                      <a:cubicBezTo>
                        <a:pt x="343" y="284"/>
                        <a:pt x="193" y="106"/>
                        <a:pt x="0" y="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3" name="Google Shape;1433;p23"/>
                <p:cNvSpPr/>
                <p:nvPr/>
              </p:nvSpPr>
              <p:spPr>
                <a:xfrm flipH="1">
                  <a:off x="8058063" y="3884182"/>
                  <a:ext cx="525420" cy="692896"/>
                </a:xfrm>
                <a:custGeom>
                  <a:rect b="b" l="l" r="r" t="t"/>
                  <a:pathLst>
                    <a:path extrusionOk="0" h="2019" w="1531">
                      <a:moveTo>
                        <a:pt x="994" y="0"/>
                      </a:moveTo>
                      <a:lnTo>
                        <a:pt x="606" y="1071"/>
                      </a:lnTo>
                      <a:lnTo>
                        <a:pt x="1" y="1856"/>
                      </a:lnTo>
                      <a:cubicBezTo>
                        <a:pt x="-10" y="1936"/>
                        <a:pt x="59" y="1983"/>
                        <a:pt x="154" y="2019"/>
                      </a:cubicBezTo>
                      <a:lnTo>
                        <a:pt x="1003" y="1247"/>
                      </a:lnTo>
                      <a:lnTo>
                        <a:pt x="1531" y="136"/>
                      </a:lnTo>
                      <a:lnTo>
                        <a:pt x="9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p23"/>
                <p:cNvSpPr/>
                <p:nvPr/>
              </p:nvSpPr>
              <p:spPr>
                <a:xfrm flipH="1">
                  <a:off x="7791406" y="3771959"/>
                  <a:ext cx="460214" cy="848360"/>
                </a:xfrm>
                <a:custGeom>
                  <a:rect b="b" l="l" r="r" t="t"/>
                  <a:pathLst>
                    <a:path extrusionOk="0" h="2472" w="1341">
                      <a:moveTo>
                        <a:pt x="81" y="0"/>
                      </a:moveTo>
                      <a:cubicBezTo>
                        <a:pt x="81" y="0"/>
                        <a:pt x="16" y="142"/>
                        <a:pt x="2" y="266"/>
                      </a:cubicBezTo>
                      <a:cubicBezTo>
                        <a:pt x="-2" y="297"/>
                        <a:pt x="2" y="330"/>
                        <a:pt x="8" y="363"/>
                      </a:cubicBezTo>
                      <a:cubicBezTo>
                        <a:pt x="30" y="466"/>
                        <a:pt x="86" y="559"/>
                        <a:pt x="164" y="630"/>
                      </a:cubicBezTo>
                      <a:lnTo>
                        <a:pt x="221" y="683"/>
                      </a:lnTo>
                      <a:lnTo>
                        <a:pt x="752" y="1493"/>
                      </a:lnTo>
                      <a:lnTo>
                        <a:pt x="1096" y="2457"/>
                      </a:lnTo>
                      <a:cubicBezTo>
                        <a:pt x="1107" y="2501"/>
                        <a:pt x="1352" y="2439"/>
                        <a:pt x="1341" y="2395"/>
                      </a:cubicBezTo>
                      <a:cubicBezTo>
                        <a:pt x="1341" y="2395"/>
                        <a:pt x="1149" y="1543"/>
                        <a:pt x="1085" y="1335"/>
                      </a:cubicBezTo>
                      <a:cubicBezTo>
                        <a:pt x="1020" y="1128"/>
                        <a:pt x="709" y="432"/>
                        <a:pt x="709" y="432"/>
                      </a:cubicBezTo>
                      <a:lnTo>
                        <a:pt x="689" y="29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5" name="Google Shape;1435;p23"/>
                <p:cNvSpPr/>
                <p:nvPr/>
              </p:nvSpPr>
              <p:spPr>
                <a:xfrm flipH="1">
                  <a:off x="8012419" y="3825840"/>
                  <a:ext cx="231995" cy="96436"/>
                </a:xfrm>
                <a:custGeom>
                  <a:rect b="b" l="l" r="r" t="t"/>
                  <a:pathLst>
                    <a:path extrusionOk="0" h="281" w="676">
                      <a:moveTo>
                        <a:pt x="0" y="0"/>
                      </a:moveTo>
                      <a:cubicBezTo>
                        <a:pt x="0" y="0"/>
                        <a:pt x="89" y="154"/>
                        <a:pt x="294" y="220"/>
                      </a:cubicBezTo>
                      <a:cubicBezTo>
                        <a:pt x="499" y="286"/>
                        <a:pt x="676" y="281"/>
                        <a:pt x="676" y="281"/>
                      </a:cubicBezTo>
                      <a:lnTo>
                        <a:pt x="665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6" name="Google Shape;1436;p23"/>
                <p:cNvSpPr/>
                <p:nvPr/>
              </p:nvSpPr>
              <p:spPr>
                <a:xfrm flipH="1">
                  <a:off x="7843227" y="3315176"/>
                  <a:ext cx="423837" cy="594058"/>
                </a:xfrm>
                <a:custGeom>
                  <a:rect b="b" l="l" r="r" t="t"/>
                  <a:pathLst>
                    <a:path extrusionOk="0" h="1731" w="1235">
                      <a:moveTo>
                        <a:pt x="842" y="0"/>
                      </a:moveTo>
                      <a:cubicBezTo>
                        <a:pt x="840" y="1"/>
                        <a:pt x="839" y="1"/>
                        <a:pt x="838" y="2"/>
                      </a:cubicBezTo>
                      <a:cubicBezTo>
                        <a:pt x="667" y="71"/>
                        <a:pt x="539" y="216"/>
                        <a:pt x="485" y="392"/>
                      </a:cubicBezTo>
                      <a:cubicBezTo>
                        <a:pt x="426" y="583"/>
                        <a:pt x="358" y="825"/>
                        <a:pt x="358" y="825"/>
                      </a:cubicBezTo>
                      <a:lnTo>
                        <a:pt x="0" y="1441"/>
                      </a:lnTo>
                      <a:cubicBezTo>
                        <a:pt x="0" y="1441"/>
                        <a:pt x="430" y="1786"/>
                        <a:pt x="793" y="1723"/>
                      </a:cubicBezTo>
                      <a:cubicBezTo>
                        <a:pt x="857" y="1552"/>
                        <a:pt x="1027" y="1010"/>
                        <a:pt x="1027" y="1010"/>
                      </a:cubicBezTo>
                      <a:cubicBezTo>
                        <a:pt x="1027" y="1010"/>
                        <a:pt x="1273" y="722"/>
                        <a:pt x="1230" y="344"/>
                      </a:cubicBezTo>
                      <a:cubicBezTo>
                        <a:pt x="1220" y="259"/>
                        <a:pt x="1153" y="181"/>
                        <a:pt x="1098" y="122"/>
                      </a:cubicBezTo>
                      <a:cubicBezTo>
                        <a:pt x="991" y="8"/>
                        <a:pt x="842" y="0"/>
                        <a:pt x="8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7" name="Google Shape;1437;p23"/>
                <p:cNvSpPr/>
                <p:nvPr/>
              </p:nvSpPr>
              <p:spPr>
                <a:xfrm flipH="1">
                  <a:off x="7987709" y="3523148"/>
                  <a:ext cx="146198" cy="329460"/>
                </a:xfrm>
                <a:custGeom>
                  <a:rect b="b" l="l" r="r" t="t"/>
                  <a:pathLst>
                    <a:path extrusionOk="0" h="960" w="426">
                      <a:moveTo>
                        <a:pt x="4" y="960"/>
                      </a:moveTo>
                      <a:cubicBezTo>
                        <a:pt x="3" y="960"/>
                        <a:pt x="3" y="960"/>
                        <a:pt x="2" y="960"/>
                      </a:cubicBezTo>
                      <a:cubicBezTo>
                        <a:pt x="0" y="959"/>
                        <a:pt x="-1" y="956"/>
                        <a:pt x="0" y="954"/>
                      </a:cubicBezTo>
                      <a:lnTo>
                        <a:pt x="321" y="316"/>
                      </a:lnTo>
                      <a:lnTo>
                        <a:pt x="417" y="3"/>
                      </a:lnTo>
                      <a:cubicBezTo>
                        <a:pt x="418" y="0"/>
                        <a:pt x="421" y="-1"/>
                        <a:pt x="423" y="0"/>
                      </a:cubicBezTo>
                      <a:cubicBezTo>
                        <a:pt x="425" y="0"/>
                        <a:pt x="427" y="3"/>
                        <a:pt x="426" y="5"/>
                      </a:cubicBezTo>
                      <a:lnTo>
                        <a:pt x="329" y="320"/>
                      </a:lnTo>
                      <a:lnTo>
                        <a:pt x="8" y="958"/>
                      </a:lnTo>
                      <a:cubicBezTo>
                        <a:pt x="7" y="959"/>
                        <a:pt x="6" y="960"/>
                        <a:pt x="4" y="9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8" name="Google Shape;1438;p23"/>
                <p:cNvSpPr/>
                <p:nvPr/>
              </p:nvSpPr>
              <p:spPr>
                <a:xfrm flipH="1">
                  <a:off x="7989082" y="3620957"/>
                  <a:ext cx="52851" cy="19218"/>
                </a:xfrm>
                <a:custGeom>
                  <a:rect b="b" l="l" r="r" t="t"/>
                  <a:pathLst>
                    <a:path extrusionOk="0" h="56" w="154">
                      <a:moveTo>
                        <a:pt x="149" y="56"/>
                      </a:moveTo>
                      <a:lnTo>
                        <a:pt x="149" y="56"/>
                      </a:lnTo>
                      <a:cubicBezTo>
                        <a:pt x="67" y="49"/>
                        <a:pt x="5" y="10"/>
                        <a:pt x="2" y="8"/>
                      </a:cubicBezTo>
                      <a:cubicBezTo>
                        <a:pt x="0" y="7"/>
                        <a:pt x="-1" y="4"/>
                        <a:pt x="1" y="2"/>
                      </a:cubicBezTo>
                      <a:cubicBezTo>
                        <a:pt x="2" y="0"/>
                        <a:pt x="5" y="-1"/>
                        <a:pt x="7" y="1"/>
                      </a:cubicBezTo>
                      <a:cubicBezTo>
                        <a:pt x="8" y="1"/>
                        <a:pt x="70" y="40"/>
                        <a:pt x="150" y="47"/>
                      </a:cubicBezTo>
                      <a:cubicBezTo>
                        <a:pt x="152" y="47"/>
                        <a:pt x="154" y="49"/>
                        <a:pt x="154" y="52"/>
                      </a:cubicBezTo>
                      <a:cubicBezTo>
                        <a:pt x="154" y="54"/>
                        <a:pt x="152" y="56"/>
                        <a:pt x="149" y="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9" name="Google Shape;1439;p23"/>
                <p:cNvSpPr/>
                <p:nvPr/>
              </p:nvSpPr>
              <p:spPr>
                <a:xfrm flipH="1">
                  <a:off x="7800328" y="3153878"/>
                  <a:ext cx="147227" cy="127323"/>
                </a:xfrm>
                <a:custGeom>
                  <a:rect b="b" l="l" r="r" t="t"/>
                  <a:pathLst>
                    <a:path extrusionOk="0" h="371" w="429">
                      <a:moveTo>
                        <a:pt x="6" y="133"/>
                      </a:moveTo>
                      <a:cubicBezTo>
                        <a:pt x="6" y="133"/>
                        <a:pt x="-6" y="214"/>
                        <a:pt x="4" y="257"/>
                      </a:cubicBezTo>
                      <a:cubicBezTo>
                        <a:pt x="14" y="301"/>
                        <a:pt x="62" y="366"/>
                        <a:pt x="62" y="366"/>
                      </a:cubicBezTo>
                      <a:lnTo>
                        <a:pt x="103" y="371"/>
                      </a:lnTo>
                      <a:cubicBezTo>
                        <a:pt x="103" y="371"/>
                        <a:pt x="158" y="229"/>
                        <a:pt x="197" y="233"/>
                      </a:cubicBezTo>
                      <a:cubicBezTo>
                        <a:pt x="236" y="237"/>
                        <a:pt x="236" y="303"/>
                        <a:pt x="236" y="303"/>
                      </a:cubicBezTo>
                      <a:lnTo>
                        <a:pt x="234" y="320"/>
                      </a:lnTo>
                      <a:lnTo>
                        <a:pt x="261" y="320"/>
                      </a:lnTo>
                      <a:cubicBezTo>
                        <a:pt x="261" y="320"/>
                        <a:pt x="261" y="262"/>
                        <a:pt x="286" y="240"/>
                      </a:cubicBezTo>
                      <a:cubicBezTo>
                        <a:pt x="311" y="218"/>
                        <a:pt x="352" y="205"/>
                        <a:pt x="367" y="199"/>
                      </a:cubicBezTo>
                      <a:cubicBezTo>
                        <a:pt x="419" y="179"/>
                        <a:pt x="423" y="148"/>
                        <a:pt x="423" y="148"/>
                      </a:cubicBezTo>
                      <a:cubicBezTo>
                        <a:pt x="423" y="148"/>
                        <a:pt x="435" y="95"/>
                        <a:pt x="425" y="48"/>
                      </a:cubicBezTo>
                      <a:cubicBezTo>
                        <a:pt x="415" y="0"/>
                        <a:pt x="348" y="-17"/>
                        <a:pt x="280" y="19"/>
                      </a:cubicBezTo>
                      <a:cubicBezTo>
                        <a:pt x="248" y="36"/>
                        <a:pt x="190" y="41"/>
                        <a:pt x="157" y="49"/>
                      </a:cubicBezTo>
                      <a:cubicBezTo>
                        <a:pt x="124" y="58"/>
                        <a:pt x="32" y="29"/>
                        <a:pt x="6" y="1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p23"/>
                <p:cNvSpPr/>
                <p:nvPr/>
              </p:nvSpPr>
              <p:spPr>
                <a:xfrm flipH="1">
                  <a:off x="7426940" y="3471327"/>
                  <a:ext cx="118743" cy="99868"/>
                </a:xfrm>
                <a:custGeom>
                  <a:rect b="b" l="l" r="r" t="t"/>
                  <a:pathLst>
                    <a:path extrusionOk="0" h="291" w="346">
                      <a:moveTo>
                        <a:pt x="4" y="169"/>
                      </a:moveTo>
                      <a:lnTo>
                        <a:pt x="88" y="152"/>
                      </a:lnTo>
                      <a:cubicBezTo>
                        <a:pt x="88" y="152"/>
                        <a:pt x="141" y="71"/>
                        <a:pt x="164" y="49"/>
                      </a:cubicBezTo>
                      <a:cubicBezTo>
                        <a:pt x="187" y="27"/>
                        <a:pt x="242" y="27"/>
                        <a:pt x="281" y="17"/>
                      </a:cubicBezTo>
                      <a:cubicBezTo>
                        <a:pt x="320" y="7"/>
                        <a:pt x="337" y="-8"/>
                        <a:pt x="346" y="6"/>
                      </a:cubicBezTo>
                      <a:cubicBezTo>
                        <a:pt x="354" y="21"/>
                        <a:pt x="274" y="67"/>
                        <a:pt x="266" y="77"/>
                      </a:cubicBezTo>
                      <a:cubicBezTo>
                        <a:pt x="258" y="87"/>
                        <a:pt x="215" y="176"/>
                        <a:pt x="176" y="211"/>
                      </a:cubicBezTo>
                      <a:cubicBezTo>
                        <a:pt x="137" y="246"/>
                        <a:pt x="0" y="291"/>
                        <a:pt x="0" y="291"/>
                      </a:cubicBezTo>
                      <a:lnTo>
                        <a:pt x="4" y="16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23"/>
                <p:cNvSpPr/>
                <p:nvPr/>
              </p:nvSpPr>
              <p:spPr>
                <a:xfrm flipH="1">
                  <a:off x="7532299" y="3396168"/>
                  <a:ext cx="460214" cy="193215"/>
                </a:xfrm>
                <a:custGeom>
                  <a:rect b="b" l="l" r="r" t="t"/>
                  <a:pathLst>
                    <a:path extrusionOk="0" h="563" w="1341">
                      <a:moveTo>
                        <a:pt x="116" y="404"/>
                      </a:moveTo>
                      <a:cubicBezTo>
                        <a:pt x="116" y="404"/>
                        <a:pt x="562" y="524"/>
                        <a:pt x="685" y="554"/>
                      </a:cubicBezTo>
                      <a:cubicBezTo>
                        <a:pt x="808" y="585"/>
                        <a:pt x="1337" y="525"/>
                        <a:pt x="1337" y="525"/>
                      </a:cubicBezTo>
                      <a:cubicBezTo>
                        <a:pt x="1346" y="458"/>
                        <a:pt x="1340" y="399"/>
                        <a:pt x="1302" y="354"/>
                      </a:cubicBezTo>
                      <a:cubicBezTo>
                        <a:pt x="1302" y="354"/>
                        <a:pt x="873" y="297"/>
                        <a:pt x="801" y="290"/>
                      </a:cubicBezTo>
                      <a:cubicBezTo>
                        <a:pt x="729" y="284"/>
                        <a:pt x="297" y="12"/>
                        <a:pt x="297" y="12"/>
                      </a:cubicBezTo>
                      <a:cubicBezTo>
                        <a:pt x="297" y="12"/>
                        <a:pt x="127" y="-50"/>
                        <a:pt x="29" y="105"/>
                      </a:cubicBezTo>
                      <a:cubicBezTo>
                        <a:pt x="-69" y="260"/>
                        <a:pt x="116" y="404"/>
                        <a:pt x="116" y="4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23"/>
                <p:cNvSpPr/>
                <p:nvPr/>
              </p:nvSpPr>
              <p:spPr>
                <a:xfrm flipH="1">
                  <a:off x="7431745" y="3421907"/>
                  <a:ext cx="111879" cy="110163"/>
                </a:xfrm>
                <a:custGeom>
                  <a:rect b="b" l="l" r="r" t="t"/>
                  <a:pathLst>
                    <a:path extrusionOk="0" h="321" w="326">
                      <a:moveTo>
                        <a:pt x="0" y="199"/>
                      </a:moveTo>
                      <a:lnTo>
                        <a:pt x="82" y="174"/>
                      </a:lnTo>
                      <a:cubicBezTo>
                        <a:pt x="82" y="174"/>
                        <a:pt x="128" y="89"/>
                        <a:pt x="149" y="64"/>
                      </a:cubicBezTo>
                      <a:cubicBezTo>
                        <a:pt x="169" y="40"/>
                        <a:pt x="224" y="36"/>
                        <a:pt x="262" y="22"/>
                      </a:cubicBezTo>
                      <a:cubicBezTo>
                        <a:pt x="299" y="8"/>
                        <a:pt x="315" y="-8"/>
                        <a:pt x="325" y="5"/>
                      </a:cubicBezTo>
                      <a:cubicBezTo>
                        <a:pt x="335" y="19"/>
                        <a:pt x="259" y="73"/>
                        <a:pt x="252" y="83"/>
                      </a:cubicBezTo>
                      <a:cubicBezTo>
                        <a:pt x="244" y="94"/>
                        <a:pt x="210" y="187"/>
                        <a:pt x="175" y="225"/>
                      </a:cubicBezTo>
                      <a:cubicBezTo>
                        <a:pt x="139" y="263"/>
                        <a:pt x="7" y="321"/>
                        <a:pt x="7" y="321"/>
                      </a:cubicBezTo>
                      <a:lnTo>
                        <a:pt x="0" y="19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 flipH="1">
                  <a:off x="7500726" y="3392393"/>
                  <a:ext cx="491101" cy="184635"/>
                </a:xfrm>
                <a:custGeom>
                  <a:rect b="b" l="l" r="r" t="t"/>
                  <a:pathLst>
                    <a:path extrusionOk="0" h="538" w="1431">
                      <a:moveTo>
                        <a:pt x="143" y="433"/>
                      </a:moveTo>
                      <a:cubicBezTo>
                        <a:pt x="143" y="433"/>
                        <a:pt x="622" y="516"/>
                        <a:pt x="754" y="536"/>
                      </a:cubicBezTo>
                      <a:cubicBezTo>
                        <a:pt x="886" y="556"/>
                        <a:pt x="1430" y="420"/>
                        <a:pt x="1430" y="420"/>
                      </a:cubicBezTo>
                      <a:cubicBezTo>
                        <a:pt x="1434" y="348"/>
                        <a:pt x="1421" y="286"/>
                        <a:pt x="1377" y="243"/>
                      </a:cubicBezTo>
                      <a:cubicBezTo>
                        <a:pt x="1377" y="243"/>
                        <a:pt x="926" y="249"/>
                        <a:pt x="850" y="249"/>
                      </a:cubicBezTo>
                      <a:cubicBezTo>
                        <a:pt x="774" y="249"/>
                        <a:pt x="295" y="6"/>
                        <a:pt x="295" y="6"/>
                      </a:cubicBezTo>
                      <a:cubicBezTo>
                        <a:pt x="295" y="6"/>
                        <a:pt x="110" y="-43"/>
                        <a:pt x="22" y="129"/>
                      </a:cubicBezTo>
                      <a:cubicBezTo>
                        <a:pt x="-66" y="301"/>
                        <a:pt x="143" y="433"/>
                        <a:pt x="143" y="4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p23"/>
                <p:cNvSpPr/>
                <p:nvPr/>
              </p:nvSpPr>
              <p:spPr>
                <a:xfrm flipH="1">
                  <a:off x="7892646" y="3365281"/>
                  <a:ext cx="107074" cy="149630"/>
                </a:xfrm>
                <a:custGeom>
                  <a:rect b="b" l="l" r="r" t="t"/>
                  <a:pathLst>
                    <a:path extrusionOk="0" h="436" w="312">
                      <a:moveTo>
                        <a:pt x="129" y="436"/>
                      </a:moveTo>
                      <a:cubicBezTo>
                        <a:pt x="128" y="436"/>
                        <a:pt x="127" y="435"/>
                        <a:pt x="127" y="435"/>
                      </a:cubicBezTo>
                      <a:cubicBezTo>
                        <a:pt x="59" y="397"/>
                        <a:pt x="9" y="319"/>
                        <a:pt x="1" y="236"/>
                      </a:cubicBezTo>
                      <a:cubicBezTo>
                        <a:pt x="-6" y="164"/>
                        <a:pt x="19" y="100"/>
                        <a:pt x="70" y="56"/>
                      </a:cubicBezTo>
                      <a:cubicBezTo>
                        <a:pt x="195" y="-52"/>
                        <a:pt x="309" y="28"/>
                        <a:pt x="310" y="28"/>
                      </a:cubicBezTo>
                      <a:cubicBezTo>
                        <a:pt x="312" y="30"/>
                        <a:pt x="312" y="33"/>
                        <a:pt x="311" y="34"/>
                      </a:cubicBezTo>
                      <a:cubicBezTo>
                        <a:pt x="309" y="36"/>
                        <a:pt x="307" y="37"/>
                        <a:pt x="305" y="36"/>
                      </a:cubicBezTo>
                      <a:cubicBezTo>
                        <a:pt x="301" y="32"/>
                        <a:pt x="196" y="-41"/>
                        <a:pt x="76" y="62"/>
                      </a:cubicBezTo>
                      <a:cubicBezTo>
                        <a:pt x="27" y="105"/>
                        <a:pt x="3" y="166"/>
                        <a:pt x="10" y="236"/>
                      </a:cubicBezTo>
                      <a:cubicBezTo>
                        <a:pt x="18" y="315"/>
                        <a:pt x="65" y="390"/>
                        <a:pt x="131" y="427"/>
                      </a:cubicBezTo>
                      <a:cubicBezTo>
                        <a:pt x="133" y="429"/>
                        <a:pt x="134" y="431"/>
                        <a:pt x="133" y="433"/>
                      </a:cubicBezTo>
                      <a:cubicBezTo>
                        <a:pt x="132" y="435"/>
                        <a:pt x="130" y="436"/>
                        <a:pt x="129" y="4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7" name="Google Shape;1447;p24"/>
          <p:cNvGrpSpPr/>
          <p:nvPr/>
        </p:nvGrpSpPr>
        <p:grpSpPr>
          <a:xfrm flipH="1">
            <a:off x="8559067" y="232075"/>
            <a:ext cx="584933" cy="4678945"/>
            <a:chOff x="2338692" y="232081"/>
            <a:chExt cx="584816" cy="4678945"/>
          </a:xfrm>
        </p:grpSpPr>
        <p:grpSp>
          <p:nvGrpSpPr>
            <p:cNvPr id="1448" name="Google Shape;1448;p24"/>
            <p:cNvGrpSpPr/>
            <p:nvPr/>
          </p:nvGrpSpPr>
          <p:grpSpPr>
            <a:xfrm rot="-5400000">
              <a:off x="1461367" y="1109406"/>
              <a:ext cx="2339467" cy="584816"/>
              <a:chOff x="217750" y="0"/>
              <a:chExt cx="2339467" cy="5143500"/>
            </a:xfrm>
          </p:grpSpPr>
          <p:cxnSp>
            <p:nvCxnSpPr>
              <p:cNvPr id="1449" name="Google Shape;144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0" name="Google Shape;145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1" name="Google Shape;145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2" name="Google Shape;145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3" name="Google Shape;145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4" name="Google Shape;145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5" name="Google Shape;145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6" name="Google Shape;145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7" name="Google Shape;1457;p2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58" name="Google Shape;1458;p24"/>
            <p:cNvGrpSpPr/>
            <p:nvPr/>
          </p:nvGrpSpPr>
          <p:grpSpPr>
            <a:xfrm rot="-5400000">
              <a:off x="1607583" y="3595101"/>
              <a:ext cx="2047033" cy="584816"/>
              <a:chOff x="217750" y="0"/>
              <a:chExt cx="2047033" cy="5143500"/>
            </a:xfrm>
          </p:grpSpPr>
          <p:cxnSp>
            <p:nvCxnSpPr>
              <p:cNvPr id="1459" name="Google Shape;145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0" name="Google Shape;146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1" name="Google Shape;146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2" name="Google Shape;146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3" name="Google Shape;146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4" name="Google Shape;146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5" name="Google Shape;146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6" name="Google Shape;146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7" name="Google Shape;1467;p24"/>
          <p:cNvGrpSpPr/>
          <p:nvPr/>
        </p:nvGrpSpPr>
        <p:grpSpPr>
          <a:xfrm flipH="1">
            <a:off x="8558958" y="-200"/>
            <a:ext cx="292433" cy="5143500"/>
            <a:chOff x="2557217" y="0"/>
            <a:chExt cx="292433" cy="5143500"/>
          </a:xfrm>
        </p:grpSpPr>
        <p:cxnSp>
          <p:nvCxnSpPr>
            <p:cNvPr id="1468" name="Google Shape;1468;p24"/>
            <p:cNvCxnSpPr/>
            <p:nvPr/>
          </p:nvCxnSpPr>
          <p:spPr>
            <a:xfrm>
              <a:off x="25572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24"/>
            <p:cNvCxnSpPr/>
            <p:nvPr/>
          </p:nvCxnSpPr>
          <p:spPr>
            <a:xfrm>
              <a:off x="284965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0" name="Google Shape;1470;p24"/>
          <p:cNvGrpSpPr/>
          <p:nvPr/>
        </p:nvGrpSpPr>
        <p:grpSpPr>
          <a:xfrm>
            <a:off x="94879" y="169267"/>
            <a:ext cx="8677603" cy="4846533"/>
            <a:chOff x="94879" y="169267"/>
            <a:chExt cx="8677603" cy="4846533"/>
          </a:xfrm>
        </p:grpSpPr>
        <p:grpSp>
          <p:nvGrpSpPr>
            <p:cNvPr id="1471" name="Google Shape;1471;p24"/>
            <p:cNvGrpSpPr/>
            <p:nvPr/>
          </p:nvGrpSpPr>
          <p:grpSpPr>
            <a:xfrm>
              <a:off x="94879" y="4430848"/>
              <a:ext cx="585048" cy="584953"/>
              <a:chOff x="8269423" y="174900"/>
              <a:chExt cx="619426" cy="619325"/>
            </a:xfrm>
          </p:grpSpPr>
          <p:sp>
            <p:nvSpPr>
              <p:cNvPr id="1472" name="Google Shape;1472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517" name="Google Shape;1517;p24"/>
            <p:cNvGrpSpPr/>
            <p:nvPr/>
          </p:nvGrpSpPr>
          <p:grpSpPr>
            <a:xfrm>
              <a:off x="8339751" y="169267"/>
              <a:ext cx="432731" cy="432661"/>
              <a:chOff x="8269423" y="174900"/>
              <a:chExt cx="619426" cy="619325"/>
            </a:xfrm>
          </p:grpSpPr>
          <p:sp>
            <p:nvSpPr>
              <p:cNvPr id="1518" name="Google Shape;1518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sz="35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britannica.com/money/economics" TargetMode="External"/><Relationship Id="rId4" Type="http://schemas.openxmlformats.org/officeDocument/2006/relationships/hyperlink" Target="http://www.britannica.com/money/economic-development" TargetMode="External"/><Relationship Id="rId5" Type="http://schemas.openxmlformats.org/officeDocument/2006/relationships/hyperlink" Target="http://www.economicshelp.org/blog/33/economics/the-importance-of-economics" TargetMode="External"/><Relationship Id="rId6" Type="http://schemas.openxmlformats.org/officeDocument/2006/relationships/hyperlink" Target="http://en.wikiversity.org/wiki/10_Principles_of_Economics#/media/File:Economics.jpg" TargetMode="External"/><Relationship Id="rId7" Type="http://schemas.openxmlformats.org/officeDocument/2006/relationships/hyperlink" Target="http://www.rhulisc.com/blog/why-do-we-study-economic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5"/>
          <p:cNvSpPr txBox="1"/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The role of </a:t>
            </a:r>
            <a:r>
              <a:rPr lang="en"/>
              <a:t>Economics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</a:t>
            </a:r>
            <a:r>
              <a:rPr lang="en" sz="3200"/>
              <a:t>n the development </a:t>
            </a:r>
            <a:r>
              <a:rPr lang="en" sz="3100"/>
              <a:t>of empires </a:t>
            </a:r>
            <a:endParaRPr sz="3100"/>
          </a:p>
        </p:txBody>
      </p:sp>
      <p:sp>
        <p:nvSpPr>
          <p:cNvPr id="1568" name="Google Shape;1568;p25"/>
          <p:cNvSpPr txBox="1"/>
          <p:nvPr>
            <p:ph idx="1" type="subTitle"/>
          </p:nvPr>
        </p:nvSpPr>
        <p:spPr>
          <a:xfrm>
            <a:off x="4572000" y="3450000"/>
            <a:ext cx="3757800" cy="4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</a:t>
            </a:r>
            <a:r>
              <a:rPr b="1" lang="en"/>
              <a:t>Group 3 </a:t>
            </a:r>
            <a:r>
              <a:rPr lang="en"/>
              <a:t>(Denzel, Wintima, Tracy, Jason)</a:t>
            </a:r>
            <a:endParaRPr/>
          </a:p>
        </p:txBody>
      </p:sp>
      <p:grpSp>
        <p:nvGrpSpPr>
          <p:cNvPr id="1569" name="Google Shape;1569;p25"/>
          <p:cNvGrpSpPr/>
          <p:nvPr/>
        </p:nvGrpSpPr>
        <p:grpSpPr>
          <a:xfrm>
            <a:off x="484412" y="616301"/>
            <a:ext cx="3640936" cy="4052975"/>
            <a:chOff x="591012" y="571439"/>
            <a:chExt cx="3640936" cy="4052975"/>
          </a:xfrm>
        </p:grpSpPr>
        <p:grpSp>
          <p:nvGrpSpPr>
            <p:cNvPr id="1570" name="Google Shape;1570;p25"/>
            <p:cNvGrpSpPr/>
            <p:nvPr/>
          </p:nvGrpSpPr>
          <p:grpSpPr>
            <a:xfrm>
              <a:off x="1338718" y="571439"/>
              <a:ext cx="2401872" cy="2737875"/>
              <a:chOff x="5430400" y="595400"/>
              <a:chExt cx="2519535" cy="2871997"/>
            </a:xfrm>
          </p:grpSpPr>
          <p:sp>
            <p:nvSpPr>
              <p:cNvPr id="1571" name="Google Shape;1571;p25"/>
              <p:cNvSpPr/>
              <p:nvPr/>
            </p:nvSpPr>
            <p:spPr>
              <a:xfrm>
                <a:off x="5430400" y="985197"/>
                <a:ext cx="2518200" cy="2482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1572" name="Google Shape;1572;p25"/>
              <p:cNvGrpSpPr/>
              <p:nvPr/>
            </p:nvGrpSpPr>
            <p:grpSpPr>
              <a:xfrm>
                <a:off x="5511489" y="1053781"/>
                <a:ext cx="2180885" cy="1575480"/>
                <a:chOff x="6107450" y="864000"/>
                <a:chExt cx="2450983" cy="1770600"/>
              </a:xfrm>
            </p:grpSpPr>
            <p:cxnSp>
              <p:nvCxnSpPr>
                <p:cNvPr id="1573" name="Google Shape;1573;p25"/>
                <p:cNvCxnSpPr/>
                <p:nvPr/>
              </p:nvCxnSpPr>
              <p:spPr>
                <a:xfrm>
                  <a:off x="628252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4" name="Google Shape;1574;p25"/>
                <p:cNvCxnSpPr/>
                <p:nvPr/>
              </p:nvCxnSpPr>
              <p:spPr>
                <a:xfrm>
                  <a:off x="610745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5" name="Google Shape;1575;p25"/>
                <p:cNvCxnSpPr/>
                <p:nvPr/>
              </p:nvCxnSpPr>
              <p:spPr>
                <a:xfrm>
                  <a:off x="645759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6" name="Google Shape;1576;p25"/>
                <p:cNvCxnSpPr/>
                <p:nvPr/>
              </p:nvCxnSpPr>
              <p:spPr>
                <a:xfrm>
                  <a:off x="663266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7" name="Google Shape;1577;p25"/>
                <p:cNvCxnSpPr/>
                <p:nvPr/>
              </p:nvCxnSpPr>
              <p:spPr>
                <a:xfrm>
                  <a:off x="680773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8" name="Google Shape;1578;p25"/>
                <p:cNvCxnSpPr/>
                <p:nvPr/>
              </p:nvCxnSpPr>
              <p:spPr>
                <a:xfrm>
                  <a:off x="715787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9" name="Google Shape;1579;p25"/>
                <p:cNvCxnSpPr/>
                <p:nvPr/>
              </p:nvCxnSpPr>
              <p:spPr>
                <a:xfrm>
                  <a:off x="698280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0" name="Google Shape;1580;p25"/>
                <p:cNvCxnSpPr/>
                <p:nvPr/>
              </p:nvCxnSpPr>
              <p:spPr>
                <a:xfrm>
                  <a:off x="733294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1" name="Google Shape;1581;p25"/>
                <p:cNvCxnSpPr/>
                <p:nvPr/>
              </p:nvCxnSpPr>
              <p:spPr>
                <a:xfrm>
                  <a:off x="750801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2" name="Google Shape;1582;p25"/>
                <p:cNvCxnSpPr/>
                <p:nvPr/>
              </p:nvCxnSpPr>
              <p:spPr>
                <a:xfrm>
                  <a:off x="768308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3" name="Google Shape;1583;p25"/>
                <p:cNvCxnSpPr/>
                <p:nvPr/>
              </p:nvCxnSpPr>
              <p:spPr>
                <a:xfrm>
                  <a:off x="785815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4" name="Google Shape;1584;p25"/>
                <p:cNvCxnSpPr/>
                <p:nvPr/>
              </p:nvCxnSpPr>
              <p:spPr>
                <a:xfrm>
                  <a:off x="820829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5" name="Google Shape;1585;p25"/>
                <p:cNvCxnSpPr/>
                <p:nvPr/>
              </p:nvCxnSpPr>
              <p:spPr>
                <a:xfrm>
                  <a:off x="803322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6" name="Google Shape;1586;p25"/>
                <p:cNvCxnSpPr/>
                <p:nvPr/>
              </p:nvCxnSpPr>
              <p:spPr>
                <a:xfrm>
                  <a:off x="838336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7" name="Google Shape;1587;p25"/>
                <p:cNvCxnSpPr/>
                <p:nvPr/>
              </p:nvCxnSpPr>
              <p:spPr>
                <a:xfrm>
                  <a:off x="855843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88" name="Google Shape;1588;p25"/>
              <p:cNvSpPr/>
              <p:nvPr/>
            </p:nvSpPr>
            <p:spPr>
              <a:xfrm>
                <a:off x="5431735" y="796509"/>
                <a:ext cx="2518200" cy="19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89" name="Google Shape;1589;p25"/>
              <p:cNvSpPr/>
              <p:nvPr/>
            </p:nvSpPr>
            <p:spPr>
              <a:xfrm>
                <a:off x="5508531" y="1514447"/>
                <a:ext cx="2324049" cy="1339651"/>
              </a:xfrm>
              <a:custGeom>
                <a:rect b="b" l="l" r="r" t="t"/>
                <a:pathLst>
                  <a:path extrusionOk="0" fill="none" h="4182" w="7255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cap="flat" cmpd="sng" w="25550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57600" lIns="102600" spcFirstLastPara="1" rIns="102600" wrap="square" tIns="57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25"/>
              <p:cNvSpPr/>
              <p:nvPr/>
            </p:nvSpPr>
            <p:spPr>
              <a:xfrm>
                <a:off x="5506289" y="1511564"/>
                <a:ext cx="2326291" cy="1787163"/>
              </a:xfrm>
              <a:custGeom>
                <a:rect b="b" l="l" r="r" t="t"/>
                <a:pathLst>
                  <a:path extrusionOk="0" h="5579" w="7262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25"/>
              <p:cNvSpPr/>
              <p:nvPr/>
            </p:nvSpPr>
            <p:spPr>
              <a:xfrm>
                <a:off x="5493725" y="2146475"/>
                <a:ext cx="2339429" cy="1173726"/>
              </a:xfrm>
              <a:custGeom>
                <a:rect b="b" l="l" r="r" t="t"/>
                <a:pathLst>
                  <a:path extrusionOk="0" h="3664" w="7117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25"/>
              <p:cNvSpPr/>
              <p:nvPr/>
            </p:nvSpPr>
            <p:spPr>
              <a:xfrm>
                <a:off x="5497650" y="2132050"/>
                <a:ext cx="2339426" cy="498453"/>
              </a:xfrm>
              <a:custGeom>
                <a:rect b="b" l="l" r="r" t="t"/>
                <a:pathLst>
                  <a:path extrusionOk="0" h="1556" w="7165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25"/>
              <p:cNvSpPr/>
              <p:nvPr/>
            </p:nvSpPr>
            <p:spPr>
              <a:xfrm>
                <a:off x="5497640" y="1058607"/>
                <a:ext cx="49012" cy="260434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25"/>
              <p:cNvSpPr/>
              <p:nvPr/>
            </p:nvSpPr>
            <p:spPr>
              <a:xfrm>
                <a:off x="5581568" y="1218456"/>
                <a:ext cx="49012" cy="260434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25"/>
              <p:cNvSpPr/>
              <p:nvPr/>
            </p:nvSpPr>
            <p:spPr>
              <a:xfrm>
                <a:off x="5665496" y="1325448"/>
                <a:ext cx="48691" cy="260434"/>
              </a:xfrm>
              <a:custGeom>
                <a:rect b="b" l="l" r="r" t="t"/>
                <a:pathLst>
                  <a:path extrusionOk="0" h="813" w="152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25"/>
              <p:cNvSpPr/>
              <p:nvPr/>
            </p:nvSpPr>
            <p:spPr>
              <a:xfrm>
                <a:off x="7128155" y="595400"/>
                <a:ext cx="669505" cy="669185"/>
              </a:xfrm>
              <a:custGeom>
                <a:rect b="b" l="l" r="r" t="t"/>
                <a:pathLst>
                  <a:path extrusionOk="0" h="2089" w="2090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7148977" y="616222"/>
                <a:ext cx="628182" cy="627861"/>
              </a:xfrm>
              <a:custGeom>
                <a:rect b="b" l="l" r="r" t="t"/>
                <a:pathLst>
                  <a:path extrusionOk="0" h="1960" w="1961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7210201" y="2034677"/>
                <a:ext cx="284780" cy="383124"/>
              </a:xfrm>
              <a:custGeom>
                <a:rect b="b" l="l" r="r" t="t"/>
                <a:pathLst>
                  <a:path extrusionOk="0" h="1196" w="889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5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rect b="b" l="l" r="r" t="t"/>
                <a:pathLst>
                  <a:path extrusionOk="0" h="808" w="601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25"/>
              <p:cNvSpPr/>
              <p:nvPr/>
            </p:nvSpPr>
            <p:spPr>
              <a:xfrm>
                <a:off x="6477230" y="1555130"/>
                <a:ext cx="135503" cy="182592"/>
              </a:xfrm>
              <a:custGeom>
                <a:rect b="b" l="l" r="r" t="t"/>
                <a:pathLst>
                  <a:path extrusionOk="0" h="570" w="423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25"/>
              <p:cNvSpPr/>
              <p:nvPr/>
            </p:nvSpPr>
            <p:spPr>
              <a:xfrm>
                <a:off x="6424054" y="602127"/>
                <a:ext cx="655731" cy="655731"/>
              </a:xfrm>
              <a:custGeom>
                <a:rect b="b" l="l" r="r" t="t"/>
                <a:pathLst>
                  <a:path extrusionOk="0" h="2047" w="2047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5"/>
              <p:cNvSpPr/>
              <p:nvPr/>
            </p:nvSpPr>
            <p:spPr>
              <a:xfrm>
                <a:off x="6752079" y="930152"/>
                <a:ext cx="327705" cy="318095"/>
              </a:xfrm>
              <a:custGeom>
                <a:rect b="b" l="l" r="r" t="t"/>
                <a:pathLst>
                  <a:path extrusionOk="0" h="993" w="1023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25"/>
            <p:cNvGrpSpPr/>
            <p:nvPr/>
          </p:nvGrpSpPr>
          <p:grpSpPr>
            <a:xfrm>
              <a:off x="591012" y="2447110"/>
              <a:ext cx="802893" cy="1193184"/>
              <a:chOff x="5563690" y="3218280"/>
              <a:chExt cx="919800" cy="1366920"/>
            </a:xfrm>
          </p:grpSpPr>
          <p:sp>
            <p:nvSpPr>
              <p:cNvPr id="1604" name="Google Shape;1604;p25"/>
              <p:cNvSpPr/>
              <p:nvPr/>
            </p:nvSpPr>
            <p:spPr>
              <a:xfrm>
                <a:off x="5766370" y="3218280"/>
                <a:ext cx="320040" cy="754920"/>
              </a:xfrm>
              <a:custGeom>
                <a:rect b="b" l="l" r="r" t="t"/>
                <a:pathLst>
                  <a:path extrusionOk="0" h="2097" w="889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5"/>
              <p:cNvSpPr/>
              <p:nvPr/>
            </p:nvSpPr>
            <p:spPr>
              <a:xfrm>
                <a:off x="5563690" y="4078320"/>
                <a:ext cx="919800" cy="86040"/>
              </a:xfrm>
              <a:custGeom>
                <a:rect b="b" l="l" r="r" t="t"/>
                <a:pathLst>
                  <a:path extrusionOk="0" h="239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5"/>
              <p:cNvSpPr/>
              <p:nvPr/>
            </p:nvSpPr>
            <p:spPr>
              <a:xfrm>
                <a:off x="5563690" y="4218720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25"/>
              <p:cNvSpPr/>
              <p:nvPr/>
            </p:nvSpPr>
            <p:spPr>
              <a:xfrm>
                <a:off x="5563690" y="4359120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5"/>
              <p:cNvSpPr/>
              <p:nvPr/>
            </p:nvSpPr>
            <p:spPr>
              <a:xfrm>
                <a:off x="5563690" y="4499520"/>
                <a:ext cx="467640" cy="85680"/>
              </a:xfrm>
              <a:custGeom>
                <a:rect b="b" l="l" r="r" t="t"/>
                <a:pathLst>
                  <a:path extrusionOk="0" h="238" w="1299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9" name="Google Shape;1609;p25"/>
            <p:cNvSpPr/>
            <p:nvPr/>
          </p:nvSpPr>
          <p:spPr>
            <a:xfrm flipH="1">
              <a:off x="1101733" y="4546510"/>
              <a:ext cx="1842574" cy="77904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25"/>
            <p:cNvSpPr/>
            <p:nvPr/>
          </p:nvSpPr>
          <p:spPr>
            <a:xfrm flipH="1">
              <a:off x="1101390" y="2725554"/>
              <a:ext cx="1850810" cy="1850467"/>
            </a:xfrm>
            <a:custGeom>
              <a:rect b="b" l="l" r="r" t="t"/>
              <a:pathLst>
                <a:path extrusionOk="0" h="5392" w="5393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5"/>
            <p:cNvSpPr/>
            <p:nvPr/>
          </p:nvSpPr>
          <p:spPr>
            <a:xfrm flipH="1">
              <a:off x="1197139" y="2821304"/>
              <a:ext cx="1659655" cy="1658968"/>
            </a:xfrm>
            <a:custGeom>
              <a:rect b="b" l="l" r="r" t="t"/>
              <a:pathLst>
                <a:path extrusionOk="0" h="4834" w="4836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5"/>
            <p:cNvSpPr/>
            <p:nvPr/>
          </p:nvSpPr>
          <p:spPr>
            <a:xfrm flipH="1">
              <a:off x="2148111" y="4119584"/>
              <a:ext cx="72413" cy="28141"/>
            </a:xfrm>
            <a:custGeom>
              <a:rect b="b" l="l" r="r" t="t"/>
              <a:pathLst>
                <a:path extrusionOk="0" h="82" w="211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5"/>
            <p:cNvSpPr/>
            <p:nvPr/>
          </p:nvSpPr>
          <p:spPr>
            <a:xfrm flipH="1">
              <a:off x="2146052" y="4113064"/>
              <a:ext cx="74472" cy="34662"/>
            </a:xfrm>
            <a:custGeom>
              <a:rect b="b" l="l" r="r" t="t"/>
              <a:pathLst>
                <a:path extrusionOk="0" h="101" w="217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5"/>
            <p:cNvSpPr/>
            <p:nvPr/>
          </p:nvSpPr>
          <p:spPr>
            <a:xfrm flipH="1">
              <a:off x="2143993" y="4106886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5"/>
            <p:cNvSpPr/>
            <p:nvPr/>
          </p:nvSpPr>
          <p:spPr>
            <a:xfrm flipH="1">
              <a:off x="2141934" y="4100366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5"/>
            <p:cNvSpPr/>
            <p:nvPr/>
          </p:nvSpPr>
          <p:spPr>
            <a:xfrm flipH="1">
              <a:off x="2139874" y="4094188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5"/>
            <p:cNvSpPr/>
            <p:nvPr/>
          </p:nvSpPr>
          <p:spPr>
            <a:xfrm flipH="1">
              <a:off x="2137815" y="4087668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5"/>
            <p:cNvSpPr/>
            <p:nvPr/>
          </p:nvSpPr>
          <p:spPr>
            <a:xfrm flipH="1">
              <a:off x="2135756" y="4081490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5"/>
            <p:cNvSpPr/>
            <p:nvPr/>
          </p:nvSpPr>
          <p:spPr>
            <a:xfrm flipH="1">
              <a:off x="2133697" y="4074970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5"/>
            <p:cNvSpPr/>
            <p:nvPr/>
          </p:nvSpPr>
          <p:spPr>
            <a:xfrm flipH="1">
              <a:off x="2131638" y="4068449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/>
            <p:nvPr/>
          </p:nvSpPr>
          <p:spPr>
            <a:xfrm flipH="1">
              <a:off x="2129579" y="4062272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/>
            <p:nvPr/>
          </p:nvSpPr>
          <p:spPr>
            <a:xfrm flipH="1">
              <a:off x="2127520" y="4055751"/>
              <a:ext cx="76531" cy="3981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5"/>
            <p:cNvSpPr/>
            <p:nvPr/>
          </p:nvSpPr>
          <p:spPr>
            <a:xfrm flipH="1">
              <a:off x="2125461" y="4049574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5"/>
            <p:cNvSpPr/>
            <p:nvPr/>
          </p:nvSpPr>
          <p:spPr>
            <a:xfrm flipH="1">
              <a:off x="2123401" y="4043053"/>
              <a:ext cx="76531" cy="3981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5"/>
            <p:cNvSpPr/>
            <p:nvPr/>
          </p:nvSpPr>
          <p:spPr>
            <a:xfrm flipH="1">
              <a:off x="2070894" y="4020060"/>
              <a:ext cx="150659" cy="50105"/>
            </a:xfrm>
            <a:custGeom>
              <a:rect b="b" l="l" r="r" t="t"/>
              <a:pathLst>
                <a:path extrusionOk="0" h="146" w="439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>
              <a:noFill/>
            </a:ln>
          </p:spPr>
          <p:txBody>
            <a:bodyPr anchorCtr="1" anchor="ctr" bIns="7550" lIns="90000" spcFirstLastPara="1" rIns="90000" wrap="square" tIns="7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5"/>
            <p:cNvSpPr/>
            <p:nvPr/>
          </p:nvSpPr>
          <p:spPr>
            <a:xfrm flipH="1">
              <a:off x="2038634" y="4003587"/>
              <a:ext cx="212776" cy="68638"/>
            </a:xfrm>
            <a:custGeom>
              <a:rect b="b" l="l" r="r" t="t"/>
              <a:pathLst>
                <a:path extrusionOk="0" h="200" w="62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>
              <a:noFill/>
            </a:ln>
          </p:spPr>
          <p:txBody>
            <a:bodyPr anchorCtr="1" anchor="ctr" bIns="27000" lIns="90000" spcFirstLastPara="1" rIns="90000" wrap="square" tIns="27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5"/>
            <p:cNvSpPr/>
            <p:nvPr/>
          </p:nvSpPr>
          <p:spPr>
            <a:xfrm flipH="1">
              <a:off x="2013925" y="3989516"/>
              <a:ext cx="259450" cy="83738"/>
            </a:xfrm>
            <a:custGeom>
              <a:rect b="b" l="l" r="r" t="t"/>
              <a:pathLst>
                <a:path extrusionOk="0" h="244" w="756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>
              <a:noFill/>
            </a:ln>
          </p:spPr>
          <p:txBody>
            <a:bodyPr anchorCtr="1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5"/>
            <p:cNvSpPr/>
            <p:nvPr/>
          </p:nvSpPr>
          <p:spPr>
            <a:xfrm flipH="1">
              <a:off x="1994020" y="3977161"/>
              <a:ext cx="296171" cy="96093"/>
            </a:xfrm>
            <a:custGeom>
              <a:rect b="b" l="l" r="r" t="t"/>
              <a:pathLst>
                <a:path extrusionOk="0" h="280" w="863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5"/>
            <p:cNvSpPr/>
            <p:nvPr/>
          </p:nvSpPr>
          <p:spPr>
            <a:xfrm flipH="1">
              <a:off x="1977547" y="3965493"/>
              <a:ext cx="326371" cy="107761"/>
            </a:xfrm>
            <a:custGeom>
              <a:rect b="b" l="l" r="r" t="t"/>
              <a:pathLst>
                <a:path extrusionOk="0" h="314" w="951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5"/>
            <p:cNvSpPr/>
            <p:nvPr/>
          </p:nvSpPr>
          <p:spPr>
            <a:xfrm flipH="1">
              <a:off x="1962103" y="3954854"/>
              <a:ext cx="353483" cy="118057"/>
            </a:xfrm>
            <a:custGeom>
              <a:rect b="b" l="l" r="r" t="t"/>
              <a:pathLst>
                <a:path extrusionOk="0" h="344" w="1030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5"/>
            <p:cNvSpPr/>
            <p:nvPr/>
          </p:nvSpPr>
          <p:spPr>
            <a:xfrm flipH="1">
              <a:off x="1949062" y="3944558"/>
              <a:ext cx="376477" cy="127323"/>
            </a:xfrm>
            <a:custGeom>
              <a:rect b="b" l="l" r="r" t="t"/>
              <a:pathLst>
                <a:path extrusionOk="0" h="371" w="1097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5"/>
            <p:cNvSpPr/>
            <p:nvPr/>
          </p:nvSpPr>
          <p:spPr>
            <a:xfrm flipH="1">
              <a:off x="1936364" y="3934949"/>
              <a:ext cx="398097" cy="135216"/>
            </a:xfrm>
            <a:custGeom>
              <a:rect b="b" l="l" r="r" t="t"/>
              <a:pathLst>
                <a:path extrusionOk="0" h="394" w="1160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5"/>
            <p:cNvSpPr/>
            <p:nvPr/>
          </p:nvSpPr>
          <p:spPr>
            <a:xfrm flipH="1">
              <a:off x="1925382" y="3925340"/>
              <a:ext cx="416973" cy="142423"/>
            </a:xfrm>
            <a:custGeom>
              <a:rect b="b" l="l" r="r" t="t"/>
              <a:pathLst>
                <a:path extrusionOk="0" h="415" w="1215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5"/>
            <p:cNvSpPr/>
            <p:nvPr/>
          </p:nvSpPr>
          <p:spPr>
            <a:xfrm flipH="1">
              <a:off x="1914744" y="3915730"/>
              <a:ext cx="434475" cy="149287"/>
            </a:xfrm>
            <a:custGeom>
              <a:rect b="b" l="l" r="r" t="t"/>
              <a:pathLst>
                <a:path extrusionOk="0" h="435" w="1266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5"/>
            <p:cNvSpPr/>
            <p:nvPr/>
          </p:nvSpPr>
          <p:spPr>
            <a:xfrm flipH="1">
              <a:off x="1905134" y="3907151"/>
              <a:ext cx="449919" cy="154778"/>
            </a:xfrm>
            <a:custGeom>
              <a:rect b="b" l="l" r="r" t="t"/>
              <a:pathLst>
                <a:path extrusionOk="0" h="451" w="1311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5"/>
            <p:cNvSpPr/>
            <p:nvPr/>
          </p:nvSpPr>
          <p:spPr>
            <a:xfrm flipH="1">
              <a:off x="1895525" y="3898228"/>
              <a:ext cx="465019" cy="160269"/>
            </a:xfrm>
            <a:custGeom>
              <a:rect b="b" l="l" r="r" t="t"/>
              <a:pathLst>
                <a:path extrusionOk="0" h="467" w="1355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 flipH="1">
              <a:off x="1887289" y="3889648"/>
              <a:ext cx="478060" cy="165073"/>
            </a:xfrm>
            <a:custGeom>
              <a:rect b="b" l="l" r="r" t="t"/>
              <a:pathLst>
                <a:path extrusionOk="0" h="481" w="1393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5"/>
            <p:cNvSpPr/>
            <p:nvPr/>
          </p:nvSpPr>
          <p:spPr>
            <a:xfrm flipH="1">
              <a:off x="1879052" y="3881068"/>
              <a:ext cx="490415" cy="169535"/>
            </a:xfrm>
            <a:custGeom>
              <a:rect b="b" l="l" r="r" t="t"/>
              <a:pathLst>
                <a:path extrusionOk="0" h="494" w="1429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5"/>
            <p:cNvSpPr/>
            <p:nvPr/>
          </p:nvSpPr>
          <p:spPr>
            <a:xfrm flipH="1">
              <a:off x="1871159" y="3873175"/>
              <a:ext cx="502083" cy="173653"/>
            </a:xfrm>
            <a:custGeom>
              <a:rect b="b" l="l" r="r" t="t"/>
              <a:pathLst>
                <a:path extrusionOk="0" h="506" w="1463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5"/>
            <p:cNvSpPr/>
            <p:nvPr/>
          </p:nvSpPr>
          <p:spPr>
            <a:xfrm flipH="1">
              <a:off x="1863952" y="3864939"/>
              <a:ext cx="512722" cy="177428"/>
            </a:xfrm>
            <a:custGeom>
              <a:rect b="b" l="l" r="r" t="t"/>
              <a:pathLst>
                <a:path extrusionOk="0" h="517" w="1494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5"/>
            <p:cNvSpPr/>
            <p:nvPr/>
          </p:nvSpPr>
          <p:spPr>
            <a:xfrm flipH="1">
              <a:off x="1857088" y="3857045"/>
              <a:ext cx="522331" cy="180860"/>
            </a:xfrm>
            <a:custGeom>
              <a:rect b="b" l="l" r="r" t="t"/>
              <a:pathLst>
                <a:path extrusionOk="0" h="527" w="1522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 flipH="1">
              <a:off x="1850911" y="3849152"/>
              <a:ext cx="531254" cy="183949"/>
            </a:xfrm>
            <a:custGeom>
              <a:rect b="b" l="l" r="r" t="t"/>
              <a:pathLst>
                <a:path extrusionOk="0" h="536" w="1548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5"/>
            <p:cNvSpPr/>
            <p:nvPr/>
          </p:nvSpPr>
          <p:spPr>
            <a:xfrm flipH="1">
              <a:off x="1844390" y="3841602"/>
              <a:ext cx="539834" cy="186694"/>
            </a:xfrm>
            <a:custGeom>
              <a:rect b="b" l="l" r="r" t="t"/>
              <a:pathLst>
                <a:path extrusionOk="0" h="544" w="1573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5"/>
            <p:cNvSpPr/>
            <p:nvPr/>
          </p:nvSpPr>
          <p:spPr>
            <a:xfrm flipH="1">
              <a:off x="1838899" y="3833709"/>
              <a:ext cx="547041" cy="190126"/>
            </a:xfrm>
            <a:custGeom>
              <a:rect b="b" l="l" r="r" t="t"/>
              <a:pathLst>
                <a:path extrusionOk="0" h="554" w="1594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5"/>
            <p:cNvSpPr/>
            <p:nvPr/>
          </p:nvSpPr>
          <p:spPr>
            <a:xfrm flipH="1">
              <a:off x="1833065" y="3826158"/>
              <a:ext cx="554591" cy="192528"/>
            </a:xfrm>
            <a:custGeom>
              <a:rect b="b" l="l" r="r" t="t"/>
              <a:pathLst>
                <a:path extrusionOk="0" h="561" w="1616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5"/>
            <p:cNvSpPr/>
            <p:nvPr/>
          </p:nvSpPr>
          <p:spPr>
            <a:xfrm flipH="1">
              <a:off x="1827917" y="3818951"/>
              <a:ext cx="561112" cy="194587"/>
            </a:xfrm>
            <a:custGeom>
              <a:rect b="b" l="l" r="r" t="t"/>
              <a:pathLst>
                <a:path extrusionOk="0" h="567" w="1635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 flipH="1">
              <a:off x="1822769" y="3811401"/>
              <a:ext cx="567289" cy="196990"/>
            </a:xfrm>
            <a:custGeom>
              <a:rect b="b" l="l" r="r" t="t"/>
              <a:pathLst>
                <a:path extrusionOk="0" h="574" w="1653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5"/>
            <p:cNvSpPr/>
            <p:nvPr/>
          </p:nvSpPr>
          <p:spPr>
            <a:xfrm flipH="1">
              <a:off x="1812817" y="3795958"/>
              <a:ext cx="578271" cy="207285"/>
            </a:xfrm>
            <a:custGeom>
              <a:rect b="b" l="l" r="r" t="t"/>
              <a:pathLst>
                <a:path extrusionOk="0" h="604" w="1685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5"/>
            <p:cNvSpPr/>
            <p:nvPr/>
          </p:nvSpPr>
          <p:spPr>
            <a:xfrm flipH="1">
              <a:off x="1804237" y="3781544"/>
              <a:ext cx="587194" cy="210374"/>
            </a:xfrm>
            <a:custGeom>
              <a:rect b="b" l="l" r="r" t="t"/>
              <a:pathLst>
                <a:path extrusionOk="0" h="613" w="1711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5"/>
            <p:cNvSpPr/>
            <p:nvPr/>
          </p:nvSpPr>
          <p:spPr>
            <a:xfrm flipH="1">
              <a:off x="1796687" y="3767130"/>
              <a:ext cx="594744" cy="213119"/>
            </a:xfrm>
            <a:custGeom>
              <a:rect b="b" l="l" r="r" t="t"/>
              <a:pathLst>
                <a:path extrusionOk="0" h="621" w="1733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5"/>
            <p:cNvSpPr/>
            <p:nvPr/>
          </p:nvSpPr>
          <p:spPr>
            <a:xfrm flipH="1">
              <a:off x="1789823" y="3752716"/>
              <a:ext cx="601608" cy="215522"/>
            </a:xfrm>
            <a:custGeom>
              <a:rect b="b" l="l" r="r" t="t"/>
              <a:pathLst>
                <a:path extrusionOk="0" h="628" w="1753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 flipH="1">
              <a:off x="1783989" y="3738645"/>
              <a:ext cx="606412" cy="217238"/>
            </a:xfrm>
            <a:custGeom>
              <a:rect b="b" l="l" r="r" t="t"/>
              <a:pathLst>
                <a:path extrusionOk="0" h="633" w="1767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 flipH="1">
              <a:off x="1778841" y="3724918"/>
              <a:ext cx="610187" cy="218267"/>
            </a:xfrm>
            <a:custGeom>
              <a:rect b="b" l="l" r="r" t="t"/>
              <a:pathLst>
                <a:path extrusionOk="0" h="636" w="1778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5"/>
            <p:cNvSpPr/>
            <p:nvPr/>
          </p:nvSpPr>
          <p:spPr>
            <a:xfrm flipH="1">
              <a:off x="1770605" y="3713936"/>
              <a:ext cx="612933" cy="203510"/>
            </a:xfrm>
            <a:custGeom>
              <a:rect b="b" l="l" r="r" t="t"/>
              <a:pathLst>
                <a:path extrusionOk="0" h="593" w="1786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5"/>
            <p:cNvSpPr/>
            <p:nvPr/>
          </p:nvSpPr>
          <p:spPr>
            <a:xfrm flipH="1">
              <a:off x="1767516" y="3770219"/>
              <a:ext cx="346619" cy="133843"/>
            </a:xfrm>
            <a:custGeom>
              <a:rect b="b" l="l" r="r" t="t"/>
              <a:pathLst>
                <a:path extrusionOk="0" h="390" w="101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5"/>
            <p:cNvSpPr/>
            <p:nvPr/>
          </p:nvSpPr>
          <p:spPr>
            <a:xfrm flipH="1">
              <a:off x="1765457" y="3757178"/>
              <a:ext cx="344217" cy="133157"/>
            </a:xfrm>
            <a:custGeom>
              <a:rect b="b" l="l" r="r" t="t"/>
              <a:pathLst>
                <a:path extrusionOk="0" h="388" w="1003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 flipH="1">
              <a:off x="1763741" y="3730409"/>
              <a:ext cx="337353" cy="132127"/>
            </a:xfrm>
            <a:custGeom>
              <a:rect b="b" l="l" r="r" t="t"/>
              <a:pathLst>
                <a:path extrusionOk="0" h="385" w="983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 flipH="1">
              <a:off x="1763741" y="3717025"/>
              <a:ext cx="333235" cy="131441"/>
            </a:xfrm>
            <a:custGeom>
              <a:rect b="b" l="l" r="r" t="t"/>
              <a:pathLst>
                <a:path extrusionOk="0" h="383" w="971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5"/>
            <p:cNvSpPr/>
            <p:nvPr/>
          </p:nvSpPr>
          <p:spPr>
            <a:xfrm flipH="1">
              <a:off x="1764084" y="3695747"/>
              <a:ext cx="345590" cy="137961"/>
            </a:xfrm>
            <a:custGeom>
              <a:rect b="b" l="l" r="r" t="t"/>
              <a:pathLst>
                <a:path extrusionOk="0" h="402" w="1007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5"/>
            <p:cNvSpPr/>
            <p:nvPr/>
          </p:nvSpPr>
          <p:spPr>
            <a:xfrm flipH="1">
              <a:off x="1765114" y="3667262"/>
              <a:ext cx="387459" cy="151346"/>
            </a:xfrm>
            <a:custGeom>
              <a:rect b="b" l="l" r="r" t="t"/>
              <a:pathLst>
                <a:path extrusionOk="0" h="441" w="1129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5"/>
            <p:cNvSpPr/>
            <p:nvPr/>
          </p:nvSpPr>
          <p:spPr>
            <a:xfrm flipH="1">
              <a:off x="1767516" y="3640837"/>
              <a:ext cx="420748" cy="162328"/>
            </a:xfrm>
            <a:custGeom>
              <a:rect b="b" l="l" r="r" t="t"/>
              <a:pathLst>
                <a:path extrusionOk="0" h="473" w="1226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5"/>
            <p:cNvSpPr/>
            <p:nvPr/>
          </p:nvSpPr>
          <p:spPr>
            <a:xfrm flipH="1">
              <a:off x="1771291" y="3617500"/>
              <a:ext cx="444085" cy="169535"/>
            </a:xfrm>
            <a:custGeom>
              <a:rect b="b" l="l" r="r" t="t"/>
              <a:pathLst>
                <a:path extrusionOk="0" h="494" w="1294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5"/>
            <p:cNvSpPr/>
            <p:nvPr/>
          </p:nvSpPr>
          <p:spPr>
            <a:xfrm flipH="1">
              <a:off x="1777125" y="3595879"/>
              <a:ext cx="459185" cy="174339"/>
            </a:xfrm>
            <a:custGeom>
              <a:rect b="b" l="l" r="r" t="t"/>
              <a:pathLst>
                <a:path extrusionOk="0" h="508" w="1338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5"/>
            <p:cNvSpPr/>
            <p:nvPr/>
          </p:nvSpPr>
          <p:spPr>
            <a:xfrm flipH="1">
              <a:off x="1785362" y="3576318"/>
              <a:ext cx="466735" cy="176742"/>
            </a:xfrm>
            <a:custGeom>
              <a:rect b="b" l="l" r="r" t="t"/>
              <a:pathLst>
                <a:path extrusionOk="0" h="515" w="1360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5"/>
            <p:cNvSpPr/>
            <p:nvPr/>
          </p:nvSpPr>
          <p:spPr>
            <a:xfrm flipH="1">
              <a:off x="1289800" y="2913622"/>
              <a:ext cx="1474334" cy="1473990"/>
            </a:xfrm>
            <a:custGeom>
              <a:rect b="b" l="l" r="r" t="t"/>
              <a:pathLst>
                <a:path extrusionOk="0" h="4295" w="4296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6" name="Google Shape;1666;p25"/>
            <p:cNvGrpSpPr/>
            <p:nvPr/>
          </p:nvGrpSpPr>
          <p:grpSpPr>
            <a:xfrm>
              <a:off x="2867090" y="3001478"/>
              <a:ext cx="1364859" cy="1565280"/>
              <a:chOff x="7426940" y="3153878"/>
              <a:chExt cx="1364859" cy="1565280"/>
            </a:xfrm>
          </p:grpSpPr>
          <p:sp>
            <p:nvSpPr>
              <p:cNvPr id="1667" name="Google Shape;1667;p25"/>
              <p:cNvSpPr/>
              <p:nvPr/>
            </p:nvSpPr>
            <p:spPr>
              <a:xfrm flipH="1">
                <a:off x="7576570" y="4641254"/>
                <a:ext cx="1215229" cy="77904"/>
              </a:xfrm>
              <a:custGeom>
                <a:rect b="b" l="l" r="r" t="t"/>
                <a:pathLst>
                  <a:path extrusionOk="0" h="227" w="3541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25"/>
              <p:cNvSpPr/>
              <p:nvPr/>
            </p:nvSpPr>
            <p:spPr>
              <a:xfrm flipH="1">
                <a:off x="8530632" y="4527659"/>
                <a:ext cx="75845" cy="78933"/>
              </a:xfrm>
              <a:custGeom>
                <a:rect b="b" l="l" r="r" t="t"/>
                <a:pathLst>
                  <a:path extrusionOk="0" h="230" w="221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37800" lIns="90000" spcFirstLastPara="1" rIns="90000" wrap="square" tIns="378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/>
              <p:nvPr/>
            </p:nvSpPr>
            <p:spPr>
              <a:xfrm flipH="1">
                <a:off x="8484645" y="4559576"/>
                <a:ext cx="146198" cy="103643"/>
              </a:xfrm>
              <a:custGeom>
                <a:rect b="b" l="l" r="r" t="t"/>
                <a:pathLst>
                  <a:path extrusionOk="0" h="302" w="426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25"/>
              <p:cNvSpPr/>
              <p:nvPr/>
            </p:nvSpPr>
            <p:spPr>
              <a:xfrm flipH="1">
                <a:off x="7780080" y="4595267"/>
                <a:ext cx="76874" cy="56283"/>
              </a:xfrm>
              <a:custGeom>
                <a:rect b="b" l="l" r="r" t="t"/>
                <a:pathLst>
                  <a:path extrusionOk="0" h="164" w="224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14025" lIns="90000" spcFirstLastPara="1" rIns="90000" wrap="square" tIns="14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25"/>
              <p:cNvSpPr/>
              <p:nvPr/>
            </p:nvSpPr>
            <p:spPr>
              <a:xfrm flipH="1">
                <a:off x="7697715" y="4615172"/>
                <a:ext cx="153405" cy="57999"/>
              </a:xfrm>
              <a:custGeom>
                <a:rect b="b" l="l" r="r" t="t"/>
                <a:pathLst>
                  <a:path extrusionOk="0" h="169" w="447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/>
              <p:nvPr/>
            </p:nvSpPr>
            <p:spPr>
              <a:xfrm flipH="1">
                <a:off x="7818174" y="3199865"/>
                <a:ext cx="135216" cy="161298"/>
              </a:xfrm>
              <a:custGeom>
                <a:rect b="b" l="l" r="r" t="t"/>
                <a:pathLst>
                  <a:path extrusionOk="0" h="470" w="394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25"/>
              <p:cNvSpPr/>
              <p:nvPr/>
            </p:nvSpPr>
            <p:spPr>
              <a:xfrm flipH="1">
                <a:off x="7857984" y="3304194"/>
                <a:ext cx="117713" cy="97465"/>
              </a:xfrm>
              <a:custGeom>
                <a:rect b="b" l="l" r="r" t="t"/>
                <a:pathLst>
                  <a:path extrusionOk="0" h="284" w="343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5"/>
              <p:cNvSpPr/>
              <p:nvPr/>
            </p:nvSpPr>
            <p:spPr>
              <a:xfrm flipH="1">
                <a:off x="8058062" y="3884182"/>
                <a:ext cx="525421" cy="692897"/>
              </a:xfrm>
              <a:custGeom>
                <a:rect b="b" l="l" r="r" t="t"/>
                <a:pathLst>
                  <a:path extrusionOk="0" h="2019" w="1531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/>
              <p:nvPr/>
            </p:nvSpPr>
            <p:spPr>
              <a:xfrm flipH="1">
                <a:off x="7791405" y="3771959"/>
                <a:ext cx="460215" cy="848361"/>
              </a:xfrm>
              <a:custGeom>
                <a:rect b="b" l="l" r="r" t="t"/>
                <a:pathLst>
                  <a:path extrusionOk="0" h="2472" w="1341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5"/>
              <p:cNvSpPr/>
              <p:nvPr/>
            </p:nvSpPr>
            <p:spPr>
              <a:xfrm flipH="1">
                <a:off x="8012418" y="3825840"/>
                <a:ext cx="231995" cy="96436"/>
              </a:xfrm>
              <a:custGeom>
                <a:rect b="b" l="l" r="r" t="t"/>
                <a:pathLst>
                  <a:path extrusionOk="0" h="281" w="676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25"/>
              <p:cNvSpPr/>
              <p:nvPr/>
            </p:nvSpPr>
            <p:spPr>
              <a:xfrm flipH="1">
                <a:off x="7843227" y="3315176"/>
                <a:ext cx="423837" cy="594058"/>
              </a:xfrm>
              <a:custGeom>
                <a:rect b="b" l="l" r="r" t="t"/>
                <a:pathLst>
                  <a:path extrusionOk="0" h="1731" w="1235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/>
              <p:nvPr/>
            </p:nvSpPr>
            <p:spPr>
              <a:xfrm flipH="1">
                <a:off x="7987709" y="3523148"/>
                <a:ext cx="146198" cy="329460"/>
              </a:xfrm>
              <a:custGeom>
                <a:rect b="b" l="l" r="r" t="t"/>
                <a:pathLst>
                  <a:path extrusionOk="0" h="960" w="426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25"/>
              <p:cNvSpPr/>
              <p:nvPr/>
            </p:nvSpPr>
            <p:spPr>
              <a:xfrm flipH="1">
                <a:off x="7989082" y="3620957"/>
                <a:ext cx="52851" cy="19219"/>
              </a:xfrm>
              <a:custGeom>
                <a:rect b="b" l="l" r="r" t="t"/>
                <a:pathLst>
                  <a:path extrusionOk="0" h="56" w="154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25"/>
              <p:cNvSpPr/>
              <p:nvPr/>
            </p:nvSpPr>
            <p:spPr>
              <a:xfrm flipH="1">
                <a:off x="7800328" y="3153878"/>
                <a:ext cx="147228" cy="127323"/>
              </a:xfrm>
              <a:custGeom>
                <a:rect b="b" l="l" r="r" t="t"/>
                <a:pathLst>
                  <a:path extrusionOk="0" h="371" w="429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5"/>
              <p:cNvSpPr/>
              <p:nvPr/>
            </p:nvSpPr>
            <p:spPr>
              <a:xfrm flipH="1">
                <a:off x="7426940" y="3471327"/>
                <a:ext cx="118743" cy="99868"/>
              </a:xfrm>
              <a:custGeom>
                <a:rect b="b" l="l" r="r" t="t"/>
                <a:pathLst>
                  <a:path extrusionOk="0" h="291" w="346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25"/>
              <p:cNvSpPr/>
              <p:nvPr/>
            </p:nvSpPr>
            <p:spPr>
              <a:xfrm flipH="1">
                <a:off x="7532298" y="3396168"/>
                <a:ext cx="460215" cy="193215"/>
              </a:xfrm>
              <a:custGeom>
                <a:rect b="b" l="l" r="r" t="t"/>
                <a:pathLst>
                  <a:path extrusionOk="0" h="563" w="1341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25"/>
              <p:cNvSpPr/>
              <p:nvPr/>
            </p:nvSpPr>
            <p:spPr>
              <a:xfrm flipH="1">
                <a:off x="7431744" y="3421907"/>
                <a:ext cx="111879" cy="110163"/>
              </a:xfrm>
              <a:custGeom>
                <a:rect b="b" l="l" r="r" t="t"/>
                <a:pathLst>
                  <a:path extrusionOk="0" h="321" w="326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5"/>
              <p:cNvSpPr/>
              <p:nvPr/>
            </p:nvSpPr>
            <p:spPr>
              <a:xfrm flipH="1">
                <a:off x="7500725" y="3392393"/>
                <a:ext cx="491102" cy="184635"/>
              </a:xfrm>
              <a:custGeom>
                <a:rect b="b" l="l" r="r" t="t"/>
                <a:pathLst>
                  <a:path extrusionOk="0" h="538" w="1431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25"/>
              <p:cNvSpPr/>
              <p:nvPr/>
            </p:nvSpPr>
            <p:spPr>
              <a:xfrm flipH="1">
                <a:off x="7892646" y="3365281"/>
                <a:ext cx="107075" cy="149630"/>
              </a:xfrm>
              <a:custGeom>
                <a:rect b="b" l="l" r="r" t="t"/>
                <a:pathLst>
                  <a:path extrusionOk="0" h="436" w="312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6" name="Google Shape;1686;p25"/>
            <p:cNvSpPr txBox="1"/>
            <p:nvPr/>
          </p:nvSpPr>
          <p:spPr>
            <a:xfrm>
              <a:off x="1241750" y="2895700"/>
              <a:ext cx="1546500" cy="15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sz="9000" strike="noStrike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6"/>
          <p:cNvSpPr txBox="1"/>
          <p:nvPr>
            <p:ph type="title"/>
          </p:nvPr>
        </p:nvSpPr>
        <p:spPr>
          <a:xfrm>
            <a:off x="525025" y="445025"/>
            <a:ext cx="69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92" name="Google Shape;1692;p26"/>
          <p:cNvSpPr txBox="1"/>
          <p:nvPr>
            <p:ph idx="2" type="title"/>
          </p:nvPr>
        </p:nvSpPr>
        <p:spPr>
          <a:xfrm>
            <a:off x="963137" y="1625875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93" name="Google Shape;1693;p26"/>
          <p:cNvSpPr txBox="1"/>
          <p:nvPr>
            <p:ph idx="3" type="title"/>
          </p:nvPr>
        </p:nvSpPr>
        <p:spPr>
          <a:xfrm>
            <a:off x="4804512" y="1625875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94" name="Google Shape;1694;p26"/>
          <p:cNvSpPr txBox="1"/>
          <p:nvPr>
            <p:ph idx="4" type="title"/>
          </p:nvPr>
        </p:nvSpPr>
        <p:spPr>
          <a:xfrm>
            <a:off x="963137" y="2550319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95" name="Google Shape;1695;p26"/>
          <p:cNvSpPr txBox="1"/>
          <p:nvPr>
            <p:ph idx="5" type="title"/>
          </p:nvPr>
        </p:nvSpPr>
        <p:spPr>
          <a:xfrm>
            <a:off x="4804512" y="2550319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96" name="Google Shape;1696;p26"/>
          <p:cNvSpPr txBox="1"/>
          <p:nvPr>
            <p:ph idx="6" type="title"/>
          </p:nvPr>
        </p:nvSpPr>
        <p:spPr>
          <a:xfrm>
            <a:off x="963137" y="3474763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97" name="Google Shape;1697;p26"/>
          <p:cNvSpPr txBox="1"/>
          <p:nvPr>
            <p:ph idx="7" type="title"/>
          </p:nvPr>
        </p:nvSpPr>
        <p:spPr>
          <a:xfrm>
            <a:off x="4804512" y="3474763"/>
            <a:ext cx="836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698" name="Google Shape;1698;p26"/>
          <p:cNvSpPr txBox="1"/>
          <p:nvPr>
            <p:ph idx="1" type="subTitle"/>
          </p:nvPr>
        </p:nvSpPr>
        <p:spPr>
          <a:xfrm>
            <a:off x="1871088" y="1775400"/>
            <a:ext cx="19161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Economics?</a:t>
            </a:r>
            <a:endParaRPr/>
          </a:p>
        </p:txBody>
      </p:sp>
      <p:sp>
        <p:nvSpPr>
          <p:cNvPr id="1699" name="Google Shape;1699;p26"/>
          <p:cNvSpPr txBox="1"/>
          <p:nvPr>
            <p:ph idx="8" type="subTitle"/>
          </p:nvPr>
        </p:nvSpPr>
        <p:spPr>
          <a:xfrm>
            <a:off x="1871102" y="2700563"/>
            <a:ext cx="21789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Economics</a:t>
            </a:r>
            <a:endParaRPr/>
          </a:p>
        </p:txBody>
      </p:sp>
      <p:sp>
        <p:nvSpPr>
          <p:cNvPr id="1700" name="Google Shape;1700;p26"/>
          <p:cNvSpPr txBox="1"/>
          <p:nvPr>
            <p:ph idx="9" type="subTitle"/>
          </p:nvPr>
        </p:nvSpPr>
        <p:spPr>
          <a:xfrm>
            <a:off x="1871100" y="3563500"/>
            <a:ext cx="27009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Development of Economics</a:t>
            </a:r>
            <a:endParaRPr sz="2000"/>
          </a:p>
        </p:txBody>
      </p:sp>
      <p:sp>
        <p:nvSpPr>
          <p:cNvPr id="1701" name="Google Shape;1701;p26"/>
          <p:cNvSpPr txBox="1"/>
          <p:nvPr>
            <p:ph idx="13" type="subTitle"/>
          </p:nvPr>
        </p:nvSpPr>
        <p:spPr>
          <a:xfrm>
            <a:off x="5793325" y="1976550"/>
            <a:ext cx="28146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How Economics developed in Empires</a:t>
            </a:r>
            <a:endParaRPr sz="2100"/>
          </a:p>
        </p:txBody>
      </p:sp>
      <p:sp>
        <p:nvSpPr>
          <p:cNvPr id="1702" name="Google Shape;1702;p26"/>
          <p:cNvSpPr txBox="1"/>
          <p:nvPr>
            <p:ph idx="14" type="subTitle"/>
          </p:nvPr>
        </p:nvSpPr>
        <p:spPr>
          <a:xfrm>
            <a:off x="5793326" y="3474775"/>
            <a:ext cx="20775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1703" name="Google Shape;1703;p26"/>
          <p:cNvSpPr txBox="1"/>
          <p:nvPr>
            <p:ph idx="15" type="subTitle"/>
          </p:nvPr>
        </p:nvSpPr>
        <p:spPr>
          <a:xfrm>
            <a:off x="5793327" y="2550325"/>
            <a:ext cx="2178900" cy="5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Time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7"/>
          <p:cNvSpPr txBox="1"/>
          <p:nvPr>
            <p:ph type="title"/>
          </p:nvPr>
        </p:nvSpPr>
        <p:spPr>
          <a:xfrm>
            <a:off x="549700" y="2182800"/>
            <a:ext cx="42522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Economics?</a:t>
            </a:r>
            <a:endParaRPr/>
          </a:p>
        </p:txBody>
      </p:sp>
      <p:sp>
        <p:nvSpPr>
          <p:cNvPr id="1709" name="Google Shape;1709;p27"/>
          <p:cNvSpPr txBox="1"/>
          <p:nvPr>
            <p:ph idx="2" type="title"/>
          </p:nvPr>
        </p:nvSpPr>
        <p:spPr>
          <a:xfrm>
            <a:off x="664000" y="1302000"/>
            <a:ext cx="1076700" cy="8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710" name="Google Shape;1710;p27"/>
          <p:cNvGrpSpPr/>
          <p:nvPr/>
        </p:nvGrpSpPr>
        <p:grpSpPr>
          <a:xfrm>
            <a:off x="4801908" y="1480519"/>
            <a:ext cx="4308265" cy="2309781"/>
            <a:chOff x="4487383" y="1618444"/>
            <a:chExt cx="4308265" cy="2309781"/>
          </a:xfrm>
        </p:grpSpPr>
        <p:sp>
          <p:nvSpPr>
            <p:cNvPr id="1711" name="Google Shape;1711;p27"/>
            <p:cNvSpPr/>
            <p:nvPr/>
          </p:nvSpPr>
          <p:spPr>
            <a:xfrm flipH="1">
              <a:off x="5660561" y="3850300"/>
              <a:ext cx="1333754" cy="77925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27"/>
            <p:cNvSpPr/>
            <p:nvPr/>
          </p:nvSpPr>
          <p:spPr>
            <a:xfrm flipH="1">
              <a:off x="7746170" y="3850300"/>
              <a:ext cx="1049478" cy="77925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3" name="Google Shape;1713;p27"/>
            <p:cNvGrpSpPr/>
            <p:nvPr/>
          </p:nvGrpSpPr>
          <p:grpSpPr>
            <a:xfrm>
              <a:off x="5100639" y="1823929"/>
              <a:ext cx="2441940" cy="1895275"/>
              <a:chOff x="1677639" y="1666042"/>
              <a:chExt cx="2441940" cy="1895275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1677639" y="1870002"/>
                <a:ext cx="342532" cy="1691315"/>
              </a:xfrm>
              <a:custGeom>
                <a:rect b="b" l="l" r="r" t="t"/>
                <a:pathLst>
                  <a:path extrusionOk="0" h="9984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9984"/>
                    </a:lnTo>
                    <a:lnTo>
                      <a:pt x="0" y="99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2097588" y="1666042"/>
                <a:ext cx="342532" cy="1895275"/>
              </a:xfrm>
              <a:custGeom>
                <a:rect b="b" l="l" r="r" t="t"/>
                <a:pathLst>
                  <a:path extrusionOk="0" h="11188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2517538" y="2266912"/>
                <a:ext cx="342362" cy="1294405"/>
              </a:xfrm>
              <a:custGeom>
                <a:rect b="b" l="l" r="r" t="t"/>
                <a:pathLst>
                  <a:path extrusionOk="0" h="7641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7641"/>
                    </a:lnTo>
                    <a:lnTo>
                      <a:pt x="0" y="76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27"/>
              <p:cNvSpPr/>
              <p:nvPr/>
            </p:nvSpPr>
            <p:spPr>
              <a:xfrm>
                <a:off x="2937148" y="1666042"/>
                <a:ext cx="342532" cy="1895275"/>
              </a:xfrm>
              <a:custGeom>
                <a:rect b="b" l="l" r="r" t="t"/>
                <a:pathLst>
                  <a:path extrusionOk="0" h="11188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27"/>
              <p:cNvSpPr/>
              <p:nvPr/>
            </p:nvSpPr>
            <p:spPr>
              <a:xfrm>
                <a:off x="3357098" y="2115805"/>
                <a:ext cx="342532" cy="1445512"/>
              </a:xfrm>
              <a:custGeom>
                <a:rect b="b" l="l" r="r" t="t"/>
                <a:pathLst>
                  <a:path extrusionOk="0" h="8533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8533"/>
                    </a:lnTo>
                    <a:lnTo>
                      <a:pt x="0" y="85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777047" y="1790722"/>
                <a:ext cx="342532" cy="1770595"/>
              </a:xfrm>
              <a:custGeom>
                <a:rect b="b" l="l" r="r" t="t"/>
                <a:pathLst>
                  <a:path extrusionOk="0" h="10452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0452"/>
                    </a:lnTo>
                    <a:lnTo>
                      <a:pt x="0" y="104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0" name="Google Shape;1720;p27"/>
            <p:cNvSpPr/>
            <p:nvPr/>
          </p:nvSpPr>
          <p:spPr>
            <a:xfrm>
              <a:off x="5936475" y="2131587"/>
              <a:ext cx="342362" cy="364554"/>
            </a:xfrm>
            <a:custGeom>
              <a:rect b="b" l="l" r="r" t="t"/>
              <a:pathLst>
                <a:path extrusionOk="0" h="2152" w="2021">
                  <a:moveTo>
                    <a:pt x="0" y="0"/>
                  </a:moveTo>
                  <a:lnTo>
                    <a:pt x="2021" y="0"/>
                  </a:lnTo>
                  <a:lnTo>
                    <a:pt x="2021" y="2152"/>
                  </a:lnTo>
                  <a:lnTo>
                    <a:pt x="0" y="2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1" name="Google Shape;1721;p27"/>
            <p:cNvGrpSpPr/>
            <p:nvPr/>
          </p:nvGrpSpPr>
          <p:grpSpPr>
            <a:xfrm>
              <a:off x="5100639" y="1823929"/>
              <a:ext cx="2441940" cy="1294404"/>
              <a:chOff x="1677639" y="1666042"/>
              <a:chExt cx="2441940" cy="1294404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1677639" y="1870002"/>
                <a:ext cx="342532" cy="500923"/>
              </a:xfrm>
              <a:custGeom>
                <a:rect b="b" l="l" r="r" t="t"/>
                <a:pathLst>
                  <a:path extrusionOk="0" h="2957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2957"/>
                    </a:lnTo>
                    <a:lnTo>
                      <a:pt x="0" y="29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2097588" y="1666042"/>
                <a:ext cx="342532" cy="1073165"/>
              </a:xfrm>
              <a:custGeom>
                <a:rect b="b" l="l" r="r" t="t"/>
                <a:pathLst>
                  <a:path extrusionOk="0" h="6335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6335"/>
                    </a:lnTo>
                    <a:lnTo>
                      <a:pt x="0" y="6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27"/>
              <p:cNvSpPr/>
              <p:nvPr/>
            </p:nvSpPr>
            <p:spPr>
              <a:xfrm>
                <a:off x="2937148" y="1666042"/>
                <a:ext cx="342532" cy="738934"/>
              </a:xfrm>
              <a:custGeom>
                <a:rect b="b" l="l" r="r" t="t"/>
                <a:pathLst>
                  <a:path extrusionOk="0" h="4362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62"/>
                    </a:lnTo>
                    <a:lnTo>
                      <a:pt x="0" y="4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5" name="Google Shape;1725;p27"/>
              <p:cNvSpPr/>
              <p:nvPr/>
            </p:nvSpPr>
            <p:spPr>
              <a:xfrm>
                <a:off x="3357098" y="2115805"/>
                <a:ext cx="342532" cy="844641"/>
              </a:xfrm>
              <a:custGeom>
                <a:rect b="b" l="l" r="r" t="t"/>
                <a:pathLst>
                  <a:path extrusionOk="0" h="4986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986"/>
                    </a:lnTo>
                    <a:lnTo>
                      <a:pt x="0" y="4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3777047" y="1790722"/>
                <a:ext cx="342532" cy="733343"/>
              </a:xfrm>
              <a:custGeom>
                <a:rect b="b" l="l" r="r" t="t"/>
                <a:pathLst>
                  <a:path extrusionOk="0" h="4329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29"/>
                    </a:lnTo>
                    <a:lnTo>
                      <a:pt x="0" y="4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7" name="Google Shape;1727;p27"/>
            <p:cNvSpPr/>
            <p:nvPr/>
          </p:nvSpPr>
          <p:spPr>
            <a:xfrm>
              <a:off x="4487383" y="1763453"/>
              <a:ext cx="3688909" cy="1855635"/>
            </a:xfrm>
            <a:custGeom>
              <a:rect b="b" l="l" r="r" t="t"/>
              <a:pathLst>
                <a:path extrusionOk="0" fill="none" h="10954" w="21776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cap="flat" cmpd="sng" w="145425">
              <a:solidFill>
                <a:schemeClr val="accent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117700" lIns="162700" spcFirstLastPara="1" rIns="162700" wrap="square" tIns="117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7"/>
            <p:cNvSpPr/>
            <p:nvPr/>
          </p:nvSpPr>
          <p:spPr>
            <a:xfrm>
              <a:off x="7964544" y="1618444"/>
              <a:ext cx="355406" cy="355406"/>
            </a:xfrm>
            <a:custGeom>
              <a:rect b="b" l="l" r="r" t="t"/>
              <a:pathLst>
                <a:path extrusionOk="0" h="2098" w="2098">
                  <a:moveTo>
                    <a:pt x="2098" y="0"/>
                  </a:moveTo>
                  <a:lnTo>
                    <a:pt x="1049" y="282"/>
                  </a:lnTo>
                  <a:lnTo>
                    <a:pt x="0" y="563"/>
                  </a:lnTo>
                  <a:lnTo>
                    <a:pt x="1105" y="994"/>
                  </a:lnTo>
                  <a:lnTo>
                    <a:pt x="1536" y="2098"/>
                  </a:lnTo>
                  <a:lnTo>
                    <a:pt x="1817" y="1049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7"/>
            <p:cNvSpPr/>
            <p:nvPr/>
          </p:nvSpPr>
          <p:spPr>
            <a:xfrm>
              <a:off x="7592874" y="2838649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7"/>
            <p:cNvSpPr/>
            <p:nvPr/>
          </p:nvSpPr>
          <p:spPr>
            <a:xfrm>
              <a:off x="7250435" y="2590750"/>
              <a:ext cx="355401" cy="361630"/>
            </a:xfrm>
            <a:custGeom>
              <a:rect b="b" l="l" r="r" t="t"/>
              <a:pathLst>
                <a:path extrusionOk="0" h="2854" w="2805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7"/>
            <p:cNvSpPr/>
            <p:nvPr/>
          </p:nvSpPr>
          <p:spPr>
            <a:xfrm>
              <a:off x="5747909" y="3375835"/>
              <a:ext cx="512612" cy="512443"/>
            </a:xfrm>
            <a:custGeom>
              <a:rect b="b" l="l" r="r" t="t"/>
              <a:pathLst>
                <a:path extrusionOk="0" h="3025" w="3026">
                  <a:moveTo>
                    <a:pt x="2583" y="443"/>
                  </a:moveTo>
                  <a:cubicBezTo>
                    <a:pt x="2771" y="631"/>
                    <a:pt x="2906" y="865"/>
                    <a:pt x="2975" y="1121"/>
                  </a:cubicBezTo>
                  <a:cubicBezTo>
                    <a:pt x="3044" y="1378"/>
                    <a:pt x="3044" y="1649"/>
                    <a:pt x="2975" y="1905"/>
                  </a:cubicBezTo>
                  <a:cubicBezTo>
                    <a:pt x="2906" y="2162"/>
                    <a:pt x="2771" y="2395"/>
                    <a:pt x="2583" y="2583"/>
                  </a:cubicBezTo>
                  <a:cubicBezTo>
                    <a:pt x="2395" y="2771"/>
                    <a:pt x="2161" y="2906"/>
                    <a:pt x="1905" y="2974"/>
                  </a:cubicBezTo>
                  <a:cubicBezTo>
                    <a:pt x="1648" y="3043"/>
                    <a:pt x="1378" y="3043"/>
                    <a:pt x="1122" y="2974"/>
                  </a:cubicBezTo>
                  <a:cubicBezTo>
                    <a:pt x="865" y="2906"/>
                    <a:pt x="631" y="2771"/>
                    <a:pt x="444" y="2583"/>
                  </a:cubicBezTo>
                  <a:cubicBezTo>
                    <a:pt x="256" y="2395"/>
                    <a:pt x="121" y="2161"/>
                    <a:pt x="52" y="1905"/>
                  </a:cubicBezTo>
                  <a:cubicBezTo>
                    <a:pt x="-17" y="1648"/>
                    <a:pt x="-17" y="1378"/>
                    <a:pt x="52" y="1121"/>
                  </a:cubicBezTo>
                  <a:cubicBezTo>
                    <a:pt x="121" y="865"/>
                    <a:pt x="256" y="631"/>
                    <a:pt x="444" y="443"/>
                  </a:cubicBezTo>
                  <a:cubicBezTo>
                    <a:pt x="631" y="255"/>
                    <a:pt x="865" y="120"/>
                    <a:pt x="1122" y="52"/>
                  </a:cubicBezTo>
                  <a:cubicBezTo>
                    <a:pt x="1378" y="-17"/>
                    <a:pt x="1648" y="-17"/>
                    <a:pt x="1905" y="52"/>
                  </a:cubicBezTo>
                  <a:cubicBezTo>
                    <a:pt x="2161" y="120"/>
                    <a:pt x="2395" y="255"/>
                    <a:pt x="2583" y="4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7"/>
            <p:cNvSpPr/>
            <p:nvPr/>
          </p:nvSpPr>
          <p:spPr>
            <a:xfrm>
              <a:off x="5812451" y="3440208"/>
              <a:ext cx="383866" cy="383866"/>
            </a:xfrm>
            <a:custGeom>
              <a:rect b="b" l="l" r="r" t="t"/>
              <a:pathLst>
                <a:path extrusionOk="0" h="2266" w="2266">
                  <a:moveTo>
                    <a:pt x="2266" y="1133"/>
                  </a:moveTo>
                  <a:cubicBezTo>
                    <a:pt x="2266" y="1332"/>
                    <a:pt x="2213" y="1528"/>
                    <a:pt x="2114" y="1700"/>
                  </a:cubicBezTo>
                  <a:cubicBezTo>
                    <a:pt x="2014" y="1873"/>
                    <a:pt x="1871" y="2015"/>
                    <a:pt x="1699" y="2114"/>
                  </a:cubicBezTo>
                  <a:cubicBezTo>
                    <a:pt x="1527" y="2214"/>
                    <a:pt x="1331" y="2266"/>
                    <a:pt x="1133" y="2266"/>
                  </a:cubicBezTo>
                  <a:cubicBezTo>
                    <a:pt x="934" y="2266"/>
                    <a:pt x="738" y="2214"/>
                    <a:pt x="566" y="2114"/>
                  </a:cubicBezTo>
                  <a:cubicBezTo>
                    <a:pt x="394" y="2015"/>
                    <a:pt x="250" y="1873"/>
                    <a:pt x="151" y="1700"/>
                  </a:cubicBezTo>
                  <a:cubicBezTo>
                    <a:pt x="51" y="1528"/>
                    <a:pt x="0" y="1332"/>
                    <a:pt x="0" y="1133"/>
                  </a:cubicBezTo>
                  <a:cubicBezTo>
                    <a:pt x="0" y="934"/>
                    <a:pt x="52" y="739"/>
                    <a:pt x="151" y="567"/>
                  </a:cubicBezTo>
                  <a:cubicBezTo>
                    <a:pt x="251" y="394"/>
                    <a:pt x="394" y="252"/>
                    <a:pt x="566" y="152"/>
                  </a:cubicBezTo>
                  <a:cubicBezTo>
                    <a:pt x="738" y="53"/>
                    <a:pt x="934" y="0"/>
                    <a:pt x="1133" y="0"/>
                  </a:cubicBezTo>
                  <a:cubicBezTo>
                    <a:pt x="1331" y="0"/>
                    <a:pt x="1527" y="53"/>
                    <a:pt x="1699" y="152"/>
                  </a:cubicBezTo>
                  <a:cubicBezTo>
                    <a:pt x="1871" y="252"/>
                    <a:pt x="2014" y="394"/>
                    <a:pt x="2114" y="567"/>
                  </a:cubicBezTo>
                  <a:cubicBezTo>
                    <a:pt x="2213" y="739"/>
                    <a:pt x="2266" y="934"/>
                    <a:pt x="2266" y="11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27"/>
            <p:cNvSpPr txBox="1"/>
            <p:nvPr/>
          </p:nvSpPr>
          <p:spPr>
            <a:xfrm>
              <a:off x="5889500" y="3446988"/>
              <a:ext cx="2301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60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b="1" sz="2260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6436192" y="3795942"/>
              <a:ext cx="158730" cy="88089"/>
            </a:xfrm>
            <a:custGeom>
              <a:rect b="b" l="l" r="r" t="t"/>
              <a:pathLst>
                <a:path extrusionOk="0" h="520" w="937">
                  <a:moveTo>
                    <a:pt x="234" y="272"/>
                  </a:moveTo>
                  <a:cubicBezTo>
                    <a:pt x="234" y="272"/>
                    <a:pt x="-37" y="371"/>
                    <a:pt x="4" y="479"/>
                  </a:cubicBezTo>
                  <a:cubicBezTo>
                    <a:pt x="39" y="573"/>
                    <a:pt x="605" y="490"/>
                    <a:pt x="848" y="392"/>
                  </a:cubicBezTo>
                  <a:cubicBezTo>
                    <a:pt x="1090" y="293"/>
                    <a:pt x="764" y="12"/>
                    <a:pt x="728" y="0"/>
                  </a:cubicBezTo>
                  <a:cubicBezTo>
                    <a:pt x="692" y="-12"/>
                    <a:pt x="234" y="272"/>
                    <a:pt x="234" y="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>
              <a:off x="6753822" y="3755793"/>
              <a:ext cx="134675" cy="132473"/>
            </a:xfrm>
            <a:custGeom>
              <a:rect b="b" l="l" r="r" t="t"/>
              <a:pathLst>
                <a:path extrusionOk="0" h="782" w="795">
                  <a:moveTo>
                    <a:pt x="138" y="445"/>
                  </a:moveTo>
                  <a:cubicBezTo>
                    <a:pt x="138" y="445"/>
                    <a:pt x="-61" y="688"/>
                    <a:pt x="18" y="772"/>
                  </a:cubicBezTo>
                  <a:cubicBezTo>
                    <a:pt x="88" y="844"/>
                    <a:pt x="565" y="500"/>
                    <a:pt x="748" y="313"/>
                  </a:cubicBezTo>
                  <a:cubicBezTo>
                    <a:pt x="932" y="127"/>
                    <a:pt x="521" y="-3"/>
                    <a:pt x="483" y="0"/>
                  </a:cubicBezTo>
                  <a:cubicBezTo>
                    <a:pt x="446" y="3"/>
                    <a:pt x="138" y="445"/>
                    <a:pt x="138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>
              <a:off x="6468718" y="3330255"/>
              <a:ext cx="127052" cy="525656"/>
            </a:xfrm>
            <a:custGeom>
              <a:rect b="b" l="l" r="r" t="t"/>
              <a:pathLst>
                <a:path extrusionOk="0" h="3103" w="750">
                  <a:moveTo>
                    <a:pt x="123" y="310"/>
                  </a:moveTo>
                  <a:cubicBezTo>
                    <a:pt x="123" y="310"/>
                    <a:pt x="195" y="1414"/>
                    <a:pt x="284" y="2025"/>
                  </a:cubicBezTo>
                  <a:cubicBezTo>
                    <a:pt x="374" y="2635"/>
                    <a:pt x="334" y="2806"/>
                    <a:pt x="334" y="2806"/>
                  </a:cubicBezTo>
                  <a:cubicBezTo>
                    <a:pt x="334" y="2806"/>
                    <a:pt x="-57" y="3048"/>
                    <a:pt x="6" y="3093"/>
                  </a:cubicBezTo>
                  <a:cubicBezTo>
                    <a:pt x="69" y="3138"/>
                    <a:pt x="401" y="3026"/>
                    <a:pt x="500" y="2927"/>
                  </a:cubicBezTo>
                  <a:cubicBezTo>
                    <a:pt x="599" y="2828"/>
                    <a:pt x="554" y="2765"/>
                    <a:pt x="554" y="2765"/>
                  </a:cubicBezTo>
                  <a:cubicBezTo>
                    <a:pt x="554" y="2765"/>
                    <a:pt x="706" y="1450"/>
                    <a:pt x="742" y="1001"/>
                  </a:cubicBezTo>
                  <a:cubicBezTo>
                    <a:pt x="778" y="553"/>
                    <a:pt x="679" y="167"/>
                    <a:pt x="679" y="167"/>
                  </a:cubicBezTo>
                  <a:cubicBezTo>
                    <a:pt x="679" y="167"/>
                    <a:pt x="410" y="-58"/>
                    <a:pt x="302" y="14"/>
                  </a:cubicBezTo>
                  <a:cubicBezTo>
                    <a:pt x="195" y="86"/>
                    <a:pt x="123" y="310"/>
                    <a:pt x="123" y="31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>
              <a:off x="6635579" y="3333304"/>
              <a:ext cx="215819" cy="515661"/>
            </a:xfrm>
            <a:custGeom>
              <a:rect b="b" l="l" r="r" t="t"/>
              <a:pathLst>
                <a:path extrusionOk="0" h="3044" w="1274">
                  <a:moveTo>
                    <a:pt x="0" y="381"/>
                  </a:moveTo>
                  <a:cubicBezTo>
                    <a:pt x="0" y="381"/>
                    <a:pt x="435" y="1398"/>
                    <a:pt x="723" y="1943"/>
                  </a:cubicBezTo>
                  <a:cubicBezTo>
                    <a:pt x="1011" y="2489"/>
                    <a:pt x="1023" y="2644"/>
                    <a:pt x="1023" y="2644"/>
                  </a:cubicBezTo>
                  <a:cubicBezTo>
                    <a:pt x="1023" y="2644"/>
                    <a:pt x="743" y="3022"/>
                    <a:pt x="817" y="3043"/>
                  </a:cubicBezTo>
                  <a:cubicBezTo>
                    <a:pt x="891" y="3064"/>
                    <a:pt x="1196" y="2792"/>
                    <a:pt x="1256" y="2666"/>
                  </a:cubicBezTo>
                  <a:cubicBezTo>
                    <a:pt x="1316" y="2540"/>
                    <a:pt x="1202" y="2488"/>
                    <a:pt x="1202" y="2488"/>
                  </a:cubicBezTo>
                  <a:cubicBezTo>
                    <a:pt x="1202" y="2488"/>
                    <a:pt x="930" y="1261"/>
                    <a:pt x="814" y="826"/>
                  </a:cubicBezTo>
                  <a:cubicBezTo>
                    <a:pt x="698" y="391"/>
                    <a:pt x="476" y="60"/>
                    <a:pt x="476" y="60"/>
                  </a:cubicBezTo>
                  <a:cubicBezTo>
                    <a:pt x="476" y="60"/>
                    <a:pt x="148" y="-62"/>
                    <a:pt x="70" y="42"/>
                  </a:cubicBezTo>
                  <a:cubicBezTo>
                    <a:pt x="-7" y="145"/>
                    <a:pt x="0" y="381"/>
                    <a:pt x="0" y="381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>
              <a:off x="6461772" y="3011778"/>
              <a:ext cx="334909" cy="409107"/>
            </a:xfrm>
            <a:custGeom>
              <a:rect b="b" l="l" r="r" t="t"/>
              <a:pathLst>
                <a:path extrusionOk="0" h="2415" w="1977">
                  <a:moveTo>
                    <a:pt x="231" y="45"/>
                  </a:moveTo>
                  <a:cubicBezTo>
                    <a:pt x="231" y="45"/>
                    <a:pt x="20" y="243"/>
                    <a:pt x="2" y="1050"/>
                  </a:cubicBezTo>
                  <a:cubicBezTo>
                    <a:pt x="-16" y="1858"/>
                    <a:pt x="65" y="2415"/>
                    <a:pt x="65" y="2415"/>
                  </a:cubicBezTo>
                  <a:lnTo>
                    <a:pt x="1977" y="2415"/>
                  </a:lnTo>
                  <a:cubicBezTo>
                    <a:pt x="1977" y="2415"/>
                    <a:pt x="1888" y="1500"/>
                    <a:pt x="1771" y="961"/>
                  </a:cubicBezTo>
                  <a:cubicBezTo>
                    <a:pt x="1655" y="423"/>
                    <a:pt x="1268" y="0"/>
                    <a:pt x="1268" y="0"/>
                  </a:cubicBezTo>
                  <a:lnTo>
                    <a:pt x="231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27"/>
            <p:cNvSpPr/>
            <p:nvPr/>
          </p:nvSpPr>
          <p:spPr>
            <a:xfrm>
              <a:off x="6294063" y="2649088"/>
              <a:ext cx="274093" cy="311023"/>
            </a:xfrm>
            <a:custGeom>
              <a:rect b="b" l="l" r="r" t="t"/>
              <a:pathLst>
                <a:path extrusionOk="0" h="1836" w="1618">
                  <a:moveTo>
                    <a:pt x="1597" y="0"/>
                  </a:moveTo>
                  <a:cubicBezTo>
                    <a:pt x="1597" y="0"/>
                    <a:pt x="1190" y="54"/>
                    <a:pt x="968" y="455"/>
                  </a:cubicBezTo>
                  <a:cubicBezTo>
                    <a:pt x="776" y="804"/>
                    <a:pt x="371" y="1405"/>
                    <a:pt x="371" y="1405"/>
                  </a:cubicBezTo>
                  <a:lnTo>
                    <a:pt x="0" y="1621"/>
                  </a:lnTo>
                  <a:lnTo>
                    <a:pt x="156" y="1836"/>
                  </a:lnTo>
                  <a:cubicBezTo>
                    <a:pt x="156" y="1836"/>
                    <a:pt x="682" y="1669"/>
                    <a:pt x="944" y="1489"/>
                  </a:cubicBezTo>
                  <a:cubicBezTo>
                    <a:pt x="1208" y="1310"/>
                    <a:pt x="1603" y="222"/>
                    <a:pt x="1615" y="132"/>
                  </a:cubicBezTo>
                  <a:cubicBezTo>
                    <a:pt x="1627" y="42"/>
                    <a:pt x="1597" y="0"/>
                    <a:pt x="15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27"/>
            <p:cNvSpPr/>
            <p:nvPr/>
          </p:nvSpPr>
          <p:spPr>
            <a:xfrm>
              <a:off x="6539359" y="2432423"/>
              <a:ext cx="287476" cy="352357"/>
            </a:xfrm>
            <a:custGeom>
              <a:rect b="b" l="l" r="r" t="t"/>
              <a:pathLst>
                <a:path extrusionOk="0" h="2080" w="1697">
                  <a:moveTo>
                    <a:pt x="173" y="284"/>
                  </a:moveTo>
                  <a:cubicBezTo>
                    <a:pt x="173" y="284"/>
                    <a:pt x="285" y="-75"/>
                    <a:pt x="662" y="15"/>
                  </a:cubicBezTo>
                  <a:cubicBezTo>
                    <a:pt x="1039" y="105"/>
                    <a:pt x="1016" y="513"/>
                    <a:pt x="1112" y="591"/>
                  </a:cubicBezTo>
                  <a:cubicBezTo>
                    <a:pt x="1208" y="669"/>
                    <a:pt x="1553" y="773"/>
                    <a:pt x="1651" y="1040"/>
                  </a:cubicBezTo>
                  <a:cubicBezTo>
                    <a:pt x="1743" y="1294"/>
                    <a:pt x="1726" y="1725"/>
                    <a:pt x="1322" y="1953"/>
                  </a:cubicBezTo>
                  <a:cubicBezTo>
                    <a:pt x="837" y="2227"/>
                    <a:pt x="119" y="2014"/>
                    <a:pt x="59" y="1704"/>
                  </a:cubicBezTo>
                  <a:cubicBezTo>
                    <a:pt x="-1" y="1393"/>
                    <a:pt x="-43" y="944"/>
                    <a:pt x="71" y="711"/>
                  </a:cubicBezTo>
                  <a:cubicBezTo>
                    <a:pt x="185" y="477"/>
                    <a:pt x="173" y="284"/>
                    <a:pt x="173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27"/>
            <p:cNvSpPr/>
            <p:nvPr/>
          </p:nvSpPr>
          <p:spPr>
            <a:xfrm>
              <a:off x="6490232" y="2648410"/>
              <a:ext cx="266978" cy="381664"/>
            </a:xfrm>
            <a:custGeom>
              <a:rect b="b" l="l" r="r" t="t"/>
              <a:pathLst>
                <a:path extrusionOk="0" h="2253" w="1576">
                  <a:moveTo>
                    <a:pt x="297" y="51"/>
                  </a:moveTo>
                  <a:cubicBezTo>
                    <a:pt x="247" y="104"/>
                    <a:pt x="63" y="472"/>
                    <a:pt x="14" y="745"/>
                  </a:cubicBezTo>
                  <a:cubicBezTo>
                    <a:pt x="-36" y="1019"/>
                    <a:pt x="63" y="2190"/>
                    <a:pt x="63" y="2190"/>
                  </a:cubicBezTo>
                  <a:lnTo>
                    <a:pt x="1163" y="2253"/>
                  </a:lnTo>
                  <a:cubicBezTo>
                    <a:pt x="1163" y="2253"/>
                    <a:pt x="1311" y="884"/>
                    <a:pt x="1360" y="772"/>
                  </a:cubicBezTo>
                  <a:cubicBezTo>
                    <a:pt x="1410" y="660"/>
                    <a:pt x="1576" y="241"/>
                    <a:pt x="1576" y="241"/>
                  </a:cubicBezTo>
                  <a:cubicBezTo>
                    <a:pt x="1576" y="241"/>
                    <a:pt x="1369" y="79"/>
                    <a:pt x="1001" y="28"/>
                  </a:cubicBezTo>
                  <a:cubicBezTo>
                    <a:pt x="669" y="-18"/>
                    <a:pt x="346" y="-3"/>
                    <a:pt x="297" y="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27"/>
            <p:cNvSpPr/>
            <p:nvPr/>
          </p:nvSpPr>
          <p:spPr>
            <a:xfrm>
              <a:off x="6535801" y="2439199"/>
              <a:ext cx="137385" cy="174146"/>
            </a:xfrm>
            <a:custGeom>
              <a:rect b="b" l="l" r="r" t="t"/>
              <a:pathLst>
                <a:path extrusionOk="0" h="1028" w="811">
                  <a:moveTo>
                    <a:pt x="773" y="646"/>
                  </a:moveTo>
                  <a:cubicBezTo>
                    <a:pt x="773" y="646"/>
                    <a:pt x="615" y="998"/>
                    <a:pt x="314" y="1026"/>
                  </a:cubicBezTo>
                  <a:cubicBezTo>
                    <a:pt x="14" y="1055"/>
                    <a:pt x="-36" y="818"/>
                    <a:pt x="19" y="590"/>
                  </a:cubicBezTo>
                  <a:cubicBezTo>
                    <a:pt x="88" y="304"/>
                    <a:pt x="379" y="-7"/>
                    <a:pt x="474" y="1"/>
                  </a:cubicBezTo>
                  <a:cubicBezTo>
                    <a:pt x="570" y="9"/>
                    <a:pt x="799" y="345"/>
                    <a:pt x="809" y="443"/>
                  </a:cubicBezTo>
                  <a:cubicBezTo>
                    <a:pt x="818" y="541"/>
                    <a:pt x="773" y="646"/>
                    <a:pt x="773" y="64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27"/>
            <p:cNvSpPr/>
            <p:nvPr/>
          </p:nvSpPr>
          <p:spPr>
            <a:xfrm>
              <a:off x="6543763" y="2552359"/>
              <a:ext cx="136030" cy="168725"/>
            </a:xfrm>
            <a:custGeom>
              <a:rect b="b" l="l" r="r" t="t"/>
              <a:pathLst>
                <a:path extrusionOk="0" h="996" w="803">
                  <a:moveTo>
                    <a:pt x="697" y="0"/>
                  </a:moveTo>
                  <a:cubicBezTo>
                    <a:pt x="697" y="0"/>
                    <a:pt x="548" y="425"/>
                    <a:pt x="524" y="520"/>
                  </a:cubicBezTo>
                  <a:cubicBezTo>
                    <a:pt x="500" y="616"/>
                    <a:pt x="530" y="634"/>
                    <a:pt x="530" y="634"/>
                  </a:cubicBezTo>
                  <a:cubicBezTo>
                    <a:pt x="530" y="634"/>
                    <a:pt x="820" y="650"/>
                    <a:pt x="802" y="698"/>
                  </a:cubicBezTo>
                  <a:cubicBezTo>
                    <a:pt x="784" y="746"/>
                    <a:pt x="429" y="1070"/>
                    <a:pt x="189" y="981"/>
                  </a:cubicBezTo>
                  <a:cubicBezTo>
                    <a:pt x="-50" y="891"/>
                    <a:pt x="3" y="690"/>
                    <a:pt x="9" y="654"/>
                  </a:cubicBezTo>
                  <a:cubicBezTo>
                    <a:pt x="15" y="618"/>
                    <a:pt x="21" y="617"/>
                    <a:pt x="21" y="617"/>
                  </a:cubicBezTo>
                  <a:lnTo>
                    <a:pt x="183" y="598"/>
                  </a:lnTo>
                  <a:cubicBezTo>
                    <a:pt x="183" y="598"/>
                    <a:pt x="314" y="119"/>
                    <a:pt x="356" y="77"/>
                  </a:cubicBezTo>
                  <a:cubicBezTo>
                    <a:pt x="398" y="36"/>
                    <a:pt x="697" y="0"/>
                    <a:pt x="697" y="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7"/>
            <p:cNvSpPr/>
            <p:nvPr/>
          </p:nvSpPr>
          <p:spPr>
            <a:xfrm>
              <a:off x="6568326" y="2435302"/>
              <a:ext cx="119090" cy="130609"/>
            </a:xfrm>
            <a:custGeom>
              <a:rect b="b" l="l" r="r" t="t"/>
              <a:pathLst>
                <a:path extrusionOk="0" h="771" w="703">
                  <a:moveTo>
                    <a:pt x="0" y="257"/>
                  </a:moveTo>
                  <a:cubicBezTo>
                    <a:pt x="0" y="257"/>
                    <a:pt x="85" y="178"/>
                    <a:pt x="183" y="137"/>
                  </a:cubicBezTo>
                  <a:cubicBezTo>
                    <a:pt x="263" y="105"/>
                    <a:pt x="311" y="115"/>
                    <a:pt x="311" y="115"/>
                  </a:cubicBezTo>
                  <a:cubicBezTo>
                    <a:pt x="311" y="115"/>
                    <a:pt x="434" y="324"/>
                    <a:pt x="461" y="424"/>
                  </a:cubicBezTo>
                  <a:cubicBezTo>
                    <a:pt x="503" y="581"/>
                    <a:pt x="501" y="771"/>
                    <a:pt x="501" y="771"/>
                  </a:cubicBezTo>
                  <a:cubicBezTo>
                    <a:pt x="501" y="771"/>
                    <a:pt x="670" y="716"/>
                    <a:pt x="697" y="635"/>
                  </a:cubicBezTo>
                  <a:cubicBezTo>
                    <a:pt x="724" y="555"/>
                    <a:pt x="648" y="151"/>
                    <a:pt x="527" y="83"/>
                  </a:cubicBezTo>
                  <a:cubicBezTo>
                    <a:pt x="406" y="16"/>
                    <a:pt x="325" y="-24"/>
                    <a:pt x="222" y="16"/>
                  </a:cubicBezTo>
                  <a:cubicBezTo>
                    <a:pt x="118" y="56"/>
                    <a:pt x="0" y="257"/>
                    <a:pt x="0" y="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7"/>
            <p:cNvSpPr/>
            <p:nvPr/>
          </p:nvSpPr>
          <p:spPr>
            <a:xfrm>
              <a:off x="6644727" y="2552359"/>
              <a:ext cx="43028" cy="29984"/>
            </a:xfrm>
            <a:custGeom>
              <a:rect b="b" l="l" r="r" t="t"/>
              <a:pathLst>
                <a:path extrusionOk="0" h="177" w="254">
                  <a:moveTo>
                    <a:pt x="77" y="153"/>
                  </a:moveTo>
                  <a:cubicBezTo>
                    <a:pt x="77" y="153"/>
                    <a:pt x="215" y="219"/>
                    <a:pt x="245" y="135"/>
                  </a:cubicBezTo>
                  <a:cubicBezTo>
                    <a:pt x="275" y="51"/>
                    <a:pt x="221" y="-15"/>
                    <a:pt x="137" y="3"/>
                  </a:cubicBezTo>
                  <a:cubicBezTo>
                    <a:pt x="54" y="21"/>
                    <a:pt x="0" y="111"/>
                    <a:pt x="0" y="111"/>
                  </a:cubicBezTo>
                  <a:lnTo>
                    <a:pt x="77" y="153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7"/>
            <p:cNvSpPr/>
            <p:nvPr/>
          </p:nvSpPr>
          <p:spPr>
            <a:xfrm>
              <a:off x="6094338" y="2674498"/>
              <a:ext cx="147550" cy="159408"/>
            </a:xfrm>
            <a:custGeom>
              <a:rect b="b" l="l" r="r" t="t"/>
              <a:pathLst>
                <a:path extrusionOk="0" h="941" w="871">
                  <a:moveTo>
                    <a:pt x="377" y="0"/>
                  </a:moveTo>
                  <a:lnTo>
                    <a:pt x="871" y="269"/>
                  </a:lnTo>
                  <a:lnTo>
                    <a:pt x="557" y="941"/>
                  </a:lnTo>
                  <a:lnTo>
                    <a:pt x="0" y="61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7"/>
            <p:cNvSpPr/>
            <p:nvPr/>
          </p:nvSpPr>
          <p:spPr>
            <a:xfrm>
              <a:off x="6153120" y="2688559"/>
              <a:ext cx="786536" cy="512781"/>
            </a:xfrm>
            <a:custGeom>
              <a:rect b="b" l="l" r="r" t="t"/>
              <a:pathLst>
                <a:path extrusionOk="0" h="3027" w="4643">
                  <a:moveTo>
                    <a:pt x="467" y="0"/>
                  </a:moveTo>
                  <a:lnTo>
                    <a:pt x="0" y="885"/>
                  </a:lnTo>
                  <a:lnTo>
                    <a:pt x="4152" y="3027"/>
                  </a:lnTo>
                  <a:cubicBezTo>
                    <a:pt x="4152" y="3027"/>
                    <a:pt x="4410" y="3042"/>
                    <a:pt x="4580" y="2689"/>
                  </a:cubicBezTo>
                  <a:cubicBezTo>
                    <a:pt x="4764" y="2308"/>
                    <a:pt x="4487" y="2130"/>
                    <a:pt x="4487" y="2130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27"/>
            <p:cNvSpPr/>
            <p:nvPr/>
          </p:nvSpPr>
          <p:spPr>
            <a:xfrm>
              <a:off x="5300516" y="2114793"/>
              <a:ext cx="881909" cy="881909"/>
            </a:xfrm>
            <a:custGeom>
              <a:rect b="b" l="l" r="r" t="t"/>
              <a:pathLst>
                <a:path extrusionOk="0" h="5206" w="5206">
                  <a:moveTo>
                    <a:pt x="2736" y="4"/>
                  </a:moveTo>
                  <a:cubicBezTo>
                    <a:pt x="1301" y="-69"/>
                    <a:pt x="77" y="1035"/>
                    <a:pt x="4" y="2471"/>
                  </a:cubicBezTo>
                  <a:cubicBezTo>
                    <a:pt x="-69" y="3906"/>
                    <a:pt x="1035" y="5129"/>
                    <a:pt x="2471" y="5202"/>
                  </a:cubicBezTo>
                  <a:cubicBezTo>
                    <a:pt x="3907" y="5275"/>
                    <a:pt x="5130" y="4171"/>
                    <a:pt x="5203" y="2736"/>
                  </a:cubicBezTo>
                  <a:cubicBezTo>
                    <a:pt x="5277" y="1301"/>
                    <a:pt x="4172" y="77"/>
                    <a:pt x="2736" y="4"/>
                  </a:cubicBezTo>
                  <a:moveTo>
                    <a:pt x="2500" y="4629"/>
                  </a:moveTo>
                  <a:cubicBezTo>
                    <a:pt x="1382" y="4571"/>
                    <a:pt x="521" y="3619"/>
                    <a:pt x="578" y="2500"/>
                  </a:cubicBezTo>
                  <a:cubicBezTo>
                    <a:pt x="635" y="1381"/>
                    <a:pt x="1588" y="521"/>
                    <a:pt x="2707" y="578"/>
                  </a:cubicBezTo>
                  <a:cubicBezTo>
                    <a:pt x="3826" y="635"/>
                    <a:pt x="4687" y="1588"/>
                    <a:pt x="4630" y="2707"/>
                  </a:cubicBezTo>
                  <a:cubicBezTo>
                    <a:pt x="4573" y="3825"/>
                    <a:pt x="3619" y="4686"/>
                    <a:pt x="2500" y="46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27"/>
            <p:cNvSpPr/>
            <p:nvPr/>
          </p:nvSpPr>
          <p:spPr>
            <a:xfrm>
              <a:off x="6265265" y="2891503"/>
              <a:ext cx="83007" cy="75384"/>
            </a:xfrm>
            <a:custGeom>
              <a:rect b="b" l="l" r="r" t="t"/>
              <a:pathLst>
                <a:path extrusionOk="0" h="445" w="490">
                  <a:moveTo>
                    <a:pt x="9" y="163"/>
                  </a:moveTo>
                  <a:cubicBezTo>
                    <a:pt x="64" y="69"/>
                    <a:pt x="261" y="-60"/>
                    <a:pt x="423" y="30"/>
                  </a:cubicBezTo>
                  <a:cubicBezTo>
                    <a:pt x="585" y="121"/>
                    <a:pt x="423" y="451"/>
                    <a:pt x="261" y="444"/>
                  </a:cubicBezTo>
                  <a:cubicBezTo>
                    <a:pt x="100" y="438"/>
                    <a:pt x="-36" y="240"/>
                    <a:pt x="9" y="163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27"/>
            <p:cNvSpPr/>
            <p:nvPr/>
          </p:nvSpPr>
          <p:spPr>
            <a:xfrm>
              <a:off x="6722483" y="3117485"/>
              <a:ext cx="80466" cy="76909"/>
            </a:xfrm>
            <a:custGeom>
              <a:rect b="b" l="l" r="r" t="t"/>
              <a:pathLst>
                <a:path extrusionOk="0" h="454" w="475">
                  <a:moveTo>
                    <a:pt x="472" y="216"/>
                  </a:moveTo>
                  <a:cubicBezTo>
                    <a:pt x="442" y="320"/>
                    <a:pt x="282" y="494"/>
                    <a:pt x="103" y="445"/>
                  </a:cubicBezTo>
                  <a:cubicBezTo>
                    <a:pt x="-76" y="397"/>
                    <a:pt x="1" y="38"/>
                    <a:pt x="159" y="4"/>
                  </a:cubicBezTo>
                  <a:cubicBezTo>
                    <a:pt x="317" y="-29"/>
                    <a:pt x="497" y="129"/>
                    <a:pt x="472" y="21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7"/>
            <p:cNvSpPr/>
            <p:nvPr/>
          </p:nvSpPr>
          <p:spPr>
            <a:xfrm>
              <a:off x="6751112" y="3084791"/>
              <a:ext cx="71488" cy="72674"/>
            </a:xfrm>
            <a:custGeom>
              <a:rect b="b" l="l" r="r" t="t"/>
              <a:pathLst>
                <a:path extrusionOk="0" h="429" w="422">
                  <a:moveTo>
                    <a:pt x="0" y="265"/>
                  </a:moveTo>
                  <a:lnTo>
                    <a:pt x="170" y="0"/>
                  </a:lnTo>
                  <a:lnTo>
                    <a:pt x="422" y="117"/>
                  </a:lnTo>
                  <a:cubicBezTo>
                    <a:pt x="422" y="117"/>
                    <a:pt x="323" y="337"/>
                    <a:pt x="269" y="413"/>
                  </a:cubicBezTo>
                  <a:cubicBezTo>
                    <a:pt x="215" y="489"/>
                    <a:pt x="0" y="265"/>
                    <a:pt x="0" y="265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7"/>
            <p:cNvSpPr/>
            <p:nvPr/>
          </p:nvSpPr>
          <p:spPr>
            <a:xfrm>
              <a:off x="6669968" y="2662301"/>
              <a:ext cx="230049" cy="471108"/>
            </a:xfrm>
            <a:custGeom>
              <a:rect b="b" l="l" r="r" t="t"/>
              <a:pathLst>
                <a:path extrusionOk="0" h="2781" w="1358">
                  <a:moveTo>
                    <a:pt x="162" y="0"/>
                  </a:moveTo>
                  <a:cubicBezTo>
                    <a:pt x="162" y="0"/>
                    <a:pt x="431" y="48"/>
                    <a:pt x="676" y="293"/>
                  </a:cubicBezTo>
                  <a:cubicBezTo>
                    <a:pt x="922" y="537"/>
                    <a:pt x="1359" y="1398"/>
                    <a:pt x="1358" y="1641"/>
                  </a:cubicBezTo>
                  <a:cubicBezTo>
                    <a:pt x="1357" y="1977"/>
                    <a:pt x="880" y="2781"/>
                    <a:pt x="880" y="2781"/>
                  </a:cubicBezTo>
                  <a:lnTo>
                    <a:pt x="563" y="2578"/>
                  </a:lnTo>
                  <a:cubicBezTo>
                    <a:pt x="563" y="2578"/>
                    <a:pt x="838" y="1980"/>
                    <a:pt x="820" y="1650"/>
                  </a:cubicBezTo>
                  <a:cubicBezTo>
                    <a:pt x="802" y="1321"/>
                    <a:pt x="0" y="645"/>
                    <a:pt x="0" y="645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27"/>
            <p:cNvSpPr/>
            <p:nvPr/>
          </p:nvSpPr>
          <p:spPr>
            <a:xfrm>
              <a:off x="8007742" y="3807631"/>
              <a:ext cx="195490" cy="80636"/>
            </a:xfrm>
            <a:custGeom>
              <a:rect b="b" l="l" r="r" t="t"/>
              <a:pathLst>
                <a:path extrusionOk="0" h="476" w="1154">
                  <a:moveTo>
                    <a:pt x="671" y="12"/>
                  </a:moveTo>
                  <a:cubicBezTo>
                    <a:pt x="648" y="47"/>
                    <a:pt x="-12" y="318"/>
                    <a:pt x="0" y="412"/>
                  </a:cubicBezTo>
                  <a:cubicBezTo>
                    <a:pt x="12" y="506"/>
                    <a:pt x="1083" y="483"/>
                    <a:pt x="1142" y="424"/>
                  </a:cubicBezTo>
                  <a:cubicBezTo>
                    <a:pt x="1201" y="365"/>
                    <a:pt x="1024" y="0"/>
                    <a:pt x="1024" y="0"/>
                  </a:cubicBezTo>
                  <a:lnTo>
                    <a:pt x="671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27"/>
            <p:cNvSpPr/>
            <p:nvPr/>
          </p:nvSpPr>
          <p:spPr>
            <a:xfrm>
              <a:off x="8421423" y="3723099"/>
              <a:ext cx="83177" cy="153648"/>
            </a:xfrm>
            <a:custGeom>
              <a:rect b="b" l="l" r="r" t="t"/>
              <a:pathLst>
                <a:path extrusionOk="0" h="907" w="491">
                  <a:moveTo>
                    <a:pt x="77" y="146"/>
                  </a:moveTo>
                  <a:cubicBezTo>
                    <a:pt x="77" y="146"/>
                    <a:pt x="-49" y="793"/>
                    <a:pt x="22" y="876"/>
                  </a:cubicBezTo>
                  <a:cubicBezTo>
                    <a:pt x="93" y="958"/>
                    <a:pt x="305" y="873"/>
                    <a:pt x="446" y="684"/>
                  </a:cubicBezTo>
                  <a:cubicBezTo>
                    <a:pt x="587" y="496"/>
                    <a:pt x="352" y="0"/>
                    <a:pt x="352" y="0"/>
                  </a:cubicBezTo>
                  <a:lnTo>
                    <a:pt x="77" y="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7"/>
            <p:cNvSpPr/>
            <p:nvPr/>
          </p:nvSpPr>
          <p:spPr>
            <a:xfrm>
              <a:off x="8051447" y="3087840"/>
              <a:ext cx="438922" cy="733852"/>
            </a:xfrm>
            <a:custGeom>
              <a:rect b="b" l="l" r="r" t="t"/>
              <a:pathLst>
                <a:path extrusionOk="0" h="4332" w="2591">
                  <a:moveTo>
                    <a:pt x="1" y="188"/>
                  </a:moveTo>
                  <a:cubicBezTo>
                    <a:pt x="1" y="188"/>
                    <a:pt x="-14" y="1181"/>
                    <a:pt x="72" y="2284"/>
                  </a:cubicBezTo>
                  <a:cubicBezTo>
                    <a:pt x="166" y="3496"/>
                    <a:pt x="366" y="4332"/>
                    <a:pt x="366" y="4332"/>
                  </a:cubicBezTo>
                  <a:lnTo>
                    <a:pt x="811" y="4311"/>
                  </a:lnTo>
                  <a:cubicBezTo>
                    <a:pt x="811" y="4311"/>
                    <a:pt x="762" y="3510"/>
                    <a:pt x="743" y="2648"/>
                  </a:cubicBezTo>
                  <a:cubicBezTo>
                    <a:pt x="724" y="1786"/>
                    <a:pt x="707" y="800"/>
                    <a:pt x="707" y="800"/>
                  </a:cubicBezTo>
                  <a:cubicBezTo>
                    <a:pt x="707" y="800"/>
                    <a:pt x="919" y="1989"/>
                    <a:pt x="1390" y="2919"/>
                  </a:cubicBezTo>
                  <a:cubicBezTo>
                    <a:pt x="1785" y="3699"/>
                    <a:pt x="2226" y="4037"/>
                    <a:pt x="2226" y="4037"/>
                  </a:cubicBezTo>
                  <a:lnTo>
                    <a:pt x="2591" y="3814"/>
                  </a:lnTo>
                  <a:cubicBezTo>
                    <a:pt x="2591" y="3814"/>
                    <a:pt x="1967" y="2731"/>
                    <a:pt x="1696" y="1789"/>
                  </a:cubicBezTo>
                  <a:cubicBezTo>
                    <a:pt x="1425" y="847"/>
                    <a:pt x="1284" y="0"/>
                    <a:pt x="1284" y="0"/>
                  </a:cubicBezTo>
                  <a:lnTo>
                    <a:pt x="1" y="1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27"/>
            <p:cNvSpPr/>
            <p:nvPr/>
          </p:nvSpPr>
          <p:spPr>
            <a:xfrm>
              <a:off x="7996053" y="2395662"/>
              <a:ext cx="235808" cy="370144"/>
            </a:xfrm>
            <a:custGeom>
              <a:rect b="b" l="l" r="r" t="t"/>
              <a:pathLst>
                <a:path extrusionOk="0" h="2185" w="1392">
                  <a:moveTo>
                    <a:pt x="0" y="15"/>
                  </a:moveTo>
                  <a:cubicBezTo>
                    <a:pt x="0" y="15"/>
                    <a:pt x="-10" y="554"/>
                    <a:pt x="146" y="1107"/>
                  </a:cubicBezTo>
                  <a:cubicBezTo>
                    <a:pt x="303" y="1660"/>
                    <a:pt x="664" y="2185"/>
                    <a:pt x="664" y="2185"/>
                  </a:cubicBezTo>
                  <a:lnTo>
                    <a:pt x="1392" y="2096"/>
                  </a:lnTo>
                  <a:cubicBezTo>
                    <a:pt x="1392" y="2096"/>
                    <a:pt x="843" y="1379"/>
                    <a:pt x="663" y="984"/>
                  </a:cubicBezTo>
                  <a:cubicBezTo>
                    <a:pt x="483" y="588"/>
                    <a:pt x="319" y="0"/>
                    <a:pt x="319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27"/>
            <p:cNvSpPr/>
            <p:nvPr/>
          </p:nvSpPr>
          <p:spPr>
            <a:xfrm>
              <a:off x="8029425" y="2691439"/>
              <a:ext cx="251563" cy="451288"/>
            </a:xfrm>
            <a:custGeom>
              <a:rect b="b" l="l" r="r" t="t"/>
              <a:pathLst>
                <a:path extrusionOk="0" h="2664" w="1485">
                  <a:moveTo>
                    <a:pt x="384" y="134"/>
                  </a:moveTo>
                  <a:cubicBezTo>
                    <a:pt x="384" y="134"/>
                    <a:pt x="22" y="627"/>
                    <a:pt x="5" y="1387"/>
                  </a:cubicBezTo>
                  <a:cubicBezTo>
                    <a:pt x="-13" y="2146"/>
                    <a:pt x="25" y="2658"/>
                    <a:pt x="25" y="2658"/>
                  </a:cubicBezTo>
                  <a:cubicBezTo>
                    <a:pt x="25" y="2658"/>
                    <a:pt x="464" y="2684"/>
                    <a:pt x="826" y="2623"/>
                  </a:cubicBezTo>
                  <a:cubicBezTo>
                    <a:pt x="1179" y="2562"/>
                    <a:pt x="1485" y="2481"/>
                    <a:pt x="1485" y="2481"/>
                  </a:cubicBezTo>
                  <a:cubicBezTo>
                    <a:pt x="1485" y="2481"/>
                    <a:pt x="1355" y="1669"/>
                    <a:pt x="1338" y="1016"/>
                  </a:cubicBezTo>
                  <a:cubicBezTo>
                    <a:pt x="1320" y="363"/>
                    <a:pt x="1196" y="63"/>
                    <a:pt x="985" y="10"/>
                  </a:cubicBezTo>
                  <a:cubicBezTo>
                    <a:pt x="773" y="-43"/>
                    <a:pt x="384" y="134"/>
                    <a:pt x="384" y="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27"/>
            <p:cNvSpPr/>
            <p:nvPr/>
          </p:nvSpPr>
          <p:spPr>
            <a:xfrm>
              <a:off x="7759736" y="1916423"/>
              <a:ext cx="511426" cy="511596"/>
            </a:xfrm>
            <a:custGeom>
              <a:rect b="b" l="l" r="r" t="t"/>
              <a:pathLst>
                <a:path extrusionOk="0" h="3020" w="3019">
                  <a:moveTo>
                    <a:pt x="3019" y="1510"/>
                  </a:moveTo>
                  <a:cubicBezTo>
                    <a:pt x="3019" y="1775"/>
                    <a:pt x="2950" y="2035"/>
                    <a:pt x="2817" y="2265"/>
                  </a:cubicBezTo>
                  <a:cubicBezTo>
                    <a:pt x="2685" y="2494"/>
                    <a:pt x="2494" y="2685"/>
                    <a:pt x="2264" y="2818"/>
                  </a:cubicBezTo>
                  <a:cubicBezTo>
                    <a:pt x="2035" y="2950"/>
                    <a:pt x="1776" y="3020"/>
                    <a:pt x="1510" y="3020"/>
                  </a:cubicBezTo>
                  <a:cubicBezTo>
                    <a:pt x="1245" y="3020"/>
                    <a:pt x="985" y="2950"/>
                    <a:pt x="755" y="2818"/>
                  </a:cubicBezTo>
                  <a:cubicBezTo>
                    <a:pt x="526" y="2685"/>
                    <a:pt x="335" y="2494"/>
                    <a:pt x="202" y="2265"/>
                  </a:cubicBezTo>
                  <a:cubicBezTo>
                    <a:pt x="70" y="2035"/>
                    <a:pt x="0" y="1775"/>
                    <a:pt x="0" y="1510"/>
                  </a:cubicBezTo>
                  <a:cubicBezTo>
                    <a:pt x="0" y="1245"/>
                    <a:pt x="69" y="985"/>
                    <a:pt x="202" y="755"/>
                  </a:cubicBezTo>
                  <a:cubicBezTo>
                    <a:pt x="334" y="526"/>
                    <a:pt x="526" y="335"/>
                    <a:pt x="755" y="203"/>
                  </a:cubicBezTo>
                  <a:cubicBezTo>
                    <a:pt x="985" y="70"/>
                    <a:pt x="1244" y="0"/>
                    <a:pt x="1510" y="0"/>
                  </a:cubicBezTo>
                  <a:cubicBezTo>
                    <a:pt x="1775" y="0"/>
                    <a:pt x="2035" y="70"/>
                    <a:pt x="2264" y="203"/>
                  </a:cubicBezTo>
                  <a:cubicBezTo>
                    <a:pt x="2494" y="335"/>
                    <a:pt x="2685" y="526"/>
                    <a:pt x="2817" y="755"/>
                  </a:cubicBezTo>
                  <a:cubicBezTo>
                    <a:pt x="2950" y="985"/>
                    <a:pt x="3019" y="1245"/>
                    <a:pt x="3019" y="15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27"/>
            <p:cNvSpPr/>
            <p:nvPr/>
          </p:nvSpPr>
          <p:spPr>
            <a:xfrm>
              <a:off x="7823940" y="1980627"/>
              <a:ext cx="383019" cy="383188"/>
            </a:xfrm>
            <a:custGeom>
              <a:rect b="b" l="l" r="r" t="t"/>
              <a:pathLst>
                <a:path extrusionOk="0" h="2262" w="2261">
                  <a:moveTo>
                    <a:pt x="2261" y="1131"/>
                  </a:moveTo>
                  <a:cubicBezTo>
                    <a:pt x="2261" y="1330"/>
                    <a:pt x="2209" y="1524"/>
                    <a:pt x="2110" y="1696"/>
                  </a:cubicBezTo>
                  <a:cubicBezTo>
                    <a:pt x="2011" y="1867"/>
                    <a:pt x="1868" y="2010"/>
                    <a:pt x="1696" y="2110"/>
                  </a:cubicBezTo>
                  <a:cubicBezTo>
                    <a:pt x="1524" y="2209"/>
                    <a:pt x="1330" y="2262"/>
                    <a:pt x="1131" y="2262"/>
                  </a:cubicBezTo>
                  <a:cubicBezTo>
                    <a:pt x="933" y="2262"/>
                    <a:pt x="737" y="2209"/>
                    <a:pt x="565" y="2110"/>
                  </a:cubicBezTo>
                  <a:cubicBezTo>
                    <a:pt x="393" y="2010"/>
                    <a:pt x="251" y="1867"/>
                    <a:pt x="151" y="1696"/>
                  </a:cubicBezTo>
                  <a:cubicBezTo>
                    <a:pt x="52" y="1524"/>
                    <a:pt x="0" y="1330"/>
                    <a:pt x="0" y="1131"/>
                  </a:cubicBezTo>
                  <a:cubicBezTo>
                    <a:pt x="0" y="933"/>
                    <a:pt x="52" y="738"/>
                    <a:pt x="151" y="566"/>
                  </a:cubicBezTo>
                  <a:cubicBezTo>
                    <a:pt x="251" y="394"/>
                    <a:pt x="393" y="251"/>
                    <a:pt x="565" y="152"/>
                  </a:cubicBezTo>
                  <a:cubicBezTo>
                    <a:pt x="737" y="53"/>
                    <a:pt x="932" y="0"/>
                    <a:pt x="1131" y="0"/>
                  </a:cubicBezTo>
                  <a:cubicBezTo>
                    <a:pt x="1329" y="0"/>
                    <a:pt x="1524" y="53"/>
                    <a:pt x="1696" y="152"/>
                  </a:cubicBezTo>
                  <a:cubicBezTo>
                    <a:pt x="1868" y="251"/>
                    <a:pt x="2011" y="394"/>
                    <a:pt x="2110" y="566"/>
                  </a:cubicBezTo>
                  <a:cubicBezTo>
                    <a:pt x="2209" y="738"/>
                    <a:pt x="2261" y="933"/>
                    <a:pt x="2261" y="11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27"/>
            <p:cNvSpPr txBox="1"/>
            <p:nvPr/>
          </p:nvSpPr>
          <p:spPr>
            <a:xfrm>
              <a:off x="7950483" y="1996550"/>
              <a:ext cx="1659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4150" strike="noStrike">
                <a:solidFill>
                  <a:srgbClr val="DAC6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27"/>
            <p:cNvSpPr txBox="1"/>
            <p:nvPr/>
          </p:nvSpPr>
          <p:spPr>
            <a:xfrm>
              <a:off x="7919438" y="2009713"/>
              <a:ext cx="1920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b="1" sz="2150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762" name="Google Shape;1762;p27"/>
            <p:cNvSpPr/>
            <p:nvPr/>
          </p:nvSpPr>
          <p:spPr>
            <a:xfrm>
              <a:off x="8090241" y="2502724"/>
              <a:ext cx="149582" cy="139757"/>
            </a:xfrm>
            <a:custGeom>
              <a:rect b="b" l="l" r="r" t="t"/>
              <a:pathLst>
                <a:path extrusionOk="0" h="825" w="883">
                  <a:moveTo>
                    <a:pt x="788" y="593"/>
                  </a:moveTo>
                  <a:cubicBezTo>
                    <a:pt x="788" y="593"/>
                    <a:pt x="538" y="878"/>
                    <a:pt x="247" y="817"/>
                  </a:cubicBezTo>
                  <a:cubicBezTo>
                    <a:pt x="-44" y="757"/>
                    <a:pt x="-44" y="509"/>
                    <a:pt x="74" y="311"/>
                  </a:cubicBezTo>
                  <a:cubicBezTo>
                    <a:pt x="222" y="62"/>
                    <a:pt x="607" y="-27"/>
                    <a:pt x="695" y="8"/>
                  </a:cubicBezTo>
                  <a:cubicBezTo>
                    <a:pt x="782" y="43"/>
                    <a:pt x="900" y="317"/>
                    <a:pt x="881" y="412"/>
                  </a:cubicBezTo>
                  <a:cubicBezTo>
                    <a:pt x="861" y="507"/>
                    <a:pt x="788" y="593"/>
                    <a:pt x="788" y="593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27"/>
            <p:cNvSpPr/>
            <p:nvPr/>
          </p:nvSpPr>
          <p:spPr>
            <a:xfrm>
              <a:off x="8109722" y="2586579"/>
              <a:ext cx="91816" cy="133659"/>
            </a:xfrm>
            <a:custGeom>
              <a:rect b="b" l="l" r="r" t="t"/>
              <a:pathLst>
                <a:path extrusionOk="0" h="789" w="542">
                  <a:moveTo>
                    <a:pt x="0" y="789"/>
                  </a:moveTo>
                  <a:cubicBezTo>
                    <a:pt x="91" y="739"/>
                    <a:pt x="193" y="707"/>
                    <a:pt x="295" y="685"/>
                  </a:cubicBezTo>
                  <a:cubicBezTo>
                    <a:pt x="377" y="668"/>
                    <a:pt x="459" y="656"/>
                    <a:pt x="542" y="646"/>
                  </a:cubicBezTo>
                  <a:cubicBezTo>
                    <a:pt x="523" y="550"/>
                    <a:pt x="478" y="311"/>
                    <a:pt x="484" y="200"/>
                  </a:cubicBezTo>
                  <a:cubicBezTo>
                    <a:pt x="491" y="59"/>
                    <a:pt x="491" y="0"/>
                    <a:pt x="491" y="0"/>
                  </a:cubicBezTo>
                  <a:lnTo>
                    <a:pt x="100" y="214"/>
                  </a:lnTo>
                  <a:cubicBezTo>
                    <a:pt x="100" y="214"/>
                    <a:pt x="107" y="362"/>
                    <a:pt x="78" y="539"/>
                  </a:cubicBezTo>
                  <a:cubicBezTo>
                    <a:pt x="61" y="637"/>
                    <a:pt x="27" y="727"/>
                    <a:pt x="0" y="789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27"/>
            <p:cNvSpPr/>
            <p:nvPr/>
          </p:nvSpPr>
          <p:spPr>
            <a:xfrm>
              <a:off x="7771764" y="2288261"/>
              <a:ext cx="110281" cy="203622"/>
            </a:xfrm>
            <a:custGeom>
              <a:rect b="b" l="l" r="r" t="t"/>
              <a:pathLst>
                <a:path extrusionOk="0" h="1202" w="651">
                  <a:moveTo>
                    <a:pt x="528" y="801"/>
                  </a:moveTo>
                  <a:cubicBezTo>
                    <a:pt x="528" y="801"/>
                    <a:pt x="581" y="348"/>
                    <a:pt x="522" y="248"/>
                  </a:cubicBezTo>
                  <a:cubicBezTo>
                    <a:pt x="463" y="148"/>
                    <a:pt x="410" y="437"/>
                    <a:pt x="410" y="437"/>
                  </a:cubicBezTo>
                  <a:cubicBezTo>
                    <a:pt x="410" y="437"/>
                    <a:pt x="122" y="-23"/>
                    <a:pt x="57" y="1"/>
                  </a:cubicBezTo>
                  <a:cubicBezTo>
                    <a:pt x="-8" y="25"/>
                    <a:pt x="-37" y="342"/>
                    <a:pt x="75" y="525"/>
                  </a:cubicBezTo>
                  <a:cubicBezTo>
                    <a:pt x="187" y="707"/>
                    <a:pt x="310" y="813"/>
                    <a:pt x="310" y="813"/>
                  </a:cubicBezTo>
                  <a:cubicBezTo>
                    <a:pt x="310" y="813"/>
                    <a:pt x="304" y="878"/>
                    <a:pt x="310" y="1019"/>
                  </a:cubicBezTo>
                  <a:cubicBezTo>
                    <a:pt x="316" y="1160"/>
                    <a:pt x="334" y="1202"/>
                    <a:pt x="334" y="1202"/>
                  </a:cubicBezTo>
                  <a:lnTo>
                    <a:pt x="651" y="1113"/>
                  </a:lnTo>
                  <a:lnTo>
                    <a:pt x="528" y="801"/>
                  </a:ln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27"/>
            <p:cNvSpPr/>
            <p:nvPr/>
          </p:nvSpPr>
          <p:spPr>
            <a:xfrm>
              <a:off x="8170199" y="2452243"/>
              <a:ext cx="110112" cy="202605"/>
            </a:xfrm>
            <a:custGeom>
              <a:rect b="b" l="l" r="r" t="t"/>
              <a:pathLst>
                <a:path extrusionOk="0" h="1196" w="650">
                  <a:moveTo>
                    <a:pt x="158" y="906"/>
                  </a:moveTo>
                  <a:cubicBezTo>
                    <a:pt x="158" y="906"/>
                    <a:pt x="206" y="685"/>
                    <a:pt x="206" y="610"/>
                  </a:cubicBezTo>
                  <a:cubicBezTo>
                    <a:pt x="206" y="535"/>
                    <a:pt x="-32" y="345"/>
                    <a:pt x="3" y="178"/>
                  </a:cubicBezTo>
                  <a:cubicBezTo>
                    <a:pt x="39" y="10"/>
                    <a:pt x="242" y="-43"/>
                    <a:pt x="334" y="37"/>
                  </a:cubicBezTo>
                  <a:cubicBezTo>
                    <a:pt x="427" y="116"/>
                    <a:pt x="450" y="359"/>
                    <a:pt x="476" y="412"/>
                  </a:cubicBezTo>
                  <a:cubicBezTo>
                    <a:pt x="503" y="465"/>
                    <a:pt x="578" y="416"/>
                    <a:pt x="604" y="509"/>
                  </a:cubicBezTo>
                  <a:cubicBezTo>
                    <a:pt x="631" y="601"/>
                    <a:pt x="574" y="668"/>
                    <a:pt x="613" y="730"/>
                  </a:cubicBezTo>
                  <a:cubicBezTo>
                    <a:pt x="653" y="791"/>
                    <a:pt x="683" y="880"/>
                    <a:pt x="577" y="977"/>
                  </a:cubicBezTo>
                  <a:cubicBezTo>
                    <a:pt x="471" y="1074"/>
                    <a:pt x="233" y="1219"/>
                    <a:pt x="140" y="1193"/>
                  </a:cubicBezTo>
                  <a:cubicBezTo>
                    <a:pt x="48" y="1166"/>
                    <a:pt x="17" y="1074"/>
                    <a:pt x="39" y="1030"/>
                  </a:cubicBezTo>
                  <a:cubicBezTo>
                    <a:pt x="61" y="985"/>
                    <a:pt x="158" y="906"/>
                    <a:pt x="158" y="9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27"/>
            <p:cNvSpPr/>
            <p:nvPr/>
          </p:nvSpPr>
          <p:spPr>
            <a:xfrm>
              <a:off x="8184937" y="2595218"/>
              <a:ext cx="34050" cy="39979"/>
            </a:xfrm>
            <a:custGeom>
              <a:rect b="b" l="l" r="r" t="t"/>
              <a:pathLst>
                <a:path extrusionOk="0" h="236" w="201">
                  <a:moveTo>
                    <a:pt x="39" y="0"/>
                  </a:moveTo>
                  <a:cubicBezTo>
                    <a:pt x="39" y="0"/>
                    <a:pt x="259" y="68"/>
                    <a:pt x="186" y="186"/>
                  </a:cubicBezTo>
                  <a:cubicBezTo>
                    <a:pt x="128" y="279"/>
                    <a:pt x="21" y="232"/>
                    <a:pt x="3" y="130"/>
                  </a:cubicBezTo>
                  <a:cubicBezTo>
                    <a:pt x="-14" y="28"/>
                    <a:pt x="39" y="0"/>
                    <a:pt x="39" y="0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39950" lIns="90000" spcFirstLastPara="1" rIns="90000" wrap="square" tIns="39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27"/>
            <p:cNvSpPr/>
            <p:nvPr/>
          </p:nvSpPr>
          <p:spPr>
            <a:xfrm>
              <a:off x="7823431" y="2450887"/>
              <a:ext cx="327963" cy="429097"/>
            </a:xfrm>
            <a:custGeom>
              <a:rect b="b" l="l" r="r" t="t"/>
              <a:pathLst>
                <a:path extrusionOk="0" h="2533" w="1936">
                  <a:moveTo>
                    <a:pt x="302" y="0"/>
                  </a:moveTo>
                  <a:cubicBezTo>
                    <a:pt x="302" y="0"/>
                    <a:pt x="470" y="645"/>
                    <a:pt x="823" y="1121"/>
                  </a:cubicBezTo>
                  <a:cubicBezTo>
                    <a:pt x="1176" y="1598"/>
                    <a:pt x="1936" y="1650"/>
                    <a:pt x="1936" y="1650"/>
                  </a:cubicBezTo>
                  <a:lnTo>
                    <a:pt x="1468" y="2533"/>
                  </a:lnTo>
                  <a:cubicBezTo>
                    <a:pt x="1468" y="2533"/>
                    <a:pt x="561" y="1903"/>
                    <a:pt x="252" y="1348"/>
                  </a:cubicBezTo>
                  <a:cubicBezTo>
                    <a:pt x="-57" y="792"/>
                    <a:pt x="5" y="59"/>
                    <a:pt x="5" y="59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28"/>
          <p:cNvSpPr txBox="1"/>
          <p:nvPr>
            <p:ph type="title"/>
          </p:nvPr>
        </p:nvSpPr>
        <p:spPr>
          <a:xfrm>
            <a:off x="1540550" y="411263"/>
            <a:ext cx="4040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Economics</a:t>
            </a:r>
            <a:endParaRPr/>
          </a:p>
        </p:txBody>
      </p:sp>
      <p:sp>
        <p:nvSpPr>
          <p:cNvPr id="1773" name="Google Shape;1773;p28"/>
          <p:cNvSpPr txBox="1"/>
          <p:nvPr>
            <p:ph idx="1" type="subTitle"/>
          </p:nvPr>
        </p:nvSpPr>
        <p:spPr>
          <a:xfrm>
            <a:off x="366200" y="1240750"/>
            <a:ext cx="4865400" cy="31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Economics is the study of how people allocate resources (e.g., money, land, and labor) to make and trade goods and services.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Long ago (1800s), economics was for scholars. Today, all governments and big businesses hire economists as consultants.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Alfred Marshall defined economics as the "ordinary business of life.".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Lionel Robbins</a:t>
            </a:r>
            <a:r>
              <a:rPr b="1" lang="en" sz="1500"/>
              <a:t> </a:t>
            </a:r>
            <a:r>
              <a:rPr lang="en" sz="1500"/>
              <a:t>said that it's the matter of decision-making using limited resources.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field really came into being in 1776 when Adam Smith wrote The Wealth of Nations.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He is considered the "</a:t>
            </a:r>
            <a:r>
              <a:rPr b="1" lang="en" sz="1500"/>
              <a:t>father of economics</a:t>
            </a:r>
            <a:r>
              <a:rPr lang="en" sz="1500"/>
              <a:t>."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74" name="Google Shape;1774;p28"/>
          <p:cNvSpPr/>
          <p:nvPr/>
        </p:nvSpPr>
        <p:spPr>
          <a:xfrm>
            <a:off x="5122874" y="4237600"/>
            <a:ext cx="736802" cy="732801"/>
          </a:xfrm>
          <a:custGeom>
            <a:rect b="b" l="l" r="r" t="t"/>
            <a:pathLst>
              <a:path extrusionOk="0" h="2007" w="2018">
                <a:moveTo>
                  <a:pt x="1763" y="649"/>
                </a:moveTo>
                <a:cubicBezTo>
                  <a:pt x="1745" y="611"/>
                  <a:pt x="1725" y="575"/>
                  <a:pt x="1703" y="542"/>
                </a:cubicBezTo>
                <a:lnTo>
                  <a:pt x="1800" y="376"/>
                </a:lnTo>
                <a:cubicBezTo>
                  <a:pt x="1765" y="332"/>
                  <a:pt x="1727" y="291"/>
                  <a:pt x="1686" y="254"/>
                </a:cubicBezTo>
                <a:lnTo>
                  <a:pt x="1514" y="341"/>
                </a:lnTo>
                <a:cubicBezTo>
                  <a:pt x="1448" y="291"/>
                  <a:pt x="1376" y="251"/>
                  <a:pt x="1299" y="222"/>
                </a:cubicBezTo>
                <a:lnTo>
                  <a:pt x="1280" y="31"/>
                </a:lnTo>
                <a:cubicBezTo>
                  <a:pt x="1227" y="16"/>
                  <a:pt x="1172" y="6"/>
                  <a:pt x="1116" y="0"/>
                </a:cubicBezTo>
                <a:lnTo>
                  <a:pt x="1028" y="170"/>
                </a:lnTo>
                <a:cubicBezTo>
                  <a:pt x="947" y="168"/>
                  <a:pt x="865" y="178"/>
                  <a:pt x="784" y="201"/>
                </a:cubicBezTo>
                <a:lnTo>
                  <a:pt x="657" y="57"/>
                </a:lnTo>
                <a:cubicBezTo>
                  <a:pt x="631" y="67"/>
                  <a:pt x="605" y="78"/>
                  <a:pt x="580" y="90"/>
                </a:cubicBezTo>
                <a:cubicBezTo>
                  <a:pt x="555" y="102"/>
                  <a:pt x="530" y="115"/>
                  <a:pt x="506" y="128"/>
                </a:cubicBezTo>
                <a:lnTo>
                  <a:pt x="535" y="318"/>
                </a:lnTo>
                <a:cubicBezTo>
                  <a:pt x="466" y="366"/>
                  <a:pt x="406" y="423"/>
                  <a:pt x="356" y="486"/>
                </a:cubicBezTo>
                <a:lnTo>
                  <a:pt x="168" y="445"/>
                </a:lnTo>
                <a:cubicBezTo>
                  <a:pt x="137" y="491"/>
                  <a:pt x="110" y="540"/>
                  <a:pt x="88" y="591"/>
                </a:cubicBezTo>
                <a:lnTo>
                  <a:pt x="223" y="728"/>
                </a:lnTo>
                <a:cubicBezTo>
                  <a:pt x="196" y="805"/>
                  <a:pt x="180" y="886"/>
                  <a:pt x="177" y="969"/>
                </a:cubicBezTo>
                <a:lnTo>
                  <a:pt x="0" y="1046"/>
                </a:lnTo>
                <a:cubicBezTo>
                  <a:pt x="3" y="1101"/>
                  <a:pt x="10" y="1156"/>
                  <a:pt x="21" y="1211"/>
                </a:cubicBezTo>
                <a:lnTo>
                  <a:pt x="211" y="1242"/>
                </a:lnTo>
                <a:cubicBezTo>
                  <a:pt x="223" y="1281"/>
                  <a:pt x="237" y="1319"/>
                  <a:pt x="255" y="1357"/>
                </a:cubicBezTo>
                <a:cubicBezTo>
                  <a:pt x="273" y="1395"/>
                  <a:pt x="293" y="1431"/>
                  <a:pt x="315" y="1465"/>
                </a:cubicBezTo>
                <a:lnTo>
                  <a:pt x="218" y="1630"/>
                </a:lnTo>
                <a:cubicBezTo>
                  <a:pt x="253" y="1675"/>
                  <a:pt x="291" y="1715"/>
                  <a:pt x="332" y="1752"/>
                </a:cubicBezTo>
                <a:lnTo>
                  <a:pt x="504" y="1666"/>
                </a:lnTo>
                <a:cubicBezTo>
                  <a:pt x="570" y="1716"/>
                  <a:pt x="642" y="1755"/>
                  <a:pt x="719" y="1784"/>
                </a:cubicBezTo>
                <a:lnTo>
                  <a:pt x="738" y="1975"/>
                </a:lnTo>
                <a:cubicBezTo>
                  <a:pt x="791" y="1990"/>
                  <a:pt x="846" y="2001"/>
                  <a:pt x="902" y="2007"/>
                </a:cubicBezTo>
                <a:lnTo>
                  <a:pt x="990" y="1836"/>
                </a:lnTo>
                <a:cubicBezTo>
                  <a:pt x="1071" y="1838"/>
                  <a:pt x="1153" y="1828"/>
                  <a:pt x="1234" y="1805"/>
                </a:cubicBezTo>
                <a:lnTo>
                  <a:pt x="1361" y="1949"/>
                </a:lnTo>
                <a:cubicBezTo>
                  <a:pt x="1387" y="1939"/>
                  <a:pt x="1413" y="1929"/>
                  <a:pt x="1438" y="1917"/>
                </a:cubicBezTo>
                <a:cubicBezTo>
                  <a:pt x="1463" y="1905"/>
                  <a:pt x="1488" y="1892"/>
                  <a:pt x="1512" y="1878"/>
                </a:cubicBezTo>
                <a:lnTo>
                  <a:pt x="1483" y="1688"/>
                </a:lnTo>
                <a:cubicBezTo>
                  <a:pt x="1552" y="1641"/>
                  <a:pt x="1612" y="1584"/>
                  <a:pt x="1662" y="1520"/>
                </a:cubicBezTo>
                <a:lnTo>
                  <a:pt x="1850" y="1561"/>
                </a:lnTo>
                <a:cubicBezTo>
                  <a:pt x="1881" y="1515"/>
                  <a:pt x="1908" y="1466"/>
                  <a:pt x="1930" y="1415"/>
                </a:cubicBezTo>
                <a:lnTo>
                  <a:pt x="1795" y="1279"/>
                </a:lnTo>
                <a:cubicBezTo>
                  <a:pt x="1822" y="1201"/>
                  <a:pt x="1838" y="1120"/>
                  <a:pt x="1841" y="1038"/>
                </a:cubicBezTo>
                <a:lnTo>
                  <a:pt x="2018" y="961"/>
                </a:lnTo>
                <a:cubicBezTo>
                  <a:pt x="2015" y="905"/>
                  <a:pt x="2008" y="850"/>
                  <a:pt x="1997" y="795"/>
                </a:cubicBezTo>
                <a:lnTo>
                  <a:pt x="1807" y="764"/>
                </a:lnTo>
                <a:cubicBezTo>
                  <a:pt x="1795" y="725"/>
                  <a:pt x="1781" y="687"/>
                  <a:pt x="1763" y="649"/>
                </a:cubicBezTo>
                <a:moveTo>
                  <a:pt x="1220" y="1453"/>
                </a:moveTo>
                <a:cubicBezTo>
                  <a:pt x="972" y="1570"/>
                  <a:pt x="676" y="1463"/>
                  <a:pt x="559" y="1214"/>
                </a:cubicBezTo>
                <a:cubicBezTo>
                  <a:pt x="442" y="966"/>
                  <a:pt x="550" y="670"/>
                  <a:pt x="798" y="553"/>
                </a:cubicBezTo>
                <a:cubicBezTo>
                  <a:pt x="1047" y="437"/>
                  <a:pt x="1342" y="543"/>
                  <a:pt x="1459" y="792"/>
                </a:cubicBezTo>
                <a:cubicBezTo>
                  <a:pt x="1576" y="1040"/>
                  <a:pt x="1469" y="1336"/>
                  <a:pt x="1220" y="14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5" name="Google Shape;17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1500" y="1366150"/>
            <a:ext cx="3404900" cy="268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29"/>
          <p:cNvSpPr txBox="1"/>
          <p:nvPr>
            <p:ph type="title"/>
          </p:nvPr>
        </p:nvSpPr>
        <p:spPr>
          <a:xfrm>
            <a:off x="827775" y="2163875"/>
            <a:ext cx="47436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Economics</a:t>
            </a:r>
            <a:endParaRPr/>
          </a:p>
        </p:txBody>
      </p:sp>
      <p:sp>
        <p:nvSpPr>
          <p:cNvPr id="1781" name="Google Shape;1781;p29"/>
          <p:cNvSpPr txBox="1"/>
          <p:nvPr>
            <p:ph idx="2" type="title"/>
          </p:nvPr>
        </p:nvSpPr>
        <p:spPr>
          <a:xfrm>
            <a:off x="942075" y="1283075"/>
            <a:ext cx="1076700" cy="8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782" name="Google Shape;1782;p29"/>
          <p:cNvGrpSpPr/>
          <p:nvPr/>
        </p:nvGrpSpPr>
        <p:grpSpPr>
          <a:xfrm>
            <a:off x="5713526" y="811896"/>
            <a:ext cx="2760616" cy="3387254"/>
            <a:chOff x="6000201" y="811896"/>
            <a:chExt cx="2760616" cy="3387254"/>
          </a:xfrm>
        </p:grpSpPr>
        <p:sp>
          <p:nvSpPr>
            <p:cNvPr id="1783" name="Google Shape;1783;p29"/>
            <p:cNvSpPr/>
            <p:nvPr/>
          </p:nvSpPr>
          <p:spPr>
            <a:xfrm flipH="1">
              <a:off x="6000201" y="4114200"/>
              <a:ext cx="1224274" cy="84950"/>
            </a:xfrm>
            <a:custGeom>
              <a:rect b="b" l="l" r="r" t="t"/>
              <a:pathLst>
                <a:path extrusionOk="0" h="227" w="3541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4" name="Google Shape;1784;p29"/>
            <p:cNvGrpSpPr/>
            <p:nvPr/>
          </p:nvGrpSpPr>
          <p:grpSpPr>
            <a:xfrm>
              <a:off x="6356675" y="1116900"/>
              <a:ext cx="2404142" cy="1577857"/>
              <a:chOff x="6335175" y="617825"/>
              <a:chExt cx="2404142" cy="1577857"/>
            </a:xfrm>
          </p:grpSpPr>
          <p:grpSp>
            <p:nvGrpSpPr>
              <p:cNvPr id="1785" name="Google Shape;1785;p29"/>
              <p:cNvGrpSpPr/>
              <p:nvPr/>
            </p:nvGrpSpPr>
            <p:grpSpPr>
              <a:xfrm>
                <a:off x="6335175" y="617825"/>
                <a:ext cx="2404142" cy="1577857"/>
                <a:chOff x="6335175" y="617825"/>
                <a:chExt cx="2404142" cy="1577857"/>
              </a:xfrm>
            </p:grpSpPr>
            <p:sp>
              <p:nvSpPr>
                <p:cNvPr id="1786" name="Google Shape;1786;p29"/>
                <p:cNvSpPr/>
                <p:nvPr/>
              </p:nvSpPr>
              <p:spPr>
                <a:xfrm>
                  <a:off x="6335175" y="617825"/>
                  <a:ext cx="2404142" cy="1577857"/>
                </a:xfrm>
                <a:custGeom>
                  <a:rect b="b" l="l" r="r" t="t"/>
                  <a:pathLst>
                    <a:path extrusionOk="0" h="6318" w="10378">
                      <a:moveTo>
                        <a:pt x="449" y="6318"/>
                      </a:moveTo>
                      <a:cubicBezTo>
                        <a:pt x="201" y="6318"/>
                        <a:pt x="0" y="6117"/>
                        <a:pt x="0" y="5869"/>
                      </a:cubicBezTo>
                      <a:lnTo>
                        <a:pt x="0" y="430"/>
                      </a:lnTo>
                      <a:cubicBezTo>
                        <a:pt x="0" y="193"/>
                        <a:pt x="192" y="0"/>
                        <a:pt x="430" y="0"/>
                      </a:cubicBezTo>
                      <a:lnTo>
                        <a:pt x="9949" y="0"/>
                      </a:lnTo>
                      <a:cubicBezTo>
                        <a:pt x="10186" y="0"/>
                        <a:pt x="10378" y="193"/>
                        <a:pt x="10378" y="430"/>
                      </a:cubicBezTo>
                      <a:lnTo>
                        <a:pt x="10378" y="5869"/>
                      </a:lnTo>
                      <a:cubicBezTo>
                        <a:pt x="10378" y="6117"/>
                        <a:pt x="10177" y="6318"/>
                        <a:pt x="9930" y="6318"/>
                      </a:cubicBezTo>
                      <a:lnTo>
                        <a:pt x="449" y="63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7" name="Google Shape;1787;p29"/>
                <p:cNvSpPr/>
                <p:nvPr/>
              </p:nvSpPr>
              <p:spPr>
                <a:xfrm>
                  <a:off x="6409546" y="669294"/>
                  <a:ext cx="2255400" cy="1474920"/>
                </a:xfrm>
                <a:custGeom>
                  <a:rect b="b" l="l" r="r" t="t"/>
                  <a:pathLst>
                    <a:path extrusionOk="0" h="4097" w="6265">
                      <a:moveTo>
                        <a:pt x="0" y="0"/>
                      </a:moveTo>
                      <a:lnTo>
                        <a:pt x="0" y="4097"/>
                      </a:lnTo>
                      <a:lnTo>
                        <a:pt x="6265" y="4097"/>
                      </a:lnTo>
                      <a:lnTo>
                        <a:pt x="6265" y="0"/>
                      </a:lnTo>
                      <a:lnTo>
                        <a:pt x="0" y="0"/>
                      </a:lnTo>
                      <a:moveTo>
                        <a:pt x="6247" y="510"/>
                      </a:moveTo>
                      <a:lnTo>
                        <a:pt x="5484" y="510"/>
                      </a:lnTo>
                      <a:lnTo>
                        <a:pt x="5484" y="18"/>
                      </a:lnTo>
                      <a:lnTo>
                        <a:pt x="6247" y="18"/>
                      </a:lnTo>
                      <a:lnTo>
                        <a:pt x="6247" y="510"/>
                      </a:lnTo>
                      <a:moveTo>
                        <a:pt x="3141" y="1530"/>
                      </a:moveTo>
                      <a:lnTo>
                        <a:pt x="3141" y="1038"/>
                      </a:lnTo>
                      <a:lnTo>
                        <a:pt x="3904" y="1038"/>
                      </a:lnTo>
                      <a:lnTo>
                        <a:pt x="3904" y="1530"/>
                      </a:lnTo>
                      <a:lnTo>
                        <a:pt x="3141" y="1530"/>
                      </a:lnTo>
                      <a:moveTo>
                        <a:pt x="3904" y="1547"/>
                      </a:moveTo>
                      <a:lnTo>
                        <a:pt x="3904" y="2040"/>
                      </a:lnTo>
                      <a:lnTo>
                        <a:pt x="3141" y="2040"/>
                      </a:lnTo>
                      <a:lnTo>
                        <a:pt x="3141" y="1547"/>
                      </a:lnTo>
                      <a:lnTo>
                        <a:pt x="3904" y="1547"/>
                      </a:lnTo>
                      <a:moveTo>
                        <a:pt x="3124" y="1530"/>
                      </a:moveTo>
                      <a:lnTo>
                        <a:pt x="2360" y="1530"/>
                      </a:lnTo>
                      <a:lnTo>
                        <a:pt x="2360" y="1038"/>
                      </a:lnTo>
                      <a:lnTo>
                        <a:pt x="3124" y="1038"/>
                      </a:lnTo>
                      <a:lnTo>
                        <a:pt x="3124" y="1530"/>
                      </a:lnTo>
                      <a:moveTo>
                        <a:pt x="3124" y="1547"/>
                      </a:moveTo>
                      <a:lnTo>
                        <a:pt x="3124" y="2040"/>
                      </a:lnTo>
                      <a:lnTo>
                        <a:pt x="2360" y="2040"/>
                      </a:lnTo>
                      <a:lnTo>
                        <a:pt x="2360" y="1547"/>
                      </a:lnTo>
                      <a:lnTo>
                        <a:pt x="3124" y="1547"/>
                      </a:lnTo>
                      <a:moveTo>
                        <a:pt x="2343" y="2040"/>
                      </a:moveTo>
                      <a:lnTo>
                        <a:pt x="1580" y="2040"/>
                      </a:lnTo>
                      <a:lnTo>
                        <a:pt x="1580" y="1547"/>
                      </a:lnTo>
                      <a:lnTo>
                        <a:pt x="2343" y="1547"/>
                      </a:lnTo>
                      <a:lnTo>
                        <a:pt x="2343" y="2040"/>
                      </a:lnTo>
                      <a:moveTo>
                        <a:pt x="2343" y="2057"/>
                      </a:moveTo>
                      <a:lnTo>
                        <a:pt x="2343" y="2550"/>
                      </a:lnTo>
                      <a:lnTo>
                        <a:pt x="1580" y="2550"/>
                      </a:lnTo>
                      <a:lnTo>
                        <a:pt x="1580" y="2057"/>
                      </a:lnTo>
                      <a:lnTo>
                        <a:pt x="2343" y="2057"/>
                      </a:lnTo>
                      <a:moveTo>
                        <a:pt x="2360" y="2057"/>
                      </a:moveTo>
                      <a:lnTo>
                        <a:pt x="3124" y="2057"/>
                      </a:lnTo>
                      <a:lnTo>
                        <a:pt x="3124" y="2550"/>
                      </a:lnTo>
                      <a:lnTo>
                        <a:pt x="2360" y="2550"/>
                      </a:lnTo>
                      <a:lnTo>
                        <a:pt x="2360" y="2057"/>
                      </a:lnTo>
                      <a:moveTo>
                        <a:pt x="3124" y="2567"/>
                      </a:moveTo>
                      <a:lnTo>
                        <a:pt x="3124" y="3060"/>
                      </a:lnTo>
                      <a:lnTo>
                        <a:pt x="2360" y="3060"/>
                      </a:lnTo>
                      <a:lnTo>
                        <a:pt x="2360" y="2567"/>
                      </a:lnTo>
                      <a:lnTo>
                        <a:pt x="3124" y="2567"/>
                      </a:lnTo>
                      <a:moveTo>
                        <a:pt x="3141" y="2567"/>
                      </a:moveTo>
                      <a:lnTo>
                        <a:pt x="3904" y="2567"/>
                      </a:lnTo>
                      <a:lnTo>
                        <a:pt x="3904" y="3060"/>
                      </a:lnTo>
                      <a:lnTo>
                        <a:pt x="3141" y="3060"/>
                      </a:lnTo>
                      <a:lnTo>
                        <a:pt x="3141" y="2567"/>
                      </a:lnTo>
                      <a:moveTo>
                        <a:pt x="3141" y="2550"/>
                      </a:moveTo>
                      <a:lnTo>
                        <a:pt x="3141" y="2057"/>
                      </a:lnTo>
                      <a:lnTo>
                        <a:pt x="3904" y="2057"/>
                      </a:lnTo>
                      <a:lnTo>
                        <a:pt x="3904" y="2550"/>
                      </a:lnTo>
                      <a:lnTo>
                        <a:pt x="3141" y="2550"/>
                      </a:lnTo>
                      <a:moveTo>
                        <a:pt x="3922" y="2057"/>
                      </a:moveTo>
                      <a:lnTo>
                        <a:pt x="4685" y="2057"/>
                      </a:lnTo>
                      <a:lnTo>
                        <a:pt x="4685" y="2550"/>
                      </a:lnTo>
                      <a:lnTo>
                        <a:pt x="3922" y="2550"/>
                      </a:lnTo>
                      <a:lnTo>
                        <a:pt x="3922" y="2057"/>
                      </a:lnTo>
                      <a:moveTo>
                        <a:pt x="3922" y="2040"/>
                      </a:moveTo>
                      <a:lnTo>
                        <a:pt x="3922" y="1547"/>
                      </a:lnTo>
                      <a:lnTo>
                        <a:pt x="4685" y="1547"/>
                      </a:lnTo>
                      <a:lnTo>
                        <a:pt x="4685" y="2040"/>
                      </a:lnTo>
                      <a:lnTo>
                        <a:pt x="3922" y="2040"/>
                      </a:lnTo>
                      <a:moveTo>
                        <a:pt x="3922" y="1530"/>
                      </a:moveTo>
                      <a:lnTo>
                        <a:pt x="3922" y="1038"/>
                      </a:lnTo>
                      <a:lnTo>
                        <a:pt x="4685" y="1038"/>
                      </a:lnTo>
                      <a:lnTo>
                        <a:pt x="4685" y="1530"/>
                      </a:lnTo>
                      <a:lnTo>
                        <a:pt x="3922" y="1530"/>
                      </a:lnTo>
                      <a:moveTo>
                        <a:pt x="3922" y="1020"/>
                      </a:moveTo>
                      <a:lnTo>
                        <a:pt x="3922" y="528"/>
                      </a:lnTo>
                      <a:lnTo>
                        <a:pt x="4685" y="528"/>
                      </a:lnTo>
                      <a:lnTo>
                        <a:pt x="4685" y="1020"/>
                      </a:lnTo>
                      <a:lnTo>
                        <a:pt x="3922" y="1020"/>
                      </a:lnTo>
                      <a:moveTo>
                        <a:pt x="3904" y="1020"/>
                      </a:moveTo>
                      <a:lnTo>
                        <a:pt x="3141" y="1020"/>
                      </a:lnTo>
                      <a:lnTo>
                        <a:pt x="3141" y="528"/>
                      </a:lnTo>
                      <a:lnTo>
                        <a:pt x="3904" y="528"/>
                      </a:lnTo>
                      <a:lnTo>
                        <a:pt x="3904" y="1020"/>
                      </a:lnTo>
                      <a:moveTo>
                        <a:pt x="3124" y="1020"/>
                      </a:moveTo>
                      <a:lnTo>
                        <a:pt x="2360" y="1020"/>
                      </a:lnTo>
                      <a:lnTo>
                        <a:pt x="2360" y="528"/>
                      </a:lnTo>
                      <a:lnTo>
                        <a:pt x="3124" y="528"/>
                      </a:lnTo>
                      <a:lnTo>
                        <a:pt x="3124" y="1020"/>
                      </a:lnTo>
                      <a:moveTo>
                        <a:pt x="2343" y="1020"/>
                      </a:moveTo>
                      <a:lnTo>
                        <a:pt x="1580" y="1020"/>
                      </a:lnTo>
                      <a:lnTo>
                        <a:pt x="1580" y="528"/>
                      </a:lnTo>
                      <a:lnTo>
                        <a:pt x="2343" y="528"/>
                      </a:lnTo>
                      <a:lnTo>
                        <a:pt x="2343" y="1020"/>
                      </a:lnTo>
                      <a:moveTo>
                        <a:pt x="2343" y="1038"/>
                      </a:moveTo>
                      <a:lnTo>
                        <a:pt x="2343" y="1530"/>
                      </a:lnTo>
                      <a:lnTo>
                        <a:pt x="1580" y="1530"/>
                      </a:lnTo>
                      <a:lnTo>
                        <a:pt x="1580" y="1038"/>
                      </a:lnTo>
                      <a:lnTo>
                        <a:pt x="2343" y="1038"/>
                      </a:lnTo>
                      <a:moveTo>
                        <a:pt x="1562" y="1530"/>
                      </a:moveTo>
                      <a:lnTo>
                        <a:pt x="799" y="1530"/>
                      </a:lnTo>
                      <a:lnTo>
                        <a:pt x="799" y="1038"/>
                      </a:lnTo>
                      <a:lnTo>
                        <a:pt x="1562" y="1038"/>
                      </a:lnTo>
                      <a:lnTo>
                        <a:pt x="1562" y="1530"/>
                      </a:lnTo>
                      <a:moveTo>
                        <a:pt x="1562" y="1547"/>
                      </a:moveTo>
                      <a:lnTo>
                        <a:pt x="1562" y="2040"/>
                      </a:lnTo>
                      <a:lnTo>
                        <a:pt x="799" y="2040"/>
                      </a:lnTo>
                      <a:lnTo>
                        <a:pt x="799" y="1547"/>
                      </a:lnTo>
                      <a:lnTo>
                        <a:pt x="1562" y="1547"/>
                      </a:lnTo>
                      <a:moveTo>
                        <a:pt x="1562" y="2057"/>
                      </a:moveTo>
                      <a:lnTo>
                        <a:pt x="1562" y="2550"/>
                      </a:lnTo>
                      <a:lnTo>
                        <a:pt x="799" y="2550"/>
                      </a:lnTo>
                      <a:lnTo>
                        <a:pt x="799" y="2057"/>
                      </a:lnTo>
                      <a:lnTo>
                        <a:pt x="1562" y="2057"/>
                      </a:lnTo>
                      <a:moveTo>
                        <a:pt x="1562" y="2567"/>
                      </a:moveTo>
                      <a:lnTo>
                        <a:pt x="1562" y="3060"/>
                      </a:lnTo>
                      <a:lnTo>
                        <a:pt x="799" y="3060"/>
                      </a:lnTo>
                      <a:lnTo>
                        <a:pt x="799" y="2567"/>
                      </a:lnTo>
                      <a:lnTo>
                        <a:pt x="1562" y="2567"/>
                      </a:lnTo>
                      <a:moveTo>
                        <a:pt x="1580" y="2567"/>
                      </a:moveTo>
                      <a:lnTo>
                        <a:pt x="2343" y="2567"/>
                      </a:lnTo>
                      <a:lnTo>
                        <a:pt x="2343" y="3060"/>
                      </a:lnTo>
                      <a:lnTo>
                        <a:pt x="1580" y="3060"/>
                      </a:lnTo>
                      <a:lnTo>
                        <a:pt x="1580" y="2567"/>
                      </a:lnTo>
                      <a:moveTo>
                        <a:pt x="2343" y="3077"/>
                      </a:moveTo>
                      <a:lnTo>
                        <a:pt x="2343" y="3569"/>
                      </a:lnTo>
                      <a:lnTo>
                        <a:pt x="1580" y="3569"/>
                      </a:lnTo>
                      <a:lnTo>
                        <a:pt x="1580" y="3077"/>
                      </a:lnTo>
                      <a:lnTo>
                        <a:pt x="2343" y="3077"/>
                      </a:lnTo>
                      <a:moveTo>
                        <a:pt x="2360" y="3077"/>
                      </a:moveTo>
                      <a:lnTo>
                        <a:pt x="3124" y="3077"/>
                      </a:lnTo>
                      <a:lnTo>
                        <a:pt x="3124" y="3569"/>
                      </a:lnTo>
                      <a:lnTo>
                        <a:pt x="2360" y="3569"/>
                      </a:lnTo>
                      <a:lnTo>
                        <a:pt x="2360" y="3077"/>
                      </a:lnTo>
                      <a:moveTo>
                        <a:pt x="3141" y="3077"/>
                      </a:moveTo>
                      <a:lnTo>
                        <a:pt x="3904" y="3077"/>
                      </a:lnTo>
                      <a:lnTo>
                        <a:pt x="3904" y="3569"/>
                      </a:lnTo>
                      <a:lnTo>
                        <a:pt x="3141" y="3569"/>
                      </a:lnTo>
                      <a:lnTo>
                        <a:pt x="3141" y="3077"/>
                      </a:lnTo>
                      <a:moveTo>
                        <a:pt x="3922" y="3077"/>
                      </a:moveTo>
                      <a:lnTo>
                        <a:pt x="4685" y="3077"/>
                      </a:lnTo>
                      <a:lnTo>
                        <a:pt x="4685" y="3569"/>
                      </a:lnTo>
                      <a:lnTo>
                        <a:pt x="3922" y="3569"/>
                      </a:lnTo>
                      <a:lnTo>
                        <a:pt x="3922" y="3077"/>
                      </a:lnTo>
                      <a:moveTo>
                        <a:pt x="3922" y="3060"/>
                      </a:moveTo>
                      <a:lnTo>
                        <a:pt x="3922" y="2567"/>
                      </a:lnTo>
                      <a:lnTo>
                        <a:pt x="4685" y="2567"/>
                      </a:lnTo>
                      <a:lnTo>
                        <a:pt x="4685" y="3060"/>
                      </a:lnTo>
                      <a:lnTo>
                        <a:pt x="3922" y="3060"/>
                      </a:lnTo>
                      <a:moveTo>
                        <a:pt x="4703" y="2567"/>
                      </a:moveTo>
                      <a:lnTo>
                        <a:pt x="5466" y="2567"/>
                      </a:lnTo>
                      <a:lnTo>
                        <a:pt x="5466" y="3060"/>
                      </a:lnTo>
                      <a:lnTo>
                        <a:pt x="4703" y="3060"/>
                      </a:lnTo>
                      <a:lnTo>
                        <a:pt x="4703" y="2567"/>
                      </a:lnTo>
                      <a:moveTo>
                        <a:pt x="4703" y="2550"/>
                      </a:moveTo>
                      <a:lnTo>
                        <a:pt x="4703" y="2057"/>
                      </a:lnTo>
                      <a:lnTo>
                        <a:pt x="5466" y="2057"/>
                      </a:lnTo>
                      <a:lnTo>
                        <a:pt x="5466" y="2550"/>
                      </a:lnTo>
                      <a:lnTo>
                        <a:pt x="4703" y="2550"/>
                      </a:lnTo>
                      <a:moveTo>
                        <a:pt x="4703" y="2040"/>
                      </a:moveTo>
                      <a:lnTo>
                        <a:pt x="4703" y="1547"/>
                      </a:lnTo>
                      <a:lnTo>
                        <a:pt x="5466" y="1547"/>
                      </a:lnTo>
                      <a:lnTo>
                        <a:pt x="5466" y="2040"/>
                      </a:lnTo>
                      <a:lnTo>
                        <a:pt x="4703" y="2040"/>
                      </a:lnTo>
                      <a:moveTo>
                        <a:pt x="4703" y="1530"/>
                      </a:moveTo>
                      <a:lnTo>
                        <a:pt x="4703" y="1038"/>
                      </a:lnTo>
                      <a:lnTo>
                        <a:pt x="5466" y="1038"/>
                      </a:lnTo>
                      <a:lnTo>
                        <a:pt x="5466" y="1530"/>
                      </a:lnTo>
                      <a:lnTo>
                        <a:pt x="4703" y="1530"/>
                      </a:lnTo>
                      <a:moveTo>
                        <a:pt x="4703" y="1020"/>
                      </a:moveTo>
                      <a:lnTo>
                        <a:pt x="4703" y="528"/>
                      </a:lnTo>
                      <a:lnTo>
                        <a:pt x="5466" y="528"/>
                      </a:lnTo>
                      <a:lnTo>
                        <a:pt x="5466" y="1020"/>
                      </a:lnTo>
                      <a:lnTo>
                        <a:pt x="4703" y="1020"/>
                      </a:lnTo>
                      <a:moveTo>
                        <a:pt x="4703" y="510"/>
                      </a:moveTo>
                      <a:lnTo>
                        <a:pt x="4703" y="18"/>
                      </a:lnTo>
                      <a:lnTo>
                        <a:pt x="5466" y="18"/>
                      </a:lnTo>
                      <a:lnTo>
                        <a:pt x="5466" y="510"/>
                      </a:lnTo>
                      <a:lnTo>
                        <a:pt x="4703" y="510"/>
                      </a:lnTo>
                      <a:moveTo>
                        <a:pt x="4685" y="510"/>
                      </a:moveTo>
                      <a:lnTo>
                        <a:pt x="3922" y="510"/>
                      </a:lnTo>
                      <a:lnTo>
                        <a:pt x="3922" y="18"/>
                      </a:lnTo>
                      <a:lnTo>
                        <a:pt x="4685" y="18"/>
                      </a:lnTo>
                      <a:lnTo>
                        <a:pt x="4685" y="510"/>
                      </a:lnTo>
                      <a:moveTo>
                        <a:pt x="3904" y="510"/>
                      </a:moveTo>
                      <a:lnTo>
                        <a:pt x="3141" y="510"/>
                      </a:lnTo>
                      <a:lnTo>
                        <a:pt x="3141" y="18"/>
                      </a:lnTo>
                      <a:lnTo>
                        <a:pt x="3904" y="18"/>
                      </a:lnTo>
                      <a:lnTo>
                        <a:pt x="3904" y="510"/>
                      </a:lnTo>
                      <a:moveTo>
                        <a:pt x="3124" y="510"/>
                      </a:moveTo>
                      <a:lnTo>
                        <a:pt x="2360" y="510"/>
                      </a:lnTo>
                      <a:lnTo>
                        <a:pt x="2360" y="18"/>
                      </a:lnTo>
                      <a:lnTo>
                        <a:pt x="3124" y="18"/>
                      </a:lnTo>
                      <a:lnTo>
                        <a:pt x="3124" y="510"/>
                      </a:lnTo>
                      <a:moveTo>
                        <a:pt x="2343" y="510"/>
                      </a:moveTo>
                      <a:lnTo>
                        <a:pt x="1580" y="510"/>
                      </a:lnTo>
                      <a:lnTo>
                        <a:pt x="1580" y="18"/>
                      </a:lnTo>
                      <a:lnTo>
                        <a:pt x="2343" y="18"/>
                      </a:lnTo>
                      <a:lnTo>
                        <a:pt x="2343" y="510"/>
                      </a:lnTo>
                      <a:moveTo>
                        <a:pt x="1562" y="510"/>
                      </a:moveTo>
                      <a:lnTo>
                        <a:pt x="799" y="510"/>
                      </a:lnTo>
                      <a:lnTo>
                        <a:pt x="799" y="18"/>
                      </a:lnTo>
                      <a:lnTo>
                        <a:pt x="1562" y="18"/>
                      </a:lnTo>
                      <a:lnTo>
                        <a:pt x="1562" y="510"/>
                      </a:lnTo>
                      <a:moveTo>
                        <a:pt x="1562" y="528"/>
                      </a:moveTo>
                      <a:lnTo>
                        <a:pt x="1562" y="1020"/>
                      </a:lnTo>
                      <a:lnTo>
                        <a:pt x="799" y="1020"/>
                      </a:lnTo>
                      <a:lnTo>
                        <a:pt x="799" y="528"/>
                      </a:lnTo>
                      <a:lnTo>
                        <a:pt x="1562" y="528"/>
                      </a:lnTo>
                      <a:moveTo>
                        <a:pt x="781" y="1020"/>
                      </a:moveTo>
                      <a:lnTo>
                        <a:pt x="18" y="1020"/>
                      </a:lnTo>
                      <a:lnTo>
                        <a:pt x="18" y="528"/>
                      </a:lnTo>
                      <a:lnTo>
                        <a:pt x="781" y="528"/>
                      </a:lnTo>
                      <a:lnTo>
                        <a:pt x="781" y="1020"/>
                      </a:lnTo>
                      <a:moveTo>
                        <a:pt x="781" y="1038"/>
                      </a:moveTo>
                      <a:lnTo>
                        <a:pt x="781" y="1530"/>
                      </a:lnTo>
                      <a:lnTo>
                        <a:pt x="18" y="1530"/>
                      </a:lnTo>
                      <a:lnTo>
                        <a:pt x="18" y="1038"/>
                      </a:lnTo>
                      <a:lnTo>
                        <a:pt x="781" y="1038"/>
                      </a:lnTo>
                      <a:moveTo>
                        <a:pt x="781" y="1547"/>
                      </a:moveTo>
                      <a:lnTo>
                        <a:pt x="781" y="2040"/>
                      </a:lnTo>
                      <a:lnTo>
                        <a:pt x="18" y="2040"/>
                      </a:lnTo>
                      <a:lnTo>
                        <a:pt x="18" y="1547"/>
                      </a:lnTo>
                      <a:lnTo>
                        <a:pt x="781" y="1547"/>
                      </a:lnTo>
                      <a:moveTo>
                        <a:pt x="781" y="2057"/>
                      </a:moveTo>
                      <a:lnTo>
                        <a:pt x="781" y="2550"/>
                      </a:lnTo>
                      <a:lnTo>
                        <a:pt x="18" y="2550"/>
                      </a:lnTo>
                      <a:lnTo>
                        <a:pt x="18" y="2057"/>
                      </a:lnTo>
                      <a:lnTo>
                        <a:pt x="781" y="2057"/>
                      </a:lnTo>
                      <a:moveTo>
                        <a:pt x="781" y="2567"/>
                      </a:moveTo>
                      <a:lnTo>
                        <a:pt x="781" y="3060"/>
                      </a:lnTo>
                      <a:lnTo>
                        <a:pt x="18" y="3060"/>
                      </a:lnTo>
                      <a:lnTo>
                        <a:pt x="18" y="2567"/>
                      </a:lnTo>
                      <a:lnTo>
                        <a:pt x="781" y="2567"/>
                      </a:lnTo>
                      <a:moveTo>
                        <a:pt x="781" y="3077"/>
                      </a:moveTo>
                      <a:lnTo>
                        <a:pt x="781" y="3569"/>
                      </a:lnTo>
                      <a:lnTo>
                        <a:pt x="18" y="3569"/>
                      </a:lnTo>
                      <a:lnTo>
                        <a:pt x="18" y="3077"/>
                      </a:lnTo>
                      <a:lnTo>
                        <a:pt x="781" y="3077"/>
                      </a:lnTo>
                      <a:moveTo>
                        <a:pt x="799" y="3077"/>
                      </a:moveTo>
                      <a:lnTo>
                        <a:pt x="1562" y="3077"/>
                      </a:lnTo>
                      <a:lnTo>
                        <a:pt x="1562" y="3569"/>
                      </a:lnTo>
                      <a:lnTo>
                        <a:pt x="799" y="3569"/>
                      </a:lnTo>
                      <a:lnTo>
                        <a:pt x="799" y="3077"/>
                      </a:lnTo>
                      <a:moveTo>
                        <a:pt x="1562" y="3587"/>
                      </a:moveTo>
                      <a:lnTo>
                        <a:pt x="1562" y="4079"/>
                      </a:lnTo>
                      <a:lnTo>
                        <a:pt x="799" y="4079"/>
                      </a:lnTo>
                      <a:lnTo>
                        <a:pt x="799" y="3587"/>
                      </a:lnTo>
                      <a:lnTo>
                        <a:pt x="1562" y="3587"/>
                      </a:lnTo>
                      <a:moveTo>
                        <a:pt x="1580" y="3587"/>
                      </a:moveTo>
                      <a:lnTo>
                        <a:pt x="2343" y="3587"/>
                      </a:lnTo>
                      <a:lnTo>
                        <a:pt x="2343" y="4079"/>
                      </a:lnTo>
                      <a:lnTo>
                        <a:pt x="1580" y="4079"/>
                      </a:lnTo>
                      <a:lnTo>
                        <a:pt x="1580" y="3587"/>
                      </a:lnTo>
                      <a:moveTo>
                        <a:pt x="2360" y="3587"/>
                      </a:moveTo>
                      <a:lnTo>
                        <a:pt x="3124" y="3587"/>
                      </a:lnTo>
                      <a:lnTo>
                        <a:pt x="3124" y="4079"/>
                      </a:lnTo>
                      <a:lnTo>
                        <a:pt x="2360" y="4079"/>
                      </a:lnTo>
                      <a:lnTo>
                        <a:pt x="2360" y="3587"/>
                      </a:lnTo>
                      <a:moveTo>
                        <a:pt x="3141" y="3587"/>
                      </a:moveTo>
                      <a:lnTo>
                        <a:pt x="3904" y="3587"/>
                      </a:lnTo>
                      <a:lnTo>
                        <a:pt x="3904" y="4079"/>
                      </a:lnTo>
                      <a:lnTo>
                        <a:pt x="3141" y="4079"/>
                      </a:lnTo>
                      <a:lnTo>
                        <a:pt x="3141" y="3587"/>
                      </a:lnTo>
                      <a:moveTo>
                        <a:pt x="3922" y="3587"/>
                      </a:moveTo>
                      <a:lnTo>
                        <a:pt x="4685" y="3587"/>
                      </a:lnTo>
                      <a:lnTo>
                        <a:pt x="4685" y="4079"/>
                      </a:lnTo>
                      <a:lnTo>
                        <a:pt x="3922" y="4079"/>
                      </a:lnTo>
                      <a:lnTo>
                        <a:pt x="3922" y="3587"/>
                      </a:lnTo>
                      <a:moveTo>
                        <a:pt x="4703" y="3587"/>
                      </a:moveTo>
                      <a:lnTo>
                        <a:pt x="5466" y="3587"/>
                      </a:lnTo>
                      <a:lnTo>
                        <a:pt x="5466" y="4079"/>
                      </a:lnTo>
                      <a:lnTo>
                        <a:pt x="4703" y="4079"/>
                      </a:lnTo>
                      <a:lnTo>
                        <a:pt x="4703" y="3587"/>
                      </a:lnTo>
                      <a:moveTo>
                        <a:pt x="4703" y="3569"/>
                      </a:moveTo>
                      <a:lnTo>
                        <a:pt x="4703" y="3077"/>
                      </a:lnTo>
                      <a:lnTo>
                        <a:pt x="5466" y="3077"/>
                      </a:lnTo>
                      <a:lnTo>
                        <a:pt x="5466" y="3569"/>
                      </a:lnTo>
                      <a:lnTo>
                        <a:pt x="4703" y="3569"/>
                      </a:lnTo>
                      <a:moveTo>
                        <a:pt x="5484" y="3077"/>
                      </a:moveTo>
                      <a:lnTo>
                        <a:pt x="6247" y="3077"/>
                      </a:lnTo>
                      <a:lnTo>
                        <a:pt x="6247" y="3569"/>
                      </a:lnTo>
                      <a:lnTo>
                        <a:pt x="5484" y="3569"/>
                      </a:lnTo>
                      <a:lnTo>
                        <a:pt x="5484" y="3077"/>
                      </a:lnTo>
                      <a:moveTo>
                        <a:pt x="5484" y="3060"/>
                      </a:moveTo>
                      <a:lnTo>
                        <a:pt x="5484" y="2567"/>
                      </a:lnTo>
                      <a:lnTo>
                        <a:pt x="6247" y="2567"/>
                      </a:lnTo>
                      <a:lnTo>
                        <a:pt x="6247" y="3060"/>
                      </a:lnTo>
                      <a:lnTo>
                        <a:pt x="5484" y="3060"/>
                      </a:lnTo>
                      <a:moveTo>
                        <a:pt x="5484" y="2550"/>
                      </a:moveTo>
                      <a:lnTo>
                        <a:pt x="5484" y="2057"/>
                      </a:lnTo>
                      <a:lnTo>
                        <a:pt x="6247" y="2057"/>
                      </a:lnTo>
                      <a:lnTo>
                        <a:pt x="6247" y="2550"/>
                      </a:lnTo>
                      <a:lnTo>
                        <a:pt x="5484" y="2550"/>
                      </a:lnTo>
                      <a:moveTo>
                        <a:pt x="5484" y="2040"/>
                      </a:moveTo>
                      <a:lnTo>
                        <a:pt x="5484" y="1547"/>
                      </a:lnTo>
                      <a:lnTo>
                        <a:pt x="6247" y="1547"/>
                      </a:lnTo>
                      <a:lnTo>
                        <a:pt x="6247" y="2040"/>
                      </a:lnTo>
                      <a:lnTo>
                        <a:pt x="5484" y="2040"/>
                      </a:lnTo>
                      <a:moveTo>
                        <a:pt x="5484" y="1530"/>
                      </a:moveTo>
                      <a:lnTo>
                        <a:pt x="5484" y="1038"/>
                      </a:lnTo>
                      <a:lnTo>
                        <a:pt x="6247" y="1038"/>
                      </a:lnTo>
                      <a:lnTo>
                        <a:pt x="6247" y="1530"/>
                      </a:lnTo>
                      <a:lnTo>
                        <a:pt x="5484" y="1530"/>
                      </a:lnTo>
                      <a:moveTo>
                        <a:pt x="5484" y="1020"/>
                      </a:moveTo>
                      <a:lnTo>
                        <a:pt x="5484" y="528"/>
                      </a:lnTo>
                      <a:lnTo>
                        <a:pt x="6247" y="528"/>
                      </a:lnTo>
                      <a:lnTo>
                        <a:pt x="6247" y="1020"/>
                      </a:lnTo>
                      <a:lnTo>
                        <a:pt x="5484" y="1020"/>
                      </a:lnTo>
                      <a:moveTo>
                        <a:pt x="781" y="18"/>
                      </a:moveTo>
                      <a:lnTo>
                        <a:pt x="781" y="510"/>
                      </a:lnTo>
                      <a:lnTo>
                        <a:pt x="18" y="510"/>
                      </a:lnTo>
                      <a:lnTo>
                        <a:pt x="18" y="18"/>
                      </a:lnTo>
                      <a:lnTo>
                        <a:pt x="781" y="18"/>
                      </a:lnTo>
                      <a:moveTo>
                        <a:pt x="18" y="3587"/>
                      </a:moveTo>
                      <a:lnTo>
                        <a:pt x="781" y="3587"/>
                      </a:lnTo>
                      <a:lnTo>
                        <a:pt x="781" y="4079"/>
                      </a:lnTo>
                      <a:lnTo>
                        <a:pt x="18" y="4079"/>
                      </a:lnTo>
                      <a:lnTo>
                        <a:pt x="18" y="3587"/>
                      </a:lnTo>
                      <a:moveTo>
                        <a:pt x="5484" y="4079"/>
                      </a:moveTo>
                      <a:lnTo>
                        <a:pt x="5484" y="3587"/>
                      </a:lnTo>
                      <a:lnTo>
                        <a:pt x="6247" y="3587"/>
                      </a:lnTo>
                      <a:lnTo>
                        <a:pt x="6247" y="4079"/>
                      </a:lnTo>
                      <a:lnTo>
                        <a:pt x="5484" y="407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8" name="Google Shape;1788;p29"/>
                <p:cNvSpPr/>
                <p:nvPr/>
              </p:nvSpPr>
              <p:spPr>
                <a:xfrm>
                  <a:off x="6490195" y="947570"/>
                  <a:ext cx="2119680" cy="899280"/>
                </a:xfrm>
                <a:custGeom>
                  <a:rect b="b" l="l" r="r" t="t"/>
                  <a:pathLst>
                    <a:path extrusionOk="0" h="2498" w="5888">
                      <a:moveTo>
                        <a:pt x="5887" y="1899"/>
                      </a:moveTo>
                      <a:cubicBezTo>
                        <a:pt x="5882" y="1887"/>
                        <a:pt x="5877" y="1879"/>
                        <a:pt x="5871" y="1872"/>
                      </a:cubicBezTo>
                      <a:cubicBezTo>
                        <a:pt x="5868" y="1867"/>
                        <a:pt x="5864" y="1862"/>
                        <a:pt x="5861" y="1857"/>
                      </a:cubicBezTo>
                      <a:cubicBezTo>
                        <a:pt x="5858" y="1852"/>
                        <a:pt x="5858" y="1846"/>
                        <a:pt x="5858" y="1840"/>
                      </a:cubicBezTo>
                      <a:cubicBezTo>
                        <a:pt x="5858" y="1834"/>
                        <a:pt x="5858" y="1827"/>
                        <a:pt x="5855" y="1819"/>
                      </a:cubicBezTo>
                      <a:lnTo>
                        <a:pt x="5853" y="1813"/>
                      </a:lnTo>
                      <a:lnTo>
                        <a:pt x="5847" y="1813"/>
                      </a:lnTo>
                      <a:cubicBezTo>
                        <a:pt x="5831" y="1814"/>
                        <a:pt x="5810" y="1785"/>
                        <a:pt x="5798" y="1765"/>
                      </a:cubicBezTo>
                      <a:lnTo>
                        <a:pt x="5798" y="1255"/>
                      </a:lnTo>
                      <a:lnTo>
                        <a:pt x="5730" y="1255"/>
                      </a:lnTo>
                      <a:lnTo>
                        <a:pt x="5730" y="828"/>
                      </a:lnTo>
                      <a:lnTo>
                        <a:pt x="5712" y="828"/>
                      </a:lnTo>
                      <a:lnTo>
                        <a:pt x="5712" y="1255"/>
                      </a:lnTo>
                      <a:lnTo>
                        <a:pt x="5645" y="1255"/>
                      </a:lnTo>
                      <a:lnTo>
                        <a:pt x="5645" y="1553"/>
                      </a:lnTo>
                      <a:cubicBezTo>
                        <a:pt x="5640" y="1549"/>
                        <a:pt x="5635" y="1547"/>
                        <a:pt x="5629" y="1546"/>
                      </a:cubicBezTo>
                      <a:cubicBezTo>
                        <a:pt x="5620" y="1544"/>
                        <a:pt x="5610" y="1546"/>
                        <a:pt x="5602" y="1553"/>
                      </a:cubicBezTo>
                      <a:cubicBezTo>
                        <a:pt x="5580" y="1570"/>
                        <a:pt x="5567" y="1598"/>
                        <a:pt x="5553" y="1624"/>
                      </a:cubicBezTo>
                      <a:cubicBezTo>
                        <a:pt x="5548" y="1636"/>
                        <a:pt x="5542" y="1647"/>
                        <a:pt x="5536" y="1657"/>
                      </a:cubicBezTo>
                      <a:lnTo>
                        <a:pt x="5536" y="1398"/>
                      </a:lnTo>
                      <a:lnTo>
                        <a:pt x="5470" y="1398"/>
                      </a:lnTo>
                      <a:lnTo>
                        <a:pt x="5470" y="958"/>
                      </a:lnTo>
                      <a:lnTo>
                        <a:pt x="5452" y="958"/>
                      </a:lnTo>
                      <a:lnTo>
                        <a:pt x="5452" y="1398"/>
                      </a:lnTo>
                      <a:lnTo>
                        <a:pt x="5384" y="1398"/>
                      </a:lnTo>
                      <a:lnTo>
                        <a:pt x="5384" y="1884"/>
                      </a:lnTo>
                      <a:lnTo>
                        <a:pt x="5382" y="1887"/>
                      </a:lnTo>
                      <a:cubicBezTo>
                        <a:pt x="5373" y="1902"/>
                        <a:pt x="5364" y="1916"/>
                        <a:pt x="5356" y="1930"/>
                      </a:cubicBezTo>
                      <a:cubicBezTo>
                        <a:pt x="5344" y="1949"/>
                        <a:pt x="5332" y="1969"/>
                        <a:pt x="5320" y="1989"/>
                      </a:cubicBezTo>
                      <a:cubicBezTo>
                        <a:pt x="5317" y="1994"/>
                        <a:pt x="5314" y="2000"/>
                        <a:pt x="5311" y="2006"/>
                      </a:cubicBezTo>
                      <a:cubicBezTo>
                        <a:pt x="5305" y="2018"/>
                        <a:pt x="5299" y="2031"/>
                        <a:pt x="5292" y="2038"/>
                      </a:cubicBezTo>
                      <a:cubicBezTo>
                        <a:pt x="5288" y="2042"/>
                        <a:pt x="5284" y="2044"/>
                        <a:pt x="5278" y="2046"/>
                      </a:cubicBezTo>
                      <a:cubicBezTo>
                        <a:pt x="5277" y="2046"/>
                        <a:pt x="5276" y="2047"/>
                        <a:pt x="5275" y="2048"/>
                      </a:cubicBezTo>
                      <a:lnTo>
                        <a:pt x="5275" y="1298"/>
                      </a:lnTo>
                      <a:lnTo>
                        <a:pt x="5216" y="1298"/>
                      </a:lnTo>
                      <a:lnTo>
                        <a:pt x="5216" y="1131"/>
                      </a:lnTo>
                      <a:lnTo>
                        <a:pt x="5198" y="1131"/>
                      </a:lnTo>
                      <a:lnTo>
                        <a:pt x="5198" y="1298"/>
                      </a:lnTo>
                      <a:lnTo>
                        <a:pt x="5122" y="1298"/>
                      </a:lnTo>
                      <a:lnTo>
                        <a:pt x="5122" y="2098"/>
                      </a:lnTo>
                      <a:cubicBezTo>
                        <a:pt x="5110" y="2098"/>
                        <a:pt x="5098" y="2096"/>
                        <a:pt x="5087" y="2092"/>
                      </a:cubicBezTo>
                      <a:cubicBezTo>
                        <a:pt x="5032" y="2074"/>
                        <a:pt x="4998" y="2020"/>
                        <a:pt x="4979" y="1979"/>
                      </a:cubicBezTo>
                      <a:cubicBezTo>
                        <a:pt x="4967" y="1952"/>
                        <a:pt x="4951" y="1925"/>
                        <a:pt x="4928" y="1895"/>
                      </a:cubicBezTo>
                      <a:cubicBezTo>
                        <a:pt x="4903" y="1861"/>
                        <a:pt x="4898" y="1830"/>
                        <a:pt x="4892" y="1794"/>
                      </a:cubicBezTo>
                      <a:cubicBezTo>
                        <a:pt x="4889" y="1781"/>
                        <a:pt x="4887" y="1767"/>
                        <a:pt x="4883" y="1752"/>
                      </a:cubicBezTo>
                      <a:cubicBezTo>
                        <a:pt x="4860" y="1655"/>
                        <a:pt x="4815" y="1551"/>
                        <a:pt x="4758" y="1466"/>
                      </a:cubicBezTo>
                      <a:cubicBezTo>
                        <a:pt x="4733" y="1430"/>
                        <a:pt x="4710" y="1391"/>
                        <a:pt x="4688" y="1354"/>
                      </a:cubicBezTo>
                      <a:cubicBezTo>
                        <a:pt x="4658" y="1304"/>
                        <a:pt x="4628" y="1252"/>
                        <a:pt x="4592" y="1204"/>
                      </a:cubicBezTo>
                      <a:cubicBezTo>
                        <a:pt x="4579" y="1186"/>
                        <a:pt x="4567" y="1168"/>
                        <a:pt x="4555" y="1150"/>
                      </a:cubicBezTo>
                      <a:cubicBezTo>
                        <a:pt x="4540" y="1128"/>
                        <a:pt x="4525" y="1106"/>
                        <a:pt x="4509" y="1084"/>
                      </a:cubicBezTo>
                      <a:cubicBezTo>
                        <a:pt x="4495" y="1066"/>
                        <a:pt x="4484" y="1048"/>
                        <a:pt x="4473" y="1029"/>
                      </a:cubicBezTo>
                      <a:cubicBezTo>
                        <a:pt x="4465" y="1016"/>
                        <a:pt x="4458" y="1004"/>
                        <a:pt x="4449" y="991"/>
                      </a:cubicBezTo>
                      <a:cubicBezTo>
                        <a:pt x="4431" y="963"/>
                        <a:pt x="4422" y="943"/>
                        <a:pt x="4414" y="912"/>
                      </a:cubicBezTo>
                      <a:cubicBezTo>
                        <a:pt x="4412" y="904"/>
                        <a:pt x="4411" y="897"/>
                        <a:pt x="4409" y="888"/>
                      </a:cubicBezTo>
                      <a:cubicBezTo>
                        <a:pt x="4401" y="856"/>
                        <a:pt x="4393" y="818"/>
                        <a:pt x="4378" y="791"/>
                      </a:cubicBezTo>
                      <a:cubicBezTo>
                        <a:pt x="4363" y="765"/>
                        <a:pt x="4338" y="744"/>
                        <a:pt x="4321" y="732"/>
                      </a:cubicBezTo>
                      <a:cubicBezTo>
                        <a:pt x="4316" y="728"/>
                        <a:pt x="4311" y="725"/>
                        <a:pt x="4306" y="721"/>
                      </a:cubicBezTo>
                      <a:cubicBezTo>
                        <a:pt x="4284" y="704"/>
                        <a:pt x="4256" y="684"/>
                        <a:pt x="4228" y="671"/>
                      </a:cubicBezTo>
                      <a:lnTo>
                        <a:pt x="4228" y="256"/>
                      </a:lnTo>
                      <a:lnTo>
                        <a:pt x="4165" y="256"/>
                      </a:lnTo>
                      <a:lnTo>
                        <a:pt x="4165" y="64"/>
                      </a:lnTo>
                      <a:lnTo>
                        <a:pt x="4148" y="64"/>
                      </a:lnTo>
                      <a:lnTo>
                        <a:pt x="4148" y="256"/>
                      </a:lnTo>
                      <a:lnTo>
                        <a:pt x="4076" y="256"/>
                      </a:lnTo>
                      <a:lnTo>
                        <a:pt x="4076" y="781"/>
                      </a:lnTo>
                      <a:cubicBezTo>
                        <a:pt x="4058" y="810"/>
                        <a:pt x="4040" y="835"/>
                        <a:pt x="4010" y="858"/>
                      </a:cubicBezTo>
                      <a:cubicBezTo>
                        <a:pt x="3996" y="869"/>
                        <a:pt x="3981" y="880"/>
                        <a:pt x="3967" y="890"/>
                      </a:cubicBezTo>
                      <a:lnTo>
                        <a:pt x="3967" y="511"/>
                      </a:lnTo>
                      <a:lnTo>
                        <a:pt x="3905" y="511"/>
                      </a:lnTo>
                      <a:lnTo>
                        <a:pt x="3905" y="319"/>
                      </a:lnTo>
                      <a:lnTo>
                        <a:pt x="3888" y="319"/>
                      </a:lnTo>
                      <a:lnTo>
                        <a:pt x="3888" y="511"/>
                      </a:lnTo>
                      <a:lnTo>
                        <a:pt x="3814" y="511"/>
                      </a:lnTo>
                      <a:lnTo>
                        <a:pt x="3814" y="1002"/>
                      </a:lnTo>
                      <a:cubicBezTo>
                        <a:pt x="3811" y="1005"/>
                        <a:pt x="3808" y="1008"/>
                        <a:pt x="3805" y="1011"/>
                      </a:cubicBezTo>
                      <a:cubicBezTo>
                        <a:pt x="3768" y="1050"/>
                        <a:pt x="3736" y="1092"/>
                        <a:pt x="3705" y="1134"/>
                      </a:cubicBezTo>
                      <a:lnTo>
                        <a:pt x="3705" y="750"/>
                      </a:lnTo>
                      <a:lnTo>
                        <a:pt x="3646" y="750"/>
                      </a:lnTo>
                      <a:lnTo>
                        <a:pt x="3646" y="573"/>
                      </a:lnTo>
                      <a:lnTo>
                        <a:pt x="3628" y="573"/>
                      </a:lnTo>
                      <a:lnTo>
                        <a:pt x="3628" y="750"/>
                      </a:lnTo>
                      <a:lnTo>
                        <a:pt x="3553" y="750"/>
                      </a:lnTo>
                      <a:lnTo>
                        <a:pt x="3553" y="1367"/>
                      </a:lnTo>
                      <a:cubicBezTo>
                        <a:pt x="3544" y="1380"/>
                        <a:pt x="3534" y="1393"/>
                        <a:pt x="3525" y="1405"/>
                      </a:cubicBezTo>
                      <a:cubicBezTo>
                        <a:pt x="3510" y="1425"/>
                        <a:pt x="3494" y="1446"/>
                        <a:pt x="3480" y="1469"/>
                      </a:cubicBezTo>
                      <a:cubicBezTo>
                        <a:pt x="3467" y="1490"/>
                        <a:pt x="3457" y="1506"/>
                        <a:pt x="3444" y="1519"/>
                      </a:cubicBezTo>
                      <a:lnTo>
                        <a:pt x="3444" y="1010"/>
                      </a:lnTo>
                      <a:lnTo>
                        <a:pt x="3386" y="1010"/>
                      </a:lnTo>
                      <a:lnTo>
                        <a:pt x="3386" y="877"/>
                      </a:lnTo>
                      <a:lnTo>
                        <a:pt x="3368" y="877"/>
                      </a:lnTo>
                      <a:lnTo>
                        <a:pt x="3368" y="1010"/>
                      </a:lnTo>
                      <a:lnTo>
                        <a:pt x="3291" y="1010"/>
                      </a:lnTo>
                      <a:lnTo>
                        <a:pt x="3291" y="1593"/>
                      </a:lnTo>
                      <a:cubicBezTo>
                        <a:pt x="3290" y="1594"/>
                        <a:pt x="3289" y="1594"/>
                        <a:pt x="3288" y="1594"/>
                      </a:cubicBezTo>
                      <a:cubicBezTo>
                        <a:pt x="3253" y="1604"/>
                        <a:pt x="3184" y="1606"/>
                        <a:pt x="3157" y="1585"/>
                      </a:cubicBezTo>
                      <a:cubicBezTo>
                        <a:pt x="3114" y="1552"/>
                        <a:pt x="3090" y="1519"/>
                        <a:pt x="3080" y="1477"/>
                      </a:cubicBezTo>
                      <a:cubicBezTo>
                        <a:pt x="3078" y="1471"/>
                        <a:pt x="3078" y="1464"/>
                        <a:pt x="3078" y="1457"/>
                      </a:cubicBezTo>
                      <a:cubicBezTo>
                        <a:pt x="3077" y="1447"/>
                        <a:pt x="3077" y="1436"/>
                        <a:pt x="3073" y="1427"/>
                      </a:cubicBezTo>
                      <a:cubicBezTo>
                        <a:pt x="3067" y="1412"/>
                        <a:pt x="3049" y="1399"/>
                        <a:pt x="3035" y="1389"/>
                      </a:cubicBezTo>
                      <a:cubicBezTo>
                        <a:pt x="3032" y="1387"/>
                        <a:pt x="3030" y="1385"/>
                        <a:pt x="3027" y="1384"/>
                      </a:cubicBezTo>
                      <a:cubicBezTo>
                        <a:pt x="2988" y="1354"/>
                        <a:pt x="2915" y="1300"/>
                        <a:pt x="2871" y="1356"/>
                      </a:cubicBezTo>
                      <a:cubicBezTo>
                        <a:pt x="2861" y="1369"/>
                        <a:pt x="2852" y="1382"/>
                        <a:pt x="2843" y="1396"/>
                      </a:cubicBezTo>
                      <a:cubicBezTo>
                        <a:pt x="2825" y="1422"/>
                        <a:pt x="2808" y="1446"/>
                        <a:pt x="2785" y="1466"/>
                      </a:cubicBezTo>
                      <a:cubicBezTo>
                        <a:pt x="2739" y="1505"/>
                        <a:pt x="2702" y="1541"/>
                        <a:pt x="2672" y="1574"/>
                      </a:cubicBezTo>
                      <a:cubicBezTo>
                        <a:pt x="2668" y="1580"/>
                        <a:pt x="2663" y="1585"/>
                        <a:pt x="2659" y="1590"/>
                      </a:cubicBezTo>
                      <a:lnTo>
                        <a:pt x="2659" y="993"/>
                      </a:lnTo>
                      <a:lnTo>
                        <a:pt x="2601" y="993"/>
                      </a:lnTo>
                      <a:lnTo>
                        <a:pt x="2601" y="530"/>
                      </a:lnTo>
                      <a:lnTo>
                        <a:pt x="2583" y="530"/>
                      </a:lnTo>
                      <a:lnTo>
                        <a:pt x="2583" y="993"/>
                      </a:lnTo>
                      <a:lnTo>
                        <a:pt x="2506" y="993"/>
                      </a:lnTo>
                      <a:lnTo>
                        <a:pt x="2506" y="1829"/>
                      </a:lnTo>
                      <a:cubicBezTo>
                        <a:pt x="2502" y="1837"/>
                        <a:pt x="2498" y="1845"/>
                        <a:pt x="2493" y="1853"/>
                      </a:cubicBezTo>
                      <a:cubicBezTo>
                        <a:pt x="2491" y="1856"/>
                        <a:pt x="2490" y="1859"/>
                        <a:pt x="2488" y="1863"/>
                      </a:cubicBezTo>
                      <a:cubicBezTo>
                        <a:pt x="2479" y="1879"/>
                        <a:pt x="2471" y="1893"/>
                        <a:pt x="2458" y="1907"/>
                      </a:cubicBezTo>
                      <a:cubicBezTo>
                        <a:pt x="2442" y="1925"/>
                        <a:pt x="2438" y="1940"/>
                        <a:pt x="2433" y="1958"/>
                      </a:cubicBezTo>
                      <a:cubicBezTo>
                        <a:pt x="2431" y="1964"/>
                        <a:pt x="2429" y="1971"/>
                        <a:pt x="2426" y="1979"/>
                      </a:cubicBezTo>
                      <a:cubicBezTo>
                        <a:pt x="2423" y="1988"/>
                        <a:pt x="2421" y="1999"/>
                        <a:pt x="2420" y="2008"/>
                      </a:cubicBezTo>
                      <a:cubicBezTo>
                        <a:pt x="2418" y="2020"/>
                        <a:pt x="2417" y="2030"/>
                        <a:pt x="2413" y="2039"/>
                      </a:cubicBezTo>
                      <a:cubicBezTo>
                        <a:pt x="2410" y="2044"/>
                        <a:pt x="2404" y="2049"/>
                        <a:pt x="2397" y="2055"/>
                      </a:cubicBezTo>
                      <a:lnTo>
                        <a:pt x="2397" y="1210"/>
                      </a:lnTo>
                      <a:lnTo>
                        <a:pt x="2341" y="1210"/>
                      </a:lnTo>
                      <a:lnTo>
                        <a:pt x="2341" y="733"/>
                      </a:lnTo>
                      <a:lnTo>
                        <a:pt x="2323" y="733"/>
                      </a:lnTo>
                      <a:lnTo>
                        <a:pt x="2323" y="1210"/>
                      </a:lnTo>
                      <a:lnTo>
                        <a:pt x="2245" y="1210"/>
                      </a:lnTo>
                      <a:lnTo>
                        <a:pt x="2245" y="2115"/>
                      </a:lnTo>
                      <a:cubicBezTo>
                        <a:pt x="2236" y="2117"/>
                        <a:pt x="2227" y="2120"/>
                        <a:pt x="2219" y="2122"/>
                      </a:cubicBezTo>
                      <a:cubicBezTo>
                        <a:pt x="2191" y="2129"/>
                        <a:pt x="2163" y="2128"/>
                        <a:pt x="2136" y="2125"/>
                      </a:cubicBezTo>
                      <a:lnTo>
                        <a:pt x="2136" y="1474"/>
                      </a:lnTo>
                      <a:lnTo>
                        <a:pt x="2081" y="1474"/>
                      </a:lnTo>
                      <a:lnTo>
                        <a:pt x="2081" y="936"/>
                      </a:lnTo>
                      <a:lnTo>
                        <a:pt x="2063" y="936"/>
                      </a:lnTo>
                      <a:lnTo>
                        <a:pt x="2063" y="1474"/>
                      </a:lnTo>
                      <a:lnTo>
                        <a:pt x="1983" y="1474"/>
                      </a:lnTo>
                      <a:lnTo>
                        <a:pt x="1983" y="2086"/>
                      </a:lnTo>
                      <a:cubicBezTo>
                        <a:pt x="1976" y="2080"/>
                        <a:pt x="1969" y="2074"/>
                        <a:pt x="1962" y="2066"/>
                      </a:cubicBezTo>
                      <a:cubicBezTo>
                        <a:pt x="1959" y="2064"/>
                        <a:pt x="1957" y="2062"/>
                        <a:pt x="1955" y="2060"/>
                      </a:cubicBezTo>
                      <a:cubicBezTo>
                        <a:pt x="1944" y="2049"/>
                        <a:pt x="1936" y="2041"/>
                        <a:pt x="1930" y="2029"/>
                      </a:cubicBezTo>
                      <a:cubicBezTo>
                        <a:pt x="1923" y="2014"/>
                        <a:pt x="1918" y="1996"/>
                        <a:pt x="1913" y="1980"/>
                      </a:cubicBezTo>
                      <a:cubicBezTo>
                        <a:pt x="1910" y="1968"/>
                        <a:pt x="1908" y="1957"/>
                        <a:pt x="1905" y="1946"/>
                      </a:cubicBezTo>
                      <a:cubicBezTo>
                        <a:pt x="1892" y="1892"/>
                        <a:pt x="1879" y="1836"/>
                        <a:pt x="1828" y="1799"/>
                      </a:cubicBezTo>
                      <a:cubicBezTo>
                        <a:pt x="1808" y="1785"/>
                        <a:pt x="1783" y="1773"/>
                        <a:pt x="1759" y="1762"/>
                      </a:cubicBezTo>
                      <a:cubicBezTo>
                        <a:pt x="1726" y="1747"/>
                        <a:pt x="1692" y="1731"/>
                        <a:pt x="1670" y="1708"/>
                      </a:cubicBezTo>
                      <a:cubicBezTo>
                        <a:pt x="1661" y="1697"/>
                        <a:pt x="1658" y="1687"/>
                        <a:pt x="1656" y="1673"/>
                      </a:cubicBezTo>
                      <a:cubicBezTo>
                        <a:pt x="1654" y="1666"/>
                        <a:pt x="1653" y="1660"/>
                        <a:pt x="1651" y="1653"/>
                      </a:cubicBezTo>
                      <a:cubicBezTo>
                        <a:pt x="1648" y="1643"/>
                        <a:pt x="1644" y="1635"/>
                        <a:pt x="1641" y="1626"/>
                      </a:cubicBezTo>
                      <a:cubicBezTo>
                        <a:pt x="1635" y="1615"/>
                        <a:pt x="1630" y="1604"/>
                        <a:pt x="1628" y="1592"/>
                      </a:cubicBezTo>
                      <a:cubicBezTo>
                        <a:pt x="1627" y="1586"/>
                        <a:pt x="1627" y="1581"/>
                        <a:pt x="1626" y="1576"/>
                      </a:cubicBezTo>
                      <a:cubicBezTo>
                        <a:pt x="1624" y="1561"/>
                        <a:pt x="1622" y="1546"/>
                        <a:pt x="1613" y="1528"/>
                      </a:cubicBezTo>
                      <a:cubicBezTo>
                        <a:pt x="1609" y="1520"/>
                        <a:pt x="1604" y="1513"/>
                        <a:pt x="1599" y="1507"/>
                      </a:cubicBezTo>
                      <a:cubicBezTo>
                        <a:pt x="1595" y="1501"/>
                        <a:pt x="1591" y="1496"/>
                        <a:pt x="1588" y="1491"/>
                      </a:cubicBezTo>
                      <a:cubicBezTo>
                        <a:pt x="1584" y="1484"/>
                        <a:pt x="1582" y="1478"/>
                        <a:pt x="1579" y="1472"/>
                      </a:cubicBezTo>
                      <a:cubicBezTo>
                        <a:pt x="1574" y="1461"/>
                        <a:pt x="1569" y="1450"/>
                        <a:pt x="1560" y="1439"/>
                      </a:cubicBezTo>
                      <a:lnTo>
                        <a:pt x="1554" y="1431"/>
                      </a:lnTo>
                      <a:cubicBezTo>
                        <a:pt x="1543" y="1416"/>
                        <a:pt x="1532" y="1401"/>
                        <a:pt x="1521" y="1385"/>
                      </a:cubicBezTo>
                      <a:cubicBezTo>
                        <a:pt x="1511" y="1369"/>
                        <a:pt x="1503" y="1350"/>
                        <a:pt x="1495" y="1331"/>
                      </a:cubicBezTo>
                      <a:cubicBezTo>
                        <a:pt x="1489" y="1316"/>
                        <a:pt x="1482" y="1300"/>
                        <a:pt x="1474" y="1286"/>
                      </a:cubicBezTo>
                      <a:cubicBezTo>
                        <a:pt x="1468" y="1275"/>
                        <a:pt x="1460" y="1266"/>
                        <a:pt x="1452" y="1256"/>
                      </a:cubicBezTo>
                      <a:cubicBezTo>
                        <a:pt x="1441" y="1243"/>
                        <a:pt x="1430" y="1230"/>
                        <a:pt x="1426" y="1217"/>
                      </a:cubicBezTo>
                      <a:cubicBezTo>
                        <a:pt x="1420" y="1201"/>
                        <a:pt x="1422" y="1178"/>
                        <a:pt x="1423" y="1158"/>
                      </a:cubicBezTo>
                      <a:cubicBezTo>
                        <a:pt x="1424" y="1149"/>
                        <a:pt x="1424" y="1141"/>
                        <a:pt x="1424" y="1133"/>
                      </a:cubicBezTo>
                      <a:cubicBezTo>
                        <a:pt x="1424" y="1129"/>
                        <a:pt x="1424" y="1125"/>
                        <a:pt x="1424" y="1122"/>
                      </a:cubicBezTo>
                      <a:cubicBezTo>
                        <a:pt x="1424" y="1089"/>
                        <a:pt x="1425" y="1067"/>
                        <a:pt x="1402" y="1036"/>
                      </a:cubicBezTo>
                      <a:cubicBezTo>
                        <a:pt x="1395" y="1026"/>
                        <a:pt x="1388" y="1016"/>
                        <a:pt x="1381" y="1006"/>
                      </a:cubicBezTo>
                      <a:cubicBezTo>
                        <a:pt x="1356" y="968"/>
                        <a:pt x="1330" y="928"/>
                        <a:pt x="1285" y="903"/>
                      </a:cubicBezTo>
                      <a:lnTo>
                        <a:pt x="1280" y="900"/>
                      </a:lnTo>
                      <a:lnTo>
                        <a:pt x="1275" y="903"/>
                      </a:lnTo>
                      <a:cubicBezTo>
                        <a:pt x="1268" y="908"/>
                        <a:pt x="1264" y="913"/>
                        <a:pt x="1260" y="917"/>
                      </a:cubicBezTo>
                      <a:cubicBezTo>
                        <a:pt x="1253" y="923"/>
                        <a:pt x="1248" y="928"/>
                        <a:pt x="1236" y="934"/>
                      </a:cubicBezTo>
                      <a:cubicBezTo>
                        <a:pt x="1225" y="938"/>
                        <a:pt x="1218" y="945"/>
                        <a:pt x="1211" y="951"/>
                      </a:cubicBezTo>
                      <a:cubicBezTo>
                        <a:pt x="1207" y="955"/>
                        <a:pt x="1202" y="959"/>
                        <a:pt x="1197" y="963"/>
                      </a:cubicBezTo>
                      <a:cubicBezTo>
                        <a:pt x="1186" y="970"/>
                        <a:pt x="1174" y="975"/>
                        <a:pt x="1162" y="980"/>
                      </a:cubicBezTo>
                      <a:cubicBezTo>
                        <a:pt x="1140" y="989"/>
                        <a:pt x="1117" y="998"/>
                        <a:pt x="1099" y="1021"/>
                      </a:cubicBezTo>
                      <a:cubicBezTo>
                        <a:pt x="1096" y="1025"/>
                        <a:pt x="1092" y="1029"/>
                        <a:pt x="1089" y="1033"/>
                      </a:cubicBezTo>
                      <a:lnTo>
                        <a:pt x="1089" y="435"/>
                      </a:lnTo>
                      <a:lnTo>
                        <a:pt x="1019" y="435"/>
                      </a:lnTo>
                      <a:lnTo>
                        <a:pt x="1019" y="0"/>
                      </a:lnTo>
                      <a:lnTo>
                        <a:pt x="1002" y="0"/>
                      </a:lnTo>
                      <a:lnTo>
                        <a:pt x="1002" y="435"/>
                      </a:lnTo>
                      <a:lnTo>
                        <a:pt x="937" y="435"/>
                      </a:lnTo>
                      <a:lnTo>
                        <a:pt x="937" y="1196"/>
                      </a:lnTo>
                      <a:cubicBezTo>
                        <a:pt x="931" y="1204"/>
                        <a:pt x="925" y="1211"/>
                        <a:pt x="917" y="1218"/>
                      </a:cubicBezTo>
                      <a:cubicBezTo>
                        <a:pt x="892" y="1238"/>
                        <a:pt x="876" y="1261"/>
                        <a:pt x="859" y="1284"/>
                      </a:cubicBezTo>
                      <a:cubicBezTo>
                        <a:pt x="856" y="1290"/>
                        <a:pt x="852" y="1295"/>
                        <a:pt x="848" y="1301"/>
                      </a:cubicBezTo>
                      <a:cubicBezTo>
                        <a:pt x="842" y="1309"/>
                        <a:pt x="835" y="1317"/>
                        <a:pt x="828" y="1326"/>
                      </a:cubicBezTo>
                      <a:lnTo>
                        <a:pt x="828" y="1327"/>
                      </a:lnTo>
                      <a:lnTo>
                        <a:pt x="828" y="775"/>
                      </a:lnTo>
                      <a:lnTo>
                        <a:pt x="764" y="775"/>
                      </a:lnTo>
                      <a:lnTo>
                        <a:pt x="764" y="345"/>
                      </a:lnTo>
                      <a:lnTo>
                        <a:pt x="746" y="345"/>
                      </a:lnTo>
                      <a:lnTo>
                        <a:pt x="746" y="775"/>
                      </a:lnTo>
                      <a:lnTo>
                        <a:pt x="675" y="775"/>
                      </a:lnTo>
                      <a:lnTo>
                        <a:pt x="675" y="1528"/>
                      </a:lnTo>
                      <a:cubicBezTo>
                        <a:pt x="675" y="1529"/>
                        <a:pt x="674" y="1530"/>
                        <a:pt x="674" y="1531"/>
                      </a:cubicBezTo>
                      <a:cubicBezTo>
                        <a:pt x="661" y="1553"/>
                        <a:pt x="645" y="1574"/>
                        <a:pt x="629" y="1594"/>
                      </a:cubicBezTo>
                      <a:cubicBezTo>
                        <a:pt x="611" y="1617"/>
                        <a:pt x="592" y="1640"/>
                        <a:pt x="579" y="1666"/>
                      </a:cubicBezTo>
                      <a:cubicBezTo>
                        <a:pt x="575" y="1675"/>
                        <a:pt x="570" y="1683"/>
                        <a:pt x="566" y="1691"/>
                      </a:cubicBezTo>
                      <a:lnTo>
                        <a:pt x="566" y="1168"/>
                      </a:lnTo>
                      <a:lnTo>
                        <a:pt x="492" y="1168"/>
                      </a:lnTo>
                      <a:lnTo>
                        <a:pt x="492" y="678"/>
                      </a:lnTo>
                      <a:lnTo>
                        <a:pt x="474" y="678"/>
                      </a:lnTo>
                      <a:lnTo>
                        <a:pt x="474" y="1168"/>
                      </a:lnTo>
                      <a:lnTo>
                        <a:pt x="414" y="1168"/>
                      </a:lnTo>
                      <a:lnTo>
                        <a:pt x="414" y="2063"/>
                      </a:lnTo>
                      <a:cubicBezTo>
                        <a:pt x="398" y="2082"/>
                        <a:pt x="371" y="2094"/>
                        <a:pt x="350" y="2097"/>
                      </a:cubicBezTo>
                      <a:cubicBezTo>
                        <a:pt x="342" y="2098"/>
                        <a:pt x="335" y="2100"/>
                        <a:pt x="328" y="2102"/>
                      </a:cubicBezTo>
                      <a:cubicBezTo>
                        <a:pt x="320" y="2104"/>
                        <a:pt x="312" y="2106"/>
                        <a:pt x="305" y="2107"/>
                      </a:cubicBezTo>
                      <a:lnTo>
                        <a:pt x="305" y="1543"/>
                      </a:lnTo>
                      <a:lnTo>
                        <a:pt x="228" y="1543"/>
                      </a:lnTo>
                      <a:lnTo>
                        <a:pt x="228" y="897"/>
                      </a:lnTo>
                      <a:lnTo>
                        <a:pt x="210" y="897"/>
                      </a:lnTo>
                      <a:lnTo>
                        <a:pt x="210" y="1543"/>
                      </a:lnTo>
                      <a:lnTo>
                        <a:pt x="152" y="1543"/>
                      </a:lnTo>
                      <a:lnTo>
                        <a:pt x="152" y="2122"/>
                      </a:lnTo>
                      <a:cubicBezTo>
                        <a:pt x="150" y="2121"/>
                        <a:pt x="147" y="2119"/>
                        <a:pt x="144" y="2117"/>
                      </a:cubicBezTo>
                      <a:cubicBezTo>
                        <a:pt x="140" y="2114"/>
                        <a:pt x="137" y="2111"/>
                        <a:pt x="131" y="2108"/>
                      </a:cubicBezTo>
                      <a:cubicBezTo>
                        <a:pt x="124" y="2104"/>
                        <a:pt x="117" y="2102"/>
                        <a:pt x="110" y="2099"/>
                      </a:cubicBezTo>
                      <a:cubicBezTo>
                        <a:pt x="104" y="2098"/>
                        <a:pt x="99" y="2096"/>
                        <a:pt x="95" y="2093"/>
                      </a:cubicBezTo>
                      <a:cubicBezTo>
                        <a:pt x="88" y="2090"/>
                        <a:pt x="85" y="2085"/>
                        <a:pt x="82" y="2079"/>
                      </a:cubicBezTo>
                      <a:cubicBezTo>
                        <a:pt x="81" y="2076"/>
                        <a:pt x="79" y="2073"/>
                        <a:pt x="77" y="2070"/>
                      </a:cubicBezTo>
                      <a:cubicBezTo>
                        <a:pt x="73" y="2064"/>
                        <a:pt x="69" y="2059"/>
                        <a:pt x="64" y="2054"/>
                      </a:cubicBezTo>
                      <a:cubicBezTo>
                        <a:pt x="63" y="2052"/>
                        <a:pt x="61" y="2050"/>
                        <a:pt x="59" y="2048"/>
                      </a:cubicBezTo>
                      <a:cubicBezTo>
                        <a:pt x="59" y="2047"/>
                        <a:pt x="59" y="2045"/>
                        <a:pt x="59" y="2044"/>
                      </a:cubicBezTo>
                      <a:cubicBezTo>
                        <a:pt x="58" y="2041"/>
                        <a:pt x="58" y="2036"/>
                        <a:pt x="55" y="2032"/>
                      </a:cubicBezTo>
                      <a:cubicBezTo>
                        <a:pt x="52" y="2028"/>
                        <a:pt x="48" y="2026"/>
                        <a:pt x="44" y="2024"/>
                      </a:cubicBezTo>
                      <a:cubicBezTo>
                        <a:pt x="43" y="2023"/>
                        <a:pt x="39" y="2022"/>
                        <a:pt x="39" y="2021"/>
                      </a:cubicBezTo>
                      <a:cubicBezTo>
                        <a:pt x="37" y="2017"/>
                        <a:pt x="36" y="2008"/>
                        <a:pt x="35" y="2000"/>
                      </a:cubicBezTo>
                      <a:cubicBezTo>
                        <a:pt x="34" y="1995"/>
                        <a:pt x="34" y="1990"/>
                        <a:pt x="33" y="1986"/>
                      </a:cubicBezTo>
                      <a:lnTo>
                        <a:pt x="32" y="1981"/>
                      </a:lnTo>
                      <a:cubicBezTo>
                        <a:pt x="25" y="1949"/>
                        <a:pt x="17" y="1914"/>
                        <a:pt x="18" y="1882"/>
                      </a:cubicBezTo>
                      <a:cubicBezTo>
                        <a:pt x="18" y="1877"/>
                        <a:pt x="14" y="1873"/>
                        <a:pt x="9" y="1873"/>
                      </a:cubicBezTo>
                      <a:cubicBezTo>
                        <a:pt x="4" y="1873"/>
                        <a:pt x="0" y="1877"/>
                        <a:pt x="0" y="1882"/>
                      </a:cubicBezTo>
                      <a:cubicBezTo>
                        <a:pt x="-1" y="1916"/>
                        <a:pt x="7" y="1952"/>
                        <a:pt x="14" y="1985"/>
                      </a:cubicBezTo>
                      <a:lnTo>
                        <a:pt x="15" y="1990"/>
                      </a:lnTo>
                      <a:cubicBezTo>
                        <a:pt x="16" y="1993"/>
                        <a:pt x="17" y="1997"/>
                        <a:pt x="17" y="2002"/>
                      </a:cubicBezTo>
                      <a:cubicBezTo>
                        <a:pt x="18" y="2012"/>
                        <a:pt x="19" y="2022"/>
                        <a:pt x="23" y="2029"/>
                      </a:cubicBezTo>
                      <a:cubicBezTo>
                        <a:pt x="26" y="2035"/>
                        <a:pt x="32" y="2038"/>
                        <a:pt x="36" y="2040"/>
                      </a:cubicBezTo>
                      <a:cubicBezTo>
                        <a:pt x="38" y="2041"/>
                        <a:pt x="40" y="2042"/>
                        <a:pt x="40" y="2042"/>
                      </a:cubicBezTo>
                      <a:cubicBezTo>
                        <a:pt x="41" y="2043"/>
                        <a:pt x="41" y="2045"/>
                        <a:pt x="41" y="2046"/>
                      </a:cubicBezTo>
                      <a:cubicBezTo>
                        <a:pt x="41" y="2050"/>
                        <a:pt x="42" y="2054"/>
                        <a:pt x="45" y="2058"/>
                      </a:cubicBezTo>
                      <a:cubicBezTo>
                        <a:pt x="47" y="2061"/>
                        <a:pt x="49" y="2063"/>
                        <a:pt x="51" y="2065"/>
                      </a:cubicBezTo>
                      <a:cubicBezTo>
                        <a:pt x="55" y="2070"/>
                        <a:pt x="59" y="2074"/>
                        <a:pt x="62" y="2080"/>
                      </a:cubicBezTo>
                      <a:cubicBezTo>
                        <a:pt x="64" y="2082"/>
                        <a:pt x="65" y="2085"/>
                        <a:pt x="66" y="2087"/>
                      </a:cubicBezTo>
                      <a:cubicBezTo>
                        <a:pt x="70" y="2094"/>
                        <a:pt x="75" y="2103"/>
                        <a:pt x="86" y="2109"/>
                      </a:cubicBezTo>
                      <a:cubicBezTo>
                        <a:pt x="92" y="2112"/>
                        <a:pt x="98" y="2114"/>
                        <a:pt x="104" y="2116"/>
                      </a:cubicBezTo>
                      <a:cubicBezTo>
                        <a:pt x="110" y="2118"/>
                        <a:pt x="116" y="2120"/>
                        <a:pt x="122" y="2123"/>
                      </a:cubicBezTo>
                      <a:cubicBezTo>
                        <a:pt x="127" y="2126"/>
                        <a:pt x="130" y="2129"/>
                        <a:pt x="134" y="2131"/>
                      </a:cubicBezTo>
                      <a:cubicBezTo>
                        <a:pt x="139" y="2135"/>
                        <a:pt x="145" y="2139"/>
                        <a:pt x="152" y="2142"/>
                      </a:cubicBezTo>
                      <a:lnTo>
                        <a:pt x="152" y="2498"/>
                      </a:lnTo>
                      <a:lnTo>
                        <a:pt x="304" y="2498"/>
                      </a:lnTo>
                      <a:lnTo>
                        <a:pt x="304" y="2125"/>
                      </a:lnTo>
                      <a:cubicBezTo>
                        <a:pt x="314" y="2124"/>
                        <a:pt x="323" y="2122"/>
                        <a:pt x="332" y="2119"/>
                      </a:cubicBezTo>
                      <a:cubicBezTo>
                        <a:pt x="339" y="2118"/>
                        <a:pt x="346" y="2116"/>
                        <a:pt x="352" y="2115"/>
                      </a:cubicBezTo>
                      <a:cubicBezTo>
                        <a:pt x="372" y="2112"/>
                        <a:pt x="395" y="2102"/>
                        <a:pt x="413" y="2088"/>
                      </a:cubicBezTo>
                      <a:lnTo>
                        <a:pt x="413" y="2124"/>
                      </a:lnTo>
                      <a:lnTo>
                        <a:pt x="566" y="2124"/>
                      </a:lnTo>
                      <a:lnTo>
                        <a:pt x="566" y="1731"/>
                      </a:lnTo>
                      <a:cubicBezTo>
                        <a:pt x="571" y="1720"/>
                        <a:pt x="576" y="1710"/>
                        <a:pt x="582" y="1700"/>
                      </a:cubicBezTo>
                      <a:cubicBezTo>
                        <a:pt x="586" y="1691"/>
                        <a:pt x="590" y="1683"/>
                        <a:pt x="595" y="1674"/>
                      </a:cubicBezTo>
                      <a:cubicBezTo>
                        <a:pt x="607" y="1650"/>
                        <a:pt x="624" y="1628"/>
                        <a:pt x="642" y="1605"/>
                      </a:cubicBezTo>
                      <a:cubicBezTo>
                        <a:pt x="653" y="1591"/>
                        <a:pt x="665" y="1577"/>
                        <a:pt x="675" y="1562"/>
                      </a:cubicBezTo>
                      <a:lnTo>
                        <a:pt x="675" y="1730"/>
                      </a:lnTo>
                      <a:lnTo>
                        <a:pt x="828" y="1730"/>
                      </a:lnTo>
                      <a:lnTo>
                        <a:pt x="828" y="1356"/>
                      </a:lnTo>
                      <a:cubicBezTo>
                        <a:pt x="832" y="1350"/>
                        <a:pt x="837" y="1343"/>
                        <a:pt x="842" y="1337"/>
                      </a:cubicBezTo>
                      <a:cubicBezTo>
                        <a:pt x="849" y="1328"/>
                        <a:pt x="856" y="1320"/>
                        <a:pt x="862" y="1311"/>
                      </a:cubicBezTo>
                      <a:cubicBezTo>
                        <a:pt x="866" y="1306"/>
                        <a:pt x="870" y="1300"/>
                        <a:pt x="874" y="1295"/>
                      </a:cubicBezTo>
                      <a:cubicBezTo>
                        <a:pt x="890" y="1272"/>
                        <a:pt x="905" y="1250"/>
                        <a:pt x="928" y="1231"/>
                      </a:cubicBezTo>
                      <a:cubicBezTo>
                        <a:pt x="931" y="1229"/>
                        <a:pt x="934" y="1226"/>
                        <a:pt x="937" y="1223"/>
                      </a:cubicBezTo>
                      <a:lnTo>
                        <a:pt x="937" y="1390"/>
                      </a:lnTo>
                      <a:lnTo>
                        <a:pt x="1089" y="1390"/>
                      </a:lnTo>
                      <a:lnTo>
                        <a:pt x="1089" y="1061"/>
                      </a:lnTo>
                      <a:cubicBezTo>
                        <a:pt x="1091" y="1058"/>
                        <a:pt x="1093" y="1056"/>
                        <a:pt x="1095" y="1053"/>
                      </a:cubicBezTo>
                      <a:cubicBezTo>
                        <a:pt x="1101" y="1046"/>
                        <a:pt x="1107" y="1039"/>
                        <a:pt x="1113" y="1032"/>
                      </a:cubicBezTo>
                      <a:cubicBezTo>
                        <a:pt x="1128" y="1013"/>
                        <a:pt x="1148" y="1005"/>
                        <a:pt x="1168" y="996"/>
                      </a:cubicBezTo>
                      <a:cubicBezTo>
                        <a:pt x="1181" y="991"/>
                        <a:pt x="1194" y="985"/>
                        <a:pt x="1206" y="978"/>
                      </a:cubicBezTo>
                      <a:cubicBezTo>
                        <a:pt x="1213" y="973"/>
                        <a:pt x="1218" y="969"/>
                        <a:pt x="1223" y="964"/>
                      </a:cubicBezTo>
                      <a:cubicBezTo>
                        <a:pt x="1229" y="958"/>
                        <a:pt x="1234" y="953"/>
                        <a:pt x="1243" y="950"/>
                      </a:cubicBezTo>
                      <a:cubicBezTo>
                        <a:pt x="1258" y="943"/>
                        <a:pt x="1265" y="936"/>
                        <a:pt x="1272" y="929"/>
                      </a:cubicBezTo>
                      <a:cubicBezTo>
                        <a:pt x="1275" y="927"/>
                        <a:pt x="1278" y="924"/>
                        <a:pt x="1281" y="921"/>
                      </a:cubicBezTo>
                      <a:cubicBezTo>
                        <a:pt x="1319" y="945"/>
                        <a:pt x="1342" y="979"/>
                        <a:pt x="1367" y="1015"/>
                      </a:cubicBezTo>
                      <a:cubicBezTo>
                        <a:pt x="1373" y="1025"/>
                        <a:pt x="1380" y="1036"/>
                        <a:pt x="1388" y="1046"/>
                      </a:cubicBezTo>
                      <a:cubicBezTo>
                        <a:pt x="1407" y="1073"/>
                        <a:pt x="1407" y="1090"/>
                        <a:pt x="1406" y="1122"/>
                      </a:cubicBezTo>
                      <a:cubicBezTo>
                        <a:pt x="1406" y="1125"/>
                        <a:pt x="1406" y="1129"/>
                        <a:pt x="1406" y="1133"/>
                      </a:cubicBezTo>
                      <a:cubicBezTo>
                        <a:pt x="1406" y="1140"/>
                        <a:pt x="1406" y="1148"/>
                        <a:pt x="1405" y="1157"/>
                      </a:cubicBezTo>
                      <a:cubicBezTo>
                        <a:pt x="1404" y="1178"/>
                        <a:pt x="1402" y="1203"/>
                        <a:pt x="1409" y="1222"/>
                      </a:cubicBezTo>
                      <a:cubicBezTo>
                        <a:pt x="1414" y="1239"/>
                        <a:pt x="1426" y="1253"/>
                        <a:pt x="1438" y="1267"/>
                      </a:cubicBezTo>
                      <a:cubicBezTo>
                        <a:pt x="1446" y="1277"/>
                        <a:pt x="1453" y="1285"/>
                        <a:pt x="1458" y="1294"/>
                      </a:cubicBezTo>
                      <a:cubicBezTo>
                        <a:pt x="1466" y="1308"/>
                        <a:pt x="1472" y="1323"/>
                        <a:pt x="1479" y="1338"/>
                      </a:cubicBezTo>
                      <a:cubicBezTo>
                        <a:pt x="1487" y="1357"/>
                        <a:pt x="1495" y="1377"/>
                        <a:pt x="1507" y="1395"/>
                      </a:cubicBezTo>
                      <a:cubicBezTo>
                        <a:pt x="1517" y="1411"/>
                        <a:pt x="1529" y="1426"/>
                        <a:pt x="1540" y="1441"/>
                      </a:cubicBezTo>
                      <a:lnTo>
                        <a:pt x="1546" y="1449"/>
                      </a:lnTo>
                      <a:cubicBezTo>
                        <a:pt x="1553" y="1459"/>
                        <a:pt x="1558" y="1469"/>
                        <a:pt x="1563" y="1479"/>
                      </a:cubicBezTo>
                      <a:cubicBezTo>
                        <a:pt x="1566" y="1485"/>
                        <a:pt x="1569" y="1492"/>
                        <a:pt x="1573" y="1499"/>
                      </a:cubicBezTo>
                      <a:cubicBezTo>
                        <a:pt x="1576" y="1506"/>
                        <a:pt x="1581" y="1512"/>
                        <a:pt x="1585" y="1517"/>
                      </a:cubicBezTo>
                      <a:cubicBezTo>
                        <a:pt x="1589" y="1523"/>
                        <a:pt x="1594" y="1529"/>
                        <a:pt x="1597" y="1536"/>
                      </a:cubicBezTo>
                      <a:cubicBezTo>
                        <a:pt x="1605" y="1552"/>
                        <a:pt x="1607" y="1563"/>
                        <a:pt x="1608" y="1578"/>
                      </a:cubicBezTo>
                      <a:cubicBezTo>
                        <a:pt x="1609" y="1583"/>
                        <a:pt x="1610" y="1589"/>
                        <a:pt x="1611" y="1595"/>
                      </a:cubicBezTo>
                      <a:cubicBezTo>
                        <a:pt x="1613" y="1609"/>
                        <a:pt x="1619" y="1621"/>
                        <a:pt x="1624" y="1633"/>
                      </a:cubicBezTo>
                      <a:cubicBezTo>
                        <a:pt x="1628" y="1642"/>
                        <a:pt x="1631" y="1650"/>
                        <a:pt x="1634" y="1658"/>
                      </a:cubicBezTo>
                      <a:cubicBezTo>
                        <a:pt x="1636" y="1664"/>
                        <a:pt x="1637" y="1670"/>
                        <a:pt x="1638" y="1676"/>
                      </a:cubicBezTo>
                      <a:cubicBezTo>
                        <a:pt x="1641" y="1691"/>
                        <a:pt x="1644" y="1706"/>
                        <a:pt x="1657" y="1720"/>
                      </a:cubicBezTo>
                      <a:cubicBezTo>
                        <a:pt x="1682" y="1746"/>
                        <a:pt x="1717" y="1762"/>
                        <a:pt x="1751" y="1778"/>
                      </a:cubicBezTo>
                      <a:cubicBezTo>
                        <a:pt x="1775" y="1789"/>
                        <a:pt x="1798" y="1800"/>
                        <a:pt x="1817" y="1814"/>
                      </a:cubicBezTo>
                      <a:cubicBezTo>
                        <a:pt x="1863" y="1847"/>
                        <a:pt x="1875" y="1897"/>
                        <a:pt x="1887" y="1950"/>
                      </a:cubicBezTo>
                      <a:cubicBezTo>
                        <a:pt x="1890" y="1961"/>
                        <a:pt x="1893" y="1973"/>
                        <a:pt x="1896" y="1984"/>
                      </a:cubicBezTo>
                      <a:cubicBezTo>
                        <a:pt x="1901" y="2001"/>
                        <a:pt x="1906" y="2020"/>
                        <a:pt x="1914" y="2036"/>
                      </a:cubicBezTo>
                      <a:cubicBezTo>
                        <a:pt x="1921" y="2052"/>
                        <a:pt x="1931" y="2062"/>
                        <a:pt x="1942" y="2072"/>
                      </a:cubicBezTo>
                      <a:cubicBezTo>
                        <a:pt x="1944" y="2074"/>
                        <a:pt x="1947" y="2076"/>
                        <a:pt x="1949" y="2079"/>
                      </a:cubicBezTo>
                      <a:cubicBezTo>
                        <a:pt x="1961" y="2091"/>
                        <a:pt x="1972" y="2100"/>
                        <a:pt x="1983" y="2107"/>
                      </a:cubicBezTo>
                      <a:lnTo>
                        <a:pt x="1983" y="2429"/>
                      </a:lnTo>
                      <a:lnTo>
                        <a:pt x="2135" y="2429"/>
                      </a:lnTo>
                      <a:lnTo>
                        <a:pt x="2135" y="2143"/>
                      </a:lnTo>
                      <a:cubicBezTo>
                        <a:pt x="2164" y="2146"/>
                        <a:pt x="2193" y="2146"/>
                        <a:pt x="2223" y="2139"/>
                      </a:cubicBezTo>
                      <a:cubicBezTo>
                        <a:pt x="2230" y="2137"/>
                        <a:pt x="2237" y="2135"/>
                        <a:pt x="2244" y="2133"/>
                      </a:cubicBezTo>
                      <a:lnTo>
                        <a:pt x="2244" y="2166"/>
                      </a:lnTo>
                      <a:lnTo>
                        <a:pt x="2397" y="2166"/>
                      </a:lnTo>
                      <a:lnTo>
                        <a:pt x="2397" y="2076"/>
                      </a:lnTo>
                      <a:cubicBezTo>
                        <a:pt x="2410" y="2068"/>
                        <a:pt x="2423" y="2058"/>
                        <a:pt x="2428" y="2046"/>
                      </a:cubicBezTo>
                      <a:cubicBezTo>
                        <a:pt x="2434" y="2036"/>
                        <a:pt x="2435" y="2023"/>
                        <a:pt x="2437" y="2011"/>
                      </a:cubicBezTo>
                      <a:cubicBezTo>
                        <a:pt x="2438" y="2001"/>
                        <a:pt x="2440" y="1993"/>
                        <a:pt x="2442" y="1985"/>
                      </a:cubicBezTo>
                      <a:cubicBezTo>
                        <a:pt x="2445" y="1976"/>
                        <a:pt x="2447" y="1969"/>
                        <a:pt x="2449" y="1962"/>
                      </a:cubicBezTo>
                      <a:cubicBezTo>
                        <a:pt x="2454" y="1945"/>
                        <a:pt x="2457" y="1933"/>
                        <a:pt x="2471" y="1919"/>
                      </a:cubicBezTo>
                      <a:cubicBezTo>
                        <a:pt x="2485" y="1903"/>
                        <a:pt x="2494" y="1888"/>
                        <a:pt x="2503" y="1871"/>
                      </a:cubicBezTo>
                      <a:cubicBezTo>
                        <a:pt x="2504" y="1869"/>
                        <a:pt x="2505" y="1867"/>
                        <a:pt x="2506" y="1865"/>
                      </a:cubicBezTo>
                      <a:lnTo>
                        <a:pt x="2506" y="1948"/>
                      </a:lnTo>
                      <a:lnTo>
                        <a:pt x="2659" y="1948"/>
                      </a:lnTo>
                      <a:lnTo>
                        <a:pt x="2659" y="1619"/>
                      </a:lnTo>
                      <a:cubicBezTo>
                        <a:pt x="2667" y="1608"/>
                        <a:pt x="2676" y="1597"/>
                        <a:pt x="2685" y="1586"/>
                      </a:cubicBezTo>
                      <a:cubicBezTo>
                        <a:pt x="2715" y="1553"/>
                        <a:pt x="2751" y="1518"/>
                        <a:pt x="2796" y="1480"/>
                      </a:cubicBezTo>
                      <a:cubicBezTo>
                        <a:pt x="2821" y="1458"/>
                        <a:pt x="2839" y="1431"/>
                        <a:pt x="2857" y="1405"/>
                      </a:cubicBezTo>
                      <a:cubicBezTo>
                        <a:pt x="2866" y="1393"/>
                        <a:pt x="2875" y="1379"/>
                        <a:pt x="2884" y="1367"/>
                      </a:cubicBezTo>
                      <a:cubicBezTo>
                        <a:pt x="2916" y="1328"/>
                        <a:pt x="2969" y="1362"/>
                        <a:pt x="3016" y="1398"/>
                      </a:cubicBezTo>
                      <a:cubicBezTo>
                        <a:pt x="3019" y="1400"/>
                        <a:pt x="3021" y="1402"/>
                        <a:pt x="3024" y="1404"/>
                      </a:cubicBezTo>
                      <a:cubicBezTo>
                        <a:pt x="3036" y="1412"/>
                        <a:pt x="3052" y="1423"/>
                        <a:pt x="3056" y="1434"/>
                      </a:cubicBezTo>
                      <a:cubicBezTo>
                        <a:pt x="3059" y="1440"/>
                        <a:pt x="3059" y="1448"/>
                        <a:pt x="3060" y="1458"/>
                      </a:cubicBezTo>
                      <a:cubicBezTo>
                        <a:pt x="3060" y="1465"/>
                        <a:pt x="3060" y="1473"/>
                        <a:pt x="3062" y="1481"/>
                      </a:cubicBezTo>
                      <a:cubicBezTo>
                        <a:pt x="3074" y="1527"/>
                        <a:pt x="3100" y="1564"/>
                        <a:pt x="3146" y="1599"/>
                      </a:cubicBezTo>
                      <a:cubicBezTo>
                        <a:pt x="3179" y="1624"/>
                        <a:pt x="3252" y="1622"/>
                        <a:pt x="3291" y="1612"/>
                      </a:cubicBezTo>
                      <a:lnTo>
                        <a:pt x="3291" y="1823"/>
                      </a:lnTo>
                      <a:lnTo>
                        <a:pt x="3368" y="1823"/>
                      </a:lnTo>
                      <a:lnTo>
                        <a:pt x="3368" y="2204"/>
                      </a:lnTo>
                      <a:lnTo>
                        <a:pt x="3385" y="2204"/>
                      </a:lnTo>
                      <a:lnTo>
                        <a:pt x="3385" y="1823"/>
                      </a:lnTo>
                      <a:lnTo>
                        <a:pt x="3443" y="1823"/>
                      </a:lnTo>
                      <a:lnTo>
                        <a:pt x="3443" y="1543"/>
                      </a:lnTo>
                      <a:cubicBezTo>
                        <a:pt x="3465" y="1526"/>
                        <a:pt x="3479" y="1505"/>
                        <a:pt x="3495" y="1478"/>
                      </a:cubicBezTo>
                      <a:cubicBezTo>
                        <a:pt x="3508" y="1456"/>
                        <a:pt x="3524" y="1436"/>
                        <a:pt x="3539" y="1416"/>
                      </a:cubicBezTo>
                      <a:cubicBezTo>
                        <a:pt x="3543" y="1410"/>
                        <a:pt x="3548" y="1404"/>
                        <a:pt x="3552" y="1397"/>
                      </a:cubicBezTo>
                      <a:lnTo>
                        <a:pt x="3552" y="1563"/>
                      </a:lnTo>
                      <a:lnTo>
                        <a:pt x="3627" y="1563"/>
                      </a:lnTo>
                      <a:lnTo>
                        <a:pt x="3627" y="1901"/>
                      </a:lnTo>
                      <a:lnTo>
                        <a:pt x="3645" y="1901"/>
                      </a:lnTo>
                      <a:lnTo>
                        <a:pt x="3645" y="1563"/>
                      </a:lnTo>
                      <a:lnTo>
                        <a:pt x="3705" y="1563"/>
                      </a:lnTo>
                      <a:lnTo>
                        <a:pt x="3705" y="1165"/>
                      </a:lnTo>
                      <a:cubicBezTo>
                        <a:pt x="3738" y="1118"/>
                        <a:pt x="3773" y="1070"/>
                        <a:pt x="3814" y="1027"/>
                      </a:cubicBezTo>
                      <a:lnTo>
                        <a:pt x="3814" y="1324"/>
                      </a:lnTo>
                      <a:lnTo>
                        <a:pt x="3887" y="1324"/>
                      </a:lnTo>
                      <a:lnTo>
                        <a:pt x="3887" y="1647"/>
                      </a:lnTo>
                      <a:lnTo>
                        <a:pt x="3905" y="1647"/>
                      </a:lnTo>
                      <a:lnTo>
                        <a:pt x="3905" y="1324"/>
                      </a:lnTo>
                      <a:lnTo>
                        <a:pt x="3966" y="1324"/>
                      </a:lnTo>
                      <a:lnTo>
                        <a:pt x="3966" y="911"/>
                      </a:lnTo>
                      <a:cubicBezTo>
                        <a:pt x="3985" y="899"/>
                        <a:pt x="4003" y="886"/>
                        <a:pt x="4021" y="872"/>
                      </a:cubicBezTo>
                      <a:cubicBezTo>
                        <a:pt x="4044" y="854"/>
                        <a:pt x="4061" y="835"/>
                        <a:pt x="4075" y="814"/>
                      </a:cubicBezTo>
                      <a:lnTo>
                        <a:pt x="4075" y="1069"/>
                      </a:lnTo>
                      <a:lnTo>
                        <a:pt x="4147" y="1069"/>
                      </a:lnTo>
                      <a:lnTo>
                        <a:pt x="4147" y="1392"/>
                      </a:lnTo>
                      <a:lnTo>
                        <a:pt x="4165" y="1392"/>
                      </a:lnTo>
                      <a:lnTo>
                        <a:pt x="4165" y="1069"/>
                      </a:lnTo>
                      <a:lnTo>
                        <a:pt x="4228" y="1069"/>
                      </a:lnTo>
                      <a:lnTo>
                        <a:pt x="4228" y="691"/>
                      </a:lnTo>
                      <a:cubicBezTo>
                        <a:pt x="4252" y="703"/>
                        <a:pt x="4276" y="721"/>
                        <a:pt x="4295" y="735"/>
                      </a:cubicBezTo>
                      <a:cubicBezTo>
                        <a:pt x="4300" y="739"/>
                        <a:pt x="4305" y="743"/>
                        <a:pt x="4310" y="746"/>
                      </a:cubicBezTo>
                      <a:cubicBezTo>
                        <a:pt x="4326" y="758"/>
                        <a:pt x="4349" y="776"/>
                        <a:pt x="4362" y="799"/>
                      </a:cubicBezTo>
                      <a:cubicBezTo>
                        <a:pt x="4376" y="825"/>
                        <a:pt x="4384" y="861"/>
                        <a:pt x="4391" y="892"/>
                      </a:cubicBezTo>
                      <a:cubicBezTo>
                        <a:pt x="4393" y="901"/>
                        <a:pt x="4395" y="909"/>
                        <a:pt x="4397" y="916"/>
                      </a:cubicBezTo>
                      <a:cubicBezTo>
                        <a:pt x="4405" y="949"/>
                        <a:pt x="4415" y="971"/>
                        <a:pt x="4434" y="1001"/>
                      </a:cubicBezTo>
                      <a:cubicBezTo>
                        <a:pt x="4442" y="1013"/>
                        <a:pt x="4450" y="1026"/>
                        <a:pt x="4457" y="1038"/>
                      </a:cubicBezTo>
                      <a:cubicBezTo>
                        <a:pt x="4468" y="1057"/>
                        <a:pt x="4479" y="1076"/>
                        <a:pt x="4494" y="1095"/>
                      </a:cubicBezTo>
                      <a:cubicBezTo>
                        <a:pt x="4510" y="1116"/>
                        <a:pt x="4525" y="1138"/>
                        <a:pt x="4540" y="1160"/>
                      </a:cubicBezTo>
                      <a:cubicBezTo>
                        <a:pt x="4552" y="1178"/>
                        <a:pt x="4564" y="1197"/>
                        <a:pt x="4577" y="1214"/>
                      </a:cubicBezTo>
                      <a:cubicBezTo>
                        <a:pt x="4612" y="1262"/>
                        <a:pt x="4643" y="1313"/>
                        <a:pt x="4672" y="1363"/>
                      </a:cubicBezTo>
                      <a:cubicBezTo>
                        <a:pt x="4695" y="1400"/>
                        <a:pt x="4718" y="1439"/>
                        <a:pt x="4743" y="1476"/>
                      </a:cubicBezTo>
                      <a:cubicBezTo>
                        <a:pt x="4798" y="1559"/>
                        <a:pt x="4843" y="1661"/>
                        <a:pt x="4866" y="1756"/>
                      </a:cubicBezTo>
                      <a:cubicBezTo>
                        <a:pt x="4869" y="1771"/>
                        <a:pt x="4872" y="1784"/>
                        <a:pt x="4874" y="1798"/>
                      </a:cubicBezTo>
                      <a:cubicBezTo>
                        <a:pt x="4880" y="1836"/>
                        <a:pt x="4886" y="1869"/>
                        <a:pt x="4914" y="1906"/>
                      </a:cubicBezTo>
                      <a:cubicBezTo>
                        <a:pt x="4935" y="1935"/>
                        <a:pt x="4951" y="1961"/>
                        <a:pt x="4963" y="1986"/>
                      </a:cubicBezTo>
                      <a:cubicBezTo>
                        <a:pt x="4983" y="2031"/>
                        <a:pt x="5020" y="2089"/>
                        <a:pt x="5081" y="2109"/>
                      </a:cubicBezTo>
                      <a:cubicBezTo>
                        <a:pt x="5095" y="2114"/>
                        <a:pt x="5108" y="2115"/>
                        <a:pt x="5122" y="2116"/>
                      </a:cubicBezTo>
                      <a:lnTo>
                        <a:pt x="5122" y="2253"/>
                      </a:lnTo>
                      <a:lnTo>
                        <a:pt x="5198" y="2253"/>
                      </a:lnTo>
                      <a:lnTo>
                        <a:pt x="5198" y="2459"/>
                      </a:lnTo>
                      <a:lnTo>
                        <a:pt x="5215" y="2459"/>
                      </a:lnTo>
                      <a:lnTo>
                        <a:pt x="5215" y="2253"/>
                      </a:lnTo>
                      <a:lnTo>
                        <a:pt x="5274" y="2253"/>
                      </a:lnTo>
                      <a:lnTo>
                        <a:pt x="5274" y="2068"/>
                      </a:lnTo>
                      <a:cubicBezTo>
                        <a:pt x="5275" y="2068"/>
                        <a:pt x="5275" y="2067"/>
                        <a:pt x="5275" y="2067"/>
                      </a:cubicBezTo>
                      <a:cubicBezTo>
                        <a:pt x="5278" y="2065"/>
                        <a:pt x="5281" y="2064"/>
                        <a:pt x="5285" y="2062"/>
                      </a:cubicBezTo>
                      <a:cubicBezTo>
                        <a:pt x="5291" y="2060"/>
                        <a:pt x="5298" y="2057"/>
                        <a:pt x="5304" y="2051"/>
                      </a:cubicBezTo>
                      <a:cubicBezTo>
                        <a:pt x="5313" y="2042"/>
                        <a:pt x="5320" y="2028"/>
                        <a:pt x="5326" y="2014"/>
                      </a:cubicBezTo>
                      <a:cubicBezTo>
                        <a:pt x="5329" y="2008"/>
                        <a:pt x="5332" y="2002"/>
                        <a:pt x="5335" y="1998"/>
                      </a:cubicBezTo>
                      <a:cubicBezTo>
                        <a:pt x="5346" y="1978"/>
                        <a:pt x="5359" y="1958"/>
                        <a:pt x="5371" y="1939"/>
                      </a:cubicBezTo>
                      <a:cubicBezTo>
                        <a:pt x="5375" y="1932"/>
                        <a:pt x="5379" y="1925"/>
                        <a:pt x="5383" y="1918"/>
                      </a:cubicBezTo>
                      <a:lnTo>
                        <a:pt x="5383" y="2060"/>
                      </a:lnTo>
                      <a:lnTo>
                        <a:pt x="5452" y="2060"/>
                      </a:lnTo>
                      <a:lnTo>
                        <a:pt x="5452" y="2286"/>
                      </a:lnTo>
                      <a:lnTo>
                        <a:pt x="5470" y="2286"/>
                      </a:lnTo>
                      <a:lnTo>
                        <a:pt x="5470" y="2060"/>
                      </a:lnTo>
                      <a:lnTo>
                        <a:pt x="5536" y="2060"/>
                      </a:lnTo>
                      <a:lnTo>
                        <a:pt x="5536" y="1688"/>
                      </a:lnTo>
                      <a:cubicBezTo>
                        <a:pt x="5539" y="1685"/>
                        <a:pt x="5542" y="1681"/>
                        <a:pt x="5544" y="1677"/>
                      </a:cubicBezTo>
                      <a:cubicBezTo>
                        <a:pt x="5554" y="1664"/>
                        <a:pt x="5561" y="1648"/>
                        <a:pt x="5569" y="1633"/>
                      </a:cubicBezTo>
                      <a:cubicBezTo>
                        <a:pt x="5581" y="1608"/>
                        <a:pt x="5594" y="1582"/>
                        <a:pt x="5613" y="1567"/>
                      </a:cubicBezTo>
                      <a:cubicBezTo>
                        <a:pt x="5617" y="1564"/>
                        <a:pt x="5621" y="1563"/>
                        <a:pt x="5626" y="1564"/>
                      </a:cubicBezTo>
                      <a:cubicBezTo>
                        <a:pt x="5632" y="1565"/>
                        <a:pt x="5638" y="1569"/>
                        <a:pt x="5645" y="1575"/>
                      </a:cubicBezTo>
                      <a:lnTo>
                        <a:pt x="5645" y="1918"/>
                      </a:lnTo>
                      <a:lnTo>
                        <a:pt x="5712" y="1918"/>
                      </a:lnTo>
                      <a:lnTo>
                        <a:pt x="5712" y="2156"/>
                      </a:lnTo>
                      <a:lnTo>
                        <a:pt x="5730" y="2156"/>
                      </a:lnTo>
                      <a:lnTo>
                        <a:pt x="5730" y="1917"/>
                      </a:lnTo>
                      <a:lnTo>
                        <a:pt x="5797" y="1917"/>
                      </a:lnTo>
                      <a:lnTo>
                        <a:pt x="5797" y="1797"/>
                      </a:lnTo>
                      <a:cubicBezTo>
                        <a:pt x="5810" y="1813"/>
                        <a:pt x="5824" y="1828"/>
                        <a:pt x="5840" y="1831"/>
                      </a:cubicBezTo>
                      <a:cubicBezTo>
                        <a:pt x="5840" y="1834"/>
                        <a:pt x="5840" y="1837"/>
                        <a:pt x="5840" y="1840"/>
                      </a:cubicBezTo>
                      <a:cubicBezTo>
                        <a:pt x="5840" y="1848"/>
                        <a:pt x="5840" y="1856"/>
                        <a:pt x="5845" y="1865"/>
                      </a:cubicBezTo>
                      <a:cubicBezTo>
                        <a:pt x="5849" y="1872"/>
                        <a:pt x="5853" y="1877"/>
                        <a:pt x="5857" y="1883"/>
                      </a:cubicBezTo>
                      <a:cubicBezTo>
                        <a:pt x="5862" y="1889"/>
                        <a:pt x="5866" y="1896"/>
                        <a:pt x="5871" y="1906"/>
                      </a:cubicBezTo>
                      <a:cubicBezTo>
                        <a:pt x="5873" y="1910"/>
                        <a:pt x="5878" y="1912"/>
                        <a:pt x="5882" y="1910"/>
                      </a:cubicBezTo>
                      <a:cubicBezTo>
                        <a:pt x="5887" y="1908"/>
                        <a:pt x="5889" y="1903"/>
                        <a:pt x="5887" y="189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89" name="Google Shape;1789;p29"/>
              <p:cNvGrpSpPr/>
              <p:nvPr/>
            </p:nvGrpSpPr>
            <p:grpSpPr>
              <a:xfrm>
                <a:off x="6921475" y="1070330"/>
                <a:ext cx="1373400" cy="795240"/>
                <a:chOff x="6921475" y="1070330"/>
                <a:chExt cx="1373400" cy="795240"/>
              </a:xfrm>
            </p:grpSpPr>
            <p:sp>
              <p:nvSpPr>
                <p:cNvPr id="1790" name="Google Shape;1790;p29"/>
                <p:cNvSpPr/>
                <p:nvPr/>
              </p:nvSpPr>
              <p:spPr>
                <a:xfrm>
                  <a:off x="6921475" y="1070330"/>
                  <a:ext cx="55080" cy="477720"/>
                </a:xfrm>
                <a:custGeom>
                  <a:rect b="b" l="l" r="r" t="t"/>
                  <a:pathLst>
                    <a:path extrusionOk="0" h="1327" w="153">
                      <a:moveTo>
                        <a:pt x="86" y="0"/>
                      </a:moveTo>
                      <a:lnTo>
                        <a:pt x="68" y="0"/>
                      </a:lnTo>
                      <a:lnTo>
                        <a:pt x="68" y="392"/>
                      </a:lnTo>
                      <a:lnTo>
                        <a:pt x="0" y="392"/>
                      </a:lnTo>
                      <a:lnTo>
                        <a:pt x="0" y="935"/>
                      </a:lnTo>
                      <a:lnTo>
                        <a:pt x="68" y="935"/>
                      </a:lnTo>
                      <a:lnTo>
                        <a:pt x="68" y="1327"/>
                      </a:lnTo>
                      <a:lnTo>
                        <a:pt x="86" y="1327"/>
                      </a:lnTo>
                      <a:lnTo>
                        <a:pt x="86" y="935"/>
                      </a:lnTo>
                      <a:lnTo>
                        <a:pt x="153" y="935"/>
                      </a:lnTo>
                      <a:lnTo>
                        <a:pt x="153" y="392"/>
                      </a:lnTo>
                      <a:lnTo>
                        <a:pt x="86" y="392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1" name="Google Shape;1791;p29"/>
                <p:cNvSpPr/>
                <p:nvPr/>
              </p:nvSpPr>
              <p:spPr>
                <a:xfrm>
                  <a:off x="7015795" y="1258610"/>
                  <a:ext cx="54720" cy="478080"/>
                </a:xfrm>
                <a:custGeom>
                  <a:rect b="b" l="l" r="r" t="t"/>
                  <a:pathLst>
                    <a:path extrusionOk="0" h="1328" w="152">
                      <a:moveTo>
                        <a:pt x="79" y="0"/>
                      </a:moveTo>
                      <a:lnTo>
                        <a:pt x="62" y="0"/>
                      </a:lnTo>
                      <a:lnTo>
                        <a:pt x="62" y="396"/>
                      </a:lnTo>
                      <a:lnTo>
                        <a:pt x="0" y="396"/>
                      </a:lnTo>
                      <a:lnTo>
                        <a:pt x="0" y="939"/>
                      </a:lnTo>
                      <a:lnTo>
                        <a:pt x="62" y="939"/>
                      </a:lnTo>
                      <a:lnTo>
                        <a:pt x="62" y="1328"/>
                      </a:lnTo>
                      <a:lnTo>
                        <a:pt x="79" y="1328"/>
                      </a:lnTo>
                      <a:lnTo>
                        <a:pt x="79" y="939"/>
                      </a:lnTo>
                      <a:lnTo>
                        <a:pt x="152" y="939"/>
                      </a:lnTo>
                      <a:lnTo>
                        <a:pt x="152" y="396"/>
                      </a:lnTo>
                      <a:lnTo>
                        <a:pt x="79" y="396"/>
                      </a:lnTo>
                      <a:lnTo>
                        <a:pt x="7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2" name="Google Shape;1792;p29"/>
                <p:cNvSpPr/>
                <p:nvPr/>
              </p:nvSpPr>
              <p:spPr>
                <a:xfrm>
                  <a:off x="7110115" y="1387490"/>
                  <a:ext cx="54720" cy="478080"/>
                </a:xfrm>
                <a:custGeom>
                  <a:rect b="b" l="l" r="r" t="t"/>
                  <a:pathLst>
                    <a:path extrusionOk="0" h="1328" w="152">
                      <a:moveTo>
                        <a:pt x="81" y="0"/>
                      </a:moveTo>
                      <a:lnTo>
                        <a:pt x="64" y="0"/>
                      </a:lnTo>
                      <a:lnTo>
                        <a:pt x="64" y="371"/>
                      </a:lnTo>
                      <a:lnTo>
                        <a:pt x="0" y="371"/>
                      </a:lnTo>
                      <a:lnTo>
                        <a:pt x="0" y="913"/>
                      </a:lnTo>
                      <a:lnTo>
                        <a:pt x="64" y="913"/>
                      </a:lnTo>
                      <a:lnTo>
                        <a:pt x="64" y="1328"/>
                      </a:lnTo>
                      <a:lnTo>
                        <a:pt x="81" y="1328"/>
                      </a:lnTo>
                      <a:lnTo>
                        <a:pt x="81" y="913"/>
                      </a:lnTo>
                      <a:lnTo>
                        <a:pt x="152" y="913"/>
                      </a:lnTo>
                      <a:lnTo>
                        <a:pt x="152" y="371"/>
                      </a:lnTo>
                      <a:lnTo>
                        <a:pt x="81" y="371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3" name="Google Shape;1793;p29"/>
                <p:cNvSpPr/>
                <p:nvPr/>
              </p:nvSpPr>
              <p:spPr>
                <a:xfrm>
                  <a:off x="7486675" y="1339610"/>
                  <a:ext cx="54720" cy="195480"/>
                </a:xfrm>
                <a:custGeom>
                  <a:rect b="b" l="l" r="r" t="t"/>
                  <a:pathLst>
                    <a:path extrusionOk="0" h="543" w="152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543"/>
                      </a:lnTo>
                      <a:lnTo>
                        <a:pt x="0" y="5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4" name="Google Shape;1794;p29"/>
                <p:cNvSpPr/>
                <p:nvPr/>
              </p:nvSpPr>
              <p:spPr>
                <a:xfrm>
                  <a:off x="7580635" y="140585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5" name="Google Shape;1795;p29"/>
                <p:cNvSpPr/>
                <p:nvPr/>
              </p:nvSpPr>
              <p:spPr>
                <a:xfrm>
                  <a:off x="8051515" y="116465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6" name="Google Shape;1796;p29"/>
                <p:cNvSpPr/>
                <p:nvPr/>
              </p:nvSpPr>
              <p:spPr>
                <a:xfrm>
                  <a:off x="8145835" y="134429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7" name="Google Shape;1797;p29"/>
                <p:cNvSpPr/>
                <p:nvPr/>
              </p:nvSpPr>
              <p:spPr>
                <a:xfrm>
                  <a:off x="8240155" y="1464530"/>
                  <a:ext cx="54720" cy="292680"/>
                </a:xfrm>
                <a:custGeom>
                  <a:rect b="b" l="l" r="r" t="t"/>
                  <a:pathLst>
                    <a:path extrusionOk="0" h="813" w="152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98" name="Google Shape;1798;p29"/>
            <p:cNvGrpSpPr/>
            <p:nvPr/>
          </p:nvGrpSpPr>
          <p:grpSpPr>
            <a:xfrm>
              <a:off x="6286059" y="2451538"/>
              <a:ext cx="854726" cy="1712710"/>
              <a:chOff x="4605800" y="3306060"/>
              <a:chExt cx="754859" cy="1512593"/>
            </a:xfrm>
          </p:grpSpPr>
          <p:sp>
            <p:nvSpPr>
              <p:cNvPr id="1799" name="Google Shape;1799;p29"/>
              <p:cNvSpPr/>
              <p:nvPr/>
            </p:nvSpPr>
            <p:spPr>
              <a:xfrm>
                <a:off x="4669157" y="4701427"/>
                <a:ext cx="110789" cy="117227"/>
              </a:xfrm>
              <a:custGeom>
                <a:rect b="b" l="l" r="r" t="t"/>
                <a:pathLst>
                  <a:path extrusionOk="0" h="692" w="654">
                    <a:moveTo>
                      <a:pt x="121" y="81"/>
                    </a:moveTo>
                    <a:cubicBezTo>
                      <a:pt x="119" y="100"/>
                      <a:pt x="-85" y="614"/>
                      <a:pt x="42" y="663"/>
                    </a:cubicBezTo>
                    <a:cubicBezTo>
                      <a:pt x="170" y="712"/>
                      <a:pt x="600" y="694"/>
                      <a:pt x="649" y="645"/>
                    </a:cubicBezTo>
                    <a:cubicBezTo>
                      <a:pt x="697" y="597"/>
                      <a:pt x="394" y="160"/>
                      <a:pt x="394" y="69"/>
                    </a:cubicBezTo>
                    <a:cubicBezTo>
                      <a:pt x="394" y="-22"/>
                      <a:pt x="133" y="-28"/>
                      <a:pt x="121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29"/>
              <p:cNvSpPr/>
              <p:nvPr/>
            </p:nvSpPr>
            <p:spPr>
              <a:xfrm>
                <a:off x="4946977" y="4709558"/>
                <a:ext cx="192102" cy="85040"/>
              </a:xfrm>
              <a:custGeom>
                <a:rect b="b" l="l" r="r" t="t"/>
                <a:pathLst>
                  <a:path extrusionOk="0" h="502" w="1134">
                    <a:moveTo>
                      <a:pt x="31" y="18"/>
                    </a:moveTo>
                    <a:cubicBezTo>
                      <a:pt x="31" y="18"/>
                      <a:pt x="-26" y="426"/>
                      <a:pt x="15" y="466"/>
                    </a:cubicBezTo>
                    <a:cubicBezTo>
                      <a:pt x="57" y="506"/>
                      <a:pt x="1118" y="518"/>
                      <a:pt x="1131" y="471"/>
                    </a:cubicBezTo>
                    <a:cubicBezTo>
                      <a:pt x="1186" y="286"/>
                      <a:pt x="391" y="66"/>
                      <a:pt x="349" y="21"/>
                    </a:cubicBezTo>
                    <a:cubicBezTo>
                      <a:pt x="307" y="-25"/>
                      <a:pt x="31" y="18"/>
                      <a:pt x="31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01" name="Google Shape;1801;p29"/>
              <p:cNvGrpSpPr/>
              <p:nvPr/>
            </p:nvGrpSpPr>
            <p:grpSpPr>
              <a:xfrm>
                <a:off x="4605800" y="3306060"/>
                <a:ext cx="754859" cy="1412477"/>
                <a:chOff x="4605800" y="3306060"/>
                <a:chExt cx="754859" cy="1412477"/>
              </a:xfrm>
            </p:grpSpPr>
            <p:sp>
              <p:nvSpPr>
                <p:cNvPr id="1802" name="Google Shape;1802;p29"/>
                <p:cNvSpPr/>
                <p:nvPr/>
              </p:nvSpPr>
              <p:spPr>
                <a:xfrm>
                  <a:off x="4674408" y="4085141"/>
                  <a:ext cx="351341" cy="633396"/>
                </a:xfrm>
                <a:custGeom>
                  <a:rect b="b" l="l" r="r" t="t"/>
                  <a:pathLst>
                    <a:path extrusionOk="0" h="3739" w="2074">
                      <a:moveTo>
                        <a:pt x="38" y="0"/>
                      </a:moveTo>
                      <a:cubicBezTo>
                        <a:pt x="38" y="0"/>
                        <a:pt x="40" y="892"/>
                        <a:pt x="11" y="1665"/>
                      </a:cubicBezTo>
                      <a:cubicBezTo>
                        <a:pt x="-31" y="2788"/>
                        <a:pt x="58" y="3739"/>
                        <a:pt x="58" y="3739"/>
                      </a:cubicBezTo>
                      <a:lnTo>
                        <a:pt x="404" y="3739"/>
                      </a:lnTo>
                      <a:lnTo>
                        <a:pt x="830" y="656"/>
                      </a:lnTo>
                      <a:cubicBezTo>
                        <a:pt x="830" y="656"/>
                        <a:pt x="898" y="1180"/>
                        <a:pt x="1148" y="2193"/>
                      </a:cubicBezTo>
                      <a:cubicBezTo>
                        <a:pt x="1358" y="3039"/>
                        <a:pt x="1625" y="3739"/>
                        <a:pt x="1625" y="3739"/>
                      </a:cubicBezTo>
                      <a:lnTo>
                        <a:pt x="2074" y="3739"/>
                      </a:lnTo>
                      <a:cubicBezTo>
                        <a:pt x="2074" y="3739"/>
                        <a:pt x="1782" y="2357"/>
                        <a:pt x="1673" y="1629"/>
                      </a:cubicBezTo>
                      <a:cubicBezTo>
                        <a:pt x="1564" y="901"/>
                        <a:pt x="1491" y="37"/>
                        <a:pt x="1491" y="37"/>
                      </a:cubicBez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3" name="Google Shape;1803;p29"/>
                <p:cNvSpPr/>
                <p:nvPr/>
              </p:nvSpPr>
              <p:spPr>
                <a:xfrm>
                  <a:off x="5266132" y="3318257"/>
                  <a:ext cx="94527" cy="160932"/>
                </a:xfrm>
                <a:custGeom>
                  <a:rect b="b" l="l" r="r" t="t"/>
                  <a:pathLst>
                    <a:path extrusionOk="0" h="950" w="558">
                      <a:moveTo>
                        <a:pt x="164" y="580"/>
                      </a:moveTo>
                      <a:cubicBezTo>
                        <a:pt x="164" y="580"/>
                        <a:pt x="133" y="440"/>
                        <a:pt x="218" y="337"/>
                      </a:cubicBezTo>
                      <a:cubicBezTo>
                        <a:pt x="303" y="234"/>
                        <a:pt x="558" y="-70"/>
                        <a:pt x="558" y="15"/>
                      </a:cubicBezTo>
                      <a:cubicBezTo>
                        <a:pt x="558" y="99"/>
                        <a:pt x="455" y="246"/>
                        <a:pt x="437" y="288"/>
                      </a:cubicBezTo>
                      <a:cubicBezTo>
                        <a:pt x="418" y="331"/>
                        <a:pt x="449" y="392"/>
                        <a:pt x="461" y="464"/>
                      </a:cubicBezTo>
                      <a:cubicBezTo>
                        <a:pt x="473" y="537"/>
                        <a:pt x="497" y="592"/>
                        <a:pt x="449" y="646"/>
                      </a:cubicBezTo>
                      <a:cubicBezTo>
                        <a:pt x="400" y="701"/>
                        <a:pt x="309" y="749"/>
                        <a:pt x="309" y="749"/>
                      </a:cubicBezTo>
                      <a:lnTo>
                        <a:pt x="212" y="950"/>
                      </a:lnTo>
                      <a:cubicBezTo>
                        <a:pt x="212" y="950"/>
                        <a:pt x="145" y="944"/>
                        <a:pt x="97" y="913"/>
                      </a:cubicBezTo>
                      <a:cubicBezTo>
                        <a:pt x="48" y="883"/>
                        <a:pt x="0" y="834"/>
                        <a:pt x="0" y="834"/>
                      </a:cubicBezTo>
                      <a:lnTo>
                        <a:pt x="164" y="58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4" name="Google Shape;1804;p29"/>
                <p:cNvSpPr/>
                <p:nvPr/>
              </p:nvSpPr>
              <p:spPr>
                <a:xfrm>
                  <a:off x="4673222" y="3450391"/>
                  <a:ext cx="637123" cy="661517"/>
                </a:xfrm>
                <a:custGeom>
                  <a:rect b="b" l="l" r="r" t="t"/>
                  <a:pathLst>
                    <a:path extrusionOk="0" h="3905" w="3761">
                      <a:moveTo>
                        <a:pt x="952" y="946"/>
                      </a:moveTo>
                      <a:cubicBezTo>
                        <a:pt x="952" y="946"/>
                        <a:pt x="600" y="1121"/>
                        <a:pt x="509" y="1266"/>
                      </a:cubicBezTo>
                      <a:cubicBezTo>
                        <a:pt x="418" y="1412"/>
                        <a:pt x="206" y="2006"/>
                        <a:pt x="109" y="2692"/>
                      </a:cubicBezTo>
                      <a:cubicBezTo>
                        <a:pt x="12" y="3377"/>
                        <a:pt x="0" y="3832"/>
                        <a:pt x="0" y="3832"/>
                      </a:cubicBezTo>
                      <a:cubicBezTo>
                        <a:pt x="0" y="3832"/>
                        <a:pt x="509" y="3905"/>
                        <a:pt x="904" y="3905"/>
                      </a:cubicBezTo>
                      <a:cubicBezTo>
                        <a:pt x="1340" y="3905"/>
                        <a:pt x="1522" y="3844"/>
                        <a:pt x="1522" y="3844"/>
                      </a:cubicBezTo>
                      <a:cubicBezTo>
                        <a:pt x="1522" y="3844"/>
                        <a:pt x="1528" y="3292"/>
                        <a:pt x="1607" y="2777"/>
                      </a:cubicBezTo>
                      <a:cubicBezTo>
                        <a:pt x="1686" y="2261"/>
                        <a:pt x="1826" y="1691"/>
                        <a:pt x="1826" y="1691"/>
                      </a:cubicBezTo>
                      <a:cubicBezTo>
                        <a:pt x="1826" y="1691"/>
                        <a:pt x="2421" y="1593"/>
                        <a:pt x="2796" y="1363"/>
                      </a:cubicBezTo>
                      <a:cubicBezTo>
                        <a:pt x="3203" y="1116"/>
                        <a:pt x="3427" y="812"/>
                        <a:pt x="3579" y="515"/>
                      </a:cubicBezTo>
                      <a:cubicBezTo>
                        <a:pt x="3730" y="218"/>
                        <a:pt x="3761" y="121"/>
                        <a:pt x="3761" y="121"/>
                      </a:cubicBezTo>
                      <a:lnTo>
                        <a:pt x="3518" y="0"/>
                      </a:lnTo>
                      <a:cubicBezTo>
                        <a:pt x="3518" y="0"/>
                        <a:pt x="3112" y="515"/>
                        <a:pt x="2663" y="691"/>
                      </a:cubicBezTo>
                      <a:cubicBezTo>
                        <a:pt x="2214" y="867"/>
                        <a:pt x="1704" y="922"/>
                        <a:pt x="1547" y="928"/>
                      </a:cubicBezTo>
                      <a:cubicBezTo>
                        <a:pt x="1389" y="934"/>
                        <a:pt x="1262" y="909"/>
                        <a:pt x="1262" y="909"/>
                      </a:cubicBezTo>
                      <a:lnTo>
                        <a:pt x="952" y="9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5" name="Google Shape;1805;p29"/>
                <p:cNvSpPr/>
                <p:nvPr/>
              </p:nvSpPr>
              <p:spPr>
                <a:xfrm>
                  <a:off x="4846352" y="3375346"/>
                  <a:ext cx="132473" cy="180414"/>
                </a:xfrm>
                <a:custGeom>
                  <a:rect b="b" l="l" r="r" t="t"/>
                  <a:pathLst>
                    <a:path extrusionOk="0" h="1065" w="782">
                      <a:moveTo>
                        <a:pt x="15" y="603"/>
                      </a:moveTo>
                      <a:cubicBezTo>
                        <a:pt x="15" y="603"/>
                        <a:pt x="121" y="979"/>
                        <a:pt x="419" y="1052"/>
                      </a:cubicBezTo>
                      <a:cubicBezTo>
                        <a:pt x="716" y="1124"/>
                        <a:pt x="801" y="895"/>
                        <a:pt x="779" y="658"/>
                      </a:cubicBezTo>
                      <a:cubicBezTo>
                        <a:pt x="752" y="361"/>
                        <a:pt x="506" y="6"/>
                        <a:pt x="409" y="0"/>
                      </a:cubicBezTo>
                      <a:cubicBezTo>
                        <a:pt x="312" y="-6"/>
                        <a:pt x="33" y="297"/>
                        <a:pt x="9" y="394"/>
                      </a:cubicBezTo>
                      <a:cubicBezTo>
                        <a:pt x="-15" y="491"/>
                        <a:pt x="15" y="603"/>
                        <a:pt x="15" y="603"/>
                      </a:cubicBez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6" name="Google Shape;1806;p29"/>
                <p:cNvSpPr/>
                <p:nvPr/>
              </p:nvSpPr>
              <p:spPr>
                <a:xfrm>
                  <a:off x="4826871" y="3491386"/>
                  <a:ext cx="87242" cy="162288"/>
                </a:xfrm>
                <a:custGeom>
                  <a:rect b="b" l="l" r="r" t="t"/>
                  <a:pathLst>
                    <a:path extrusionOk="0" h="958" w="515">
                      <a:moveTo>
                        <a:pt x="200" y="0"/>
                      </a:moveTo>
                      <a:lnTo>
                        <a:pt x="0" y="783"/>
                      </a:lnTo>
                      <a:cubicBezTo>
                        <a:pt x="0" y="783"/>
                        <a:pt x="91" y="1003"/>
                        <a:pt x="318" y="950"/>
                      </a:cubicBezTo>
                      <a:cubicBezTo>
                        <a:pt x="514" y="903"/>
                        <a:pt x="491" y="725"/>
                        <a:pt x="491" y="725"/>
                      </a:cubicBezTo>
                      <a:cubicBezTo>
                        <a:pt x="491" y="725"/>
                        <a:pt x="415" y="719"/>
                        <a:pt x="436" y="583"/>
                      </a:cubicBezTo>
                      <a:cubicBezTo>
                        <a:pt x="458" y="446"/>
                        <a:pt x="515" y="231"/>
                        <a:pt x="515" y="231"/>
                      </a:cubicBezTo>
                      <a:lnTo>
                        <a:pt x="200" y="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7" name="Google Shape;1807;p29"/>
                <p:cNvSpPr/>
                <p:nvPr/>
              </p:nvSpPr>
              <p:spPr>
                <a:xfrm>
                  <a:off x="4796548" y="3306060"/>
                  <a:ext cx="144500" cy="196168"/>
                </a:xfrm>
                <a:custGeom>
                  <a:rect b="b" l="l" r="r" t="t"/>
                  <a:pathLst>
                    <a:path extrusionOk="0" h="1158" w="853">
                      <a:moveTo>
                        <a:pt x="399" y="1158"/>
                      </a:moveTo>
                      <a:cubicBezTo>
                        <a:pt x="399" y="1158"/>
                        <a:pt x="376" y="976"/>
                        <a:pt x="346" y="912"/>
                      </a:cubicBezTo>
                      <a:cubicBezTo>
                        <a:pt x="315" y="849"/>
                        <a:pt x="297" y="837"/>
                        <a:pt x="297" y="837"/>
                      </a:cubicBezTo>
                      <a:cubicBezTo>
                        <a:pt x="297" y="837"/>
                        <a:pt x="361" y="676"/>
                        <a:pt x="464" y="609"/>
                      </a:cubicBezTo>
                      <a:cubicBezTo>
                        <a:pt x="567" y="542"/>
                        <a:pt x="651" y="480"/>
                        <a:pt x="705" y="471"/>
                      </a:cubicBezTo>
                      <a:cubicBezTo>
                        <a:pt x="787" y="457"/>
                        <a:pt x="846" y="527"/>
                        <a:pt x="846" y="527"/>
                      </a:cubicBezTo>
                      <a:cubicBezTo>
                        <a:pt x="855" y="476"/>
                        <a:pt x="874" y="378"/>
                        <a:pt x="755" y="151"/>
                      </a:cubicBezTo>
                      <a:cubicBezTo>
                        <a:pt x="671" y="-9"/>
                        <a:pt x="418" y="-68"/>
                        <a:pt x="319" y="106"/>
                      </a:cubicBezTo>
                      <a:cubicBezTo>
                        <a:pt x="265" y="201"/>
                        <a:pt x="268" y="282"/>
                        <a:pt x="195" y="370"/>
                      </a:cubicBezTo>
                      <a:cubicBezTo>
                        <a:pt x="134" y="443"/>
                        <a:pt x="72" y="488"/>
                        <a:pt x="27" y="574"/>
                      </a:cubicBezTo>
                      <a:cubicBezTo>
                        <a:pt x="-37" y="695"/>
                        <a:pt x="33" y="808"/>
                        <a:pt x="32" y="927"/>
                      </a:cubicBezTo>
                      <a:cubicBezTo>
                        <a:pt x="31" y="971"/>
                        <a:pt x="17" y="1027"/>
                        <a:pt x="54" y="1061"/>
                      </a:cubicBezTo>
                      <a:cubicBezTo>
                        <a:pt x="148" y="1146"/>
                        <a:pt x="399" y="1158"/>
                        <a:pt x="399" y="11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8" name="Google Shape;1808;p29"/>
                <p:cNvSpPr/>
                <p:nvPr/>
              </p:nvSpPr>
              <p:spPr>
                <a:xfrm>
                  <a:off x="4835171" y="3489184"/>
                  <a:ext cx="43536" cy="30492"/>
                </a:xfrm>
                <a:custGeom>
                  <a:rect b="b" l="l" r="r" t="t"/>
                  <a:pathLst>
                    <a:path extrusionOk="0" h="180" w="257">
                      <a:moveTo>
                        <a:pt x="178" y="25"/>
                      </a:moveTo>
                      <a:cubicBezTo>
                        <a:pt x="178" y="25"/>
                        <a:pt x="39" y="-41"/>
                        <a:pt x="8" y="44"/>
                      </a:cubicBezTo>
                      <a:cubicBezTo>
                        <a:pt x="-22" y="129"/>
                        <a:pt x="33" y="195"/>
                        <a:pt x="118" y="177"/>
                      </a:cubicBezTo>
                      <a:cubicBezTo>
                        <a:pt x="203" y="159"/>
                        <a:pt x="257" y="68"/>
                        <a:pt x="257" y="68"/>
                      </a:cubicBezTo>
                      <a:lnTo>
                        <a:pt x="178" y="25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19800" lIns="90000" spcFirstLastPara="1" rIns="90000" wrap="square" tIns="198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9" name="Google Shape;1809;p29"/>
                <p:cNvSpPr/>
                <p:nvPr/>
              </p:nvSpPr>
              <p:spPr>
                <a:xfrm>
                  <a:off x="4874642" y="3696702"/>
                  <a:ext cx="241399" cy="268334"/>
                </a:xfrm>
                <a:custGeom>
                  <a:rect b="b" l="l" r="r" t="t"/>
                  <a:pathLst>
                    <a:path extrusionOk="0" h="1584" w="1425">
                      <a:moveTo>
                        <a:pt x="321" y="0"/>
                      </a:moveTo>
                      <a:lnTo>
                        <a:pt x="0" y="1584"/>
                      </a:lnTo>
                      <a:lnTo>
                        <a:pt x="1110" y="1572"/>
                      </a:lnTo>
                      <a:lnTo>
                        <a:pt x="1425" y="7"/>
                      </a:lnTo>
                      <a:lnTo>
                        <a:pt x="3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0" name="Google Shape;1810;p29"/>
                <p:cNvSpPr/>
                <p:nvPr/>
              </p:nvSpPr>
              <p:spPr>
                <a:xfrm>
                  <a:off x="4835510" y="3783605"/>
                  <a:ext cx="128068" cy="109434"/>
                </a:xfrm>
                <a:custGeom>
                  <a:rect b="b" l="l" r="r" t="t"/>
                  <a:pathLst>
                    <a:path extrusionOk="0" h="646" w="756">
                      <a:moveTo>
                        <a:pt x="0" y="428"/>
                      </a:moveTo>
                      <a:lnTo>
                        <a:pt x="164" y="349"/>
                      </a:lnTo>
                      <a:cubicBezTo>
                        <a:pt x="164" y="349"/>
                        <a:pt x="213" y="191"/>
                        <a:pt x="304" y="106"/>
                      </a:cubicBezTo>
                      <a:cubicBezTo>
                        <a:pt x="395" y="21"/>
                        <a:pt x="448" y="0"/>
                        <a:pt x="448" y="0"/>
                      </a:cubicBezTo>
                      <a:lnTo>
                        <a:pt x="425" y="135"/>
                      </a:lnTo>
                      <a:cubicBezTo>
                        <a:pt x="425" y="135"/>
                        <a:pt x="679" y="16"/>
                        <a:pt x="734" y="58"/>
                      </a:cubicBezTo>
                      <a:cubicBezTo>
                        <a:pt x="788" y="101"/>
                        <a:pt x="739" y="279"/>
                        <a:pt x="605" y="363"/>
                      </a:cubicBezTo>
                      <a:cubicBezTo>
                        <a:pt x="473" y="446"/>
                        <a:pt x="243" y="497"/>
                        <a:pt x="243" y="497"/>
                      </a:cubicBezTo>
                      <a:lnTo>
                        <a:pt x="73" y="646"/>
                      </a:lnTo>
                      <a:lnTo>
                        <a:pt x="0" y="428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1" name="Google Shape;1811;p29"/>
                <p:cNvSpPr/>
                <p:nvPr/>
              </p:nvSpPr>
              <p:spPr>
                <a:xfrm>
                  <a:off x="4605800" y="3613525"/>
                  <a:ext cx="256475" cy="340330"/>
                </a:xfrm>
                <a:custGeom>
                  <a:rect b="b" l="l" r="r" t="t"/>
                  <a:pathLst>
                    <a:path extrusionOk="0" h="2009" w="1514">
                      <a:moveTo>
                        <a:pt x="1314" y="1"/>
                      </a:moveTo>
                      <a:cubicBezTo>
                        <a:pt x="1314" y="1"/>
                        <a:pt x="465" y="-41"/>
                        <a:pt x="119" y="819"/>
                      </a:cubicBezTo>
                      <a:cubicBezTo>
                        <a:pt x="-227" y="1680"/>
                        <a:pt x="246" y="2026"/>
                        <a:pt x="683" y="2008"/>
                      </a:cubicBezTo>
                      <a:cubicBezTo>
                        <a:pt x="1120" y="1990"/>
                        <a:pt x="1514" y="1626"/>
                        <a:pt x="1514" y="1626"/>
                      </a:cubicBezTo>
                      <a:lnTo>
                        <a:pt x="1411" y="1401"/>
                      </a:lnTo>
                      <a:cubicBezTo>
                        <a:pt x="1411" y="1401"/>
                        <a:pt x="979" y="1577"/>
                        <a:pt x="731" y="1401"/>
                      </a:cubicBezTo>
                      <a:cubicBezTo>
                        <a:pt x="398" y="1165"/>
                        <a:pt x="816" y="940"/>
                        <a:pt x="816" y="940"/>
                      </a:cubicBezTo>
                      <a:cubicBezTo>
                        <a:pt x="816" y="940"/>
                        <a:pt x="773" y="738"/>
                        <a:pt x="1004" y="328"/>
                      </a:cubicBezTo>
                      <a:cubicBezTo>
                        <a:pt x="1083" y="189"/>
                        <a:pt x="1314" y="1"/>
                        <a:pt x="13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2" name="Google Shape;1812;p29"/>
                <p:cNvSpPr/>
                <p:nvPr/>
              </p:nvSpPr>
              <p:spPr>
                <a:xfrm>
                  <a:off x="4986109" y="3672647"/>
                  <a:ext cx="79111" cy="48788"/>
                </a:xfrm>
                <a:custGeom>
                  <a:rect b="b" l="l" r="r" t="t"/>
                  <a:pathLst>
                    <a:path extrusionOk="0" h="288" w="467">
                      <a:moveTo>
                        <a:pt x="0" y="276"/>
                      </a:moveTo>
                      <a:lnTo>
                        <a:pt x="55" y="0"/>
                      </a:lnTo>
                      <a:lnTo>
                        <a:pt x="467" y="9"/>
                      </a:lnTo>
                      <a:lnTo>
                        <a:pt x="434" y="288"/>
                      </a:lnTo>
                      <a:lnTo>
                        <a:pt x="0" y="2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13" name="Google Shape;1813;p29"/>
            <p:cNvGrpSpPr/>
            <p:nvPr/>
          </p:nvGrpSpPr>
          <p:grpSpPr>
            <a:xfrm>
              <a:off x="7653018" y="2451543"/>
              <a:ext cx="777751" cy="777634"/>
              <a:chOff x="7329443" y="3322343"/>
              <a:chExt cx="777751" cy="777634"/>
            </a:xfrm>
          </p:grpSpPr>
          <p:sp>
            <p:nvSpPr>
              <p:cNvPr id="1814" name="Google Shape;1814;p29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29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29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29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4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818" name="Google Shape;1818;p29"/>
            <p:cNvGrpSpPr/>
            <p:nvPr/>
          </p:nvGrpSpPr>
          <p:grpSpPr>
            <a:xfrm>
              <a:off x="6727267" y="811896"/>
              <a:ext cx="497217" cy="497064"/>
              <a:chOff x="7329443" y="3322343"/>
              <a:chExt cx="777751" cy="777634"/>
            </a:xfrm>
          </p:grpSpPr>
          <p:sp>
            <p:nvSpPr>
              <p:cNvPr id="1819" name="Google Shape;1819;p29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29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29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29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3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30"/>
          <p:cNvSpPr txBox="1"/>
          <p:nvPr>
            <p:ph idx="1" type="subTitle"/>
          </p:nvPr>
        </p:nvSpPr>
        <p:spPr>
          <a:xfrm>
            <a:off x="537300" y="1129025"/>
            <a:ext cx="8069400" cy="3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Analyzes wealth creation, distribution, and consumption.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Analyzes costs, benefits, and implications of government policy (e.g., healthcare, education).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Provides tools to guide decisions for continued growth and healthy society.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Enables market trend prediction and proposes solutions to economic threats.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Aims to improve living standards (rising wages, housing, essentials).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Constructs international economy and international relations understanding.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builds transferable skills (problem-solving, analytical reasoning, research) that benefit society and business.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8" name="Google Shape;1828;p30"/>
          <p:cNvSpPr txBox="1"/>
          <p:nvPr>
            <p:ph type="title"/>
          </p:nvPr>
        </p:nvSpPr>
        <p:spPr>
          <a:xfrm>
            <a:off x="1424700" y="334450"/>
            <a:ext cx="61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The Role of Economics today</a:t>
            </a:r>
            <a:endParaRPr sz="3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31"/>
          <p:cNvSpPr txBox="1"/>
          <p:nvPr>
            <p:ph type="title"/>
          </p:nvPr>
        </p:nvSpPr>
        <p:spPr>
          <a:xfrm>
            <a:off x="685675" y="1884875"/>
            <a:ext cx="49821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Economics</a:t>
            </a:r>
            <a:endParaRPr/>
          </a:p>
        </p:txBody>
      </p:sp>
      <p:sp>
        <p:nvSpPr>
          <p:cNvPr id="1834" name="Google Shape;1834;p31"/>
          <p:cNvSpPr txBox="1"/>
          <p:nvPr>
            <p:ph idx="2" type="title"/>
          </p:nvPr>
        </p:nvSpPr>
        <p:spPr>
          <a:xfrm>
            <a:off x="799975" y="1004075"/>
            <a:ext cx="1076700" cy="8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835" name="Google Shape;1835;p31"/>
          <p:cNvGrpSpPr/>
          <p:nvPr/>
        </p:nvGrpSpPr>
        <p:grpSpPr>
          <a:xfrm>
            <a:off x="5381676" y="1172846"/>
            <a:ext cx="3018599" cy="3040817"/>
            <a:chOff x="5612676" y="1172846"/>
            <a:chExt cx="3018599" cy="3040817"/>
          </a:xfrm>
        </p:grpSpPr>
        <p:sp>
          <p:nvSpPr>
            <p:cNvPr id="1836" name="Google Shape;1836;p31"/>
            <p:cNvSpPr/>
            <p:nvPr/>
          </p:nvSpPr>
          <p:spPr>
            <a:xfrm flipH="1">
              <a:off x="5612676" y="4097338"/>
              <a:ext cx="3018599" cy="116325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1"/>
            <p:cNvSpPr/>
            <p:nvPr/>
          </p:nvSpPr>
          <p:spPr>
            <a:xfrm>
              <a:off x="5940599" y="1172846"/>
              <a:ext cx="2527250" cy="1559757"/>
            </a:xfrm>
            <a:custGeom>
              <a:rect b="b" l="l" r="r" t="t"/>
              <a:pathLst>
                <a:path extrusionOk="0" h="6547" w="10608">
                  <a:moveTo>
                    <a:pt x="0" y="6012"/>
                  </a:moveTo>
                  <a:lnTo>
                    <a:pt x="0" y="535"/>
                  </a:lnTo>
                  <a:cubicBezTo>
                    <a:pt x="0" y="239"/>
                    <a:pt x="240" y="0"/>
                    <a:pt x="536" y="0"/>
                  </a:cubicBezTo>
                  <a:lnTo>
                    <a:pt x="10074" y="0"/>
                  </a:lnTo>
                  <a:cubicBezTo>
                    <a:pt x="10368" y="0"/>
                    <a:pt x="10608" y="239"/>
                    <a:pt x="10608" y="535"/>
                  </a:cubicBezTo>
                  <a:lnTo>
                    <a:pt x="10608" y="6012"/>
                  </a:lnTo>
                  <a:cubicBezTo>
                    <a:pt x="10608" y="6307"/>
                    <a:pt x="10368" y="6547"/>
                    <a:pt x="10074" y="6547"/>
                  </a:cubicBezTo>
                  <a:lnTo>
                    <a:pt x="535" y="6547"/>
                  </a:lnTo>
                  <a:cubicBezTo>
                    <a:pt x="240" y="6547"/>
                    <a:pt x="0" y="6307"/>
                    <a:pt x="0" y="6012"/>
                  </a:cubicBezTo>
                  <a:close/>
                </a:path>
              </a:pathLst>
            </a:custGeom>
            <a:solidFill>
              <a:srgbClr val="B9D0B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31"/>
            <p:cNvSpPr/>
            <p:nvPr/>
          </p:nvSpPr>
          <p:spPr>
            <a:xfrm>
              <a:off x="5967997" y="1200005"/>
              <a:ext cx="2472455" cy="1505200"/>
            </a:xfrm>
            <a:custGeom>
              <a:rect b="b" l="l" r="r" t="t"/>
              <a:pathLst>
                <a:path extrusionOk="0" h="6318" w="10378">
                  <a:moveTo>
                    <a:pt x="449" y="6318"/>
                  </a:moveTo>
                  <a:cubicBezTo>
                    <a:pt x="201" y="6318"/>
                    <a:pt x="0" y="6117"/>
                    <a:pt x="0" y="5869"/>
                  </a:cubicBezTo>
                  <a:lnTo>
                    <a:pt x="0" y="430"/>
                  </a:lnTo>
                  <a:cubicBezTo>
                    <a:pt x="0" y="193"/>
                    <a:pt x="192" y="0"/>
                    <a:pt x="430" y="0"/>
                  </a:cubicBezTo>
                  <a:lnTo>
                    <a:pt x="9949" y="0"/>
                  </a:lnTo>
                  <a:cubicBezTo>
                    <a:pt x="10186" y="0"/>
                    <a:pt x="10378" y="193"/>
                    <a:pt x="10378" y="430"/>
                  </a:cubicBezTo>
                  <a:lnTo>
                    <a:pt x="10378" y="5869"/>
                  </a:lnTo>
                  <a:cubicBezTo>
                    <a:pt x="10378" y="6117"/>
                    <a:pt x="10177" y="6318"/>
                    <a:pt x="9930" y="6318"/>
                  </a:cubicBezTo>
                  <a:lnTo>
                    <a:pt x="449" y="63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31"/>
            <p:cNvSpPr/>
            <p:nvPr/>
          </p:nvSpPr>
          <p:spPr>
            <a:xfrm>
              <a:off x="5962517" y="1200005"/>
              <a:ext cx="2477934" cy="184874"/>
            </a:xfrm>
            <a:custGeom>
              <a:rect b="b" l="l" r="r" t="t"/>
              <a:pathLst>
                <a:path extrusionOk="0" h="776" w="10401">
                  <a:moveTo>
                    <a:pt x="430" y="0"/>
                  </a:moveTo>
                  <a:lnTo>
                    <a:pt x="9972" y="0"/>
                  </a:lnTo>
                  <a:cubicBezTo>
                    <a:pt x="10209" y="0"/>
                    <a:pt x="10401" y="193"/>
                    <a:pt x="10401" y="430"/>
                  </a:cubicBezTo>
                  <a:lnTo>
                    <a:pt x="10401" y="776"/>
                  </a:lnTo>
                  <a:lnTo>
                    <a:pt x="0" y="776"/>
                  </a:lnTo>
                  <a:lnTo>
                    <a:pt x="0" y="430"/>
                  </a:lnTo>
                  <a:cubicBezTo>
                    <a:pt x="0" y="193"/>
                    <a:pt x="193" y="0"/>
                    <a:pt x="430" y="0"/>
                  </a:cubicBezTo>
                  <a:close/>
                </a:path>
              </a:pathLst>
            </a:custGeom>
            <a:solidFill>
              <a:srgbClr val="D9E7D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31"/>
            <p:cNvSpPr/>
            <p:nvPr/>
          </p:nvSpPr>
          <p:spPr>
            <a:xfrm>
              <a:off x="6078302" y="1268856"/>
              <a:ext cx="47172" cy="47410"/>
            </a:xfrm>
            <a:custGeom>
              <a:rect b="b" l="l" r="r" t="t"/>
              <a:pathLst>
                <a:path extrusionOk="0" h="199" w="198">
                  <a:moveTo>
                    <a:pt x="198" y="99"/>
                  </a:moveTo>
                  <a:cubicBezTo>
                    <a:pt x="198" y="117"/>
                    <a:pt x="194" y="134"/>
                    <a:pt x="185" y="149"/>
                  </a:cubicBezTo>
                  <a:cubicBezTo>
                    <a:pt x="176" y="164"/>
                    <a:pt x="164" y="176"/>
                    <a:pt x="149" y="185"/>
                  </a:cubicBezTo>
                  <a:cubicBezTo>
                    <a:pt x="134" y="193"/>
                    <a:pt x="116" y="199"/>
                    <a:pt x="99" y="199"/>
                  </a:cubicBezTo>
                  <a:cubicBezTo>
                    <a:pt x="81" y="199"/>
                    <a:pt x="65" y="193"/>
                    <a:pt x="50" y="185"/>
                  </a:cubicBezTo>
                  <a:cubicBezTo>
                    <a:pt x="35" y="176"/>
                    <a:pt x="21" y="164"/>
                    <a:pt x="13" y="149"/>
                  </a:cubicBezTo>
                  <a:cubicBezTo>
                    <a:pt x="4" y="134"/>
                    <a:pt x="0" y="117"/>
                    <a:pt x="0" y="99"/>
                  </a:cubicBezTo>
                  <a:cubicBezTo>
                    <a:pt x="0" y="82"/>
                    <a:pt x="5" y="65"/>
                    <a:pt x="13" y="50"/>
                  </a:cubicBezTo>
                  <a:cubicBezTo>
                    <a:pt x="22" y="35"/>
                    <a:pt x="35" y="22"/>
                    <a:pt x="50" y="14"/>
                  </a:cubicBezTo>
                  <a:cubicBezTo>
                    <a:pt x="65" y="5"/>
                    <a:pt x="82" y="0"/>
                    <a:pt x="99" y="0"/>
                  </a:cubicBezTo>
                  <a:cubicBezTo>
                    <a:pt x="117" y="0"/>
                    <a:pt x="134" y="5"/>
                    <a:pt x="149" y="14"/>
                  </a:cubicBezTo>
                  <a:cubicBezTo>
                    <a:pt x="164" y="22"/>
                    <a:pt x="176" y="35"/>
                    <a:pt x="185" y="50"/>
                  </a:cubicBezTo>
                  <a:cubicBezTo>
                    <a:pt x="194" y="65"/>
                    <a:pt x="198" y="82"/>
                    <a:pt x="198" y="99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26625" lIns="90000" spcFirstLastPara="1" rIns="90000" wrap="square" tIns="26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31"/>
            <p:cNvSpPr/>
            <p:nvPr/>
          </p:nvSpPr>
          <p:spPr>
            <a:xfrm>
              <a:off x="6219102" y="1268856"/>
              <a:ext cx="47172" cy="47410"/>
            </a:xfrm>
            <a:custGeom>
              <a:rect b="b" l="l" r="r" t="t"/>
              <a:pathLst>
                <a:path extrusionOk="0" h="199" w="198">
                  <a:moveTo>
                    <a:pt x="198" y="99"/>
                  </a:moveTo>
                  <a:cubicBezTo>
                    <a:pt x="198" y="117"/>
                    <a:pt x="194" y="134"/>
                    <a:pt x="185" y="149"/>
                  </a:cubicBezTo>
                  <a:cubicBezTo>
                    <a:pt x="176" y="164"/>
                    <a:pt x="164" y="176"/>
                    <a:pt x="149" y="185"/>
                  </a:cubicBezTo>
                  <a:cubicBezTo>
                    <a:pt x="134" y="193"/>
                    <a:pt x="116" y="199"/>
                    <a:pt x="99" y="199"/>
                  </a:cubicBezTo>
                  <a:cubicBezTo>
                    <a:pt x="82" y="199"/>
                    <a:pt x="64" y="193"/>
                    <a:pt x="49" y="185"/>
                  </a:cubicBezTo>
                  <a:cubicBezTo>
                    <a:pt x="33" y="176"/>
                    <a:pt x="22" y="164"/>
                    <a:pt x="13" y="149"/>
                  </a:cubicBezTo>
                  <a:cubicBezTo>
                    <a:pt x="4" y="134"/>
                    <a:pt x="0" y="117"/>
                    <a:pt x="0" y="99"/>
                  </a:cubicBezTo>
                  <a:cubicBezTo>
                    <a:pt x="0" y="82"/>
                    <a:pt x="4" y="65"/>
                    <a:pt x="13" y="50"/>
                  </a:cubicBezTo>
                  <a:cubicBezTo>
                    <a:pt x="22" y="35"/>
                    <a:pt x="33" y="22"/>
                    <a:pt x="49" y="14"/>
                  </a:cubicBezTo>
                  <a:cubicBezTo>
                    <a:pt x="64" y="5"/>
                    <a:pt x="82" y="0"/>
                    <a:pt x="99" y="0"/>
                  </a:cubicBezTo>
                  <a:cubicBezTo>
                    <a:pt x="116" y="0"/>
                    <a:pt x="134" y="5"/>
                    <a:pt x="149" y="14"/>
                  </a:cubicBezTo>
                  <a:cubicBezTo>
                    <a:pt x="164" y="22"/>
                    <a:pt x="176" y="35"/>
                    <a:pt x="185" y="50"/>
                  </a:cubicBezTo>
                  <a:cubicBezTo>
                    <a:pt x="194" y="65"/>
                    <a:pt x="198" y="82"/>
                    <a:pt x="198" y="99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26625" lIns="90000" spcFirstLastPara="1" rIns="90000" wrap="square" tIns="26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31"/>
            <p:cNvSpPr/>
            <p:nvPr/>
          </p:nvSpPr>
          <p:spPr>
            <a:xfrm>
              <a:off x="6359902" y="1268856"/>
              <a:ext cx="47172" cy="47410"/>
            </a:xfrm>
            <a:custGeom>
              <a:rect b="b" l="l" r="r" t="t"/>
              <a:pathLst>
                <a:path extrusionOk="0" h="199" w="198">
                  <a:moveTo>
                    <a:pt x="198" y="99"/>
                  </a:moveTo>
                  <a:cubicBezTo>
                    <a:pt x="198" y="154"/>
                    <a:pt x="154" y="199"/>
                    <a:pt x="99" y="199"/>
                  </a:cubicBezTo>
                  <a:cubicBezTo>
                    <a:pt x="44" y="199"/>
                    <a:pt x="0" y="153"/>
                    <a:pt x="0" y="99"/>
                  </a:cubicBezTo>
                  <a:cubicBezTo>
                    <a:pt x="0" y="44"/>
                    <a:pt x="44" y="0"/>
                    <a:pt x="99" y="0"/>
                  </a:cubicBezTo>
                  <a:cubicBezTo>
                    <a:pt x="154" y="0"/>
                    <a:pt x="198" y="45"/>
                    <a:pt x="198" y="99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26625" lIns="90000" spcFirstLastPara="1" rIns="90000" wrap="square" tIns="26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3" name="Google Shape;1843;p31"/>
            <p:cNvGrpSpPr/>
            <p:nvPr/>
          </p:nvGrpSpPr>
          <p:grpSpPr>
            <a:xfrm>
              <a:off x="6085483" y="2447264"/>
              <a:ext cx="1430679" cy="101970"/>
              <a:chOff x="1531560" y="3046680"/>
              <a:chExt cx="2161800" cy="154080"/>
            </a:xfrm>
          </p:grpSpPr>
          <p:sp>
            <p:nvSpPr>
              <p:cNvPr id="1844" name="Google Shape;1844;p31"/>
              <p:cNvSpPr/>
              <p:nvPr/>
            </p:nvSpPr>
            <p:spPr>
              <a:xfrm>
                <a:off x="1531560" y="3046680"/>
                <a:ext cx="2161800" cy="30960"/>
              </a:xfrm>
              <a:custGeom>
                <a:rect b="b" l="l" r="r" t="t"/>
                <a:pathLst>
                  <a:path extrusionOk="0" h="86" w="6005">
                    <a:moveTo>
                      <a:pt x="5962" y="86"/>
                    </a:moveTo>
                    <a:lnTo>
                      <a:pt x="43" y="86"/>
                    </a:lnTo>
                    <a:cubicBezTo>
                      <a:pt x="19" y="86"/>
                      <a:pt x="0" y="67"/>
                      <a:pt x="0" y="43"/>
                    </a:cubicBezTo>
                    <a:cubicBezTo>
                      <a:pt x="0" y="20"/>
                      <a:pt x="19" y="0"/>
                      <a:pt x="43" y="0"/>
                    </a:cubicBezTo>
                    <a:lnTo>
                      <a:pt x="5962" y="0"/>
                    </a:lnTo>
                    <a:cubicBezTo>
                      <a:pt x="5986" y="0"/>
                      <a:pt x="6005" y="20"/>
                      <a:pt x="6005" y="43"/>
                    </a:cubicBezTo>
                    <a:cubicBezTo>
                      <a:pt x="6005" y="67"/>
                      <a:pt x="5986" y="86"/>
                      <a:pt x="5962" y="86"/>
                    </a:cubicBezTo>
                    <a:close/>
                  </a:path>
                </a:pathLst>
              </a:custGeom>
              <a:solidFill>
                <a:srgbClr val="839B82"/>
              </a:solidFill>
              <a:ln cap="flat" cmpd="sng" w="9525">
                <a:solidFill>
                  <a:srgbClr val="839B8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31"/>
              <p:cNvSpPr/>
              <p:nvPr/>
            </p:nvSpPr>
            <p:spPr>
              <a:xfrm>
                <a:off x="1531560" y="3169800"/>
                <a:ext cx="1695240" cy="30960"/>
              </a:xfrm>
              <a:custGeom>
                <a:rect b="b" l="l" r="r" t="t"/>
                <a:pathLst>
                  <a:path extrusionOk="0" h="86" w="4709">
                    <a:moveTo>
                      <a:pt x="4666" y="86"/>
                    </a:moveTo>
                    <a:lnTo>
                      <a:pt x="43" y="86"/>
                    </a:lnTo>
                    <a:cubicBezTo>
                      <a:pt x="19" y="86"/>
                      <a:pt x="0" y="67"/>
                      <a:pt x="0" y="43"/>
                    </a:cubicBezTo>
                    <a:cubicBezTo>
                      <a:pt x="0" y="20"/>
                      <a:pt x="19" y="0"/>
                      <a:pt x="43" y="0"/>
                    </a:cubicBezTo>
                    <a:lnTo>
                      <a:pt x="4666" y="0"/>
                    </a:lnTo>
                    <a:cubicBezTo>
                      <a:pt x="4690" y="0"/>
                      <a:pt x="4709" y="19"/>
                      <a:pt x="4709" y="43"/>
                    </a:cubicBezTo>
                    <a:cubicBezTo>
                      <a:pt x="4709" y="66"/>
                      <a:pt x="4690" y="86"/>
                      <a:pt x="4666" y="86"/>
                    </a:cubicBezTo>
                    <a:close/>
                  </a:path>
                </a:pathLst>
              </a:custGeom>
              <a:solidFill>
                <a:srgbClr val="839B82"/>
              </a:solidFill>
              <a:ln cap="flat" cmpd="sng" w="9525">
                <a:solidFill>
                  <a:srgbClr val="839B8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6" name="Google Shape;1846;p31"/>
            <p:cNvGrpSpPr/>
            <p:nvPr/>
          </p:nvGrpSpPr>
          <p:grpSpPr>
            <a:xfrm>
              <a:off x="7693926" y="2447254"/>
              <a:ext cx="629451" cy="184801"/>
              <a:chOff x="5333520" y="2665680"/>
              <a:chExt cx="951120" cy="279240"/>
            </a:xfrm>
          </p:grpSpPr>
          <p:sp>
            <p:nvSpPr>
              <p:cNvPr id="1847" name="Google Shape;1847;p31"/>
              <p:cNvSpPr/>
              <p:nvPr/>
            </p:nvSpPr>
            <p:spPr>
              <a:xfrm>
                <a:off x="5694972" y="2913960"/>
                <a:ext cx="228240" cy="30960"/>
              </a:xfrm>
              <a:custGeom>
                <a:rect b="b" l="l" r="r" t="t"/>
                <a:pathLst>
                  <a:path extrusionOk="0" h="86" w="634">
                    <a:moveTo>
                      <a:pt x="591" y="86"/>
                    </a:moveTo>
                    <a:lnTo>
                      <a:pt x="43" y="86"/>
                    </a:lnTo>
                    <a:cubicBezTo>
                      <a:pt x="20" y="86"/>
                      <a:pt x="0" y="67"/>
                      <a:pt x="0" y="43"/>
                    </a:cubicBezTo>
                    <a:cubicBezTo>
                      <a:pt x="0" y="19"/>
                      <a:pt x="20" y="0"/>
                      <a:pt x="43" y="0"/>
                    </a:cubicBezTo>
                    <a:lnTo>
                      <a:pt x="591" y="0"/>
                    </a:lnTo>
                    <a:cubicBezTo>
                      <a:pt x="614" y="0"/>
                      <a:pt x="634" y="19"/>
                      <a:pt x="634" y="43"/>
                    </a:cubicBezTo>
                    <a:cubicBezTo>
                      <a:pt x="634" y="67"/>
                      <a:pt x="614" y="86"/>
                      <a:pt x="591" y="86"/>
                    </a:cubicBezTo>
                    <a:close/>
                  </a:path>
                </a:pathLst>
              </a:custGeom>
              <a:solidFill>
                <a:srgbClr val="839B8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48" name="Google Shape;1848;p31"/>
              <p:cNvGrpSpPr/>
              <p:nvPr/>
            </p:nvGrpSpPr>
            <p:grpSpPr>
              <a:xfrm>
                <a:off x="5333520" y="2665680"/>
                <a:ext cx="951120" cy="276840"/>
                <a:chOff x="3961920" y="3046680"/>
                <a:chExt cx="951120" cy="276840"/>
              </a:xfrm>
            </p:grpSpPr>
            <p:sp>
              <p:nvSpPr>
                <p:cNvPr id="1849" name="Google Shape;1849;p31"/>
                <p:cNvSpPr/>
                <p:nvPr/>
              </p:nvSpPr>
              <p:spPr>
                <a:xfrm>
                  <a:off x="3961920" y="304668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20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0" name="Google Shape;1850;p31"/>
                <p:cNvSpPr/>
                <p:nvPr/>
              </p:nvSpPr>
              <p:spPr>
                <a:xfrm>
                  <a:off x="3961920" y="316980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6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1" name="Google Shape;1851;p31"/>
                <p:cNvSpPr/>
                <p:nvPr/>
              </p:nvSpPr>
              <p:spPr>
                <a:xfrm>
                  <a:off x="3961920" y="329256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19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2" name="Google Shape;1852;p31"/>
                <p:cNvSpPr/>
                <p:nvPr/>
              </p:nvSpPr>
              <p:spPr>
                <a:xfrm>
                  <a:off x="4323360" y="3046680"/>
                  <a:ext cx="228240" cy="30960"/>
                </a:xfrm>
                <a:custGeom>
                  <a:rect b="b" l="l" r="r" t="t"/>
                  <a:pathLst>
                    <a:path extrusionOk="0" h="86" w="634">
                      <a:moveTo>
                        <a:pt x="591" y="86"/>
                      </a:moveTo>
                      <a:lnTo>
                        <a:pt x="43" y="86"/>
                      </a:lnTo>
                      <a:cubicBezTo>
                        <a:pt x="20" y="86"/>
                        <a:pt x="0" y="67"/>
                        <a:pt x="0" y="43"/>
                      </a:cubicBezTo>
                      <a:cubicBezTo>
                        <a:pt x="0" y="20"/>
                        <a:pt x="20" y="0"/>
                        <a:pt x="43" y="0"/>
                      </a:cubicBezTo>
                      <a:lnTo>
                        <a:pt x="591" y="0"/>
                      </a:lnTo>
                      <a:cubicBezTo>
                        <a:pt x="614" y="0"/>
                        <a:pt x="634" y="20"/>
                        <a:pt x="634" y="43"/>
                      </a:cubicBezTo>
                      <a:cubicBezTo>
                        <a:pt x="634" y="67"/>
                        <a:pt x="614" y="86"/>
                        <a:pt x="591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3" name="Google Shape;1853;p31"/>
                <p:cNvSpPr/>
                <p:nvPr/>
              </p:nvSpPr>
              <p:spPr>
                <a:xfrm>
                  <a:off x="4323360" y="3169800"/>
                  <a:ext cx="228240" cy="30960"/>
                </a:xfrm>
                <a:custGeom>
                  <a:rect b="b" l="l" r="r" t="t"/>
                  <a:pathLst>
                    <a:path extrusionOk="0" h="86" w="634">
                      <a:moveTo>
                        <a:pt x="591" y="86"/>
                      </a:moveTo>
                      <a:lnTo>
                        <a:pt x="43" y="86"/>
                      </a:lnTo>
                      <a:cubicBezTo>
                        <a:pt x="20" y="86"/>
                        <a:pt x="0" y="67"/>
                        <a:pt x="0" y="43"/>
                      </a:cubicBezTo>
                      <a:cubicBezTo>
                        <a:pt x="0" y="20"/>
                        <a:pt x="20" y="0"/>
                        <a:pt x="43" y="0"/>
                      </a:cubicBezTo>
                      <a:lnTo>
                        <a:pt x="591" y="0"/>
                      </a:lnTo>
                      <a:cubicBezTo>
                        <a:pt x="614" y="0"/>
                        <a:pt x="634" y="19"/>
                        <a:pt x="634" y="43"/>
                      </a:cubicBezTo>
                      <a:cubicBezTo>
                        <a:pt x="634" y="66"/>
                        <a:pt x="614" y="86"/>
                        <a:pt x="591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4" name="Google Shape;1854;p31"/>
                <p:cNvSpPr/>
                <p:nvPr/>
              </p:nvSpPr>
              <p:spPr>
                <a:xfrm>
                  <a:off x="4685160" y="304668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20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5" name="Google Shape;1855;p31"/>
                <p:cNvSpPr/>
                <p:nvPr/>
              </p:nvSpPr>
              <p:spPr>
                <a:xfrm>
                  <a:off x="4685160" y="316980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6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6" name="Google Shape;1856;p31"/>
                <p:cNvSpPr/>
                <p:nvPr/>
              </p:nvSpPr>
              <p:spPr>
                <a:xfrm>
                  <a:off x="4685160" y="3292560"/>
                  <a:ext cx="227880" cy="30960"/>
                </a:xfrm>
                <a:custGeom>
                  <a:rect b="b" l="l" r="r" t="t"/>
                  <a:pathLst>
                    <a:path extrusionOk="0" h="86" w="633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19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rgbClr val="839B8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57" name="Google Shape;1857;p31"/>
            <p:cNvGrpSpPr/>
            <p:nvPr/>
          </p:nvGrpSpPr>
          <p:grpSpPr>
            <a:xfrm>
              <a:off x="6056655" y="1430660"/>
              <a:ext cx="2268597" cy="909869"/>
              <a:chOff x="1488000" y="1510560"/>
              <a:chExt cx="3427920" cy="1374840"/>
            </a:xfrm>
          </p:grpSpPr>
          <p:sp>
            <p:nvSpPr>
              <p:cNvPr id="1858" name="Google Shape;1858;p31"/>
              <p:cNvSpPr/>
              <p:nvPr/>
            </p:nvSpPr>
            <p:spPr>
              <a:xfrm>
                <a:off x="4850400" y="1510560"/>
                <a:ext cx="65520" cy="473040"/>
              </a:xfrm>
              <a:custGeom>
                <a:rect b="b" l="l" r="r" t="t"/>
                <a:pathLst>
                  <a:path extrusionOk="0" h="1314" w="182">
                    <a:moveTo>
                      <a:pt x="182" y="408"/>
                    </a:moveTo>
                    <a:lnTo>
                      <a:pt x="102" y="408"/>
                    </a:lnTo>
                    <a:lnTo>
                      <a:pt x="102" y="0"/>
                    </a:lnTo>
                    <a:lnTo>
                      <a:pt x="80" y="0"/>
                    </a:lnTo>
                    <a:lnTo>
                      <a:pt x="80" y="408"/>
                    </a:lnTo>
                    <a:lnTo>
                      <a:pt x="0" y="40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408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31"/>
              <p:cNvSpPr/>
              <p:nvPr/>
            </p:nvSpPr>
            <p:spPr>
              <a:xfrm>
                <a:off x="4745640" y="159048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12"/>
                    </a:lnTo>
                    <a:lnTo>
                      <a:pt x="0" y="612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612"/>
                    </a:lnTo>
                    <a:lnTo>
                      <a:pt x="102" y="61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31"/>
              <p:cNvSpPr/>
              <p:nvPr/>
            </p:nvSpPr>
            <p:spPr>
              <a:xfrm>
                <a:off x="4640520" y="163224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69"/>
                    </a:lnTo>
                    <a:lnTo>
                      <a:pt x="0" y="669"/>
                    </a:lnTo>
                    <a:lnTo>
                      <a:pt x="0" y="1286"/>
                    </a:lnTo>
                    <a:lnTo>
                      <a:pt x="79" y="128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286"/>
                    </a:lnTo>
                    <a:lnTo>
                      <a:pt x="181" y="1286"/>
                    </a:lnTo>
                    <a:lnTo>
                      <a:pt x="181" y="669"/>
                    </a:lnTo>
                    <a:lnTo>
                      <a:pt x="102" y="66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31"/>
              <p:cNvSpPr/>
              <p:nvPr/>
            </p:nvSpPr>
            <p:spPr>
              <a:xfrm>
                <a:off x="4535400" y="160884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192"/>
                    </a:lnTo>
                    <a:lnTo>
                      <a:pt x="0" y="192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192"/>
                    </a:lnTo>
                    <a:lnTo>
                      <a:pt x="102" y="19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31"/>
              <p:cNvSpPr/>
              <p:nvPr/>
            </p:nvSpPr>
            <p:spPr>
              <a:xfrm>
                <a:off x="4430280" y="1770480"/>
                <a:ext cx="65160" cy="354960"/>
              </a:xfrm>
              <a:custGeom>
                <a:rect b="b" l="l" r="r" t="t"/>
                <a:pathLst>
                  <a:path extrusionOk="0" h="986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55"/>
                    </a:lnTo>
                    <a:lnTo>
                      <a:pt x="0" y="255"/>
                    </a:lnTo>
                    <a:lnTo>
                      <a:pt x="0" y="689"/>
                    </a:lnTo>
                    <a:lnTo>
                      <a:pt x="79" y="689"/>
                    </a:lnTo>
                    <a:lnTo>
                      <a:pt x="79" y="986"/>
                    </a:lnTo>
                    <a:lnTo>
                      <a:pt x="102" y="986"/>
                    </a:lnTo>
                    <a:lnTo>
                      <a:pt x="102" y="689"/>
                    </a:lnTo>
                    <a:lnTo>
                      <a:pt x="181" y="689"/>
                    </a:lnTo>
                    <a:lnTo>
                      <a:pt x="181" y="255"/>
                    </a:lnTo>
                    <a:lnTo>
                      <a:pt x="102" y="25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31"/>
              <p:cNvSpPr/>
              <p:nvPr/>
            </p:nvSpPr>
            <p:spPr>
              <a:xfrm>
                <a:off x="4325160" y="1821600"/>
                <a:ext cx="65160" cy="421920"/>
              </a:xfrm>
              <a:custGeom>
                <a:rect b="b" l="l" r="r" t="t"/>
                <a:pathLst>
                  <a:path extrusionOk="0" h="1172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172"/>
                    </a:lnTo>
                    <a:lnTo>
                      <a:pt x="102" y="1172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31"/>
              <p:cNvSpPr/>
              <p:nvPr/>
            </p:nvSpPr>
            <p:spPr>
              <a:xfrm>
                <a:off x="4220040" y="1747080"/>
                <a:ext cx="65160" cy="367200"/>
              </a:xfrm>
              <a:custGeom>
                <a:rect b="b" l="l" r="r" t="t"/>
                <a:pathLst>
                  <a:path extrusionOk="0" h="1020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39"/>
                    </a:lnTo>
                    <a:lnTo>
                      <a:pt x="0" y="239"/>
                    </a:lnTo>
                    <a:lnTo>
                      <a:pt x="0" y="818"/>
                    </a:lnTo>
                    <a:lnTo>
                      <a:pt x="79" y="818"/>
                    </a:lnTo>
                    <a:lnTo>
                      <a:pt x="79" y="1020"/>
                    </a:lnTo>
                    <a:lnTo>
                      <a:pt x="102" y="1020"/>
                    </a:lnTo>
                    <a:lnTo>
                      <a:pt x="102" y="818"/>
                    </a:lnTo>
                    <a:lnTo>
                      <a:pt x="181" y="818"/>
                    </a:lnTo>
                    <a:lnTo>
                      <a:pt x="181" y="239"/>
                    </a:lnTo>
                    <a:lnTo>
                      <a:pt x="102" y="23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31"/>
              <p:cNvSpPr/>
              <p:nvPr/>
            </p:nvSpPr>
            <p:spPr>
              <a:xfrm>
                <a:off x="4114920" y="1599480"/>
                <a:ext cx="65520" cy="440280"/>
              </a:xfrm>
              <a:custGeom>
                <a:rect b="b" l="l" r="r" t="t"/>
                <a:pathLst>
                  <a:path extrusionOk="0" h="1223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8"/>
                    </a:lnTo>
                    <a:lnTo>
                      <a:pt x="0" y="238"/>
                    </a:lnTo>
                    <a:lnTo>
                      <a:pt x="0" y="1006"/>
                    </a:lnTo>
                    <a:lnTo>
                      <a:pt x="80" y="1006"/>
                    </a:lnTo>
                    <a:lnTo>
                      <a:pt x="80" y="1223"/>
                    </a:lnTo>
                    <a:lnTo>
                      <a:pt x="102" y="1223"/>
                    </a:lnTo>
                    <a:lnTo>
                      <a:pt x="102" y="1006"/>
                    </a:lnTo>
                    <a:lnTo>
                      <a:pt x="182" y="1006"/>
                    </a:lnTo>
                    <a:lnTo>
                      <a:pt x="182" y="238"/>
                    </a:lnTo>
                    <a:lnTo>
                      <a:pt x="102" y="23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31"/>
              <p:cNvSpPr/>
              <p:nvPr/>
            </p:nvSpPr>
            <p:spPr>
              <a:xfrm>
                <a:off x="4009800" y="1807920"/>
                <a:ext cx="65520" cy="349200"/>
              </a:xfrm>
              <a:custGeom>
                <a:rect b="b" l="l" r="r" t="t"/>
                <a:pathLst>
                  <a:path extrusionOk="0" h="970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2"/>
                    </a:lnTo>
                    <a:lnTo>
                      <a:pt x="0" y="232"/>
                    </a:lnTo>
                    <a:lnTo>
                      <a:pt x="0" y="702"/>
                    </a:lnTo>
                    <a:lnTo>
                      <a:pt x="80" y="702"/>
                    </a:lnTo>
                    <a:lnTo>
                      <a:pt x="80" y="970"/>
                    </a:lnTo>
                    <a:lnTo>
                      <a:pt x="102" y="970"/>
                    </a:lnTo>
                    <a:lnTo>
                      <a:pt x="102" y="702"/>
                    </a:lnTo>
                    <a:lnTo>
                      <a:pt x="182" y="702"/>
                    </a:lnTo>
                    <a:lnTo>
                      <a:pt x="182" y="232"/>
                    </a:lnTo>
                    <a:lnTo>
                      <a:pt x="102" y="23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31"/>
              <p:cNvSpPr/>
              <p:nvPr/>
            </p:nvSpPr>
            <p:spPr>
              <a:xfrm>
                <a:off x="3905040" y="1950840"/>
                <a:ext cx="65160" cy="351000"/>
              </a:xfrm>
              <a:custGeom>
                <a:rect b="b" l="l" r="r" t="t"/>
                <a:pathLst>
                  <a:path extrusionOk="0" h="975" w="181">
                    <a:moveTo>
                      <a:pt x="101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67"/>
                    </a:lnTo>
                    <a:lnTo>
                      <a:pt x="79" y="667"/>
                    </a:lnTo>
                    <a:lnTo>
                      <a:pt x="79" y="975"/>
                    </a:lnTo>
                    <a:lnTo>
                      <a:pt x="101" y="975"/>
                    </a:lnTo>
                    <a:lnTo>
                      <a:pt x="101" y="667"/>
                    </a:lnTo>
                    <a:lnTo>
                      <a:pt x="181" y="667"/>
                    </a:lnTo>
                    <a:lnTo>
                      <a:pt x="181" y="308"/>
                    </a:lnTo>
                    <a:lnTo>
                      <a:pt x="101" y="308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31"/>
              <p:cNvSpPr/>
              <p:nvPr/>
            </p:nvSpPr>
            <p:spPr>
              <a:xfrm>
                <a:off x="3799920" y="1859760"/>
                <a:ext cx="65160" cy="358560"/>
              </a:xfrm>
              <a:custGeom>
                <a:rect b="b" l="l" r="r" t="t"/>
                <a:pathLst>
                  <a:path extrusionOk="0" h="996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84"/>
                    </a:lnTo>
                    <a:lnTo>
                      <a:pt x="79" y="684"/>
                    </a:lnTo>
                    <a:lnTo>
                      <a:pt x="79" y="996"/>
                    </a:lnTo>
                    <a:lnTo>
                      <a:pt x="102" y="996"/>
                    </a:lnTo>
                    <a:lnTo>
                      <a:pt x="102" y="684"/>
                    </a:lnTo>
                    <a:lnTo>
                      <a:pt x="181" y="684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9" name="Google Shape;1869;p31"/>
              <p:cNvSpPr/>
              <p:nvPr/>
            </p:nvSpPr>
            <p:spPr>
              <a:xfrm>
                <a:off x="3694800" y="1950840"/>
                <a:ext cx="65160" cy="434880"/>
              </a:xfrm>
              <a:custGeom>
                <a:rect b="b" l="l" r="r" t="t"/>
                <a:pathLst>
                  <a:path extrusionOk="0" h="1208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208"/>
                    </a:lnTo>
                    <a:lnTo>
                      <a:pt x="102" y="1208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0" name="Google Shape;1870;p31"/>
              <p:cNvSpPr/>
              <p:nvPr/>
            </p:nvSpPr>
            <p:spPr>
              <a:xfrm>
                <a:off x="3589680" y="1950840"/>
                <a:ext cx="65160" cy="300960"/>
              </a:xfrm>
              <a:custGeom>
                <a:rect b="b" l="l" r="r" t="t"/>
                <a:pathLst>
                  <a:path extrusionOk="0" h="836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48"/>
                    </a:lnTo>
                    <a:lnTo>
                      <a:pt x="79" y="648"/>
                    </a:lnTo>
                    <a:lnTo>
                      <a:pt x="79" y="836"/>
                    </a:lnTo>
                    <a:lnTo>
                      <a:pt x="102" y="836"/>
                    </a:lnTo>
                    <a:lnTo>
                      <a:pt x="102" y="648"/>
                    </a:lnTo>
                    <a:lnTo>
                      <a:pt x="181" y="648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31"/>
              <p:cNvSpPr/>
              <p:nvPr/>
            </p:nvSpPr>
            <p:spPr>
              <a:xfrm>
                <a:off x="3484560" y="1903320"/>
                <a:ext cx="65160" cy="315000"/>
              </a:xfrm>
              <a:custGeom>
                <a:rect b="b" l="l" r="r" t="t"/>
                <a:pathLst>
                  <a:path extrusionOk="0" h="875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9"/>
                    </a:lnTo>
                    <a:lnTo>
                      <a:pt x="0" y="309"/>
                    </a:lnTo>
                    <a:lnTo>
                      <a:pt x="0" y="563"/>
                    </a:lnTo>
                    <a:lnTo>
                      <a:pt x="79" y="563"/>
                    </a:lnTo>
                    <a:lnTo>
                      <a:pt x="79" y="875"/>
                    </a:lnTo>
                    <a:lnTo>
                      <a:pt x="102" y="875"/>
                    </a:lnTo>
                    <a:lnTo>
                      <a:pt x="102" y="563"/>
                    </a:lnTo>
                    <a:lnTo>
                      <a:pt x="181" y="563"/>
                    </a:lnTo>
                    <a:lnTo>
                      <a:pt x="181" y="309"/>
                    </a:lnTo>
                    <a:lnTo>
                      <a:pt x="102" y="30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31"/>
              <p:cNvSpPr/>
              <p:nvPr/>
            </p:nvSpPr>
            <p:spPr>
              <a:xfrm>
                <a:off x="3379440" y="1950840"/>
                <a:ext cx="65160" cy="601920"/>
              </a:xfrm>
              <a:custGeom>
                <a:rect b="b" l="l" r="r" t="t"/>
                <a:pathLst>
                  <a:path extrusionOk="0" h="1672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491"/>
                    </a:lnTo>
                    <a:lnTo>
                      <a:pt x="79" y="1491"/>
                    </a:lnTo>
                    <a:lnTo>
                      <a:pt x="79" y="1672"/>
                    </a:lnTo>
                    <a:lnTo>
                      <a:pt x="102" y="1672"/>
                    </a:lnTo>
                    <a:lnTo>
                      <a:pt x="102" y="1491"/>
                    </a:lnTo>
                    <a:lnTo>
                      <a:pt x="181" y="1491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3" name="Google Shape;1873;p31"/>
              <p:cNvSpPr/>
              <p:nvPr/>
            </p:nvSpPr>
            <p:spPr>
              <a:xfrm>
                <a:off x="3274320" y="2120040"/>
                <a:ext cx="65520" cy="473040"/>
              </a:xfrm>
              <a:custGeom>
                <a:rect b="b" l="l" r="r" t="t"/>
                <a:pathLst>
                  <a:path extrusionOk="0" h="1314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4" name="Google Shape;1874;p31"/>
              <p:cNvSpPr/>
              <p:nvPr/>
            </p:nvSpPr>
            <p:spPr>
              <a:xfrm>
                <a:off x="3169200" y="2139840"/>
                <a:ext cx="65520" cy="538200"/>
              </a:xfrm>
              <a:custGeom>
                <a:rect b="b" l="l" r="r" t="t"/>
                <a:pathLst>
                  <a:path extrusionOk="0" h="1495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83"/>
                    </a:lnTo>
                    <a:lnTo>
                      <a:pt x="0" y="283"/>
                    </a:lnTo>
                    <a:lnTo>
                      <a:pt x="0" y="1188"/>
                    </a:lnTo>
                    <a:lnTo>
                      <a:pt x="80" y="1188"/>
                    </a:lnTo>
                    <a:lnTo>
                      <a:pt x="80" y="1495"/>
                    </a:lnTo>
                    <a:lnTo>
                      <a:pt x="102" y="1495"/>
                    </a:lnTo>
                    <a:lnTo>
                      <a:pt x="102" y="1188"/>
                    </a:lnTo>
                    <a:lnTo>
                      <a:pt x="182" y="1188"/>
                    </a:lnTo>
                    <a:lnTo>
                      <a:pt x="182" y="283"/>
                    </a:lnTo>
                    <a:lnTo>
                      <a:pt x="102" y="28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31"/>
              <p:cNvSpPr/>
              <p:nvPr/>
            </p:nvSpPr>
            <p:spPr>
              <a:xfrm>
                <a:off x="3064440" y="2449080"/>
                <a:ext cx="65160" cy="436320"/>
              </a:xfrm>
              <a:custGeom>
                <a:rect b="b" l="l" r="r" t="t"/>
                <a:pathLst>
                  <a:path extrusionOk="0" h="1212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08"/>
                    </a:lnTo>
                    <a:lnTo>
                      <a:pt x="0" y="208"/>
                    </a:lnTo>
                    <a:lnTo>
                      <a:pt x="0" y="904"/>
                    </a:lnTo>
                    <a:lnTo>
                      <a:pt x="79" y="904"/>
                    </a:lnTo>
                    <a:lnTo>
                      <a:pt x="79" y="1212"/>
                    </a:lnTo>
                    <a:lnTo>
                      <a:pt x="102" y="1212"/>
                    </a:lnTo>
                    <a:lnTo>
                      <a:pt x="102" y="904"/>
                    </a:lnTo>
                    <a:lnTo>
                      <a:pt x="181" y="904"/>
                    </a:lnTo>
                    <a:lnTo>
                      <a:pt x="181" y="208"/>
                    </a:lnTo>
                    <a:lnTo>
                      <a:pt x="102" y="2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31"/>
              <p:cNvSpPr/>
              <p:nvPr/>
            </p:nvSpPr>
            <p:spPr>
              <a:xfrm>
                <a:off x="2959320" y="202860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67"/>
                    </a:lnTo>
                    <a:lnTo>
                      <a:pt x="79" y="1167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167"/>
                    </a:lnTo>
                    <a:lnTo>
                      <a:pt x="181" y="1167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7" name="Google Shape;1877;p31"/>
              <p:cNvSpPr/>
              <p:nvPr/>
            </p:nvSpPr>
            <p:spPr>
              <a:xfrm>
                <a:off x="2854200" y="206712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495"/>
                    </a:lnTo>
                    <a:lnTo>
                      <a:pt x="0" y="495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495"/>
                    </a:lnTo>
                    <a:lnTo>
                      <a:pt x="102" y="49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31"/>
              <p:cNvSpPr/>
              <p:nvPr/>
            </p:nvSpPr>
            <p:spPr>
              <a:xfrm>
                <a:off x="2749080" y="2245320"/>
                <a:ext cx="65160" cy="472680"/>
              </a:xfrm>
              <a:custGeom>
                <a:rect b="b" l="l" r="r" t="t"/>
                <a:pathLst>
                  <a:path extrusionOk="0" h="1313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561"/>
                    </a:lnTo>
                    <a:lnTo>
                      <a:pt x="0" y="561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561"/>
                    </a:lnTo>
                    <a:lnTo>
                      <a:pt x="102" y="56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31"/>
              <p:cNvSpPr/>
              <p:nvPr/>
            </p:nvSpPr>
            <p:spPr>
              <a:xfrm>
                <a:off x="2643960" y="2356560"/>
                <a:ext cx="65160" cy="472680"/>
              </a:xfrm>
              <a:custGeom>
                <a:rect b="b" l="l" r="r" t="t"/>
                <a:pathLst>
                  <a:path extrusionOk="0" h="1313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57"/>
                    </a:lnTo>
                    <a:lnTo>
                      <a:pt x="0" y="657"/>
                    </a:lnTo>
                    <a:lnTo>
                      <a:pt x="0" y="1004"/>
                    </a:lnTo>
                    <a:lnTo>
                      <a:pt x="79" y="1004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4"/>
                    </a:lnTo>
                    <a:lnTo>
                      <a:pt x="181" y="1004"/>
                    </a:lnTo>
                    <a:lnTo>
                      <a:pt x="181" y="657"/>
                    </a:lnTo>
                    <a:lnTo>
                      <a:pt x="102" y="657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31"/>
              <p:cNvSpPr/>
              <p:nvPr/>
            </p:nvSpPr>
            <p:spPr>
              <a:xfrm>
                <a:off x="2538840" y="2291040"/>
                <a:ext cx="65160" cy="472680"/>
              </a:xfrm>
              <a:custGeom>
                <a:rect b="b" l="l" r="r" t="t"/>
                <a:pathLst>
                  <a:path extrusionOk="0" h="1313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581"/>
                    </a:lnTo>
                    <a:lnTo>
                      <a:pt x="0" y="581"/>
                    </a:lnTo>
                    <a:lnTo>
                      <a:pt x="0" y="1004"/>
                    </a:lnTo>
                    <a:lnTo>
                      <a:pt x="79" y="1004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4"/>
                    </a:lnTo>
                    <a:lnTo>
                      <a:pt x="181" y="1004"/>
                    </a:lnTo>
                    <a:lnTo>
                      <a:pt x="181" y="581"/>
                    </a:lnTo>
                    <a:lnTo>
                      <a:pt x="102" y="58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31"/>
              <p:cNvSpPr/>
              <p:nvPr/>
            </p:nvSpPr>
            <p:spPr>
              <a:xfrm>
                <a:off x="2433720" y="2245320"/>
                <a:ext cx="65520" cy="472680"/>
              </a:xfrm>
              <a:custGeom>
                <a:rect b="b" l="l" r="r" t="t"/>
                <a:pathLst>
                  <a:path extrusionOk="0" h="1313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475"/>
                    </a:lnTo>
                    <a:lnTo>
                      <a:pt x="0" y="475"/>
                    </a:lnTo>
                    <a:lnTo>
                      <a:pt x="0" y="1006"/>
                    </a:lnTo>
                    <a:lnTo>
                      <a:pt x="80" y="1006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6"/>
                    </a:lnTo>
                    <a:lnTo>
                      <a:pt x="182" y="1006"/>
                    </a:lnTo>
                    <a:lnTo>
                      <a:pt x="182" y="475"/>
                    </a:lnTo>
                    <a:lnTo>
                      <a:pt x="102" y="47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2" name="Google Shape;1882;p31"/>
              <p:cNvSpPr/>
              <p:nvPr/>
            </p:nvSpPr>
            <p:spPr>
              <a:xfrm>
                <a:off x="2328600" y="2361960"/>
                <a:ext cx="65520" cy="472680"/>
              </a:xfrm>
              <a:custGeom>
                <a:rect b="b" l="l" r="r" t="t"/>
                <a:pathLst>
                  <a:path extrusionOk="0" h="1313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187"/>
                    </a:lnTo>
                    <a:lnTo>
                      <a:pt x="0" y="187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187"/>
                    </a:lnTo>
                    <a:lnTo>
                      <a:pt x="102" y="187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31"/>
              <p:cNvSpPr/>
              <p:nvPr/>
            </p:nvSpPr>
            <p:spPr>
              <a:xfrm>
                <a:off x="2223840" y="2165400"/>
                <a:ext cx="65160" cy="472680"/>
              </a:xfrm>
              <a:custGeom>
                <a:rect b="b" l="l" r="r" t="t"/>
                <a:pathLst>
                  <a:path extrusionOk="0" h="1313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01"/>
                    </a:lnTo>
                    <a:lnTo>
                      <a:pt x="79" y="1101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101"/>
                    </a:lnTo>
                    <a:lnTo>
                      <a:pt x="181" y="1101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31"/>
              <p:cNvSpPr/>
              <p:nvPr/>
            </p:nvSpPr>
            <p:spPr>
              <a:xfrm>
                <a:off x="2118720" y="197064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12"/>
                    </a:lnTo>
                    <a:lnTo>
                      <a:pt x="79" y="1112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112"/>
                    </a:lnTo>
                    <a:lnTo>
                      <a:pt x="181" y="1112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5" name="Google Shape;1885;p31"/>
              <p:cNvSpPr/>
              <p:nvPr/>
            </p:nvSpPr>
            <p:spPr>
              <a:xfrm>
                <a:off x="2013600" y="2050920"/>
                <a:ext cx="65160" cy="472680"/>
              </a:xfrm>
              <a:custGeom>
                <a:rect b="b" l="l" r="r" t="t"/>
                <a:pathLst>
                  <a:path extrusionOk="0" h="1313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22"/>
                    </a:lnTo>
                    <a:lnTo>
                      <a:pt x="0" y="222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222"/>
                    </a:lnTo>
                    <a:lnTo>
                      <a:pt x="102" y="22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6" name="Google Shape;1886;p31"/>
              <p:cNvSpPr/>
              <p:nvPr/>
            </p:nvSpPr>
            <p:spPr>
              <a:xfrm>
                <a:off x="1908480" y="195264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525"/>
                    </a:lnTo>
                    <a:lnTo>
                      <a:pt x="79" y="525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525"/>
                    </a:lnTo>
                    <a:lnTo>
                      <a:pt x="181" y="52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31"/>
              <p:cNvSpPr/>
              <p:nvPr/>
            </p:nvSpPr>
            <p:spPr>
              <a:xfrm>
                <a:off x="1803360" y="1845360"/>
                <a:ext cx="65160" cy="473040"/>
              </a:xfrm>
              <a:custGeom>
                <a:rect b="b" l="l" r="r" t="t"/>
                <a:pathLst>
                  <a:path extrusionOk="0" h="1314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57"/>
                    </a:lnTo>
                    <a:lnTo>
                      <a:pt x="79" y="657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657"/>
                    </a:lnTo>
                    <a:lnTo>
                      <a:pt x="181" y="657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31"/>
              <p:cNvSpPr/>
              <p:nvPr/>
            </p:nvSpPr>
            <p:spPr>
              <a:xfrm>
                <a:off x="1698240" y="2073600"/>
                <a:ext cx="65160" cy="560880"/>
              </a:xfrm>
              <a:custGeom>
                <a:rect b="b" l="l" r="r" t="t"/>
                <a:pathLst>
                  <a:path extrusionOk="0" h="1558" w="181">
                    <a:moveTo>
                      <a:pt x="102" y="0"/>
                    </a:moveTo>
                    <a:lnTo>
                      <a:pt x="79" y="0"/>
                    </a:lnTo>
                    <a:lnTo>
                      <a:pt x="79" y="162"/>
                    </a:lnTo>
                    <a:lnTo>
                      <a:pt x="0" y="162"/>
                    </a:lnTo>
                    <a:lnTo>
                      <a:pt x="0" y="1251"/>
                    </a:lnTo>
                    <a:lnTo>
                      <a:pt x="79" y="1251"/>
                    </a:lnTo>
                    <a:lnTo>
                      <a:pt x="79" y="1558"/>
                    </a:lnTo>
                    <a:lnTo>
                      <a:pt x="102" y="1558"/>
                    </a:lnTo>
                    <a:lnTo>
                      <a:pt x="102" y="1251"/>
                    </a:lnTo>
                    <a:lnTo>
                      <a:pt x="181" y="1251"/>
                    </a:lnTo>
                    <a:lnTo>
                      <a:pt x="181" y="162"/>
                    </a:lnTo>
                    <a:lnTo>
                      <a:pt x="102" y="16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31"/>
              <p:cNvSpPr/>
              <p:nvPr/>
            </p:nvSpPr>
            <p:spPr>
              <a:xfrm>
                <a:off x="1593120" y="2274480"/>
                <a:ext cx="65160" cy="592920"/>
              </a:xfrm>
              <a:custGeom>
                <a:rect b="b" l="l" r="r" t="t"/>
                <a:pathLst>
                  <a:path extrusionOk="0" h="1647" w="181">
                    <a:moveTo>
                      <a:pt x="0" y="592"/>
                    </a:moveTo>
                    <a:lnTo>
                      <a:pt x="80" y="592"/>
                    </a:lnTo>
                    <a:lnTo>
                      <a:pt x="80" y="1647"/>
                    </a:lnTo>
                    <a:lnTo>
                      <a:pt x="102" y="1647"/>
                    </a:lnTo>
                    <a:lnTo>
                      <a:pt x="102" y="592"/>
                    </a:lnTo>
                    <a:lnTo>
                      <a:pt x="181" y="592"/>
                    </a:lnTo>
                    <a:lnTo>
                      <a:pt x="181" y="0"/>
                    </a:lnTo>
                    <a:lnTo>
                      <a:pt x="0" y="0"/>
                    </a:lnTo>
                    <a:lnTo>
                      <a:pt x="0" y="592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31"/>
              <p:cNvSpPr/>
              <p:nvPr/>
            </p:nvSpPr>
            <p:spPr>
              <a:xfrm>
                <a:off x="1488000" y="2361960"/>
                <a:ext cx="65520" cy="472680"/>
              </a:xfrm>
              <a:custGeom>
                <a:rect b="b" l="l" r="r" t="t"/>
                <a:pathLst>
                  <a:path extrusionOk="0" h="1313" w="182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8"/>
                    </a:lnTo>
                    <a:lnTo>
                      <a:pt x="0" y="23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238"/>
                    </a:lnTo>
                    <a:lnTo>
                      <a:pt x="102" y="23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1" name="Google Shape;1891;p31"/>
            <p:cNvSpPr/>
            <p:nvPr/>
          </p:nvSpPr>
          <p:spPr>
            <a:xfrm>
              <a:off x="8155750" y="1901248"/>
              <a:ext cx="146980" cy="202470"/>
            </a:xfrm>
            <a:custGeom>
              <a:rect b="b" l="l" r="r" t="t"/>
              <a:pathLst>
                <a:path extrusionOk="0" h="1350" w="980">
                  <a:moveTo>
                    <a:pt x="980" y="610"/>
                  </a:moveTo>
                  <a:lnTo>
                    <a:pt x="490" y="0"/>
                  </a:lnTo>
                  <a:lnTo>
                    <a:pt x="0" y="610"/>
                  </a:lnTo>
                  <a:lnTo>
                    <a:pt x="221" y="610"/>
                  </a:lnTo>
                  <a:lnTo>
                    <a:pt x="221" y="1350"/>
                  </a:lnTo>
                  <a:lnTo>
                    <a:pt x="759" y="1350"/>
                  </a:lnTo>
                  <a:lnTo>
                    <a:pt x="759" y="610"/>
                  </a:lnTo>
                  <a:lnTo>
                    <a:pt x="980" y="610"/>
                  </a:lnTo>
                  <a:close/>
                </a:path>
              </a:pathLst>
            </a:custGeom>
            <a:solidFill>
              <a:srgbClr val="E96D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2" name="Google Shape;1892;p31"/>
            <p:cNvGrpSpPr/>
            <p:nvPr/>
          </p:nvGrpSpPr>
          <p:grpSpPr>
            <a:xfrm>
              <a:off x="6685391" y="1504199"/>
              <a:ext cx="233483" cy="321397"/>
              <a:chOff x="2438040" y="1621680"/>
              <a:chExt cx="352800" cy="485640"/>
            </a:xfrm>
          </p:grpSpPr>
          <p:sp>
            <p:nvSpPr>
              <p:cNvPr id="1893" name="Google Shape;1893;p31"/>
              <p:cNvSpPr/>
              <p:nvPr/>
            </p:nvSpPr>
            <p:spPr>
              <a:xfrm>
                <a:off x="2517600" y="1621680"/>
                <a:ext cx="193680" cy="298080"/>
              </a:xfrm>
              <a:custGeom>
                <a:rect b="b" l="l" r="r" t="t"/>
                <a:pathLst>
                  <a:path extrusionOk="0" h="828" w="538">
                    <a:moveTo>
                      <a:pt x="0" y="0"/>
                    </a:moveTo>
                    <a:lnTo>
                      <a:pt x="538" y="0"/>
                    </a:lnTo>
                    <a:lnTo>
                      <a:pt x="538" y="828"/>
                    </a:lnTo>
                    <a:lnTo>
                      <a:pt x="0" y="8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6D5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31"/>
              <p:cNvSpPr/>
              <p:nvPr/>
            </p:nvSpPr>
            <p:spPr>
              <a:xfrm>
                <a:off x="2438040" y="1887720"/>
                <a:ext cx="352800" cy="219600"/>
              </a:xfrm>
              <a:custGeom>
                <a:rect b="b" l="l" r="r" t="t"/>
                <a:pathLst>
                  <a:path extrusionOk="0" h="610" w="980">
                    <a:moveTo>
                      <a:pt x="490" y="610"/>
                    </a:moveTo>
                    <a:lnTo>
                      <a:pt x="980" y="0"/>
                    </a:lnTo>
                    <a:lnTo>
                      <a:pt x="0" y="0"/>
                    </a:lnTo>
                    <a:lnTo>
                      <a:pt x="490" y="610"/>
                    </a:lnTo>
                    <a:close/>
                  </a:path>
                </a:pathLst>
              </a:custGeom>
              <a:solidFill>
                <a:srgbClr val="E96D5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5" name="Google Shape;1895;p31"/>
            <p:cNvSpPr/>
            <p:nvPr/>
          </p:nvSpPr>
          <p:spPr>
            <a:xfrm>
              <a:off x="7650066" y="3517420"/>
              <a:ext cx="168573" cy="653187"/>
            </a:xfrm>
            <a:custGeom>
              <a:rect b="b" l="l" r="r" t="t"/>
              <a:pathLst>
                <a:path extrusionOk="0" h="2476" w="639">
                  <a:moveTo>
                    <a:pt x="557" y="2436"/>
                  </a:moveTo>
                  <a:lnTo>
                    <a:pt x="0" y="0"/>
                  </a:lnTo>
                  <a:lnTo>
                    <a:pt x="208" y="0"/>
                  </a:lnTo>
                  <a:lnTo>
                    <a:pt x="639" y="2436"/>
                  </a:lnTo>
                  <a:cubicBezTo>
                    <a:pt x="636" y="2489"/>
                    <a:pt x="559" y="2489"/>
                    <a:pt x="557" y="2436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7279415" y="3517420"/>
              <a:ext cx="168573" cy="653187"/>
            </a:xfrm>
            <a:custGeom>
              <a:rect b="b" l="l" r="r" t="t"/>
              <a:pathLst>
                <a:path extrusionOk="0" h="2476" w="639">
                  <a:moveTo>
                    <a:pt x="556" y="2436"/>
                  </a:moveTo>
                  <a:lnTo>
                    <a:pt x="0" y="0"/>
                  </a:lnTo>
                  <a:lnTo>
                    <a:pt x="208" y="0"/>
                  </a:lnTo>
                  <a:lnTo>
                    <a:pt x="639" y="2436"/>
                  </a:lnTo>
                  <a:cubicBezTo>
                    <a:pt x="636" y="2489"/>
                    <a:pt x="559" y="2489"/>
                    <a:pt x="556" y="2436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7410264" y="3501328"/>
              <a:ext cx="341367" cy="32185"/>
            </a:xfrm>
            <a:custGeom>
              <a:rect b="b" l="l" r="r" t="t"/>
              <a:pathLst>
                <a:path extrusionOk="0" h="122" w="1294">
                  <a:moveTo>
                    <a:pt x="1233" y="122"/>
                  </a:moveTo>
                  <a:lnTo>
                    <a:pt x="61" y="122"/>
                  </a:lnTo>
                  <a:cubicBezTo>
                    <a:pt x="27" y="122"/>
                    <a:pt x="0" y="95"/>
                    <a:pt x="0" y="61"/>
                  </a:cubicBezTo>
                  <a:lnTo>
                    <a:pt x="0" y="61"/>
                  </a:lnTo>
                  <a:cubicBezTo>
                    <a:pt x="0" y="28"/>
                    <a:pt x="27" y="0"/>
                    <a:pt x="61" y="0"/>
                  </a:cubicBezTo>
                  <a:lnTo>
                    <a:pt x="1233" y="0"/>
                  </a:lnTo>
                  <a:cubicBezTo>
                    <a:pt x="1267" y="0"/>
                    <a:pt x="1294" y="28"/>
                    <a:pt x="1294" y="61"/>
                  </a:cubicBezTo>
                  <a:lnTo>
                    <a:pt x="1294" y="61"/>
                  </a:lnTo>
                  <a:cubicBezTo>
                    <a:pt x="1294" y="95"/>
                    <a:pt x="1267" y="122"/>
                    <a:pt x="1233" y="122"/>
                  </a:cubicBezTo>
                  <a:close/>
                </a:path>
              </a:pathLst>
            </a:custGeom>
            <a:solidFill>
              <a:srgbClr val="7EB9C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6896366" y="3008798"/>
              <a:ext cx="1002205" cy="1161808"/>
            </a:xfrm>
            <a:custGeom>
              <a:rect b="b" l="l" r="r" t="t"/>
              <a:pathLst>
                <a:path extrusionOk="0" h="4404" w="3799">
                  <a:moveTo>
                    <a:pt x="3235" y="1753"/>
                  </a:moveTo>
                  <a:lnTo>
                    <a:pt x="3788" y="232"/>
                  </a:lnTo>
                  <a:cubicBezTo>
                    <a:pt x="3830" y="119"/>
                    <a:pt x="3746" y="0"/>
                    <a:pt x="3625" y="0"/>
                  </a:cubicBezTo>
                  <a:lnTo>
                    <a:pt x="2494" y="0"/>
                  </a:lnTo>
                  <a:cubicBezTo>
                    <a:pt x="2421" y="0"/>
                    <a:pt x="2356" y="45"/>
                    <a:pt x="2331" y="114"/>
                  </a:cubicBezTo>
                  <a:lnTo>
                    <a:pt x="1778" y="1635"/>
                  </a:lnTo>
                  <a:cubicBezTo>
                    <a:pt x="1736" y="1748"/>
                    <a:pt x="1820" y="1868"/>
                    <a:pt x="1941" y="1868"/>
                  </a:cubicBezTo>
                  <a:lnTo>
                    <a:pt x="273" y="1868"/>
                  </a:lnTo>
                  <a:cubicBezTo>
                    <a:pt x="240" y="1868"/>
                    <a:pt x="213" y="1895"/>
                    <a:pt x="213" y="1928"/>
                  </a:cubicBezTo>
                  <a:cubicBezTo>
                    <a:pt x="213" y="1962"/>
                    <a:pt x="240" y="1989"/>
                    <a:pt x="273" y="1989"/>
                  </a:cubicBezTo>
                  <a:lnTo>
                    <a:pt x="420" y="1989"/>
                  </a:lnTo>
                  <a:lnTo>
                    <a:pt x="0" y="4365"/>
                  </a:lnTo>
                  <a:cubicBezTo>
                    <a:pt x="2" y="4417"/>
                    <a:pt x="80" y="4417"/>
                    <a:pt x="82" y="4365"/>
                  </a:cubicBezTo>
                  <a:lnTo>
                    <a:pt x="625" y="1989"/>
                  </a:lnTo>
                  <a:lnTo>
                    <a:pt x="1734" y="1989"/>
                  </a:lnTo>
                  <a:lnTo>
                    <a:pt x="1314" y="4365"/>
                  </a:lnTo>
                  <a:cubicBezTo>
                    <a:pt x="1317" y="4417"/>
                    <a:pt x="1394" y="4417"/>
                    <a:pt x="1396" y="4365"/>
                  </a:cubicBezTo>
                  <a:lnTo>
                    <a:pt x="1939" y="1989"/>
                  </a:lnTo>
                  <a:lnTo>
                    <a:pt x="3181" y="1989"/>
                  </a:lnTo>
                  <a:cubicBezTo>
                    <a:pt x="3215" y="1989"/>
                    <a:pt x="3242" y="1962"/>
                    <a:pt x="3242" y="1928"/>
                  </a:cubicBezTo>
                  <a:cubicBezTo>
                    <a:pt x="3242" y="1895"/>
                    <a:pt x="3215" y="1868"/>
                    <a:pt x="3181" y="1868"/>
                  </a:cubicBezTo>
                  <a:lnTo>
                    <a:pt x="3072" y="1868"/>
                  </a:lnTo>
                  <a:cubicBezTo>
                    <a:pt x="3145" y="1868"/>
                    <a:pt x="3210" y="1822"/>
                    <a:pt x="3235" y="1753"/>
                  </a:cubicBezTo>
                  <a:close/>
                </a:path>
              </a:pathLst>
            </a:custGeom>
            <a:solidFill>
              <a:srgbClr val="6179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7429258" y="2560325"/>
              <a:ext cx="295464" cy="349809"/>
            </a:xfrm>
            <a:custGeom>
              <a:rect b="b" l="l" r="r" t="t"/>
              <a:pathLst>
                <a:path extrusionOk="0" h="1326" w="1120">
                  <a:moveTo>
                    <a:pt x="304" y="131"/>
                  </a:moveTo>
                  <a:cubicBezTo>
                    <a:pt x="304" y="131"/>
                    <a:pt x="137" y="140"/>
                    <a:pt x="123" y="321"/>
                  </a:cubicBezTo>
                  <a:cubicBezTo>
                    <a:pt x="109" y="502"/>
                    <a:pt x="141" y="596"/>
                    <a:pt x="63" y="777"/>
                  </a:cubicBezTo>
                  <a:cubicBezTo>
                    <a:pt x="-15" y="958"/>
                    <a:pt x="-78" y="1202"/>
                    <a:pt x="248" y="1224"/>
                  </a:cubicBezTo>
                  <a:cubicBezTo>
                    <a:pt x="574" y="1246"/>
                    <a:pt x="674" y="1232"/>
                    <a:pt x="774" y="1310"/>
                  </a:cubicBezTo>
                  <a:cubicBezTo>
                    <a:pt x="875" y="1388"/>
                    <a:pt x="1216" y="1151"/>
                    <a:pt x="1094" y="942"/>
                  </a:cubicBezTo>
                  <a:cubicBezTo>
                    <a:pt x="971" y="733"/>
                    <a:pt x="924" y="614"/>
                    <a:pt x="974" y="452"/>
                  </a:cubicBezTo>
                  <a:cubicBezTo>
                    <a:pt x="1025" y="290"/>
                    <a:pt x="919" y="113"/>
                    <a:pt x="724" y="37"/>
                  </a:cubicBezTo>
                  <a:cubicBezTo>
                    <a:pt x="561" y="-27"/>
                    <a:pt x="426" y="-18"/>
                    <a:pt x="304" y="131"/>
                  </a:cubicBez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7189457" y="2843127"/>
              <a:ext cx="299949" cy="347434"/>
            </a:xfrm>
            <a:custGeom>
              <a:rect b="b" l="l" r="r" t="t"/>
              <a:pathLst>
                <a:path extrusionOk="0" h="1317" w="1137">
                  <a:moveTo>
                    <a:pt x="1128" y="96"/>
                  </a:moveTo>
                  <a:cubicBezTo>
                    <a:pt x="1128" y="96"/>
                    <a:pt x="1174" y="238"/>
                    <a:pt x="1061" y="648"/>
                  </a:cubicBezTo>
                  <a:cubicBezTo>
                    <a:pt x="949" y="1057"/>
                    <a:pt x="913" y="1193"/>
                    <a:pt x="807" y="1269"/>
                  </a:cubicBezTo>
                  <a:cubicBezTo>
                    <a:pt x="742" y="1317"/>
                    <a:pt x="0" y="1317"/>
                    <a:pt x="0" y="1317"/>
                  </a:cubicBezTo>
                  <a:lnTo>
                    <a:pt x="0" y="1108"/>
                  </a:lnTo>
                  <a:lnTo>
                    <a:pt x="653" y="1028"/>
                  </a:lnTo>
                  <a:cubicBezTo>
                    <a:pt x="653" y="1028"/>
                    <a:pt x="735" y="624"/>
                    <a:pt x="818" y="370"/>
                  </a:cubicBezTo>
                  <a:cubicBezTo>
                    <a:pt x="847" y="282"/>
                    <a:pt x="896" y="54"/>
                    <a:pt x="999" y="9"/>
                  </a:cubicBezTo>
                  <a:cubicBezTo>
                    <a:pt x="1102" y="-36"/>
                    <a:pt x="1128" y="96"/>
                    <a:pt x="1128" y="96"/>
                  </a:cubicBezTo>
                  <a:close/>
                </a:path>
              </a:pathLst>
            </a:custGeom>
            <a:solidFill>
              <a:srgbClr val="E96D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7402878" y="2827298"/>
              <a:ext cx="338729" cy="436074"/>
            </a:xfrm>
            <a:custGeom>
              <a:rect b="b" l="l" r="r" t="t"/>
              <a:pathLst>
                <a:path extrusionOk="0" h="1653" w="1284">
                  <a:moveTo>
                    <a:pt x="1155" y="856"/>
                  </a:moveTo>
                  <a:cubicBezTo>
                    <a:pt x="1125" y="1087"/>
                    <a:pt x="1041" y="1653"/>
                    <a:pt x="1041" y="1653"/>
                  </a:cubicBezTo>
                  <a:lnTo>
                    <a:pt x="175" y="1653"/>
                  </a:lnTo>
                  <a:cubicBezTo>
                    <a:pt x="175" y="1653"/>
                    <a:pt x="201" y="1306"/>
                    <a:pt x="159" y="1119"/>
                  </a:cubicBezTo>
                  <a:cubicBezTo>
                    <a:pt x="151" y="1084"/>
                    <a:pt x="141" y="1055"/>
                    <a:pt x="128" y="1034"/>
                  </a:cubicBezTo>
                  <a:cubicBezTo>
                    <a:pt x="61" y="927"/>
                    <a:pt x="1" y="826"/>
                    <a:pt x="0" y="716"/>
                  </a:cubicBezTo>
                  <a:cubicBezTo>
                    <a:pt x="0" y="689"/>
                    <a:pt x="3" y="661"/>
                    <a:pt x="11" y="633"/>
                  </a:cubicBezTo>
                  <a:cubicBezTo>
                    <a:pt x="50" y="488"/>
                    <a:pt x="108" y="167"/>
                    <a:pt x="181" y="78"/>
                  </a:cubicBezTo>
                  <a:cubicBezTo>
                    <a:pt x="253" y="-11"/>
                    <a:pt x="615" y="0"/>
                    <a:pt x="615" y="0"/>
                  </a:cubicBezTo>
                  <a:cubicBezTo>
                    <a:pt x="615" y="0"/>
                    <a:pt x="1086" y="2"/>
                    <a:pt x="1228" y="81"/>
                  </a:cubicBezTo>
                  <a:cubicBezTo>
                    <a:pt x="1265" y="102"/>
                    <a:pt x="1280" y="149"/>
                    <a:pt x="1283" y="206"/>
                  </a:cubicBezTo>
                  <a:cubicBezTo>
                    <a:pt x="1292" y="383"/>
                    <a:pt x="1178" y="681"/>
                    <a:pt x="1155" y="856"/>
                  </a:cubicBezTo>
                  <a:close/>
                </a:path>
              </a:pathLst>
            </a:custGeom>
            <a:solidFill>
              <a:srgbClr val="E96D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7677502" y="2881643"/>
              <a:ext cx="64105" cy="381729"/>
            </a:xfrm>
            <a:custGeom>
              <a:rect b="b" l="l" r="r" t="t"/>
              <a:pathLst>
                <a:path extrusionOk="0" h="1447" w="243">
                  <a:moveTo>
                    <a:pt x="114" y="650"/>
                  </a:moveTo>
                  <a:cubicBezTo>
                    <a:pt x="84" y="881"/>
                    <a:pt x="0" y="1447"/>
                    <a:pt x="0" y="1447"/>
                  </a:cubicBezTo>
                  <a:lnTo>
                    <a:pt x="42" y="109"/>
                  </a:lnTo>
                  <a:lnTo>
                    <a:pt x="242" y="0"/>
                  </a:lnTo>
                  <a:cubicBezTo>
                    <a:pt x="251" y="177"/>
                    <a:pt x="137" y="475"/>
                    <a:pt x="114" y="650"/>
                  </a:cubicBezTo>
                  <a:close/>
                </a:path>
              </a:pathLst>
            </a:custGeom>
            <a:solidFill>
              <a:srgbClr val="243B50">
                <a:alpha val="10000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7363570" y="3135426"/>
              <a:ext cx="256157" cy="55136"/>
            </a:xfrm>
            <a:custGeom>
              <a:rect b="b" l="l" r="r" t="t"/>
              <a:pathLst>
                <a:path extrusionOk="0" h="209" w="971">
                  <a:moveTo>
                    <a:pt x="971" y="26"/>
                  </a:moveTo>
                  <a:cubicBezTo>
                    <a:pt x="971" y="26"/>
                    <a:pt x="559" y="41"/>
                    <a:pt x="429" y="50"/>
                  </a:cubicBezTo>
                  <a:cubicBezTo>
                    <a:pt x="429" y="50"/>
                    <a:pt x="311" y="5"/>
                    <a:pt x="238" y="0"/>
                  </a:cubicBezTo>
                  <a:cubicBezTo>
                    <a:pt x="127" y="-9"/>
                    <a:pt x="29" y="102"/>
                    <a:pt x="0" y="209"/>
                  </a:cubicBezTo>
                  <a:lnTo>
                    <a:pt x="957" y="209"/>
                  </a:lnTo>
                  <a:lnTo>
                    <a:pt x="971" y="2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7612077" y="2859747"/>
              <a:ext cx="211574" cy="336882"/>
            </a:xfrm>
            <a:custGeom>
              <a:rect b="b" l="l" r="r" t="t"/>
              <a:pathLst>
                <a:path extrusionOk="0" h="1277" w="802">
                  <a:moveTo>
                    <a:pt x="472" y="2"/>
                  </a:moveTo>
                  <a:cubicBezTo>
                    <a:pt x="472" y="2"/>
                    <a:pt x="594" y="229"/>
                    <a:pt x="673" y="530"/>
                  </a:cubicBezTo>
                  <a:cubicBezTo>
                    <a:pt x="752" y="831"/>
                    <a:pt x="861" y="1137"/>
                    <a:pt x="761" y="1220"/>
                  </a:cubicBezTo>
                  <a:cubicBezTo>
                    <a:pt x="660" y="1304"/>
                    <a:pt x="17" y="1270"/>
                    <a:pt x="17" y="1270"/>
                  </a:cubicBezTo>
                  <a:lnTo>
                    <a:pt x="0" y="1045"/>
                  </a:lnTo>
                  <a:lnTo>
                    <a:pt x="490" y="965"/>
                  </a:lnTo>
                  <a:cubicBezTo>
                    <a:pt x="490" y="965"/>
                    <a:pt x="305" y="501"/>
                    <a:pt x="276" y="418"/>
                  </a:cubicBezTo>
                  <a:cubicBezTo>
                    <a:pt x="247" y="334"/>
                    <a:pt x="224" y="77"/>
                    <a:pt x="327" y="32"/>
                  </a:cubicBezTo>
                  <a:cubicBezTo>
                    <a:pt x="431" y="-13"/>
                    <a:pt x="472" y="2"/>
                    <a:pt x="472" y="2"/>
                  </a:cubicBezTo>
                  <a:close/>
                </a:path>
              </a:pathLst>
            </a:custGeom>
            <a:solidFill>
              <a:srgbClr val="E96D5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1"/>
            <p:cNvSpPr/>
            <p:nvPr/>
          </p:nvSpPr>
          <p:spPr>
            <a:xfrm>
              <a:off x="7069424" y="4045564"/>
              <a:ext cx="47749" cy="62259"/>
            </a:xfrm>
            <a:custGeom>
              <a:rect b="b" l="l" r="r" t="t"/>
              <a:pathLst>
                <a:path extrusionOk="0" h="236" w="181">
                  <a:moveTo>
                    <a:pt x="167" y="236"/>
                  </a:moveTo>
                  <a:lnTo>
                    <a:pt x="20" y="236"/>
                  </a:lnTo>
                  <a:lnTo>
                    <a:pt x="0" y="18"/>
                  </a:lnTo>
                  <a:lnTo>
                    <a:pt x="181" y="0"/>
                  </a:lnTo>
                  <a:lnTo>
                    <a:pt x="167" y="23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39950" lIns="90000" spcFirstLastPara="1" rIns="90000" wrap="square" tIns="39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1"/>
            <p:cNvSpPr/>
            <p:nvPr/>
          </p:nvSpPr>
          <p:spPr>
            <a:xfrm>
              <a:off x="6960999" y="4107822"/>
              <a:ext cx="163033" cy="62786"/>
            </a:xfrm>
            <a:custGeom>
              <a:rect b="b" l="l" r="r" t="t"/>
              <a:pathLst>
                <a:path extrusionOk="0" h="238" w="618">
                  <a:moveTo>
                    <a:pt x="578" y="0"/>
                  </a:moveTo>
                  <a:cubicBezTo>
                    <a:pt x="578" y="0"/>
                    <a:pt x="633" y="57"/>
                    <a:pt x="615" y="182"/>
                  </a:cubicBezTo>
                  <a:cubicBezTo>
                    <a:pt x="606" y="241"/>
                    <a:pt x="477" y="238"/>
                    <a:pt x="258" y="238"/>
                  </a:cubicBezTo>
                  <a:lnTo>
                    <a:pt x="40" y="238"/>
                  </a:lnTo>
                  <a:cubicBezTo>
                    <a:pt x="3" y="238"/>
                    <a:pt x="-13" y="192"/>
                    <a:pt x="15" y="168"/>
                  </a:cubicBezTo>
                  <a:cubicBezTo>
                    <a:pt x="29" y="157"/>
                    <a:pt x="47" y="146"/>
                    <a:pt x="73" y="138"/>
                  </a:cubicBezTo>
                  <a:cubicBezTo>
                    <a:pt x="319" y="62"/>
                    <a:pt x="431" y="0"/>
                    <a:pt x="431" y="0"/>
                  </a:cubicBezTo>
                  <a:lnTo>
                    <a:pt x="578" y="0"/>
                  </a:ln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0675" lIns="90000" spcFirstLastPara="1" rIns="90000" wrap="square" tIns="4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1"/>
            <p:cNvSpPr/>
            <p:nvPr/>
          </p:nvSpPr>
          <p:spPr>
            <a:xfrm>
              <a:off x="6966803" y="3263373"/>
              <a:ext cx="645273" cy="829411"/>
            </a:xfrm>
            <a:custGeom>
              <a:rect b="b" l="l" r="r" t="t"/>
              <a:pathLst>
                <a:path extrusionOk="0" h="3144" w="2446">
                  <a:moveTo>
                    <a:pt x="2305" y="0"/>
                  </a:moveTo>
                  <a:cubicBezTo>
                    <a:pt x="2304" y="75"/>
                    <a:pt x="2476" y="330"/>
                    <a:pt x="2441" y="579"/>
                  </a:cubicBezTo>
                  <a:cubicBezTo>
                    <a:pt x="2420" y="742"/>
                    <a:pt x="2280" y="903"/>
                    <a:pt x="1953" y="903"/>
                  </a:cubicBezTo>
                  <a:cubicBezTo>
                    <a:pt x="1507" y="903"/>
                    <a:pt x="797" y="898"/>
                    <a:pt x="680" y="903"/>
                  </a:cubicBezTo>
                  <a:cubicBezTo>
                    <a:pt x="588" y="906"/>
                    <a:pt x="544" y="908"/>
                    <a:pt x="598" y="1082"/>
                  </a:cubicBezTo>
                  <a:cubicBezTo>
                    <a:pt x="726" y="1494"/>
                    <a:pt x="618" y="2195"/>
                    <a:pt x="585" y="3144"/>
                  </a:cubicBezTo>
                  <a:lnTo>
                    <a:pt x="390" y="3144"/>
                  </a:lnTo>
                  <a:cubicBezTo>
                    <a:pt x="390" y="3144"/>
                    <a:pt x="217" y="2159"/>
                    <a:pt x="145" y="1683"/>
                  </a:cubicBezTo>
                  <a:cubicBezTo>
                    <a:pt x="34" y="942"/>
                    <a:pt x="-135" y="651"/>
                    <a:pt x="187" y="497"/>
                  </a:cubicBezTo>
                  <a:cubicBezTo>
                    <a:pt x="528" y="335"/>
                    <a:pt x="1829" y="0"/>
                    <a:pt x="1829" y="0"/>
                  </a:cubicBezTo>
                  <a:lnTo>
                    <a:pt x="2305" y="0"/>
                  </a:ln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1"/>
            <p:cNvSpPr/>
            <p:nvPr/>
          </p:nvSpPr>
          <p:spPr>
            <a:xfrm>
              <a:off x="7180487" y="4045564"/>
              <a:ext cx="47485" cy="62259"/>
            </a:xfrm>
            <a:custGeom>
              <a:rect b="b" l="l" r="r" t="t"/>
              <a:pathLst>
                <a:path extrusionOk="0" h="236" w="180">
                  <a:moveTo>
                    <a:pt x="167" y="236"/>
                  </a:moveTo>
                  <a:lnTo>
                    <a:pt x="19" y="236"/>
                  </a:lnTo>
                  <a:lnTo>
                    <a:pt x="0" y="18"/>
                  </a:lnTo>
                  <a:lnTo>
                    <a:pt x="180" y="0"/>
                  </a:lnTo>
                  <a:lnTo>
                    <a:pt x="167" y="23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39950" lIns="90000" spcFirstLastPara="1" rIns="90000" wrap="square" tIns="39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1"/>
            <p:cNvSpPr/>
            <p:nvPr/>
          </p:nvSpPr>
          <p:spPr>
            <a:xfrm>
              <a:off x="7072062" y="4107822"/>
              <a:ext cx="162769" cy="62786"/>
            </a:xfrm>
            <a:custGeom>
              <a:rect b="b" l="l" r="r" t="t"/>
              <a:pathLst>
                <a:path extrusionOk="0" h="238" w="617">
                  <a:moveTo>
                    <a:pt x="578" y="0"/>
                  </a:moveTo>
                  <a:cubicBezTo>
                    <a:pt x="578" y="0"/>
                    <a:pt x="632" y="57"/>
                    <a:pt x="614" y="182"/>
                  </a:cubicBezTo>
                  <a:cubicBezTo>
                    <a:pt x="606" y="241"/>
                    <a:pt x="476" y="238"/>
                    <a:pt x="258" y="238"/>
                  </a:cubicBezTo>
                  <a:lnTo>
                    <a:pt x="40" y="238"/>
                  </a:lnTo>
                  <a:cubicBezTo>
                    <a:pt x="3" y="238"/>
                    <a:pt x="-14" y="192"/>
                    <a:pt x="15" y="168"/>
                  </a:cubicBezTo>
                  <a:cubicBezTo>
                    <a:pt x="28" y="157"/>
                    <a:pt x="47" y="146"/>
                    <a:pt x="73" y="138"/>
                  </a:cubicBezTo>
                  <a:cubicBezTo>
                    <a:pt x="319" y="62"/>
                    <a:pt x="430" y="0"/>
                    <a:pt x="430" y="0"/>
                  </a:cubicBezTo>
                  <a:lnTo>
                    <a:pt x="578" y="0"/>
                  </a:ln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0675" lIns="90000" spcFirstLastPara="1" rIns="90000" wrap="square" tIns="4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1"/>
            <p:cNvSpPr/>
            <p:nvPr/>
          </p:nvSpPr>
          <p:spPr>
            <a:xfrm>
              <a:off x="7069424" y="3263373"/>
              <a:ext cx="645537" cy="829411"/>
            </a:xfrm>
            <a:custGeom>
              <a:rect b="b" l="l" r="r" t="t"/>
              <a:pathLst>
                <a:path extrusionOk="0" h="3144" w="2447">
                  <a:moveTo>
                    <a:pt x="2305" y="0"/>
                  </a:moveTo>
                  <a:cubicBezTo>
                    <a:pt x="2304" y="75"/>
                    <a:pt x="2476" y="330"/>
                    <a:pt x="2442" y="579"/>
                  </a:cubicBezTo>
                  <a:cubicBezTo>
                    <a:pt x="2420" y="742"/>
                    <a:pt x="2280" y="903"/>
                    <a:pt x="1954" y="903"/>
                  </a:cubicBezTo>
                  <a:cubicBezTo>
                    <a:pt x="1508" y="903"/>
                    <a:pt x="800" y="903"/>
                    <a:pt x="681" y="903"/>
                  </a:cubicBezTo>
                  <a:cubicBezTo>
                    <a:pt x="589" y="903"/>
                    <a:pt x="545" y="908"/>
                    <a:pt x="599" y="1082"/>
                  </a:cubicBezTo>
                  <a:cubicBezTo>
                    <a:pt x="727" y="1494"/>
                    <a:pt x="670" y="2204"/>
                    <a:pt x="606" y="3144"/>
                  </a:cubicBezTo>
                  <a:lnTo>
                    <a:pt x="410" y="3144"/>
                  </a:lnTo>
                  <a:cubicBezTo>
                    <a:pt x="410" y="3144"/>
                    <a:pt x="218" y="2159"/>
                    <a:pt x="146" y="1683"/>
                  </a:cubicBezTo>
                  <a:cubicBezTo>
                    <a:pt x="34" y="942"/>
                    <a:pt x="-135" y="651"/>
                    <a:pt x="188" y="497"/>
                  </a:cubicBezTo>
                  <a:cubicBezTo>
                    <a:pt x="529" y="335"/>
                    <a:pt x="1731" y="0"/>
                    <a:pt x="1731" y="0"/>
                  </a:cubicBezTo>
                  <a:lnTo>
                    <a:pt x="2305" y="0"/>
                  </a:ln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1"/>
            <p:cNvSpPr/>
            <p:nvPr/>
          </p:nvSpPr>
          <p:spPr>
            <a:xfrm>
              <a:off x="7502861" y="2827035"/>
              <a:ext cx="127419" cy="79670"/>
            </a:xfrm>
            <a:custGeom>
              <a:rect b="b" l="l" r="r" t="t"/>
              <a:pathLst>
                <a:path extrusionOk="0" h="302" w="483">
                  <a:moveTo>
                    <a:pt x="0" y="11"/>
                  </a:moveTo>
                  <a:cubicBezTo>
                    <a:pt x="0" y="11"/>
                    <a:pt x="-3" y="196"/>
                    <a:pt x="122" y="302"/>
                  </a:cubicBezTo>
                  <a:cubicBezTo>
                    <a:pt x="122" y="302"/>
                    <a:pt x="388" y="178"/>
                    <a:pt x="483" y="12"/>
                  </a:cubicBezTo>
                  <a:cubicBezTo>
                    <a:pt x="483" y="12"/>
                    <a:pt x="235" y="-16"/>
                    <a:pt x="0" y="11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1"/>
            <p:cNvSpPr/>
            <p:nvPr/>
          </p:nvSpPr>
          <p:spPr>
            <a:xfrm>
              <a:off x="7517106" y="2747628"/>
              <a:ext cx="99455" cy="97081"/>
            </a:xfrm>
            <a:custGeom>
              <a:rect b="b" l="l" r="r" t="t"/>
              <a:pathLst>
                <a:path extrusionOk="0" h="368" w="377">
                  <a:moveTo>
                    <a:pt x="0" y="307"/>
                  </a:moveTo>
                  <a:cubicBezTo>
                    <a:pt x="0" y="307"/>
                    <a:pt x="65" y="300"/>
                    <a:pt x="65" y="224"/>
                  </a:cubicBezTo>
                  <a:cubicBezTo>
                    <a:pt x="65" y="147"/>
                    <a:pt x="73" y="0"/>
                    <a:pt x="73" y="0"/>
                  </a:cubicBezTo>
                  <a:lnTo>
                    <a:pt x="320" y="21"/>
                  </a:lnTo>
                  <a:cubicBezTo>
                    <a:pt x="320" y="21"/>
                    <a:pt x="299" y="263"/>
                    <a:pt x="339" y="307"/>
                  </a:cubicBezTo>
                  <a:cubicBezTo>
                    <a:pt x="377" y="351"/>
                    <a:pt x="377" y="351"/>
                    <a:pt x="377" y="351"/>
                  </a:cubicBezTo>
                  <a:cubicBezTo>
                    <a:pt x="377" y="351"/>
                    <a:pt x="40" y="409"/>
                    <a:pt x="0" y="307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1"/>
            <p:cNvSpPr/>
            <p:nvPr/>
          </p:nvSpPr>
          <p:spPr>
            <a:xfrm>
              <a:off x="7476744" y="2594884"/>
              <a:ext cx="164352" cy="201285"/>
            </a:xfrm>
            <a:custGeom>
              <a:rect b="b" l="l" r="r" t="t"/>
              <a:pathLst>
                <a:path extrusionOk="0" h="763" w="623">
                  <a:moveTo>
                    <a:pt x="75" y="90"/>
                  </a:moveTo>
                  <a:cubicBezTo>
                    <a:pt x="75" y="90"/>
                    <a:pt x="-142" y="686"/>
                    <a:pt x="163" y="753"/>
                  </a:cubicBezTo>
                  <a:cubicBezTo>
                    <a:pt x="468" y="820"/>
                    <a:pt x="530" y="502"/>
                    <a:pt x="530" y="502"/>
                  </a:cubicBezTo>
                  <a:cubicBezTo>
                    <a:pt x="530" y="502"/>
                    <a:pt x="608" y="483"/>
                    <a:pt x="621" y="415"/>
                  </a:cubicBezTo>
                  <a:cubicBezTo>
                    <a:pt x="633" y="349"/>
                    <a:pt x="541" y="374"/>
                    <a:pt x="541" y="374"/>
                  </a:cubicBezTo>
                  <a:cubicBezTo>
                    <a:pt x="541" y="374"/>
                    <a:pt x="622" y="129"/>
                    <a:pt x="439" y="46"/>
                  </a:cubicBezTo>
                  <a:cubicBezTo>
                    <a:pt x="245" y="-40"/>
                    <a:pt x="113" y="5"/>
                    <a:pt x="75" y="90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1"/>
            <p:cNvSpPr/>
            <p:nvPr/>
          </p:nvSpPr>
          <p:spPr>
            <a:xfrm>
              <a:off x="7504180" y="2577208"/>
              <a:ext cx="129266" cy="116339"/>
            </a:xfrm>
            <a:custGeom>
              <a:rect b="b" l="l" r="r" t="t"/>
              <a:pathLst>
                <a:path extrusionOk="0" h="441" w="490">
                  <a:moveTo>
                    <a:pt x="0" y="84"/>
                  </a:moveTo>
                  <a:cubicBezTo>
                    <a:pt x="0" y="84"/>
                    <a:pt x="70" y="419"/>
                    <a:pt x="437" y="441"/>
                  </a:cubicBezTo>
                  <a:cubicBezTo>
                    <a:pt x="437" y="441"/>
                    <a:pt x="532" y="204"/>
                    <a:pt x="467" y="104"/>
                  </a:cubicBezTo>
                  <a:cubicBezTo>
                    <a:pt x="403" y="3"/>
                    <a:pt x="109" y="-59"/>
                    <a:pt x="0" y="84"/>
                  </a:cubicBez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1"/>
            <p:cNvSpPr/>
            <p:nvPr/>
          </p:nvSpPr>
          <p:spPr>
            <a:xfrm>
              <a:off x="6939367" y="2898527"/>
              <a:ext cx="715710" cy="298102"/>
            </a:xfrm>
            <a:custGeom>
              <a:rect b="b" l="l" r="r" t="t"/>
              <a:pathLst>
                <a:path extrusionOk="0" h="1130" w="2713">
                  <a:moveTo>
                    <a:pt x="2668" y="1040"/>
                  </a:moveTo>
                  <a:lnTo>
                    <a:pt x="1805" y="1040"/>
                  </a:lnTo>
                  <a:lnTo>
                    <a:pt x="1442" y="41"/>
                  </a:lnTo>
                  <a:cubicBezTo>
                    <a:pt x="1433" y="16"/>
                    <a:pt x="1409" y="0"/>
                    <a:pt x="1383" y="0"/>
                  </a:cubicBezTo>
                  <a:lnTo>
                    <a:pt x="63" y="0"/>
                  </a:lnTo>
                  <a:cubicBezTo>
                    <a:pt x="20" y="0"/>
                    <a:pt x="-10" y="43"/>
                    <a:pt x="4" y="83"/>
                  </a:cubicBezTo>
                  <a:lnTo>
                    <a:pt x="353" y="1040"/>
                  </a:lnTo>
                  <a:lnTo>
                    <a:pt x="357" y="1040"/>
                  </a:lnTo>
                  <a:cubicBezTo>
                    <a:pt x="332" y="1040"/>
                    <a:pt x="312" y="1060"/>
                    <a:pt x="312" y="1085"/>
                  </a:cubicBezTo>
                  <a:cubicBezTo>
                    <a:pt x="312" y="1110"/>
                    <a:pt x="332" y="1130"/>
                    <a:pt x="357" y="1130"/>
                  </a:cubicBezTo>
                  <a:lnTo>
                    <a:pt x="1225" y="1130"/>
                  </a:lnTo>
                  <a:lnTo>
                    <a:pt x="1801" y="1130"/>
                  </a:lnTo>
                  <a:lnTo>
                    <a:pt x="2668" y="1130"/>
                  </a:lnTo>
                  <a:cubicBezTo>
                    <a:pt x="2693" y="1130"/>
                    <a:pt x="2713" y="1110"/>
                    <a:pt x="2713" y="1085"/>
                  </a:cubicBezTo>
                  <a:cubicBezTo>
                    <a:pt x="2713" y="1060"/>
                    <a:pt x="2693" y="1040"/>
                    <a:pt x="2668" y="1040"/>
                  </a:cubicBezTo>
                  <a:close/>
                </a:path>
              </a:pathLst>
            </a:custGeom>
            <a:solidFill>
              <a:srgbClr val="243B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1"/>
            <p:cNvSpPr/>
            <p:nvPr/>
          </p:nvSpPr>
          <p:spPr>
            <a:xfrm>
              <a:off x="8105134" y="3219053"/>
              <a:ext cx="245605" cy="951554"/>
            </a:xfrm>
            <a:custGeom>
              <a:rect b="b" l="l" r="r" t="t"/>
              <a:pathLst>
                <a:path extrusionOk="0" h="3607" w="931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rgbClr val="839B8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1"/>
            <p:cNvSpPr/>
            <p:nvPr/>
          </p:nvSpPr>
          <p:spPr>
            <a:xfrm>
              <a:off x="6447893" y="3219053"/>
              <a:ext cx="245605" cy="951554"/>
            </a:xfrm>
            <a:custGeom>
              <a:rect b="b" l="l" r="r" t="t"/>
              <a:pathLst>
                <a:path extrusionOk="0" h="3607" w="931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rgbClr val="839B8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1"/>
            <p:cNvSpPr/>
            <p:nvPr/>
          </p:nvSpPr>
          <p:spPr>
            <a:xfrm>
              <a:off x="7336662" y="3219053"/>
              <a:ext cx="245605" cy="951554"/>
            </a:xfrm>
            <a:custGeom>
              <a:rect b="b" l="l" r="r" t="t"/>
              <a:pathLst>
                <a:path extrusionOk="0" h="3607" w="931">
                  <a:moveTo>
                    <a:pt x="120" y="3549"/>
                  </a:moveTo>
                  <a:lnTo>
                    <a:pt x="931" y="0"/>
                  </a:lnTo>
                  <a:lnTo>
                    <a:pt x="628" y="0"/>
                  </a:lnTo>
                  <a:lnTo>
                    <a:pt x="0" y="3549"/>
                  </a:lnTo>
                  <a:cubicBezTo>
                    <a:pt x="4" y="3626"/>
                    <a:pt x="116" y="3626"/>
                    <a:pt x="120" y="3549"/>
                  </a:cubicBezTo>
                  <a:close/>
                </a:path>
              </a:pathLst>
            </a:custGeom>
            <a:solidFill>
              <a:srgbClr val="839B8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1"/>
            <p:cNvSpPr/>
            <p:nvPr/>
          </p:nvSpPr>
          <p:spPr>
            <a:xfrm flipH="1">
              <a:off x="6085423" y="3219053"/>
              <a:ext cx="245605" cy="951554"/>
            </a:xfrm>
            <a:custGeom>
              <a:rect b="b" l="l" r="r" t="t"/>
              <a:pathLst>
                <a:path extrusionOk="0" h="3607" w="931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rgbClr val="839B8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0" name="Google Shape;1920;p31"/>
            <p:cNvGrpSpPr/>
            <p:nvPr/>
          </p:nvGrpSpPr>
          <p:grpSpPr>
            <a:xfrm>
              <a:off x="6021586" y="3196630"/>
              <a:ext cx="2350258" cy="44584"/>
              <a:chOff x="2900530" y="3943440"/>
              <a:chExt cx="3207230" cy="60840"/>
            </a:xfrm>
          </p:grpSpPr>
          <p:sp>
            <p:nvSpPr>
              <p:cNvPr id="1921" name="Google Shape;1921;p31"/>
              <p:cNvSpPr/>
              <p:nvPr/>
            </p:nvSpPr>
            <p:spPr>
              <a:xfrm>
                <a:off x="5120280" y="3943440"/>
                <a:ext cx="987480" cy="60840"/>
              </a:xfrm>
              <a:custGeom>
                <a:rect b="b" l="l" r="r" t="t"/>
                <a:pathLst>
                  <a:path extrusionOk="0" h="169" w="2743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rgbClr val="839B82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31"/>
              <p:cNvSpPr/>
              <p:nvPr/>
            </p:nvSpPr>
            <p:spPr>
              <a:xfrm>
                <a:off x="3385655" y="3943440"/>
                <a:ext cx="987480" cy="60840"/>
              </a:xfrm>
              <a:custGeom>
                <a:rect b="b" l="l" r="r" t="t"/>
                <a:pathLst>
                  <a:path extrusionOk="0" h="169" w="2743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rgbClr val="839B82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31"/>
              <p:cNvSpPr/>
              <p:nvPr/>
            </p:nvSpPr>
            <p:spPr>
              <a:xfrm>
                <a:off x="4238293" y="3943440"/>
                <a:ext cx="987480" cy="60840"/>
              </a:xfrm>
              <a:custGeom>
                <a:rect b="b" l="l" r="r" t="t"/>
                <a:pathLst>
                  <a:path extrusionOk="0" h="169" w="2743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rgbClr val="839B82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31"/>
              <p:cNvSpPr/>
              <p:nvPr/>
            </p:nvSpPr>
            <p:spPr>
              <a:xfrm>
                <a:off x="2900530" y="3943440"/>
                <a:ext cx="987480" cy="60840"/>
              </a:xfrm>
              <a:custGeom>
                <a:rect b="b" l="l" r="r" t="t"/>
                <a:pathLst>
                  <a:path extrusionOk="0" h="169" w="2743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rgbClr val="839B82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5" name="Google Shape;1925;p31"/>
            <p:cNvGrpSpPr/>
            <p:nvPr/>
          </p:nvGrpSpPr>
          <p:grpSpPr>
            <a:xfrm>
              <a:off x="8122282" y="2932558"/>
              <a:ext cx="122935" cy="122671"/>
              <a:chOff x="5691000" y="3354480"/>
              <a:chExt cx="167760" cy="167400"/>
            </a:xfrm>
          </p:grpSpPr>
          <p:sp>
            <p:nvSpPr>
              <p:cNvPr id="1926" name="Google Shape;1926;p31"/>
              <p:cNvSpPr/>
              <p:nvPr/>
            </p:nvSpPr>
            <p:spPr>
              <a:xfrm>
                <a:off x="5691000" y="3354480"/>
                <a:ext cx="167760" cy="167400"/>
              </a:xfrm>
              <a:custGeom>
                <a:rect b="b" l="l" r="r" t="t"/>
                <a:pathLst>
                  <a:path extrusionOk="0" h="465" w="466">
                    <a:moveTo>
                      <a:pt x="400" y="465"/>
                    </a:moveTo>
                    <a:lnTo>
                      <a:pt x="66" y="465"/>
                    </a:lnTo>
                    <a:cubicBezTo>
                      <a:pt x="30" y="465"/>
                      <a:pt x="0" y="436"/>
                      <a:pt x="0" y="400"/>
                    </a:cubicBezTo>
                    <a:lnTo>
                      <a:pt x="0" y="65"/>
                    </a:lnTo>
                    <a:cubicBezTo>
                      <a:pt x="0" y="29"/>
                      <a:pt x="30" y="0"/>
                      <a:pt x="66" y="0"/>
                    </a:cubicBezTo>
                    <a:lnTo>
                      <a:pt x="400" y="0"/>
                    </a:lnTo>
                    <a:cubicBezTo>
                      <a:pt x="436" y="0"/>
                      <a:pt x="466" y="29"/>
                      <a:pt x="466" y="65"/>
                    </a:cubicBezTo>
                    <a:lnTo>
                      <a:pt x="466" y="400"/>
                    </a:lnTo>
                    <a:cubicBezTo>
                      <a:pt x="466" y="436"/>
                      <a:pt x="436" y="465"/>
                      <a:pt x="400" y="465"/>
                    </a:cubicBezTo>
                    <a:close/>
                  </a:path>
                </a:pathLst>
              </a:custGeom>
              <a:solidFill>
                <a:srgbClr val="E96D5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31"/>
              <p:cNvSpPr/>
              <p:nvPr/>
            </p:nvSpPr>
            <p:spPr>
              <a:xfrm>
                <a:off x="5723400" y="3396960"/>
                <a:ext cx="102960" cy="82440"/>
              </a:xfrm>
              <a:custGeom>
                <a:rect b="b" l="l" r="r" t="t"/>
                <a:pathLst>
                  <a:path extrusionOk="0" h="229" w="286">
                    <a:moveTo>
                      <a:pt x="85" y="229"/>
                    </a:moveTo>
                    <a:cubicBezTo>
                      <a:pt x="84" y="229"/>
                      <a:pt x="84" y="229"/>
                      <a:pt x="84" y="229"/>
                    </a:cubicBezTo>
                    <a:cubicBezTo>
                      <a:pt x="75" y="229"/>
                      <a:pt x="67" y="225"/>
                      <a:pt x="61" y="219"/>
                    </a:cubicBezTo>
                    <a:lnTo>
                      <a:pt x="8" y="160"/>
                    </a:lnTo>
                    <a:cubicBezTo>
                      <a:pt x="-4" y="147"/>
                      <a:pt x="-3" y="127"/>
                      <a:pt x="10" y="115"/>
                    </a:cubicBezTo>
                    <a:cubicBezTo>
                      <a:pt x="23" y="103"/>
                      <a:pt x="44" y="104"/>
                      <a:pt x="55" y="117"/>
                    </a:cubicBezTo>
                    <a:lnTo>
                      <a:pt x="86" y="152"/>
                    </a:lnTo>
                    <a:lnTo>
                      <a:pt x="232" y="9"/>
                    </a:lnTo>
                    <a:cubicBezTo>
                      <a:pt x="244" y="-4"/>
                      <a:pt x="265" y="-3"/>
                      <a:pt x="277" y="9"/>
                    </a:cubicBezTo>
                    <a:cubicBezTo>
                      <a:pt x="289" y="22"/>
                      <a:pt x="289" y="42"/>
                      <a:pt x="276" y="54"/>
                    </a:cubicBezTo>
                    <a:lnTo>
                      <a:pt x="107" y="220"/>
                    </a:lnTo>
                    <a:cubicBezTo>
                      <a:pt x="101" y="226"/>
                      <a:pt x="93" y="229"/>
                      <a:pt x="85" y="2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1" anchor="ctr" bIns="37425" lIns="90000" spcFirstLastPara="1" rIns="90000" wrap="square" tIns="37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8" name="Google Shape;1928;p31"/>
            <p:cNvGrpSpPr/>
            <p:nvPr/>
          </p:nvGrpSpPr>
          <p:grpSpPr>
            <a:xfrm>
              <a:off x="7677490" y="1953227"/>
              <a:ext cx="305824" cy="305723"/>
              <a:chOff x="833034" y="460460"/>
              <a:chExt cx="512612" cy="512443"/>
            </a:xfrm>
          </p:grpSpPr>
          <p:sp>
            <p:nvSpPr>
              <p:cNvPr id="1929" name="Google Shape;1929;p31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rgbClr val="61795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31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rgbClr val="B9D0B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31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 strike="noStrike">
                    <a:solidFill>
                      <a:srgbClr val="61795F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b="1" sz="1300" strike="noStrike">
                  <a:solidFill>
                    <a:srgbClr val="61795F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Economics</a:t>
            </a:r>
            <a:endParaRPr/>
          </a:p>
        </p:txBody>
      </p:sp>
      <p:sp>
        <p:nvSpPr>
          <p:cNvPr id="1937" name="Google Shape;1937;p32"/>
          <p:cNvSpPr txBox="1"/>
          <p:nvPr>
            <p:ph idx="1" type="subTitle"/>
          </p:nvPr>
        </p:nvSpPr>
        <p:spPr>
          <a:xfrm>
            <a:off x="1000450" y="1779825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ancient societies economics was tied to survival, like farming and simple trade networks forming the basis of early economic activities.</a:t>
            </a:r>
            <a:endParaRPr/>
          </a:p>
        </p:txBody>
      </p:sp>
      <p:sp>
        <p:nvSpPr>
          <p:cNvPr id="1938" name="Google Shape;1938;p32"/>
          <p:cNvSpPr txBox="1"/>
          <p:nvPr>
            <p:ph idx="2" type="subTitle"/>
          </p:nvPr>
        </p:nvSpPr>
        <p:spPr>
          <a:xfrm>
            <a:off x="4837249" y="1779825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Thinkers like Plato and Aristotle in ancient Greece discussed property, trade, and the role of state.</a:t>
            </a:r>
            <a:endParaRPr/>
          </a:p>
        </p:txBody>
      </p:sp>
      <p:sp>
        <p:nvSpPr>
          <p:cNvPr id="1939" name="Google Shape;1939;p32"/>
          <p:cNvSpPr txBox="1"/>
          <p:nvPr>
            <p:ph idx="3" type="subTitle"/>
          </p:nvPr>
        </p:nvSpPr>
        <p:spPr>
          <a:xfrm>
            <a:off x="1000450" y="3461300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feudal system shaped Europe, and land was the main source of wealth, and peasants worked for the nobles</a:t>
            </a:r>
            <a:endParaRPr/>
          </a:p>
        </p:txBody>
      </p:sp>
      <p:sp>
        <p:nvSpPr>
          <p:cNvPr id="1940" name="Google Shape;1940;p32"/>
          <p:cNvSpPr txBox="1"/>
          <p:nvPr>
            <p:ph idx="4" type="subTitle"/>
          </p:nvPr>
        </p:nvSpPr>
        <p:spPr>
          <a:xfrm>
            <a:off x="4837247" y="3461300"/>
            <a:ext cx="29865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Mercantilism linked wealth</a:t>
            </a:r>
            <a:endParaRPr/>
          </a:p>
        </p:txBody>
      </p:sp>
      <p:sp>
        <p:nvSpPr>
          <p:cNvPr id="1941" name="Google Shape;1941;p32"/>
          <p:cNvSpPr txBox="1"/>
          <p:nvPr>
            <p:ph idx="5" type="subTitle"/>
          </p:nvPr>
        </p:nvSpPr>
        <p:spPr>
          <a:xfrm>
            <a:off x="1000450" y="1507375"/>
            <a:ext cx="3162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Early Economic Practices</a:t>
            </a:r>
            <a:endParaRPr sz="1700"/>
          </a:p>
        </p:txBody>
      </p:sp>
      <p:sp>
        <p:nvSpPr>
          <p:cNvPr id="1942" name="Google Shape;1942;p32"/>
          <p:cNvSpPr txBox="1"/>
          <p:nvPr>
            <p:ph idx="6" type="subTitle"/>
          </p:nvPr>
        </p:nvSpPr>
        <p:spPr>
          <a:xfrm>
            <a:off x="1000450" y="3091825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Medieval Economics</a:t>
            </a:r>
            <a:endParaRPr sz="1700"/>
          </a:p>
        </p:txBody>
      </p:sp>
      <p:sp>
        <p:nvSpPr>
          <p:cNvPr id="1943" name="Google Shape;1943;p32"/>
          <p:cNvSpPr txBox="1"/>
          <p:nvPr>
            <p:ph idx="7" type="subTitle"/>
          </p:nvPr>
        </p:nvSpPr>
        <p:spPr>
          <a:xfrm>
            <a:off x="4837226" y="1402725"/>
            <a:ext cx="3388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Classical Foundations</a:t>
            </a:r>
            <a:endParaRPr sz="2000"/>
          </a:p>
        </p:txBody>
      </p:sp>
      <p:sp>
        <p:nvSpPr>
          <p:cNvPr id="1944" name="Google Shape;1944;p32"/>
          <p:cNvSpPr txBox="1"/>
          <p:nvPr>
            <p:ph idx="8" type="subTitle"/>
          </p:nvPr>
        </p:nvSpPr>
        <p:spPr>
          <a:xfrm>
            <a:off x="4837218" y="3091825"/>
            <a:ext cx="2986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Mercantilism (16th–18th centuries)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33"/>
          <p:cNvSpPr txBox="1"/>
          <p:nvPr>
            <p:ph type="title"/>
          </p:nvPr>
        </p:nvSpPr>
        <p:spPr>
          <a:xfrm>
            <a:off x="827775" y="2163875"/>
            <a:ext cx="7329600" cy="16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Economics In Empires</a:t>
            </a:r>
            <a:endParaRPr/>
          </a:p>
        </p:txBody>
      </p:sp>
      <p:sp>
        <p:nvSpPr>
          <p:cNvPr id="1950" name="Google Shape;1950;p33"/>
          <p:cNvSpPr txBox="1"/>
          <p:nvPr>
            <p:ph idx="2" type="title"/>
          </p:nvPr>
        </p:nvSpPr>
        <p:spPr>
          <a:xfrm>
            <a:off x="942075" y="1283075"/>
            <a:ext cx="1597800" cy="8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34"/>
          <p:cNvSpPr txBox="1"/>
          <p:nvPr>
            <p:ph type="title"/>
          </p:nvPr>
        </p:nvSpPr>
        <p:spPr>
          <a:xfrm>
            <a:off x="720013" y="329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Development of Economics in Empires</a:t>
            </a:r>
            <a:endParaRPr sz="3000"/>
          </a:p>
        </p:txBody>
      </p:sp>
      <p:graphicFrame>
        <p:nvGraphicFramePr>
          <p:cNvPr id="1956" name="Google Shape;1956;p34"/>
          <p:cNvGraphicFramePr/>
          <p:nvPr/>
        </p:nvGraphicFramePr>
        <p:xfrm>
          <a:off x="741413" y="106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{9E021530-D640-4E7F-BF4C-A6476F9CF0C5}</a:tableStyleId>
              </a:tblPr>
              <a:tblGrid>
                <a:gridCol w="1923875"/>
                <a:gridCol w="5737300"/>
              </a:tblGrid>
              <a:tr h="65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Section</a:t>
                      </a:r>
                      <a:endParaRPr sz="18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Key Points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Economic Motivations</a:t>
                      </a:r>
                      <a:endParaRPr sz="15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 to resources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(gold, sliver, spices, fertile land)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Expansion of trade routes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(Silk Road, Indian Ocean)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Desire for wealth accumulation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to strengthen power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5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Economic Systems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Tribute and taxation systems</a:t>
                      </a:r>
                      <a:endParaRPr b="1"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of currency for unified trade</a:t>
                      </a:r>
                      <a:endParaRPr b="1"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Agricultural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surplus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as foundation for growth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Development and Impact</a:t>
                      </a:r>
                      <a:endParaRPr sz="15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Growth of urban trade centers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(Rome, Constantinople, Timbuktu)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Infrastructure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(i.e. roads, ports,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markets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Economic integration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lead to cultural exchange and exploitation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92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Link to Formation of Empires</a:t>
                      </a:r>
                      <a:endParaRPr sz="15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Empires formed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 control wealth and ensure stability</a:t>
                      </a:r>
                      <a:endParaRPr b="1"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Economic power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legitimized rulers’ authority</a:t>
                      </a:r>
                      <a:endParaRPr b="1"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-30480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Char char="●"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 of trade/resources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made empires sustainable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35"/>
          <p:cNvSpPr txBox="1"/>
          <p:nvPr>
            <p:ph type="title"/>
          </p:nvPr>
        </p:nvSpPr>
        <p:spPr>
          <a:xfrm>
            <a:off x="1594950" y="386950"/>
            <a:ext cx="3966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Time</a:t>
            </a:r>
            <a:endParaRPr/>
          </a:p>
        </p:txBody>
      </p:sp>
      <p:sp>
        <p:nvSpPr>
          <p:cNvPr id="1962" name="Google Shape;1962;p35"/>
          <p:cNvSpPr txBox="1"/>
          <p:nvPr>
            <p:ph idx="1" type="subTitle"/>
          </p:nvPr>
        </p:nvSpPr>
        <p:spPr>
          <a:xfrm>
            <a:off x="913825" y="1373750"/>
            <a:ext cx="7472100" cy="18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Nunito"/>
              <a:buAutoNum type="arabicPeriod"/>
            </a:pPr>
            <a:r>
              <a:rPr lang="en" sz="2600"/>
              <a:t>Define economics i</a:t>
            </a:r>
            <a:r>
              <a:rPr lang="en" sz="2600"/>
              <a:t>n your own words.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Nunito"/>
              <a:buAutoNum type="arabicPeriod"/>
            </a:pPr>
            <a:r>
              <a:rPr lang="en" sz="2600"/>
              <a:t>State two roles of economics.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Nunito"/>
              <a:buAutoNum type="arabicPeriod"/>
            </a:pPr>
            <a:r>
              <a:rPr lang="en" sz="2600"/>
              <a:t>How has economics helped in development?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Nunito"/>
              <a:buAutoNum type="arabicPeriod"/>
            </a:pPr>
            <a:r>
              <a:rPr lang="en" sz="2600"/>
              <a:t>What are some roles of the development of economics in empires?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Nunito"/>
              <a:buAutoNum type="arabicPeriod"/>
            </a:pPr>
            <a:r>
              <a:rPr lang="en" sz="2600"/>
              <a:t>Who is known the father of economics?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6"/>
          <p:cNvSpPr txBox="1"/>
          <p:nvPr/>
        </p:nvSpPr>
        <p:spPr>
          <a:xfrm>
            <a:off x="1288100" y="782900"/>
            <a:ext cx="7637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Blaug, Mark. “Britannica Money.” </a:t>
            </a:r>
            <a:r>
              <a:rPr i="1" lang="en" sz="1100">
                <a:latin typeface="Inter"/>
                <a:ea typeface="Inter"/>
                <a:cs typeface="Inter"/>
                <a:sym typeface="Inter"/>
              </a:rPr>
              <a:t>Www.britannica.com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, 31 Dec. 2023, 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www.britannica.com/money/economics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. Accessed 23 Sept. 2025.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Britannica. “Britannica Money.” </a:t>
            </a:r>
            <a:r>
              <a:rPr i="1" lang="en" sz="1100">
                <a:latin typeface="Inter"/>
                <a:ea typeface="Inter"/>
                <a:cs typeface="Inter"/>
                <a:sym typeface="Inter"/>
              </a:rPr>
              <a:t>Www.britannica.com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, 29 Jan. 2024, 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www.britannica.com/money/economic-development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. Accessed 24 Sept. 2025.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Pettinger, Tejvan. “The Importance of Economics.” </a:t>
            </a:r>
            <a:r>
              <a:rPr i="1" lang="en" sz="1100">
                <a:latin typeface="Inter"/>
                <a:ea typeface="Inter"/>
                <a:cs typeface="Inter"/>
                <a:sym typeface="Inter"/>
              </a:rPr>
              <a:t>Economics Help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, 2019, 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www.economicshelp.org/blog/33/economics/the-importance-of-economics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/. Accessed 24 Sept. 2025.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to, Contributors. “10 Principles of Economics.” </a:t>
            </a:r>
            <a:r>
              <a:rPr i="1" lang="en" sz="1100">
                <a:latin typeface="Inter"/>
                <a:ea typeface="Inter"/>
                <a:cs typeface="Inter"/>
                <a:sym typeface="Inter"/>
              </a:rPr>
              <a:t>Wikiversity.org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, Wikimedia Foundation, Inc., 16 June 2009, 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en.wikiversity.org/wiki/10_Principles_of_Economics#/media/File:Economics.jpg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. Accessed 23 Sept. 2025.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“Why Do We Study Economics?” </a:t>
            </a:r>
            <a:r>
              <a:rPr i="1" lang="en" sz="1100">
                <a:latin typeface="Inter"/>
                <a:ea typeface="Inter"/>
                <a:cs typeface="Inter"/>
                <a:sym typeface="Inter"/>
              </a:rPr>
              <a:t>Www.rhulisc.com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, 28 Feb. 2023, </a:t>
            </a:r>
            <a:r>
              <a:rPr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www.rhulisc.com/blog/why-do-we-study-economics</a:t>
            </a:r>
            <a:r>
              <a:rPr lang="en" sz="1100">
                <a:latin typeface="Inter"/>
                <a:ea typeface="Inter"/>
                <a:cs typeface="Inter"/>
                <a:sym typeface="Inter"/>
              </a:rPr>
              <a:t>. Accessed 24 Sept. 2025.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8" name="Google Shape;1968;p36"/>
          <p:cNvSpPr txBox="1"/>
          <p:nvPr>
            <p:ph type="title"/>
          </p:nvPr>
        </p:nvSpPr>
        <p:spPr>
          <a:xfrm>
            <a:off x="1332525" y="351425"/>
            <a:ext cx="742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 (in MLA 9 format)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37"/>
          <p:cNvSpPr txBox="1"/>
          <p:nvPr>
            <p:ph type="title"/>
          </p:nvPr>
        </p:nvSpPr>
        <p:spPr>
          <a:xfrm>
            <a:off x="516475" y="2173350"/>
            <a:ext cx="55065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grpSp>
        <p:nvGrpSpPr>
          <p:cNvPr id="1974" name="Google Shape;1974;p37"/>
          <p:cNvGrpSpPr/>
          <p:nvPr/>
        </p:nvGrpSpPr>
        <p:grpSpPr>
          <a:xfrm>
            <a:off x="6097986" y="1001745"/>
            <a:ext cx="2601021" cy="3401913"/>
            <a:chOff x="5511686" y="972812"/>
            <a:chExt cx="2601021" cy="3401913"/>
          </a:xfrm>
        </p:grpSpPr>
        <p:grpSp>
          <p:nvGrpSpPr>
            <p:cNvPr id="1975" name="Google Shape;1975;p37"/>
            <p:cNvGrpSpPr/>
            <p:nvPr/>
          </p:nvGrpSpPr>
          <p:grpSpPr>
            <a:xfrm>
              <a:off x="5511686" y="972812"/>
              <a:ext cx="2601021" cy="1580689"/>
              <a:chOff x="902925" y="280150"/>
              <a:chExt cx="3070500" cy="1866000"/>
            </a:xfrm>
          </p:grpSpPr>
          <p:sp>
            <p:nvSpPr>
              <p:cNvPr id="1976" name="Google Shape;1976;p37"/>
              <p:cNvSpPr/>
              <p:nvPr/>
            </p:nvSpPr>
            <p:spPr>
              <a:xfrm>
                <a:off x="902925" y="280150"/>
                <a:ext cx="3070500" cy="1866000"/>
              </a:xfrm>
              <a:prstGeom prst="roundRect">
                <a:avLst>
                  <a:gd fmla="val 2339" name="adj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977" name="Google Shape;1977;p37"/>
              <p:cNvGrpSpPr/>
              <p:nvPr/>
            </p:nvGrpSpPr>
            <p:grpSpPr>
              <a:xfrm>
                <a:off x="1004027" y="389238"/>
                <a:ext cx="2868300" cy="1647775"/>
                <a:chOff x="1021450" y="422500"/>
                <a:chExt cx="2868300" cy="1647775"/>
              </a:xfrm>
            </p:grpSpPr>
            <p:grpSp>
              <p:nvGrpSpPr>
                <p:cNvPr id="1978" name="Google Shape;1978;p37"/>
                <p:cNvGrpSpPr/>
                <p:nvPr/>
              </p:nvGrpSpPr>
              <p:grpSpPr>
                <a:xfrm>
                  <a:off x="1021450" y="422500"/>
                  <a:ext cx="2868300" cy="1646400"/>
                  <a:chOff x="1021450" y="422500"/>
                  <a:chExt cx="2868300" cy="1646400"/>
                </a:xfrm>
              </p:grpSpPr>
              <p:sp>
                <p:nvSpPr>
                  <p:cNvPr id="1979" name="Google Shape;1979;p37"/>
                  <p:cNvSpPr/>
                  <p:nvPr/>
                </p:nvSpPr>
                <p:spPr>
                  <a:xfrm>
                    <a:off x="1021450" y="422500"/>
                    <a:ext cx="2868300" cy="16464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  <p:cxnSp>
                <p:nvCxnSpPr>
                  <p:cNvPr id="1980" name="Google Shape;1980;p37"/>
                  <p:cNvCxnSpPr/>
                  <p:nvPr/>
                </p:nvCxnSpPr>
                <p:spPr>
                  <a:xfrm rot="10800000">
                    <a:off x="1021450" y="642175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1" name="Google Shape;1981;p37"/>
                  <p:cNvCxnSpPr/>
                  <p:nvPr/>
                </p:nvCxnSpPr>
                <p:spPr>
                  <a:xfrm rot="10800000">
                    <a:off x="1021450" y="839463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2" name="Google Shape;1982;p37"/>
                  <p:cNvCxnSpPr/>
                  <p:nvPr/>
                </p:nvCxnSpPr>
                <p:spPr>
                  <a:xfrm rot="10800000">
                    <a:off x="1021450" y="1045963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3" name="Google Shape;1983;p37"/>
                  <p:cNvCxnSpPr/>
                  <p:nvPr/>
                </p:nvCxnSpPr>
                <p:spPr>
                  <a:xfrm rot="10800000">
                    <a:off x="1021450" y="1249000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4" name="Google Shape;1984;p37"/>
                  <p:cNvCxnSpPr/>
                  <p:nvPr/>
                </p:nvCxnSpPr>
                <p:spPr>
                  <a:xfrm rot="10800000">
                    <a:off x="1021450" y="1455275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5" name="Google Shape;1985;p37"/>
                  <p:cNvCxnSpPr/>
                  <p:nvPr/>
                </p:nvCxnSpPr>
                <p:spPr>
                  <a:xfrm rot="10800000">
                    <a:off x="1021450" y="1656175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86" name="Google Shape;1986;p37"/>
                  <p:cNvCxnSpPr/>
                  <p:nvPr/>
                </p:nvCxnSpPr>
                <p:spPr>
                  <a:xfrm rot="10800000">
                    <a:off x="1021450" y="1858138"/>
                    <a:ext cx="2862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1987" name="Google Shape;1987;p37"/>
                <p:cNvCxnSpPr/>
                <p:nvPr/>
              </p:nvCxnSpPr>
              <p:spPr>
                <a:xfrm rot="10800000">
                  <a:off x="1972225" y="422975"/>
                  <a:ext cx="0" cy="164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88" name="Google Shape;1988;p37"/>
                <p:cNvCxnSpPr/>
                <p:nvPr/>
              </p:nvCxnSpPr>
              <p:spPr>
                <a:xfrm rot="10800000">
                  <a:off x="2926688" y="425750"/>
                  <a:ext cx="0" cy="1644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89" name="Google Shape;1989;p37"/>
              <p:cNvSpPr/>
              <p:nvPr/>
            </p:nvSpPr>
            <p:spPr>
              <a:xfrm>
                <a:off x="1098000" y="820800"/>
                <a:ext cx="2716560" cy="1168920"/>
              </a:xfrm>
              <a:custGeom>
                <a:rect b="b" l="l" r="r" t="t"/>
                <a:pathLst>
                  <a:path extrusionOk="0" h="3247" w="7546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90" name="Google Shape;1990;p37"/>
              <p:cNvGrpSpPr/>
              <p:nvPr/>
            </p:nvGrpSpPr>
            <p:grpSpPr>
              <a:xfrm>
                <a:off x="1065960" y="785160"/>
                <a:ext cx="2782080" cy="1235160"/>
                <a:chOff x="1065960" y="785160"/>
                <a:chExt cx="2782080" cy="1235160"/>
              </a:xfrm>
            </p:grpSpPr>
            <p:sp>
              <p:nvSpPr>
                <p:cNvPr id="1991" name="Google Shape;1991;p37"/>
                <p:cNvSpPr/>
                <p:nvPr/>
              </p:nvSpPr>
              <p:spPr>
                <a:xfrm>
                  <a:off x="1065960" y="1939320"/>
                  <a:ext cx="81000" cy="81000"/>
                </a:xfrm>
                <a:custGeom>
                  <a:rect b="b" l="l" r="r" t="t"/>
                  <a:pathLst>
                    <a:path extrusionOk="0" h="225" w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2" name="Google Shape;1992;p37"/>
                <p:cNvSpPr/>
                <p:nvPr/>
              </p:nvSpPr>
              <p:spPr>
                <a:xfrm>
                  <a:off x="1657080" y="1223280"/>
                  <a:ext cx="81000" cy="81000"/>
                </a:xfrm>
                <a:custGeom>
                  <a:rect b="b" l="l" r="r" t="t"/>
                  <a:pathLst>
                    <a:path extrusionOk="0" h="225" w="225">
                      <a:moveTo>
                        <a:pt x="225" y="112"/>
                      </a:moveTo>
                      <a:cubicBezTo>
                        <a:pt x="225" y="175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49"/>
                        <a:pt x="50" y="0"/>
                        <a:pt x="112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3" name="Google Shape;1993;p37"/>
                <p:cNvSpPr/>
                <p:nvPr/>
              </p:nvSpPr>
              <p:spPr>
                <a:xfrm>
                  <a:off x="2098080" y="1661400"/>
                  <a:ext cx="81000" cy="81000"/>
                </a:xfrm>
                <a:custGeom>
                  <a:rect b="b" l="l" r="r" t="t"/>
                  <a:pathLst>
                    <a:path extrusionOk="0" h="225" w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4" name="Google Shape;1994;p37"/>
                <p:cNvSpPr/>
                <p:nvPr/>
              </p:nvSpPr>
              <p:spPr>
                <a:xfrm>
                  <a:off x="2696760" y="835200"/>
                  <a:ext cx="80640" cy="81000"/>
                </a:xfrm>
                <a:custGeom>
                  <a:rect b="b" l="l" r="r" t="t"/>
                  <a:pathLst>
                    <a:path extrusionOk="0" h="225" w="224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5" name="Google Shape;1995;p37"/>
                <p:cNvSpPr/>
                <p:nvPr/>
              </p:nvSpPr>
              <p:spPr>
                <a:xfrm>
                  <a:off x="2933280" y="1130760"/>
                  <a:ext cx="81000" cy="81000"/>
                </a:xfrm>
                <a:custGeom>
                  <a:rect b="b" l="l" r="r" t="t"/>
                  <a:pathLst>
                    <a:path extrusionOk="0" h="225" w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6" name="Google Shape;1996;p37"/>
                <p:cNvSpPr/>
                <p:nvPr/>
              </p:nvSpPr>
              <p:spPr>
                <a:xfrm>
                  <a:off x="3267360" y="891000"/>
                  <a:ext cx="80640" cy="81000"/>
                </a:xfrm>
                <a:custGeom>
                  <a:rect b="b" l="l" r="r" t="t"/>
                  <a:pathLst>
                    <a:path extrusionOk="0" h="225" w="224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7" name="Google Shape;1997;p37"/>
                <p:cNvSpPr/>
                <p:nvPr/>
              </p:nvSpPr>
              <p:spPr>
                <a:xfrm>
                  <a:off x="3767040" y="785160"/>
                  <a:ext cx="81000" cy="81000"/>
                </a:xfrm>
                <a:custGeom>
                  <a:rect b="b" l="l" r="r" t="t"/>
                  <a:pathLst>
                    <a:path extrusionOk="0" h="225" w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36000" lIns="90000" spcFirstLastPara="1" rIns="90000" wrap="square" tIns="36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98" name="Google Shape;1998;p37"/>
              <p:cNvGrpSpPr/>
              <p:nvPr/>
            </p:nvGrpSpPr>
            <p:grpSpPr>
              <a:xfrm>
                <a:off x="1143720" y="645120"/>
                <a:ext cx="1143000" cy="564480"/>
                <a:chOff x="1143720" y="645120"/>
                <a:chExt cx="1143000" cy="564480"/>
              </a:xfrm>
            </p:grpSpPr>
            <p:sp>
              <p:nvSpPr>
                <p:cNvPr id="1999" name="Google Shape;1999;p37"/>
                <p:cNvSpPr/>
                <p:nvPr/>
              </p:nvSpPr>
              <p:spPr>
                <a:xfrm>
                  <a:off x="1143720" y="64584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1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0" name="Google Shape;2000;p37"/>
                <p:cNvSpPr/>
                <p:nvPr/>
              </p:nvSpPr>
              <p:spPr>
                <a:xfrm>
                  <a:off x="1299240" y="64584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1" name="Google Shape;2001;p37"/>
                <p:cNvSpPr/>
                <p:nvPr/>
              </p:nvSpPr>
              <p:spPr>
                <a:xfrm>
                  <a:off x="1454760" y="817560"/>
                  <a:ext cx="51120" cy="380520"/>
                </a:xfrm>
                <a:custGeom>
                  <a:rect b="b" l="l" r="r" t="t"/>
                  <a:pathLst>
                    <a:path extrusionOk="0" h="1057" w="142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2" name="Google Shape;2002;p37"/>
                <p:cNvSpPr/>
                <p:nvPr/>
              </p:nvSpPr>
              <p:spPr>
                <a:xfrm>
                  <a:off x="1377000" y="70272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3" name="Google Shape;2003;p37"/>
                <p:cNvSpPr/>
                <p:nvPr/>
              </p:nvSpPr>
              <p:spPr>
                <a:xfrm>
                  <a:off x="1688040" y="702720"/>
                  <a:ext cx="51120" cy="233280"/>
                </a:xfrm>
                <a:custGeom>
                  <a:rect b="b" l="l" r="r" t="t"/>
                  <a:pathLst>
                    <a:path extrusionOk="0" h="648" w="142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4" name="Google Shape;2004;p37"/>
                <p:cNvSpPr/>
                <p:nvPr/>
              </p:nvSpPr>
              <p:spPr>
                <a:xfrm>
                  <a:off x="1765800" y="810000"/>
                  <a:ext cx="51120" cy="233280"/>
                </a:xfrm>
                <a:custGeom>
                  <a:rect b="b" l="l" r="r" t="t"/>
                  <a:pathLst>
                    <a:path extrusionOk="0" h="648" w="142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5" name="Google Shape;2005;p37"/>
                <p:cNvSpPr/>
                <p:nvPr/>
              </p:nvSpPr>
              <p:spPr>
                <a:xfrm>
                  <a:off x="2154240" y="847080"/>
                  <a:ext cx="51120" cy="233640"/>
                </a:xfrm>
                <a:custGeom>
                  <a:rect b="b" l="l" r="r" t="t"/>
                  <a:pathLst>
                    <a:path extrusionOk="0" h="649" w="142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2"/>
                      </a:cubicBezTo>
                      <a:lnTo>
                        <a:pt x="142" y="577"/>
                      </a:lnTo>
                      <a:cubicBezTo>
                        <a:pt x="142" y="617"/>
                        <a:pt x="110" y="649"/>
                        <a:pt x="71" y="649"/>
                      </a:cubicBezTo>
                      <a:cubicBezTo>
                        <a:pt x="32" y="649"/>
                        <a:pt x="0" y="617"/>
                        <a:pt x="0" y="577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6" name="Google Shape;2006;p37"/>
                <p:cNvSpPr/>
                <p:nvPr/>
              </p:nvSpPr>
              <p:spPr>
                <a:xfrm>
                  <a:off x="2235600" y="950040"/>
                  <a:ext cx="51120" cy="233280"/>
                </a:xfrm>
                <a:custGeom>
                  <a:rect b="b" l="l" r="r" t="t"/>
                  <a:pathLst>
                    <a:path extrusionOk="0" h="648" w="142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7" name="Google Shape;2007;p37"/>
                <p:cNvSpPr/>
                <p:nvPr/>
              </p:nvSpPr>
              <p:spPr>
                <a:xfrm>
                  <a:off x="1843560" y="880560"/>
                  <a:ext cx="51120" cy="329040"/>
                </a:xfrm>
                <a:custGeom>
                  <a:rect b="b" l="l" r="r" t="t"/>
                  <a:pathLst>
                    <a:path extrusionOk="0" h="914" w="142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843"/>
                      </a:lnTo>
                      <a:cubicBezTo>
                        <a:pt x="142" y="882"/>
                        <a:pt x="110" y="914"/>
                        <a:pt x="71" y="914"/>
                      </a:cubicBezTo>
                      <a:cubicBezTo>
                        <a:pt x="32" y="914"/>
                        <a:pt x="0" y="882"/>
                        <a:pt x="0" y="843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8" name="Google Shape;2008;p37"/>
                <p:cNvSpPr/>
                <p:nvPr/>
              </p:nvSpPr>
              <p:spPr>
                <a:xfrm>
                  <a:off x="2078280" y="645120"/>
                  <a:ext cx="51480" cy="329040"/>
                </a:xfrm>
                <a:custGeom>
                  <a:rect b="b" l="l" r="r" t="t"/>
                  <a:pathLst>
                    <a:path extrusionOk="0" h="914" w="143">
                      <a:moveTo>
                        <a:pt x="72" y="0"/>
                      </a:moveTo>
                      <a:cubicBezTo>
                        <a:pt x="111" y="0"/>
                        <a:pt x="143" y="32"/>
                        <a:pt x="143" y="71"/>
                      </a:cubicBezTo>
                      <a:lnTo>
                        <a:pt x="143" y="842"/>
                      </a:lnTo>
                      <a:cubicBezTo>
                        <a:pt x="143" y="882"/>
                        <a:pt x="111" y="914"/>
                        <a:pt x="72" y="914"/>
                      </a:cubicBezTo>
                      <a:cubicBezTo>
                        <a:pt x="32" y="914"/>
                        <a:pt x="0" y="882"/>
                        <a:pt x="0" y="842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09" name="Google Shape;2009;p37"/>
              <p:cNvGrpSpPr/>
              <p:nvPr/>
            </p:nvGrpSpPr>
            <p:grpSpPr>
              <a:xfrm>
                <a:off x="1065960" y="526680"/>
                <a:ext cx="1384200" cy="548280"/>
                <a:chOff x="1065960" y="526680"/>
                <a:chExt cx="1384200" cy="548280"/>
              </a:xfrm>
            </p:grpSpPr>
            <p:sp>
              <p:nvSpPr>
                <p:cNvPr id="2010" name="Google Shape;2010;p37"/>
                <p:cNvSpPr/>
                <p:nvPr/>
              </p:nvSpPr>
              <p:spPr>
                <a:xfrm>
                  <a:off x="1065960" y="526680"/>
                  <a:ext cx="51120" cy="380520"/>
                </a:xfrm>
                <a:custGeom>
                  <a:rect b="b" l="l" r="r" t="t"/>
                  <a:pathLst>
                    <a:path extrusionOk="0" h="1057" w="142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1" y="0"/>
                        <a:pt x="142" y="32"/>
                        <a:pt x="142" y="72"/>
                      </a:cubicBezTo>
                      <a:lnTo>
                        <a:pt x="142" y="986"/>
                      </a:lnTo>
                      <a:cubicBezTo>
                        <a:pt x="142" y="1025"/>
                        <a:pt x="111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1" name="Google Shape;2011;p37"/>
                <p:cNvSpPr/>
                <p:nvPr/>
              </p:nvSpPr>
              <p:spPr>
                <a:xfrm>
                  <a:off x="1221480" y="540720"/>
                  <a:ext cx="51120" cy="380520"/>
                </a:xfrm>
                <a:custGeom>
                  <a:rect b="b" l="l" r="r" t="t"/>
                  <a:pathLst>
                    <a:path extrusionOk="0" h="1057" w="142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2" name="Google Shape;2012;p37"/>
                <p:cNvSpPr/>
                <p:nvPr/>
              </p:nvSpPr>
              <p:spPr>
                <a:xfrm>
                  <a:off x="1532520" y="64116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3" name="Google Shape;2013;p37"/>
                <p:cNvSpPr/>
                <p:nvPr/>
              </p:nvSpPr>
              <p:spPr>
                <a:xfrm>
                  <a:off x="1610280" y="56268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4" name="Google Shape;2014;p37"/>
                <p:cNvSpPr/>
                <p:nvPr/>
              </p:nvSpPr>
              <p:spPr>
                <a:xfrm>
                  <a:off x="1921320" y="694800"/>
                  <a:ext cx="51120" cy="380160"/>
                </a:xfrm>
                <a:custGeom>
                  <a:rect b="b" l="l" r="r" t="t"/>
                  <a:pathLst>
                    <a:path extrusionOk="0" h="1056" w="142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5" name="Google Shape;2015;p37"/>
                <p:cNvSpPr/>
                <p:nvPr/>
              </p:nvSpPr>
              <p:spPr>
                <a:xfrm>
                  <a:off x="1999080" y="601560"/>
                  <a:ext cx="51120" cy="280080"/>
                </a:xfrm>
                <a:custGeom>
                  <a:rect b="b" l="l" r="r" t="t"/>
                  <a:pathLst>
                    <a:path extrusionOk="0" h="778" w="142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6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6" name="Google Shape;2016;p37"/>
                <p:cNvSpPr/>
                <p:nvPr/>
              </p:nvSpPr>
              <p:spPr>
                <a:xfrm>
                  <a:off x="2316960" y="758520"/>
                  <a:ext cx="51120" cy="280080"/>
                </a:xfrm>
                <a:custGeom>
                  <a:rect b="b" l="l" r="r" t="t"/>
                  <a:pathLst>
                    <a:path extrusionOk="0" h="778" w="142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7" name="Google Shape;2017;p37"/>
                <p:cNvSpPr/>
                <p:nvPr/>
              </p:nvSpPr>
              <p:spPr>
                <a:xfrm>
                  <a:off x="2399040" y="573480"/>
                  <a:ext cx="51120" cy="280080"/>
                </a:xfrm>
                <a:custGeom>
                  <a:rect b="b" l="l" r="r" t="t"/>
                  <a:pathLst>
                    <a:path extrusionOk="0" h="778" w="142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1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18" name="Google Shape;2018;p37"/>
              <p:cNvSpPr/>
              <p:nvPr/>
            </p:nvSpPr>
            <p:spPr>
              <a:xfrm>
                <a:off x="3162295" y="551530"/>
                <a:ext cx="343080" cy="93600"/>
              </a:xfrm>
              <a:custGeom>
                <a:rect b="b" l="l" r="r" t="t"/>
                <a:pathLst>
                  <a:path extrusionOk="0" h="260" w="953">
                    <a:moveTo>
                      <a:pt x="823" y="260"/>
                    </a:moveTo>
                    <a:lnTo>
                      <a:pt x="130" y="260"/>
                    </a:lnTo>
                    <a:cubicBezTo>
                      <a:pt x="58" y="260"/>
                      <a:pt x="0" y="202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30" y="0"/>
                    </a:cubicBezTo>
                    <a:lnTo>
                      <a:pt x="823" y="0"/>
                    </a:lnTo>
                    <a:cubicBezTo>
                      <a:pt x="895" y="0"/>
                      <a:pt x="953" y="59"/>
                      <a:pt x="953" y="130"/>
                    </a:cubicBezTo>
                    <a:lnTo>
                      <a:pt x="953" y="130"/>
                    </a:lnTo>
                    <a:cubicBezTo>
                      <a:pt x="953" y="202"/>
                      <a:pt x="895" y="260"/>
                      <a:pt x="823" y="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9" name="Google Shape;2019;p37"/>
              <p:cNvSpPr/>
              <p:nvPr/>
            </p:nvSpPr>
            <p:spPr>
              <a:xfrm>
                <a:off x="1978625" y="1789120"/>
                <a:ext cx="343080" cy="93240"/>
              </a:xfrm>
              <a:custGeom>
                <a:rect b="b" l="l" r="r" t="t"/>
                <a:pathLst>
                  <a:path extrusionOk="0" h="259" w="953">
                    <a:moveTo>
                      <a:pt x="823" y="259"/>
                    </a:moveTo>
                    <a:lnTo>
                      <a:pt x="129" y="259"/>
                    </a:lnTo>
                    <a:cubicBezTo>
                      <a:pt x="58" y="259"/>
                      <a:pt x="0" y="201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29" y="0"/>
                    </a:cubicBezTo>
                    <a:lnTo>
                      <a:pt x="823" y="0"/>
                    </a:lnTo>
                    <a:cubicBezTo>
                      <a:pt x="895" y="0"/>
                      <a:pt x="953" y="58"/>
                      <a:pt x="953" y="130"/>
                    </a:cubicBezTo>
                    <a:lnTo>
                      <a:pt x="953" y="130"/>
                    </a:lnTo>
                    <a:cubicBezTo>
                      <a:pt x="952" y="201"/>
                      <a:pt x="894" y="259"/>
                      <a:pt x="82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0" name="Google Shape;2020;p37"/>
            <p:cNvSpPr/>
            <p:nvPr/>
          </p:nvSpPr>
          <p:spPr>
            <a:xfrm flipH="1">
              <a:off x="6825501" y="4289775"/>
              <a:ext cx="1224274" cy="84950"/>
            </a:xfrm>
            <a:custGeom>
              <a:rect b="b" l="l" r="r" t="t"/>
              <a:pathLst>
                <a:path extrusionOk="0" h="227" w="3541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21" name="Google Shape;2021;p37"/>
            <p:cNvGrpSpPr/>
            <p:nvPr/>
          </p:nvGrpSpPr>
          <p:grpSpPr>
            <a:xfrm>
              <a:off x="5916905" y="1976699"/>
              <a:ext cx="1790570" cy="2384907"/>
              <a:chOff x="6375280" y="2219090"/>
              <a:chExt cx="1790570" cy="2384907"/>
            </a:xfrm>
          </p:grpSpPr>
          <p:grpSp>
            <p:nvGrpSpPr>
              <p:cNvPr id="2022" name="Google Shape;2022;p37"/>
              <p:cNvGrpSpPr/>
              <p:nvPr/>
            </p:nvGrpSpPr>
            <p:grpSpPr>
              <a:xfrm>
                <a:off x="6375280" y="2219090"/>
                <a:ext cx="1790570" cy="2384907"/>
                <a:chOff x="6375280" y="2219090"/>
                <a:chExt cx="1790570" cy="2384907"/>
              </a:xfrm>
            </p:grpSpPr>
            <p:sp>
              <p:nvSpPr>
                <p:cNvPr id="2023" name="Google Shape;2023;p37"/>
                <p:cNvSpPr/>
                <p:nvPr/>
              </p:nvSpPr>
              <p:spPr>
                <a:xfrm flipH="1">
                  <a:off x="8061574" y="4407922"/>
                  <a:ext cx="90104" cy="154290"/>
                </a:xfrm>
                <a:custGeom>
                  <a:rect b="b" l="l" r="r" t="t"/>
                  <a:pathLst>
                    <a:path extrusionOk="0" h="13555" w="7916">
                      <a:moveTo>
                        <a:pt x="3067" y="0"/>
                      </a:moveTo>
                      <a:cubicBezTo>
                        <a:pt x="2846" y="2977"/>
                        <a:pt x="1555" y="6090"/>
                        <a:pt x="1" y="8669"/>
                      </a:cubicBezTo>
                      <a:cubicBezTo>
                        <a:pt x="623" y="10315"/>
                        <a:pt x="1246" y="10981"/>
                        <a:pt x="2445" y="12183"/>
                      </a:cubicBezTo>
                      <a:cubicBezTo>
                        <a:pt x="3892" y="13134"/>
                        <a:pt x="5366" y="13554"/>
                        <a:pt x="6802" y="13554"/>
                      </a:cubicBezTo>
                      <a:cubicBezTo>
                        <a:pt x="7176" y="13554"/>
                        <a:pt x="7548" y="13526"/>
                        <a:pt x="7915" y="13470"/>
                      </a:cubicBezTo>
                      <a:cubicBezTo>
                        <a:pt x="6759" y="12094"/>
                        <a:pt x="6090" y="10315"/>
                        <a:pt x="5913" y="8491"/>
                      </a:cubicBezTo>
                      <a:cubicBezTo>
                        <a:pt x="5692" y="6001"/>
                        <a:pt x="7115" y="3735"/>
                        <a:pt x="7915" y="1377"/>
                      </a:cubicBezTo>
                      <a:cubicBezTo>
                        <a:pt x="6446" y="1021"/>
                        <a:pt x="4536" y="356"/>
                        <a:pt x="3067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37"/>
                <p:cNvSpPr/>
                <p:nvPr/>
              </p:nvSpPr>
              <p:spPr>
                <a:xfrm flipH="1">
                  <a:off x="8032219" y="4506585"/>
                  <a:ext cx="133631" cy="97411"/>
                </a:xfrm>
                <a:custGeom>
                  <a:rect b="b" l="l" r="r" t="t"/>
                  <a:pathLst>
                    <a:path extrusionOk="0" h="8558" w="11740">
                      <a:moveTo>
                        <a:pt x="1246" y="1"/>
                      </a:moveTo>
                      <a:cubicBezTo>
                        <a:pt x="1111" y="178"/>
                        <a:pt x="1022" y="402"/>
                        <a:pt x="890" y="623"/>
                      </a:cubicBezTo>
                      <a:cubicBezTo>
                        <a:pt x="446" y="1245"/>
                        <a:pt x="1" y="1957"/>
                        <a:pt x="133" y="2715"/>
                      </a:cubicBezTo>
                      <a:cubicBezTo>
                        <a:pt x="310" y="3558"/>
                        <a:pt x="1200" y="4002"/>
                        <a:pt x="1822" y="4625"/>
                      </a:cubicBezTo>
                      <a:cubicBezTo>
                        <a:pt x="2580" y="5382"/>
                        <a:pt x="2935" y="6403"/>
                        <a:pt x="3647" y="7203"/>
                      </a:cubicBezTo>
                      <a:cubicBezTo>
                        <a:pt x="4447" y="8050"/>
                        <a:pt x="5646" y="8448"/>
                        <a:pt x="6848" y="8537"/>
                      </a:cubicBezTo>
                      <a:cubicBezTo>
                        <a:pt x="7035" y="8551"/>
                        <a:pt x="7221" y="8558"/>
                        <a:pt x="7408" y="8558"/>
                      </a:cubicBezTo>
                      <a:cubicBezTo>
                        <a:pt x="8420" y="8558"/>
                        <a:pt x="9429" y="8371"/>
                        <a:pt x="10405" y="8182"/>
                      </a:cubicBezTo>
                      <a:cubicBezTo>
                        <a:pt x="10892" y="8093"/>
                        <a:pt x="11472" y="7915"/>
                        <a:pt x="11561" y="7470"/>
                      </a:cubicBezTo>
                      <a:cubicBezTo>
                        <a:pt x="11739" y="6894"/>
                        <a:pt x="11117" y="6449"/>
                        <a:pt x="10583" y="6136"/>
                      </a:cubicBezTo>
                      <a:cubicBezTo>
                        <a:pt x="10049" y="5781"/>
                        <a:pt x="9559" y="5293"/>
                        <a:pt x="9160" y="4802"/>
                      </a:cubicBezTo>
                      <a:cubicBezTo>
                        <a:pt x="8793" y="4858"/>
                        <a:pt x="8421" y="4886"/>
                        <a:pt x="8047" y="4886"/>
                      </a:cubicBezTo>
                      <a:cubicBezTo>
                        <a:pt x="6611" y="4886"/>
                        <a:pt x="5137" y="4466"/>
                        <a:pt x="3690" y="3515"/>
                      </a:cubicBezTo>
                      <a:cubicBezTo>
                        <a:pt x="2491" y="2313"/>
                        <a:pt x="1868" y="1647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5" name="Google Shape;2025;p37"/>
                <p:cNvSpPr/>
                <p:nvPr/>
              </p:nvSpPr>
              <p:spPr>
                <a:xfrm flipH="1">
                  <a:off x="7699213" y="4426623"/>
                  <a:ext cx="143260" cy="94315"/>
                </a:xfrm>
                <a:custGeom>
                  <a:rect b="b" l="l" r="r" t="t"/>
                  <a:pathLst>
                    <a:path extrusionOk="0" h="8286" w="12586">
                      <a:moveTo>
                        <a:pt x="4803" y="0"/>
                      </a:moveTo>
                      <a:cubicBezTo>
                        <a:pt x="3248" y="136"/>
                        <a:pt x="1512" y="445"/>
                        <a:pt x="1" y="580"/>
                      </a:cubicBezTo>
                      <a:cubicBezTo>
                        <a:pt x="801" y="2626"/>
                        <a:pt x="1779" y="4802"/>
                        <a:pt x="1779" y="6937"/>
                      </a:cubicBezTo>
                      <a:cubicBezTo>
                        <a:pt x="3938" y="7683"/>
                        <a:pt x="6256" y="8286"/>
                        <a:pt x="8446" y="8286"/>
                      </a:cubicBezTo>
                      <a:cubicBezTo>
                        <a:pt x="9911" y="8286"/>
                        <a:pt x="11319" y="8016"/>
                        <a:pt x="12585" y="7339"/>
                      </a:cubicBezTo>
                      <a:cubicBezTo>
                        <a:pt x="11027" y="7026"/>
                        <a:pt x="9427" y="6627"/>
                        <a:pt x="8182" y="5869"/>
                      </a:cubicBezTo>
                      <a:cubicBezTo>
                        <a:pt x="6183" y="4625"/>
                        <a:pt x="5247" y="2224"/>
                        <a:pt x="4803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6" name="Google Shape;2026;p37"/>
                <p:cNvSpPr/>
                <p:nvPr/>
              </p:nvSpPr>
              <p:spPr>
                <a:xfrm flipH="1">
                  <a:off x="7653671" y="4505572"/>
                  <a:ext cx="171068" cy="39304"/>
                </a:xfrm>
                <a:custGeom>
                  <a:rect b="b" l="l" r="r" t="t"/>
                  <a:pathLst>
                    <a:path extrusionOk="0" h="3453" w="15029">
                      <a:moveTo>
                        <a:pt x="221" y="1"/>
                      </a:moveTo>
                      <a:cubicBezTo>
                        <a:pt x="221" y="356"/>
                        <a:pt x="178" y="669"/>
                        <a:pt x="132" y="1025"/>
                      </a:cubicBezTo>
                      <a:cubicBezTo>
                        <a:pt x="1" y="1690"/>
                        <a:pt x="267" y="2537"/>
                        <a:pt x="801" y="2981"/>
                      </a:cubicBezTo>
                      <a:cubicBezTo>
                        <a:pt x="1142" y="3244"/>
                        <a:pt x="1561" y="3321"/>
                        <a:pt x="1994" y="3321"/>
                      </a:cubicBezTo>
                      <a:cubicBezTo>
                        <a:pt x="2293" y="3321"/>
                        <a:pt x="2598" y="3284"/>
                        <a:pt x="2889" y="3248"/>
                      </a:cubicBezTo>
                      <a:cubicBezTo>
                        <a:pt x="3362" y="3204"/>
                        <a:pt x="3838" y="3187"/>
                        <a:pt x="4318" y="3187"/>
                      </a:cubicBezTo>
                      <a:cubicBezTo>
                        <a:pt x="6185" y="3187"/>
                        <a:pt x="8089" y="3452"/>
                        <a:pt x="9930" y="3452"/>
                      </a:cubicBezTo>
                      <a:cubicBezTo>
                        <a:pt x="11437" y="3452"/>
                        <a:pt x="12903" y="3274"/>
                        <a:pt x="14271" y="2626"/>
                      </a:cubicBezTo>
                      <a:cubicBezTo>
                        <a:pt x="14538" y="2490"/>
                        <a:pt x="14805" y="2313"/>
                        <a:pt x="14894" y="2046"/>
                      </a:cubicBezTo>
                      <a:cubicBezTo>
                        <a:pt x="15029" y="1736"/>
                        <a:pt x="14851" y="1381"/>
                        <a:pt x="14538" y="1203"/>
                      </a:cubicBezTo>
                      <a:cubicBezTo>
                        <a:pt x="14271" y="979"/>
                        <a:pt x="13916" y="936"/>
                        <a:pt x="13606" y="847"/>
                      </a:cubicBezTo>
                      <a:cubicBezTo>
                        <a:pt x="12806" y="712"/>
                        <a:pt x="11917" y="580"/>
                        <a:pt x="11027" y="403"/>
                      </a:cubicBezTo>
                      <a:cubicBezTo>
                        <a:pt x="9761" y="1080"/>
                        <a:pt x="8353" y="1350"/>
                        <a:pt x="6888" y="1350"/>
                      </a:cubicBezTo>
                      <a:cubicBezTo>
                        <a:pt x="4698" y="1350"/>
                        <a:pt x="2380" y="747"/>
                        <a:pt x="2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7" name="Google Shape;2027;p37"/>
                <p:cNvSpPr/>
                <p:nvPr/>
              </p:nvSpPr>
              <p:spPr>
                <a:xfrm flipH="1">
                  <a:off x="6375280" y="2219090"/>
                  <a:ext cx="1257664" cy="1184748"/>
                </a:xfrm>
                <a:custGeom>
                  <a:rect b="b" l="l" r="r" t="t"/>
                  <a:pathLst>
                    <a:path extrusionOk="0" h="104085" w="110491">
                      <a:moveTo>
                        <a:pt x="54941" y="5415"/>
                      </a:moveTo>
                      <a:cubicBezTo>
                        <a:pt x="64427" y="5415"/>
                        <a:pt x="74015" y="8445"/>
                        <a:pt x="82167" y="14626"/>
                      </a:cubicBezTo>
                      <a:cubicBezTo>
                        <a:pt x="100976" y="28854"/>
                        <a:pt x="104533" y="57132"/>
                        <a:pt x="89594" y="76251"/>
                      </a:cubicBezTo>
                      <a:cubicBezTo>
                        <a:pt x="80982" y="87304"/>
                        <a:pt x="68106" y="93066"/>
                        <a:pt x="55098" y="93066"/>
                      </a:cubicBezTo>
                      <a:cubicBezTo>
                        <a:pt x="45604" y="93066"/>
                        <a:pt x="36040" y="89997"/>
                        <a:pt x="28011" y="83674"/>
                      </a:cubicBezTo>
                      <a:cubicBezTo>
                        <a:pt x="8939" y="68735"/>
                        <a:pt x="5602" y="41126"/>
                        <a:pt x="20542" y="22096"/>
                      </a:cubicBezTo>
                      <a:cubicBezTo>
                        <a:pt x="29197" y="11078"/>
                        <a:pt x="41973" y="5415"/>
                        <a:pt x="54941" y="5415"/>
                      </a:cubicBezTo>
                      <a:close/>
                      <a:moveTo>
                        <a:pt x="55113" y="0"/>
                      </a:moveTo>
                      <a:cubicBezTo>
                        <a:pt x="40538" y="0"/>
                        <a:pt x="26106" y="6455"/>
                        <a:pt x="16408" y="18805"/>
                      </a:cubicBezTo>
                      <a:cubicBezTo>
                        <a:pt x="0" y="39745"/>
                        <a:pt x="3248" y="69848"/>
                        <a:pt x="23522" y="86833"/>
                      </a:cubicBezTo>
                      <a:lnTo>
                        <a:pt x="11518" y="102082"/>
                      </a:lnTo>
                      <a:lnTo>
                        <a:pt x="14050" y="104085"/>
                      </a:lnTo>
                      <a:lnTo>
                        <a:pt x="26012" y="88789"/>
                      </a:lnTo>
                      <a:cubicBezTo>
                        <a:pt x="34739" y="95203"/>
                        <a:pt x="44929" y="98316"/>
                        <a:pt x="55050" y="98316"/>
                      </a:cubicBezTo>
                      <a:cubicBezTo>
                        <a:pt x="69628" y="98316"/>
                        <a:pt x="84063" y="91857"/>
                        <a:pt x="93773" y="79495"/>
                      </a:cubicBezTo>
                      <a:cubicBezTo>
                        <a:pt x="110491" y="58153"/>
                        <a:pt x="106799" y="27253"/>
                        <a:pt x="85414" y="10489"/>
                      </a:cubicBezTo>
                      <a:cubicBezTo>
                        <a:pt x="76420" y="3425"/>
                        <a:pt x="65729" y="0"/>
                        <a:pt x="551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8" name="Google Shape;2028;p37"/>
                <p:cNvSpPr/>
                <p:nvPr/>
              </p:nvSpPr>
              <p:spPr>
                <a:xfrm flipH="1">
                  <a:off x="7452246" y="3360299"/>
                  <a:ext cx="449939" cy="547612"/>
                </a:xfrm>
                <a:custGeom>
                  <a:rect b="b" l="l" r="r" t="t"/>
                  <a:pathLst>
                    <a:path extrusionOk="0" h="48110" w="39529">
                      <a:moveTo>
                        <a:pt x="34948" y="1"/>
                      </a:moveTo>
                      <a:lnTo>
                        <a:pt x="0" y="44552"/>
                      </a:lnTo>
                      <a:lnTo>
                        <a:pt x="4581" y="48109"/>
                      </a:lnTo>
                      <a:lnTo>
                        <a:pt x="39529" y="3600"/>
                      </a:lnTo>
                      <a:lnTo>
                        <a:pt x="3494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37"/>
                <p:cNvSpPr/>
                <p:nvPr/>
              </p:nvSpPr>
              <p:spPr>
                <a:xfrm flipH="1">
                  <a:off x="7606616" y="3512017"/>
                  <a:ext cx="93621" cy="81100"/>
                </a:xfrm>
                <a:custGeom>
                  <a:rect b="b" l="l" r="r" t="t"/>
                  <a:pathLst>
                    <a:path extrusionOk="0" h="7125" w="8225">
                      <a:moveTo>
                        <a:pt x="6643" y="1"/>
                      </a:moveTo>
                      <a:cubicBezTo>
                        <a:pt x="5789" y="1"/>
                        <a:pt x="5020" y="507"/>
                        <a:pt x="4400" y="1167"/>
                      </a:cubicBezTo>
                      <a:cubicBezTo>
                        <a:pt x="3778" y="1832"/>
                        <a:pt x="3291" y="2632"/>
                        <a:pt x="2622" y="3301"/>
                      </a:cubicBezTo>
                      <a:cubicBezTo>
                        <a:pt x="2050" y="3873"/>
                        <a:pt x="1278" y="4316"/>
                        <a:pt x="508" y="4316"/>
                      </a:cubicBezTo>
                      <a:cubicBezTo>
                        <a:pt x="382" y="4316"/>
                        <a:pt x="257" y="4304"/>
                        <a:pt x="132" y="4279"/>
                      </a:cubicBezTo>
                      <a:lnTo>
                        <a:pt x="0" y="6947"/>
                      </a:lnTo>
                      <a:cubicBezTo>
                        <a:pt x="269" y="6774"/>
                        <a:pt x="579" y="6711"/>
                        <a:pt x="893" y="6711"/>
                      </a:cubicBezTo>
                      <a:cubicBezTo>
                        <a:pt x="1147" y="6711"/>
                        <a:pt x="1404" y="6752"/>
                        <a:pt x="1644" y="6811"/>
                      </a:cubicBezTo>
                      <a:cubicBezTo>
                        <a:pt x="2223" y="6947"/>
                        <a:pt x="2800" y="7124"/>
                        <a:pt x="3379" y="7124"/>
                      </a:cubicBezTo>
                      <a:cubicBezTo>
                        <a:pt x="3956" y="7124"/>
                        <a:pt x="4578" y="6858"/>
                        <a:pt x="4802" y="6324"/>
                      </a:cubicBezTo>
                      <a:cubicBezTo>
                        <a:pt x="4891" y="6100"/>
                        <a:pt x="4934" y="5833"/>
                        <a:pt x="4934" y="5567"/>
                      </a:cubicBezTo>
                      <a:lnTo>
                        <a:pt x="5467" y="5300"/>
                      </a:lnTo>
                      <a:cubicBezTo>
                        <a:pt x="5958" y="4990"/>
                        <a:pt x="6357" y="4588"/>
                        <a:pt x="6623" y="4055"/>
                      </a:cubicBezTo>
                      <a:cubicBezTo>
                        <a:pt x="6890" y="3521"/>
                        <a:pt x="6979" y="2945"/>
                        <a:pt x="7114" y="2365"/>
                      </a:cubicBezTo>
                      <a:cubicBezTo>
                        <a:pt x="7203" y="1789"/>
                        <a:pt x="7424" y="1209"/>
                        <a:pt x="7868" y="811"/>
                      </a:cubicBezTo>
                      <a:cubicBezTo>
                        <a:pt x="8004" y="676"/>
                        <a:pt x="8224" y="544"/>
                        <a:pt x="8224" y="366"/>
                      </a:cubicBezTo>
                      <a:cubicBezTo>
                        <a:pt x="8224" y="142"/>
                        <a:pt x="8004" y="10"/>
                        <a:pt x="7779" y="10"/>
                      </a:cubicBezTo>
                      <a:cubicBezTo>
                        <a:pt x="7559" y="10"/>
                        <a:pt x="7381" y="142"/>
                        <a:pt x="7246" y="277"/>
                      </a:cubicBezTo>
                      <a:cubicBezTo>
                        <a:pt x="6979" y="455"/>
                        <a:pt x="6712" y="633"/>
                        <a:pt x="6492" y="853"/>
                      </a:cubicBezTo>
                      <a:cubicBezTo>
                        <a:pt x="6581" y="587"/>
                        <a:pt x="6712" y="277"/>
                        <a:pt x="6848" y="10"/>
                      </a:cubicBezTo>
                      <a:cubicBezTo>
                        <a:pt x="6779" y="4"/>
                        <a:pt x="6711" y="1"/>
                        <a:pt x="6643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0" name="Google Shape;2030;p37"/>
                <p:cNvSpPr/>
                <p:nvPr/>
              </p:nvSpPr>
              <p:spPr>
                <a:xfrm flipH="1">
                  <a:off x="7678974" y="3286529"/>
                  <a:ext cx="338607" cy="322785"/>
                </a:xfrm>
                <a:custGeom>
                  <a:rect b="b" l="l" r="r" t="t"/>
                  <a:pathLst>
                    <a:path extrusionOk="0" h="28358" w="29748">
                      <a:moveTo>
                        <a:pt x="3466" y="1"/>
                      </a:moveTo>
                      <a:cubicBezTo>
                        <a:pt x="3222" y="1"/>
                        <a:pt x="2984" y="26"/>
                        <a:pt x="2757" y="79"/>
                      </a:cubicBezTo>
                      <a:cubicBezTo>
                        <a:pt x="1779" y="300"/>
                        <a:pt x="1068" y="1100"/>
                        <a:pt x="669" y="1989"/>
                      </a:cubicBezTo>
                      <a:cubicBezTo>
                        <a:pt x="445" y="2434"/>
                        <a:pt x="356" y="2878"/>
                        <a:pt x="267" y="3369"/>
                      </a:cubicBezTo>
                      <a:cubicBezTo>
                        <a:pt x="178" y="3857"/>
                        <a:pt x="136" y="4348"/>
                        <a:pt x="90" y="4835"/>
                      </a:cubicBezTo>
                      <a:cubicBezTo>
                        <a:pt x="1" y="6347"/>
                        <a:pt x="90" y="7858"/>
                        <a:pt x="267" y="9416"/>
                      </a:cubicBezTo>
                      <a:cubicBezTo>
                        <a:pt x="403" y="10394"/>
                        <a:pt x="580" y="11415"/>
                        <a:pt x="847" y="12393"/>
                      </a:cubicBezTo>
                      <a:cubicBezTo>
                        <a:pt x="1203" y="13863"/>
                        <a:pt x="1736" y="15328"/>
                        <a:pt x="2402" y="16662"/>
                      </a:cubicBezTo>
                      <a:cubicBezTo>
                        <a:pt x="2892" y="17597"/>
                        <a:pt x="3380" y="18487"/>
                        <a:pt x="4002" y="19330"/>
                      </a:cubicBezTo>
                      <a:cubicBezTo>
                        <a:pt x="5738" y="21820"/>
                        <a:pt x="8050" y="23911"/>
                        <a:pt x="10761" y="25334"/>
                      </a:cubicBezTo>
                      <a:cubicBezTo>
                        <a:pt x="11074" y="25465"/>
                        <a:pt x="11429" y="25643"/>
                        <a:pt x="11739" y="25778"/>
                      </a:cubicBezTo>
                      <a:cubicBezTo>
                        <a:pt x="11917" y="25867"/>
                        <a:pt x="12141" y="25956"/>
                        <a:pt x="12319" y="25999"/>
                      </a:cubicBezTo>
                      <a:cubicBezTo>
                        <a:pt x="12450" y="26045"/>
                        <a:pt x="12585" y="26134"/>
                        <a:pt x="12674" y="26177"/>
                      </a:cubicBezTo>
                      <a:cubicBezTo>
                        <a:pt x="12941" y="26266"/>
                        <a:pt x="13250" y="26355"/>
                        <a:pt x="13517" y="26444"/>
                      </a:cubicBezTo>
                      <a:cubicBezTo>
                        <a:pt x="13563" y="26444"/>
                        <a:pt x="13606" y="26490"/>
                        <a:pt x="13606" y="26490"/>
                      </a:cubicBezTo>
                      <a:cubicBezTo>
                        <a:pt x="13962" y="26579"/>
                        <a:pt x="14275" y="26668"/>
                        <a:pt x="14584" y="26757"/>
                      </a:cubicBezTo>
                      <a:cubicBezTo>
                        <a:pt x="19255" y="28044"/>
                        <a:pt x="24590" y="28044"/>
                        <a:pt x="29303" y="28357"/>
                      </a:cubicBezTo>
                      <a:cubicBezTo>
                        <a:pt x="29748" y="26934"/>
                        <a:pt x="29303" y="24665"/>
                        <a:pt x="29702" y="23200"/>
                      </a:cubicBezTo>
                      <a:cubicBezTo>
                        <a:pt x="24857" y="23022"/>
                        <a:pt x="19877" y="22264"/>
                        <a:pt x="15875" y="19554"/>
                      </a:cubicBezTo>
                      <a:cubicBezTo>
                        <a:pt x="15698" y="19465"/>
                        <a:pt x="15474" y="19330"/>
                        <a:pt x="15342" y="19198"/>
                      </a:cubicBezTo>
                      <a:cubicBezTo>
                        <a:pt x="11251" y="16217"/>
                        <a:pt x="9384" y="11639"/>
                        <a:pt x="8406" y="6660"/>
                      </a:cubicBezTo>
                      <a:cubicBezTo>
                        <a:pt x="8093" y="5148"/>
                        <a:pt x="7737" y="3369"/>
                        <a:pt x="7026" y="1989"/>
                      </a:cubicBezTo>
                      <a:cubicBezTo>
                        <a:pt x="6421" y="819"/>
                        <a:pt x="4851" y="1"/>
                        <a:pt x="34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1" name="Google Shape;2031;p37"/>
                <p:cNvSpPr/>
                <p:nvPr/>
              </p:nvSpPr>
              <p:spPr>
                <a:xfrm flipH="1">
                  <a:off x="7889505" y="3079208"/>
                  <a:ext cx="148803" cy="253773"/>
                </a:xfrm>
                <a:custGeom>
                  <a:rect b="b" l="l" r="r" t="t"/>
                  <a:pathLst>
                    <a:path extrusionOk="0" h="22295" w="13073">
                      <a:moveTo>
                        <a:pt x="6750" y="1"/>
                      </a:moveTo>
                      <a:cubicBezTo>
                        <a:pt x="6148" y="1"/>
                        <a:pt x="5520" y="108"/>
                        <a:pt x="4934" y="195"/>
                      </a:cubicBezTo>
                      <a:cubicBezTo>
                        <a:pt x="4002" y="373"/>
                        <a:pt x="3067" y="640"/>
                        <a:pt x="2266" y="1084"/>
                      </a:cubicBezTo>
                      <a:cubicBezTo>
                        <a:pt x="1466" y="1575"/>
                        <a:pt x="755" y="2287"/>
                        <a:pt x="399" y="3176"/>
                      </a:cubicBezTo>
                      <a:cubicBezTo>
                        <a:pt x="0" y="4108"/>
                        <a:pt x="43" y="5132"/>
                        <a:pt x="178" y="6110"/>
                      </a:cubicBezTo>
                      <a:cubicBezTo>
                        <a:pt x="310" y="7042"/>
                        <a:pt x="488" y="7932"/>
                        <a:pt x="979" y="8732"/>
                      </a:cubicBezTo>
                      <a:cubicBezTo>
                        <a:pt x="1779" y="10023"/>
                        <a:pt x="3202" y="10823"/>
                        <a:pt x="4667" y="11268"/>
                      </a:cubicBezTo>
                      <a:lnTo>
                        <a:pt x="4713" y="11268"/>
                      </a:lnTo>
                      <a:cubicBezTo>
                        <a:pt x="4713" y="11535"/>
                        <a:pt x="4756" y="11802"/>
                        <a:pt x="4802" y="12022"/>
                      </a:cubicBezTo>
                      <a:cubicBezTo>
                        <a:pt x="5158" y="15448"/>
                        <a:pt x="5158" y="18869"/>
                        <a:pt x="4845" y="22295"/>
                      </a:cubicBezTo>
                      <a:cubicBezTo>
                        <a:pt x="7470" y="21004"/>
                        <a:pt x="9693" y="20427"/>
                        <a:pt x="12361" y="19182"/>
                      </a:cubicBezTo>
                      <a:cubicBezTo>
                        <a:pt x="11337" y="18069"/>
                        <a:pt x="10625" y="16557"/>
                        <a:pt x="10181" y="15003"/>
                      </a:cubicBezTo>
                      <a:cubicBezTo>
                        <a:pt x="9871" y="13978"/>
                        <a:pt x="9647" y="12911"/>
                        <a:pt x="9515" y="11891"/>
                      </a:cubicBezTo>
                      <a:cubicBezTo>
                        <a:pt x="9469" y="11802"/>
                        <a:pt x="9469" y="11666"/>
                        <a:pt x="9469" y="11578"/>
                      </a:cubicBezTo>
                      <a:cubicBezTo>
                        <a:pt x="10405" y="11400"/>
                        <a:pt x="11294" y="11090"/>
                        <a:pt x="12137" y="10646"/>
                      </a:cubicBezTo>
                      <a:cubicBezTo>
                        <a:pt x="12450" y="10468"/>
                        <a:pt x="12759" y="10201"/>
                        <a:pt x="12937" y="9888"/>
                      </a:cubicBezTo>
                      <a:cubicBezTo>
                        <a:pt x="13072" y="9532"/>
                        <a:pt x="12983" y="9134"/>
                        <a:pt x="12848" y="8778"/>
                      </a:cubicBezTo>
                      <a:cubicBezTo>
                        <a:pt x="12717" y="8422"/>
                        <a:pt x="12670" y="8334"/>
                        <a:pt x="12582" y="7800"/>
                      </a:cubicBezTo>
                      <a:cubicBezTo>
                        <a:pt x="12404" y="6644"/>
                        <a:pt x="12450" y="6822"/>
                        <a:pt x="12272" y="6242"/>
                      </a:cubicBezTo>
                      <a:cubicBezTo>
                        <a:pt x="12048" y="5221"/>
                        <a:pt x="11827" y="4688"/>
                        <a:pt x="11294" y="4375"/>
                      </a:cubicBezTo>
                      <a:cubicBezTo>
                        <a:pt x="11070" y="4243"/>
                        <a:pt x="10938" y="4065"/>
                        <a:pt x="10803" y="3841"/>
                      </a:cubicBezTo>
                      <a:cubicBezTo>
                        <a:pt x="10714" y="3663"/>
                        <a:pt x="10536" y="3265"/>
                        <a:pt x="10494" y="3041"/>
                      </a:cubicBezTo>
                      <a:cubicBezTo>
                        <a:pt x="10269" y="1664"/>
                        <a:pt x="9736" y="1440"/>
                        <a:pt x="8491" y="508"/>
                      </a:cubicBezTo>
                      <a:cubicBezTo>
                        <a:pt x="7990" y="120"/>
                        <a:pt x="7384" y="1"/>
                        <a:pt x="6750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37"/>
                <p:cNvSpPr/>
                <p:nvPr/>
              </p:nvSpPr>
              <p:spPr>
                <a:xfrm flipH="1">
                  <a:off x="7920887" y="3048020"/>
                  <a:ext cx="186252" cy="548807"/>
                </a:xfrm>
                <a:custGeom>
                  <a:rect b="b" l="l" r="r" t="t"/>
                  <a:pathLst>
                    <a:path extrusionOk="0" h="48215" w="16363">
                      <a:moveTo>
                        <a:pt x="14229" y="1"/>
                      </a:moveTo>
                      <a:cubicBezTo>
                        <a:pt x="11337" y="1203"/>
                        <a:pt x="9380" y="1914"/>
                        <a:pt x="6446" y="3113"/>
                      </a:cubicBezTo>
                      <a:cubicBezTo>
                        <a:pt x="5823" y="3380"/>
                        <a:pt x="5112" y="3693"/>
                        <a:pt x="4578" y="4091"/>
                      </a:cubicBezTo>
                      <a:cubicBezTo>
                        <a:pt x="4578" y="4091"/>
                        <a:pt x="4134" y="4358"/>
                        <a:pt x="4045" y="4536"/>
                      </a:cubicBezTo>
                      <a:cubicBezTo>
                        <a:pt x="3245" y="5425"/>
                        <a:pt x="2935" y="6670"/>
                        <a:pt x="3024" y="7872"/>
                      </a:cubicBezTo>
                      <a:cubicBezTo>
                        <a:pt x="2757" y="9206"/>
                        <a:pt x="2668" y="10540"/>
                        <a:pt x="2757" y="11917"/>
                      </a:cubicBezTo>
                      <a:cubicBezTo>
                        <a:pt x="2889" y="14673"/>
                        <a:pt x="3778" y="17430"/>
                        <a:pt x="3600" y="20187"/>
                      </a:cubicBezTo>
                      <a:cubicBezTo>
                        <a:pt x="3422" y="23167"/>
                        <a:pt x="2046" y="25878"/>
                        <a:pt x="1246" y="28723"/>
                      </a:cubicBezTo>
                      <a:cubicBezTo>
                        <a:pt x="132" y="32547"/>
                        <a:pt x="1" y="36595"/>
                        <a:pt x="844" y="40508"/>
                      </a:cubicBezTo>
                      <a:cubicBezTo>
                        <a:pt x="1377" y="42774"/>
                        <a:pt x="2313" y="45086"/>
                        <a:pt x="4180" y="46466"/>
                      </a:cubicBezTo>
                      <a:cubicBezTo>
                        <a:pt x="5823" y="47622"/>
                        <a:pt x="7869" y="47888"/>
                        <a:pt x="9825" y="48155"/>
                      </a:cubicBezTo>
                      <a:cubicBezTo>
                        <a:pt x="10181" y="48185"/>
                        <a:pt x="10556" y="48215"/>
                        <a:pt x="10927" y="48215"/>
                      </a:cubicBezTo>
                      <a:cubicBezTo>
                        <a:pt x="11668" y="48215"/>
                        <a:pt x="12390" y="48096"/>
                        <a:pt x="12895" y="47622"/>
                      </a:cubicBezTo>
                      <a:cubicBezTo>
                        <a:pt x="13250" y="47309"/>
                        <a:pt x="13471" y="46864"/>
                        <a:pt x="13649" y="46419"/>
                      </a:cubicBezTo>
                      <a:cubicBezTo>
                        <a:pt x="16050" y="40774"/>
                        <a:pt x="16363" y="34283"/>
                        <a:pt x="14538" y="28414"/>
                      </a:cubicBezTo>
                      <a:cubicBezTo>
                        <a:pt x="13695" y="25700"/>
                        <a:pt x="12404" y="22854"/>
                        <a:pt x="13250" y="20187"/>
                      </a:cubicBezTo>
                      <a:cubicBezTo>
                        <a:pt x="13784" y="18586"/>
                        <a:pt x="15072" y="17209"/>
                        <a:pt x="15207" y="15520"/>
                      </a:cubicBezTo>
                      <a:cubicBezTo>
                        <a:pt x="15338" y="13919"/>
                        <a:pt x="14406" y="12407"/>
                        <a:pt x="13428" y="11074"/>
                      </a:cubicBezTo>
                      <a:lnTo>
                        <a:pt x="13026" y="10540"/>
                      </a:lnTo>
                      <a:cubicBezTo>
                        <a:pt x="13204" y="10362"/>
                        <a:pt x="13428" y="10138"/>
                        <a:pt x="13560" y="9918"/>
                      </a:cubicBezTo>
                      <a:cubicBezTo>
                        <a:pt x="15249" y="7737"/>
                        <a:pt x="16007" y="4849"/>
                        <a:pt x="15385" y="2181"/>
                      </a:cubicBezTo>
                      <a:cubicBezTo>
                        <a:pt x="15160" y="1292"/>
                        <a:pt x="15427" y="1601"/>
                        <a:pt x="142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37"/>
                <p:cNvSpPr/>
                <p:nvPr/>
              </p:nvSpPr>
              <p:spPr>
                <a:xfrm flipH="1">
                  <a:off x="7758937" y="3659386"/>
                  <a:ext cx="373016" cy="834576"/>
                </a:xfrm>
                <a:custGeom>
                  <a:rect b="b" l="l" r="r" t="t"/>
                  <a:pathLst>
                    <a:path extrusionOk="0" h="73321" w="32771">
                      <a:moveTo>
                        <a:pt x="9828" y="0"/>
                      </a:moveTo>
                      <a:cubicBezTo>
                        <a:pt x="9871" y="534"/>
                        <a:pt x="9782" y="1203"/>
                        <a:pt x="9604" y="2003"/>
                      </a:cubicBezTo>
                      <a:lnTo>
                        <a:pt x="7872" y="2003"/>
                      </a:lnTo>
                      <a:cubicBezTo>
                        <a:pt x="7783" y="2181"/>
                        <a:pt x="7737" y="2359"/>
                        <a:pt x="7648" y="2490"/>
                      </a:cubicBezTo>
                      <a:cubicBezTo>
                        <a:pt x="7470" y="2981"/>
                        <a:pt x="7338" y="3426"/>
                        <a:pt x="7203" y="3913"/>
                      </a:cubicBezTo>
                      <a:cubicBezTo>
                        <a:pt x="7025" y="4447"/>
                        <a:pt x="6936" y="4980"/>
                        <a:pt x="6805" y="5514"/>
                      </a:cubicBezTo>
                      <a:cubicBezTo>
                        <a:pt x="6271" y="8715"/>
                        <a:pt x="6449" y="12005"/>
                        <a:pt x="7160" y="15164"/>
                      </a:cubicBezTo>
                      <a:cubicBezTo>
                        <a:pt x="7516" y="34816"/>
                        <a:pt x="5382" y="51399"/>
                        <a:pt x="0" y="70962"/>
                      </a:cubicBezTo>
                      <a:cubicBezTo>
                        <a:pt x="1647" y="72520"/>
                        <a:pt x="3646" y="72787"/>
                        <a:pt x="5560" y="73097"/>
                      </a:cubicBezTo>
                      <a:cubicBezTo>
                        <a:pt x="6004" y="73143"/>
                        <a:pt x="6449" y="73232"/>
                        <a:pt x="6847" y="73321"/>
                      </a:cubicBezTo>
                      <a:cubicBezTo>
                        <a:pt x="7961" y="70031"/>
                        <a:pt x="9117" y="66694"/>
                        <a:pt x="10273" y="63361"/>
                      </a:cubicBezTo>
                      <a:cubicBezTo>
                        <a:pt x="11073" y="61092"/>
                        <a:pt x="11873" y="58869"/>
                        <a:pt x="12627" y="56603"/>
                      </a:cubicBezTo>
                      <a:cubicBezTo>
                        <a:pt x="13029" y="55447"/>
                        <a:pt x="13428" y="54333"/>
                        <a:pt x="13830" y="53177"/>
                      </a:cubicBezTo>
                      <a:cubicBezTo>
                        <a:pt x="14986" y="49798"/>
                        <a:pt x="16142" y="46330"/>
                        <a:pt x="17209" y="42908"/>
                      </a:cubicBezTo>
                      <a:cubicBezTo>
                        <a:pt x="17429" y="42151"/>
                        <a:pt x="17653" y="41439"/>
                        <a:pt x="17874" y="40685"/>
                      </a:cubicBezTo>
                      <a:cubicBezTo>
                        <a:pt x="18319" y="42773"/>
                        <a:pt x="18674" y="45085"/>
                        <a:pt x="19208" y="47575"/>
                      </a:cubicBezTo>
                      <a:cubicBezTo>
                        <a:pt x="19254" y="47842"/>
                        <a:pt x="19297" y="48066"/>
                        <a:pt x="19386" y="48333"/>
                      </a:cubicBezTo>
                      <a:cubicBezTo>
                        <a:pt x="21299" y="56603"/>
                        <a:pt x="24899" y="63806"/>
                        <a:pt x="25344" y="72431"/>
                      </a:cubicBezTo>
                      <a:cubicBezTo>
                        <a:pt x="27385" y="71682"/>
                        <a:pt x="30086" y="71089"/>
                        <a:pt x="32319" y="71089"/>
                      </a:cubicBezTo>
                      <a:cubicBezTo>
                        <a:pt x="32472" y="71089"/>
                        <a:pt x="32623" y="71092"/>
                        <a:pt x="32771" y="71098"/>
                      </a:cubicBezTo>
                      <a:cubicBezTo>
                        <a:pt x="31437" y="65894"/>
                        <a:pt x="30548" y="60825"/>
                        <a:pt x="29790" y="55845"/>
                      </a:cubicBezTo>
                      <a:cubicBezTo>
                        <a:pt x="29701" y="55134"/>
                        <a:pt x="29569" y="54469"/>
                        <a:pt x="29480" y="53757"/>
                      </a:cubicBezTo>
                      <a:cubicBezTo>
                        <a:pt x="28769" y="48777"/>
                        <a:pt x="28236" y="43840"/>
                        <a:pt x="27613" y="38861"/>
                      </a:cubicBezTo>
                      <a:cubicBezTo>
                        <a:pt x="27524" y="38149"/>
                        <a:pt x="27435" y="37438"/>
                        <a:pt x="27346" y="36684"/>
                      </a:cubicBezTo>
                      <a:cubicBezTo>
                        <a:pt x="26813" y="32547"/>
                        <a:pt x="25966" y="28325"/>
                        <a:pt x="25301" y="23967"/>
                      </a:cubicBezTo>
                      <a:cubicBezTo>
                        <a:pt x="25077" y="22545"/>
                        <a:pt x="24856" y="21076"/>
                        <a:pt x="24679" y="19610"/>
                      </a:cubicBezTo>
                      <a:cubicBezTo>
                        <a:pt x="24543" y="18632"/>
                        <a:pt x="24454" y="17654"/>
                        <a:pt x="24366" y="16676"/>
                      </a:cubicBezTo>
                      <a:cubicBezTo>
                        <a:pt x="24323" y="15697"/>
                        <a:pt x="24234" y="14719"/>
                        <a:pt x="24234" y="13741"/>
                      </a:cubicBezTo>
                      <a:cubicBezTo>
                        <a:pt x="24099" y="9828"/>
                        <a:pt x="24010" y="5827"/>
                        <a:pt x="23298" y="2003"/>
                      </a:cubicBezTo>
                      <a:lnTo>
                        <a:pt x="23121" y="2003"/>
                      </a:lnTo>
                      <a:cubicBezTo>
                        <a:pt x="23078" y="1779"/>
                        <a:pt x="23078" y="1601"/>
                        <a:pt x="23078" y="1380"/>
                      </a:cubicBezTo>
                      <a:lnTo>
                        <a:pt x="21965" y="1245"/>
                      </a:lnTo>
                      <a:lnTo>
                        <a:pt x="982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4" name="Google Shape;2034;p37"/>
                <p:cNvSpPr/>
                <p:nvPr/>
              </p:nvSpPr>
              <p:spPr>
                <a:xfrm flipH="1">
                  <a:off x="7498801" y="3079652"/>
                  <a:ext cx="23824" cy="42798"/>
                </a:xfrm>
                <a:custGeom>
                  <a:rect b="b" l="l" r="r" t="t"/>
                  <a:pathLst>
                    <a:path extrusionOk="0" h="3760" w="2093">
                      <a:moveTo>
                        <a:pt x="1783" y="0"/>
                      </a:moveTo>
                      <a:cubicBezTo>
                        <a:pt x="1668" y="0"/>
                        <a:pt x="1537" y="57"/>
                        <a:pt x="1424" y="113"/>
                      </a:cubicBezTo>
                      <a:lnTo>
                        <a:pt x="357" y="779"/>
                      </a:lnTo>
                      <a:cubicBezTo>
                        <a:pt x="268" y="1668"/>
                        <a:pt x="1" y="2913"/>
                        <a:pt x="314" y="3759"/>
                      </a:cubicBezTo>
                      <a:cubicBezTo>
                        <a:pt x="534" y="2646"/>
                        <a:pt x="1068" y="1579"/>
                        <a:pt x="1826" y="736"/>
                      </a:cubicBezTo>
                      <a:cubicBezTo>
                        <a:pt x="1915" y="601"/>
                        <a:pt x="2003" y="512"/>
                        <a:pt x="2046" y="423"/>
                      </a:cubicBezTo>
                      <a:cubicBezTo>
                        <a:pt x="2092" y="291"/>
                        <a:pt x="2092" y="113"/>
                        <a:pt x="1957" y="67"/>
                      </a:cubicBezTo>
                      <a:cubicBezTo>
                        <a:pt x="1909" y="19"/>
                        <a:pt x="1849" y="0"/>
                        <a:pt x="1783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5" name="Google Shape;2035;p37"/>
                <p:cNvSpPr/>
                <p:nvPr/>
              </p:nvSpPr>
              <p:spPr>
                <a:xfrm flipH="1">
                  <a:off x="7491232" y="3036888"/>
                  <a:ext cx="44551" cy="74954"/>
                </a:xfrm>
                <a:custGeom>
                  <a:rect b="b" l="l" r="r" t="t"/>
                  <a:pathLst>
                    <a:path extrusionOk="0" h="6585" w="3914">
                      <a:moveTo>
                        <a:pt x="3515" y="0"/>
                      </a:moveTo>
                      <a:lnTo>
                        <a:pt x="3515" y="0"/>
                      </a:lnTo>
                      <a:cubicBezTo>
                        <a:pt x="3071" y="712"/>
                        <a:pt x="2491" y="1334"/>
                        <a:pt x="1957" y="1957"/>
                      </a:cubicBezTo>
                      <a:cubicBezTo>
                        <a:pt x="1381" y="2537"/>
                        <a:pt x="801" y="3202"/>
                        <a:pt x="445" y="3959"/>
                      </a:cubicBezTo>
                      <a:cubicBezTo>
                        <a:pt x="90" y="4713"/>
                        <a:pt x="1" y="5603"/>
                        <a:pt x="314" y="6360"/>
                      </a:cubicBezTo>
                      <a:cubicBezTo>
                        <a:pt x="357" y="6449"/>
                        <a:pt x="357" y="6492"/>
                        <a:pt x="445" y="6538"/>
                      </a:cubicBezTo>
                      <a:cubicBezTo>
                        <a:pt x="477" y="6569"/>
                        <a:pt x="525" y="6584"/>
                        <a:pt x="578" y="6584"/>
                      </a:cubicBezTo>
                      <a:cubicBezTo>
                        <a:pt x="675" y="6584"/>
                        <a:pt x="790" y="6535"/>
                        <a:pt x="847" y="6449"/>
                      </a:cubicBezTo>
                      <a:cubicBezTo>
                        <a:pt x="936" y="6314"/>
                        <a:pt x="979" y="6136"/>
                        <a:pt x="1025" y="6005"/>
                      </a:cubicBezTo>
                      <a:cubicBezTo>
                        <a:pt x="1246" y="4713"/>
                        <a:pt x="1914" y="3515"/>
                        <a:pt x="2669" y="2448"/>
                      </a:cubicBezTo>
                      <a:cubicBezTo>
                        <a:pt x="2935" y="2092"/>
                        <a:pt x="3202" y="1736"/>
                        <a:pt x="3380" y="1334"/>
                      </a:cubicBezTo>
                      <a:cubicBezTo>
                        <a:pt x="3558" y="890"/>
                        <a:pt x="3914" y="313"/>
                        <a:pt x="3515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6" name="Google Shape;2036;p37"/>
                <p:cNvSpPr/>
                <p:nvPr/>
              </p:nvSpPr>
              <p:spPr>
                <a:xfrm flipH="1">
                  <a:off x="7496297" y="3023730"/>
                  <a:ext cx="182689" cy="196906"/>
                </a:xfrm>
                <a:custGeom>
                  <a:rect b="b" l="l" r="r" t="t"/>
                  <a:pathLst>
                    <a:path extrusionOk="0" h="17299" w="16050">
                      <a:moveTo>
                        <a:pt x="15250" y="0"/>
                      </a:moveTo>
                      <a:lnTo>
                        <a:pt x="15250" y="0"/>
                      </a:lnTo>
                      <a:cubicBezTo>
                        <a:pt x="13649" y="2359"/>
                        <a:pt x="12226" y="6538"/>
                        <a:pt x="8847" y="8537"/>
                      </a:cubicBezTo>
                      <a:cubicBezTo>
                        <a:pt x="6980" y="9604"/>
                        <a:pt x="4223" y="10629"/>
                        <a:pt x="2402" y="11738"/>
                      </a:cubicBezTo>
                      <a:cubicBezTo>
                        <a:pt x="534" y="12895"/>
                        <a:pt x="90" y="15118"/>
                        <a:pt x="1" y="17298"/>
                      </a:cubicBezTo>
                      <a:cubicBezTo>
                        <a:pt x="2622" y="16985"/>
                        <a:pt x="4756" y="15164"/>
                        <a:pt x="6802" y="13517"/>
                      </a:cubicBezTo>
                      <a:cubicBezTo>
                        <a:pt x="8491" y="12183"/>
                        <a:pt x="10359" y="10895"/>
                        <a:pt x="12450" y="10582"/>
                      </a:cubicBezTo>
                      <a:cubicBezTo>
                        <a:pt x="13339" y="10405"/>
                        <a:pt x="14140" y="9782"/>
                        <a:pt x="14318" y="8893"/>
                      </a:cubicBezTo>
                      <a:cubicBezTo>
                        <a:pt x="14805" y="6492"/>
                        <a:pt x="14318" y="5781"/>
                        <a:pt x="14627" y="3781"/>
                      </a:cubicBezTo>
                      <a:cubicBezTo>
                        <a:pt x="14805" y="2359"/>
                        <a:pt x="16050" y="313"/>
                        <a:pt x="15250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7" name="Google Shape;2037;p37"/>
                <p:cNvSpPr/>
                <p:nvPr/>
              </p:nvSpPr>
              <p:spPr>
                <a:xfrm flipH="1">
                  <a:off x="7585365" y="3132035"/>
                  <a:ext cx="471167" cy="613232"/>
                </a:xfrm>
                <a:custGeom>
                  <a:rect b="b" l="l" r="r" t="t"/>
                  <a:pathLst>
                    <a:path extrusionOk="0" h="53875" w="41394">
                      <a:moveTo>
                        <a:pt x="39217" y="0"/>
                      </a:moveTo>
                      <a:cubicBezTo>
                        <a:pt x="32014" y="3693"/>
                        <a:pt x="24498" y="6848"/>
                        <a:pt x="16850" y="9426"/>
                      </a:cubicBezTo>
                      <a:cubicBezTo>
                        <a:pt x="14318" y="10316"/>
                        <a:pt x="11739" y="11116"/>
                        <a:pt x="9160" y="11827"/>
                      </a:cubicBezTo>
                      <a:cubicBezTo>
                        <a:pt x="8449" y="12051"/>
                        <a:pt x="7691" y="12272"/>
                        <a:pt x="6980" y="12585"/>
                      </a:cubicBezTo>
                      <a:lnTo>
                        <a:pt x="6891" y="12585"/>
                      </a:lnTo>
                      <a:cubicBezTo>
                        <a:pt x="5468" y="12763"/>
                        <a:pt x="4045" y="13072"/>
                        <a:pt x="3202" y="14097"/>
                      </a:cubicBezTo>
                      <a:cubicBezTo>
                        <a:pt x="2178" y="15295"/>
                        <a:pt x="2402" y="17031"/>
                        <a:pt x="2669" y="18586"/>
                      </a:cubicBezTo>
                      <a:cubicBezTo>
                        <a:pt x="3647" y="23921"/>
                        <a:pt x="4625" y="29303"/>
                        <a:pt x="4490" y="34681"/>
                      </a:cubicBezTo>
                      <a:cubicBezTo>
                        <a:pt x="4401" y="40106"/>
                        <a:pt x="3113" y="45619"/>
                        <a:pt x="1" y="50154"/>
                      </a:cubicBezTo>
                      <a:cubicBezTo>
                        <a:pt x="3436" y="51990"/>
                        <a:pt x="7948" y="53875"/>
                        <a:pt x="12599" y="53875"/>
                      </a:cubicBezTo>
                      <a:cubicBezTo>
                        <a:pt x="14146" y="53875"/>
                        <a:pt x="15709" y="53666"/>
                        <a:pt x="17252" y="53178"/>
                      </a:cubicBezTo>
                      <a:cubicBezTo>
                        <a:pt x="17608" y="53089"/>
                        <a:pt x="17964" y="52957"/>
                        <a:pt x="18273" y="52822"/>
                      </a:cubicBezTo>
                      <a:lnTo>
                        <a:pt x="18319" y="52822"/>
                      </a:lnTo>
                      <a:cubicBezTo>
                        <a:pt x="18141" y="47664"/>
                        <a:pt x="17651" y="44331"/>
                        <a:pt x="17651" y="41397"/>
                      </a:cubicBezTo>
                      <a:lnTo>
                        <a:pt x="17651" y="40863"/>
                      </a:lnTo>
                      <a:cubicBezTo>
                        <a:pt x="17651" y="40550"/>
                        <a:pt x="17697" y="40194"/>
                        <a:pt x="17697" y="39885"/>
                      </a:cubicBezTo>
                      <a:cubicBezTo>
                        <a:pt x="17697" y="39707"/>
                        <a:pt x="17740" y="39529"/>
                        <a:pt x="17740" y="39394"/>
                      </a:cubicBezTo>
                      <a:cubicBezTo>
                        <a:pt x="17786" y="38772"/>
                        <a:pt x="17875" y="38149"/>
                        <a:pt x="18006" y="37527"/>
                      </a:cubicBezTo>
                      <a:cubicBezTo>
                        <a:pt x="18006" y="37438"/>
                        <a:pt x="18053" y="37395"/>
                        <a:pt x="18053" y="37349"/>
                      </a:cubicBezTo>
                      <a:cubicBezTo>
                        <a:pt x="18319" y="36193"/>
                        <a:pt x="18675" y="35037"/>
                        <a:pt x="19251" y="33792"/>
                      </a:cubicBezTo>
                      <a:cubicBezTo>
                        <a:pt x="19607" y="32992"/>
                        <a:pt x="20009" y="32237"/>
                        <a:pt x="20318" y="31437"/>
                      </a:cubicBezTo>
                      <a:cubicBezTo>
                        <a:pt x="20941" y="30103"/>
                        <a:pt x="21385" y="28723"/>
                        <a:pt x="21343" y="27300"/>
                      </a:cubicBezTo>
                      <a:cubicBezTo>
                        <a:pt x="21297" y="26055"/>
                        <a:pt x="20898" y="24857"/>
                        <a:pt x="20276" y="23701"/>
                      </a:cubicBezTo>
                      <a:lnTo>
                        <a:pt x="19874" y="23032"/>
                      </a:lnTo>
                      <a:cubicBezTo>
                        <a:pt x="19340" y="22143"/>
                        <a:pt x="18764" y="21253"/>
                        <a:pt x="18184" y="20364"/>
                      </a:cubicBezTo>
                      <a:cubicBezTo>
                        <a:pt x="17875" y="19920"/>
                        <a:pt x="17608" y="19475"/>
                        <a:pt x="17341" y="18988"/>
                      </a:cubicBezTo>
                      <a:cubicBezTo>
                        <a:pt x="17341" y="18988"/>
                        <a:pt x="17341" y="18941"/>
                        <a:pt x="17295" y="18941"/>
                      </a:cubicBezTo>
                      <a:cubicBezTo>
                        <a:pt x="25921" y="14719"/>
                        <a:pt x="34148" y="9693"/>
                        <a:pt x="41394" y="3468"/>
                      </a:cubicBezTo>
                      <a:cubicBezTo>
                        <a:pt x="40639" y="2803"/>
                        <a:pt x="39839" y="1245"/>
                        <a:pt x="39348" y="224"/>
                      </a:cubicBezTo>
                      <a:cubicBezTo>
                        <a:pt x="39306" y="178"/>
                        <a:pt x="39259" y="89"/>
                        <a:pt x="392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38" name="Google Shape;2038;p37"/>
              <p:cNvSpPr/>
              <p:nvPr/>
            </p:nvSpPr>
            <p:spPr>
              <a:xfrm>
                <a:off x="6539825" y="2319975"/>
                <a:ext cx="927300" cy="927300"/>
              </a:xfrm>
              <a:prstGeom prst="ellipse">
                <a:avLst/>
              </a:prstGeom>
              <a:solidFill>
                <a:srgbClr val="E96D5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9" name="Google Shape;2039;p37"/>
            <p:cNvGrpSpPr/>
            <p:nvPr/>
          </p:nvGrpSpPr>
          <p:grpSpPr>
            <a:xfrm>
              <a:off x="7656615" y="1790777"/>
              <a:ext cx="305824" cy="305723"/>
              <a:chOff x="833034" y="460460"/>
              <a:chExt cx="512612" cy="512443"/>
            </a:xfrm>
          </p:grpSpPr>
          <p:sp>
            <p:nvSpPr>
              <p:cNvPr id="2040" name="Google Shape;2040;p3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1" name="Google Shape;2041;p3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2" name="Google Shape;2042;p3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b="1" sz="1300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3" name="Google Shape;2043;p37"/>
            <p:cNvGrpSpPr/>
            <p:nvPr/>
          </p:nvGrpSpPr>
          <p:grpSpPr>
            <a:xfrm>
              <a:off x="7360915" y="2025752"/>
              <a:ext cx="305824" cy="305723"/>
              <a:chOff x="833034" y="460460"/>
              <a:chExt cx="512612" cy="512443"/>
            </a:xfrm>
          </p:grpSpPr>
          <p:sp>
            <p:nvSpPr>
              <p:cNvPr id="2044" name="Google Shape;2044;p3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5" name="Google Shape;2045;p3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6" name="Google Shape;2046;p3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b="1" sz="1300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pic>
        <p:nvPicPr>
          <p:cNvPr id="2047" name="Google Shape;2047;p37" title="Screenshot 2025-09-30 at 9.06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500" y="3195500"/>
            <a:ext cx="3585325" cy="7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