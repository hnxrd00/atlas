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</p:sldIdLst>
  <p:sldSz cy="5143500" cx="9144000"/>
  <p:notesSz cx="6858000" cy="9144000"/>
  <p:embeddedFontLst>
    <p:embeddedFont>
      <p:font typeface="Gantari ExtraBold"/>
      <p:bold r:id="rId34"/>
      <p:boldItalic r:id="rId35"/>
    </p:embeddedFont>
    <p:embeddedFont>
      <p:font typeface="Gantari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0" roundtripDataSignature="AMtx7mjFtTbDq9qzsrQqsoRAc9n6aOOYV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customschemas.google.com/relationships/presentationmetadata" Target="metadata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font" Target="fonts/GantariExtraBold-boldItalic.fntdata"/><Relationship Id="rId12" Type="http://schemas.openxmlformats.org/officeDocument/2006/relationships/slide" Target="slides/slide8.xml"/><Relationship Id="rId34" Type="http://schemas.openxmlformats.org/officeDocument/2006/relationships/font" Target="fonts/GantariExtraBold-bold.fntdata"/><Relationship Id="rId15" Type="http://schemas.openxmlformats.org/officeDocument/2006/relationships/slide" Target="slides/slide11.xml"/><Relationship Id="rId37" Type="http://schemas.openxmlformats.org/officeDocument/2006/relationships/font" Target="fonts/Gantari-bold.fntdata"/><Relationship Id="rId14" Type="http://schemas.openxmlformats.org/officeDocument/2006/relationships/slide" Target="slides/slide10.xml"/><Relationship Id="rId36" Type="http://schemas.openxmlformats.org/officeDocument/2006/relationships/font" Target="fonts/Gantari-regular.fntdata"/><Relationship Id="rId17" Type="http://schemas.openxmlformats.org/officeDocument/2006/relationships/slide" Target="slides/slide13.xml"/><Relationship Id="rId39" Type="http://schemas.openxmlformats.org/officeDocument/2006/relationships/font" Target="fonts/Gantari-boldItalic.fntdata"/><Relationship Id="rId16" Type="http://schemas.openxmlformats.org/officeDocument/2006/relationships/slide" Target="slides/slide12.xml"/><Relationship Id="rId38" Type="http://schemas.openxmlformats.org/officeDocument/2006/relationships/font" Target="fonts/Gantari-italic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05" name="Shape 9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6" name="Google Shape;980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07" name="Google Shape;980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10" name="Shape 9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1" name="Google Shape;9811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12" name="Google Shape;981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23" name="Shape 9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4" name="Google Shape;9824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25" name="Google Shape;982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68" name="Shape 9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9" name="Google Shape;9869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70" name="Google Shape;987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84" name="Shape 9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5" name="Google Shape;9885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86" name="Google Shape;988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97" name="Shape 9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8" name="Google Shape;9898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99" name="Google Shape;989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09" name="Shape 9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0" name="Google Shape;9910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11" name="Google Shape;991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21" name="Shape 9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2" name="Google Shape;9922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23" name="Google Shape;992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33" name="Shape 9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4" name="Google Shape;9934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35" name="Google Shape;993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45" name="Shape 9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6" name="Google Shape;9946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47" name="Google Shape;994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57" name="Shape 9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8" name="Google Shape;9958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59" name="Google Shape;995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69" name="Shape 9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0" name="Google Shape;9970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71" name="Google Shape;997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81" name="Shape 9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2" name="Google Shape;9982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83" name="Google Shape;998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93" name="Shape 9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4" name="Google Shape;9994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95" name="Google Shape;999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05" name="Shape 10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6" name="Google Shape;10006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07" name="Google Shape;1000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17" name="Shape 10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8" name="Google Shape;10018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19" name="Google Shape;1001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29" name="Shape 10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0" name="Google Shape;10030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31" name="Google Shape;1003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41" name="Shape 10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2" name="Google Shape;10042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43" name="Google Shape;1004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53" name="Shape 10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4" name="Google Shape;10054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55" name="Google Shape;10055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65" name="Shape 10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6" name="Google Shape;10066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67" name="Google Shape;1006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77" name="Shape 10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8" name="Google Shape;10078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79" name="Google Shape;10079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89" name="Shape 10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0" name="Google Shape;10090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91" name="Google Shape;10091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01" name="Shape 10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2" name="Google Shape;10102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03" name="Google Shape;10103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13" name="Shape 10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4" name="Google Shape;10114;p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15" name="Google Shape;10115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25" name="Shape 10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6" name="Google Shape;10126;p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27" name="Google Shape;10127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37" name="Shape 10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8" name="Google Shape;10138;p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39" name="Google Shape;10139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49" name="Shape 10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0" name="Google Shape;10150;p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51" name="Google Shape;10151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61" name="Shape 10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2" name="Google Shape;10162;p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63" name="Google Shape;10163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68" name="Shape 10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9" name="Google Shape;10169;p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70" name="Google Shape;10170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lt1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31"/>
          <p:cNvGrpSpPr/>
          <p:nvPr/>
        </p:nvGrpSpPr>
        <p:grpSpPr>
          <a:xfrm>
            <a:off x="0" y="0"/>
            <a:ext cx="9144125" cy="5143391"/>
            <a:chOff x="0" y="0"/>
            <a:chExt cx="9144125" cy="5143391"/>
          </a:xfrm>
        </p:grpSpPr>
        <p:sp>
          <p:nvSpPr>
            <p:cNvPr id="10" name="Google Shape;10;p31"/>
            <p:cNvSpPr/>
            <p:nvPr/>
          </p:nvSpPr>
          <p:spPr>
            <a:xfrm>
              <a:off x="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11;p31"/>
            <p:cNvSpPr/>
            <p:nvPr/>
          </p:nvSpPr>
          <p:spPr>
            <a:xfrm>
              <a:off x="38100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p31"/>
            <p:cNvSpPr/>
            <p:nvPr/>
          </p:nvSpPr>
          <p:spPr>
            <a:xfrm>
              <a:off x="76201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31"/>
            <p:cNvSpPr/>
            <p:nvPr/>
          </p:nvSpPr>
          <p:spPr>
            <a:xfrm>
              <a:off x="114301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31"/>
            <p:cNvSpPr/>
            <p:nvPr/>
          </p:nvSpPr>
          <p:spPr>
            <a:xfrm>
              <a:off x="152402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31"/>
            <p:cNvSpPr/>
            <p:nvPr/>
          </p:nvSpPr>
          <p:spPr>
            <a:xfrm>
              <a:off x="190502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31"/>
            <p:cNvSpPr/>
            <p:nvPr/>
          </p:nvSpPr>
          <p:spPr>
            <a:xfrm>
              <a:off x="228603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31"/>
            <p:cNvSpPr/>
            <p:nvPr/>
          </p:nvSpPr>
          <p:spPr>
            <a:xfrm>
              <a:off x="266703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31"/>
            <p:cNvSpPr/>
            <p:nvPr/>
          </p:nvSpPr>
          <p:spPr>
            <a:xfrm>
              <a:off x="304804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31"/>
            <p:cNvSpPr/>
            <p:nvPr/>
          </p:nvSpPr>
          <p:spPr>
            <a:xfrm>
              <a:off x="342904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31"/>
            <p:cNvSpPr/>
            <p:nvPr/>
          </p:nvSpPr>
          <p:spPr>
            <a:xfrm>
              <a:off x="381005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31"/>
            <p:cNvSpPr/>
            <p:nvPr/>
          </p:nvSpPr>
          <p:spPr>
            <a:xfrm>
              <a:off x="419105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31"/>
            <p:cNvSpPr/>
            <p:nvPr/>
          </p:nvSpPr>
          <p:spPr>
            <a:xfrm>
              <a:off x="457206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31"/>
            <p:cNvSpPr/>
            <p:nvPr/>
          </p:nvSpPr>
          <p:spPr>
            <a:xfrm>
              <a:off x="495306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31"/>
            <p:cNvSpPr/>
            <p:nvPr/>
          </p:nvSpPr>
          <p:spPr>
            <a:xfrm>
              <a:off x="533407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31"/>
            <p:cNvSpPr/>
            <p:nvPr/>
          </p:nvSpPr>
          <p:spPr>
            <a:xfrm>
              <a:off x="571507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31"/>
            <p:cNvSpPr/>
            <p:nvPr/>
          </p:nvSpPr>
          <p:spPr>
            <a:xfrm>
              <a:off x="609608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31"/>
            <p:cNvSpPr/>
            <p:nvPr/>
          </p:nvSpPr>
          <p:spPr>
            <a:xfrm>
              <a:off x="647708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31"/>
            <p:cNvSpPr/>
            <p:nvPr/>
          </p:nvSpPr>
          <p:spPr>
            <a:xfrm>
              <a:off x="685809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31"/>
            <p:cNvSpPr/>
            <p:nvPr/>
          </p:nvSpPr>
          <p:spPr>
            <a:xfrm>
              <a:off x="723909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31"/>
            <p:cNvSpPr/>
            <p:nvPr/>
          </p:nvSpPr>
          <p:spPr>
            <a:xfrm>
              <a:off x="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31"/>
            <p:cNvSpPr/>
            <p:nvPr/>
          </p:nvSpPr>
          <p:spPr>
            <a:xfrm>
              <a:off x="38100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31"/>
            <p:cNvSpPr/>
            <p:nvPr/>
          </p:nvSpPr>
          <p:spPr>
            <a:xfrm>
              <a:off x="76201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31"/>
            <p:cNvSpPr/>
            <p:nvPr/>
          </p:nvSpPr>
          <p:spPr>
            <a:xfrm>
              <a:off x="114301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31"/>
            <p:cNvSpPr/>
            <p:nvPr/>
          </p:nvSpPr>
          <p:spPr>
            <a:xfrm>
              <a:off x="152402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31"/>
            <p:cNvSpPr/>
            <p:nvPr/>
          </p:nvSpPr>
          <p:spPr>
            <a:xfrm>
              <a:off x="190502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31"/>
            <p:cNvSpPr/>
            <p:nvPr/>
          </p:nvSpPr>
          <p:spPr>
            <a:xfrm>
              <a:off x="228603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31"/>
            <p:cNvSpPr/>
            <p:nvPr/>
          </p:nvSpPr>
          <p:spPr>
            <a:xfrm>
              <a:off x="266703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p31"/>
            <p:cNvSpPr/>
            <p:nvPr/>
          </p:nvSpPr>
          <p:spPr>
            <a:xfrm>
              <a:off x="304804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p31"/>
            <p:cNvSpPr/>
            <p:nvPr/>
          </p:nvSpPr>
          <p:spPr>
            <a:xfrm>
              <a:off x="342904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p31"/>
            <p:cNvSpPr/>
            <p:nvPr/>
          </p:nvSpPr>
          <p:spPr>
            <a:xfrm>
              <a:off x="381005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31"/>
            <p:cNvSpPr/>
            <p:nvPr/>
          </p:nvSpPr>
          <p:spPr>
            <a:xfrm>
              <a:off x="419105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31"/>
            <p:cNvSpPr/>
            <p:nvPr/>
          </p:nvSpPr>
          <p:spPr>
            <a:xfrm>
              <a:off x="457206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31"/>
            <p:cNvSpPr/>
            <p:nvPr/>
          </p:nvSpPr>
          <p:spPr>
            <a:xfrm>
              <a:off x="495306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31"/>
            <p:cNvSpPr/>
            <p:nvPr/>
          </p:nvSpPr>
          <p:spPr>
            <a:xfrm>
              <a:off x="533407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31"/>
            <p:cNvSpPr/>
            <p:nvPr/>
          </p:nvSpPr>
          <p:spPr>
            <a:xfrm>
              <a:off x="571507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p31"/>
            <p:cNvSpPr/>
            <p:nvPr/>
          </p:nvSpPr>
          <p:spPr>
            <a:xfrm>
              <a:off x="609608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p31"/>
            <p:cNvSpPr/>
            <p:nvPr/>
          </p:nvSpPr>
          <p:spPr>
            <a:xfrm>
              <a:off x="647708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48;p31"/>
            <p:cNvSpPr/>
            <p:nvPr/>
          </p:nvSpPr>
          <p:spPr>
            <a:xfrm>
              <a:off x="685809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p31"/>
            <p:cNvSpPr/>
            <p:nvPr/>
          </p:nvSpPr>
          <p:spPr>
            <a:xfrm>
              <a:off x="723909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31"/>
            <p:cNvSpPr/>
            <p:nvPr/>
          </p:nvSpPr>
          <p:spPr>
            <a:xfrm>
              <a:off x="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31"/>
            <p:cNvSpPr/>
            <p:nvPr/>
          </p:nvSpPr>
          <p:spPr>
            <a:xfrm>
              <a:off x="38100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31"/>
            <p:cNvSpPr/>
            <p:nvPr/>
          </p:nvSpPr>
          <p:spPr>
            <a:xfrm>
              <a:off x="76201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p31"/>
            <p:cNvSpPr/>
            <p:nvPr/>
          </p:nvSpPr>
          <p:spPr>
            <a:xfrm>
              <a:off x="114301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54;p31"/>
            <p:cNvSpPr/>
            <p:nvPr/>
          </p:nvSpPr>
          <p:spPr>
            <a:xfrm>
              <a:off x="152402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p31"/>
            <p:cNvSpPr/>
            <p:nvPr/>
          </p:nvSpPr>
          <p:spPr>
            <a:xfrm>
              <a:off x="190502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56;p31"/>
            <p:cNvSpPr/>
            <p:nvPr/>
          </p:nvSpPr>
          <p:spPr>
            <a:xfrm>
              <a:off x="228603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57;p31"/>
            <p:cNvSpPr/>
            <p:nvPr/>
          </p:nvSpPr>
          <p:spPr>
            <a:xfrm>
              <a:off x="266703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31"/>
            <p:cNvSpPr/>
            <p:nvPr/>
          </p:nvSpPr>
          <p:spPr>
            <a:xfrm>
              <a:off x="304804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31"/>
            <p:cNvSpPr/>
            <p:nvPr/>
          </p:nvSpPr>
          <p:spPr>
            <a:xfrm>
              <a:off x="342904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31"/>
            <p:cNvSpPr/>
            <p:nvPr/>
          </p:nvSpPr>
          <p:spPr>
            <a:xfrm>
              <a:off x="381005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31"/>
            <p:cNvSpPr/>
            <p:nvPr/>
          </p:nvSpPr>
          <p:spPr>
            <a:xfrm>
              <a:off x="419105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p31"/>
            <p:cNvSpPr/>
            <p:nvPr/>
          </p:nvSpPr>
          <p:spPr>
            <a:xfrm>
              <a:off x="457206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p31"/>
            <p:cNvSpPr/>
            <p:nvPr/>
          </p:nvSpPr>
          <p:spPr>
            <a:xfrm>
              <a:off x="495306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31"/>
            <p:cNvSpPr/>
            <p:nvPr/>
          </p:nvSpPr>
          <p:spPr>
            <a:xfrm>
              <a:off x="533407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31"/>
            <p:cNvSpPr/>
            <p:nvPr/>
          </p:nvSpPr>
          <p:spPr>
            <a:xfrm>
              <a:off x="571507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31"/>
            <p:cNvSpPr/>
            <p:nvPr/>
          </p:nvSpPr>
          <p:spPr>
            <a:xfrm>
              <a:off x="609608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31"/>
            <p:cNvSpPr/>
            <p:nvPr/>
          </p:nvSpPr>
          <p:spPr>
            <a:xfrm>
              <a:off x="647708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31"/>
            <p:cNvSpPr/>
            <p:nvPr/>
          </p:nvSpPr>
          <p:spPr>
            <a:xfrm>
              <a:off x="685809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31"/>
            <p:cNvSpPr/>
            <p:nvPr/>
          </p:nvSpPr>
          <p:spPr>
            <a:xfrm>
              <a:off x="723909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31"/>
            <p:cNvSpPr/>
            <p:nvPr/>
          </p:nvSpPr>
          <p:spPr>
            <a:xfrm>
              <a:off x="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31"/>
            <p:cNvSpPr/>
            <p:nvPr/>
          </p:nvSpPr>
          <p:spPr>
            <a:xfrm>
              <a:off x="38100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31"/>
            <p:cNvSpPr/>
            <p:nvPr/>
          </p:nvSpPr>
          <p:spPr>
            <a:xfrm>
              <a:off x="76201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31"/>
            <p:cNvSpPr/>
            <p:nvPr/>
          </p:nvSpPr>
          <p:spPr>
            <a:xfrm>
              <a:off x="114301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31"/>
            <p:cNvSpPr/>
            <p:nvPr/>
          </p:nvSpPr>
          <p:spPr>
            <a:xfrm>
              <a:off x="152402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31"/>
            <p:cNvSpPr/>
            <p:nvPr/>
          </p:nvSpPr>
          <p:spPr>
            <a:xfrm>
              <a:off x="190502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31"/>
            <p:cNvSpPr/>
            <p:nvPr/>
          </p:nvSpPr>
          <p:spPr>
            <a:xfrm>
              <a:off x="228603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31"/>
            <p:cNvSpPr/>
            <p:nvPr/>
          </p:nvSpPr>
          <p:spPr>
            <a:xfrm>
              <a:off x="266703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31"/>
            <p:cNvSpPr/>
            <p:nvPr/>
          </p:nvSpPr>
          <p:spPr>
            <a:xfrm>
              <a:off x="304804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31"/>
            <p:cNvSpPr/>
            <p:nvPr/>
          </p:nvSpPr>
          <p:spPr>
            <a:xfrm>
              <a:off x="342904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31"/>
            <p:cNvSpPr/>
            <p:nvPr/>
          </p:nvSpPr>
          <p:spPr>
            <a:xfrm>
              <a:off x="381005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31"/>
            <p:cNvSpPr/>
            <p:nvPr/>
          </p:nvSpPr>
          <p:spPr>
            <a:xfrm>
              <a:off x="419105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31"/>
            <p:cNvSpPr/>
            <p:nvPr/>
          </p:nvSpPr>
          <p:spPr>
            <a:xfrm>
              <a:off x="457206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31"/>
            <p:cNvSpPr/>
            <p:nvPr/>
          </p:nvSpPr>
          <p:spPr>
            <a:xfrm>
              <a:off x="495306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31"/>
            <p:cNvSpPr/>
            <p:nvPr/>
          </p:nvSpPr>
          <p:spPr>
            <a:xfrm>
              <a:off x="533407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31"/>
            <p:cNvSpPr/>
            <p:nvPr/>
          </p:nvSpPr>
          <p:spPr>
            <a:xfrm>
              <a:off x="571507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31"/>
            <p:cNvSpPr/>
            <p:nvPr/>
          </p:nvSpPr>
          <p:spPr>
            <a:xfrm>
              <a:off x="609608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31"/>
            <p:cNvSpPr/>
            <p:nvPr/>
          </p:nvSpPr>
          <p:spPr>
            <a:xfrm>
              <a:off x="647708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31"/>
            <p:cNvSpPr/>
            <p:nvPr/>
          </p:nvSpPr>
          <p:spPr>
            <a:xfrm>
              <a:off x="685809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31"/>
            <p:cNvSpPr/>
            <p:nvPr/>
          </p:nvSpPr>
          <p:spPr>
            <a:xfrm>
              <a:off x="723909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31"/>
            <p:cNvSpPr/>
            <p:nvPr/>
          </p:nvSpPr>
          <p:spPr>
            <a:xfrm>
              <a:off x="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31"/>
            <p:cNvSpPr/>
            <p:nvPr/>
          </p:nvSpPr>
          <p:spPr>
            <a:xfrm>
              <a:off x="38100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31"/>
            <p:cNvSpPr/>
            <p:nvPr/>
          </p:nvSpPr>
          <p:spPr>
            <a:xfrm>
              <a:off x="76201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31"/>
            <p:cNvSpPr/>
            <p:nvPr/>
          </p:nvSpPr>
          <p:spPr>
            <a:xfrm>
              <a:off x="114301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31"/>
            <p:cNvSpPr/>
            <p:nvPr/>
          </p:nvSpPr>
          <p:spPr>
            <a:xfrm>
              <a:off x="152402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31"/>
            <p:cNvSpPr/>
            <p:nvPr/>
          </p:nvSpPr>
          <p:spPr>
            <a:xfrm>
              <a:off x="190502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31"/>
            <p:cNvSpPr/>
            <p:nvPr/>
          </p:nvSpPr>
          <p:spPr>
            <a:xfrm>
              <a:off x="228603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31"/>
            <p:cNvSpPr/>
            <p:nvPr/>
          </p:nvSpPr>
          <p:spPr>
            <a:xfrm>
              <a:off x="266703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31"/>
            <p:cNvSpPr/>
            <p:nvPr/>
          </p:nvSpPr>
          <p:spPr>
            <a:xfrm>
              <a:off x="304804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31"/>
            <p:cNvSpPr/>
            <p:nvPr/>
          </p:nvSpPr>
          <p:spPr>
            <a:xfrm>
              <a:off x="342904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31"/>
            <p:cNvSpPr/>
            <p:nvPr/>
          </p:nvSpPr>
          <p:spPr>
            <a:xfrm>
              <a:off x="381005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31"/>
            <p:cNvSpPr/>
            <p:nvPr/>
          </p:nvSpPr>
          <p:spPr>
            <a:xfrm>
              <a:off x="419105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31"/>
            <p:cNvSpPr/>
            <p:nvPr/>
          </p:nvSpPr>
          <p:spPr>
            <a:xfrm>
              <a:off x="457206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31"/>
            <p:cNvSpPr/>
            <p:nvPr/>
          </p:nvSpPr>
          <p:spPr>
            <a:xfrm>
              <a:off x="495306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31"/>
            <p:cNvSpPr/>
            <p:nvPr/>
          </p:nvSpPr>
          <p:spPr>
            <a:xfrm>
              <a:off x="533407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31"/>
            <p:cNvSpPr/>
            <p:nvPr/>
          </p:nvSpPr>
          <p:spPr>
            <a:xfrm>
              <a:off x="571507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31"/>
            <p:cNvSpPr/>
            <p:nvPr/>
          </p:nvSpPr>
          <p:spPr>
            <a:xfrm>
              <a:off x="609608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31"/>
            <p:cNvSpPr/>
            <p:nvPr/>
          </p:nvSpPr>
          <p:spPr>
            <a:xfrm>
              <a:off x="647708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31"/>
            <p:cNvSpPr/>
            <p:nvPr/>
          </p:nvSpPr>
          <p:spPr>
            <a:xfrm>
              <a:off x="685809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31"/>
            <p:cNvSpPr/>
            <p:nvPr/>
          </p:nvSpPr>
          <p:spPr>
            <a:xfrm>
              <a:off x="723909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31"/>
            <p:cNvSpPr/>
            <p:nvPr/>
          </p:nvSpPr>
          <p:spPr>
            <a:xfrm>
              <a:off x="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31"/>
            <p:cNvSpPr/>
            <p:nvPr/>
          </p:nvSpPr>
          <p:spPr>
            <a:xfrm>
              <a:off x="38100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31"/>
            <p:cNvSpPr/>
            <p:nvPr/>
          </p:nvSpPr>
          <p:spPr>
            <a:xfrm>
              <a:off x="76201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31"/>
            <p:cNvSpPr/>
            <p:nvPr/>
          </p:nvSpPr>
          <p:spPr>
            <a:xfrm>
              <a:off x="114301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31"/>
            <p:cNvSpPr/>
            <p:nvPr/>
          </p:nvSpPr>
          <p:spPr>
            <a:xfrm>
              <a:off x="152402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31"/>
            <p:cNvSpPr/>
            <p:nvPr/>
          </p:nvSpPr>
          <p:spPr>
            <a:xfrm>
              <a:off x="190502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31"/>
            <p:cNvSpPr/>
            <p:nvPr/>
          </p:nvSpPr>
          <p:spPr>
            <a:xfrm>
              <a:off x="228603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31"/>
            <p:cNvSpPr/>
            <p:nvPr/>
          </p:nvSpPr>
          <p:spPr>
            <a:xfrm>
              <a:off x="266703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31"/>
            <p:cNvSpPr/>
            <p:nvPr/>
          </p:nvSpPr>
          <p:spPr>
            <a:xfrm>
              <a:off x="304804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31"/>
            <p:cNvSpPr/>
            <p:nvPr/>
          </p:nvSpPr>
          <p:spPr>
            <a:xfrm>
              <a:off x="342904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31"/>
            <p:cNvSpPr/>
            <p:nvPr/>
          </p:nvSpPr>
          <p:spPr>
            <a:xfrm>
              <a:off x="381005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31"/>
            <p:cNvSpPr/>
            <p:nvPr/>
          </p:nvSpPr>
          <p:spPr>
            <a:xfrm>
              <a:off x="419105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31"/>
            <p:cNvSpPr/>
            <p:nvPr/>
          </p:nvSpPr>
          <p:spPr>
            <a:xfrm>
              <a:off x="457206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31"/>
            <p:cNvSpPr/>
            <p:nvPr/>
          </p:nvSpPr>
          <p:spPr>
            <a:xfrm>
              <a:off x="495306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31"/>
            <p:cNvSpPr/>
            <p:nvPr/>
          </p:nvSpPr>
          <p:spPr>
            <a:xfrm>
              <a:off x="533407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31"/>
            <p:cNvSpPr/>
            <p:nvPr/>
          </p:nvSpPr>
          <p:spPr>
            <a:xfrm>
              <a:off x="571507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31"/>
            <p:cNvSpPr/>
            <p:nvPr/>
          </p:nvSpPr>
          <p:spPr>
            <a:xfrm>
              <a:off x="609608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31"/>
            <p:cNvSpPr/>
            <p:nvPr/>
          </p:nvSpPr>
          <p:spPr>
            <a:xfrm>
              <a:off x="647708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31"/>
            <p:cNvSpPr/>
            <p:nvPr/>
          </p:nvSpPr>
          <p:spPr>
            <a:xfrm>
              <a:off x="685809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31"/>
            <p:cNvSpPr/>
            <p:nvPr/>
          </p:nvSpPr>
          <p:spPr>
            <a:xfrm>
              <a:off x="723909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31"/>
            <p:cNvSpPr/>
            <p:nvPr/>
          </p:nvSpPr>
          <p:spPr>
            <a:xfrm>
              <a:off x="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31"/>
            <p:cNvSpPr/>
            <p:nvPr/>
          </p:nvSpPr>
          <p:spPr>
            <a:xfrm>
              <a:off x="38100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31"/>
            <p:cNvSpPr/>
            <p:nvPr/>
          </p:nvSpPr>
          <p:spPr>
            <a:xfrm>
              <a:off x="76201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31"/>
            <p:cNvSpPr/>
            <p:nvPr/>
          </p:nvSpPr>
          <p:spPr>
            <a:xfrm>
              <a:off x="114301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31"/>
            <p:cNvSpPr/>
            <p:nvPr/>
          </p:nvSpPr>
          <p:spPr>
            <a:xfrm>
              <a:off x="152402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31"/>
            <p:cNvSpPr/>
            <p:nvPr/>
          </p:nvSpPr>
          <p:spPr>
            <a:xfrm>
              <a:off x="190502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31"/>
            <p:cNvSpPr/>
            <p:nvPr/>
          </p:nvSpPr>
          <p:spPr>
            <a:xfrm>
              <a:off x="228603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31"/>
            <p:cNvSpPr/>
            <p:nvPr/>
          </p:nvSpPr>
          <p:spPr>
            <a:xfrm>
              <a:off x="266703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31"/>
            <p:cNvSpPr/>
            <p:nvPr/>
          </p:nvSpPr>
          <p:spPr>
            <a:xfrm>
              <a:off x="304804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31"/>
            <p:cNvSpPr/>
            <p:nvPr/>
          </p:nvSpPr>
          <p:spPr>
            <a:xfrm>
              <a:off x="342904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31"/>
            <p:cNvSpPr/>
            <p:nvPr/>
          </p:nvSpPr>
          <p:spPr>
            <a:xfrm>
              <a:off x="381005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31"/>
            <p:cNvSpPr/>
            <p:nvPr/>
          </p:nvSpPr>
          <p:spPr>
            <a:xfrm>
              <a:off x="419105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31"/>
            <p:cNvSpPr/>
            <p:nvPr/>
          </p:nvSpPr>
          <p:spPr>
            <a:xfrm>
              <a:off x="457206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31"/>
            <p:cNvSpPr/>
            <p:nvPr/>
          </p:nvSpPr>
          <p:spPr>
            <a:xfrm>
              <a:off x="495306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31"/>
            <p:cNvSpPr/>
            <p:nvPr/>
          </p:nvSpPr>
          <p:spPr>
            <a:xfrm>
              <a:off x="533407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31"/>
            <p:cNvSpPr/>
            <p:nvPr/>
          </p:nvSpPr>
          <p:spPr>
            <a:xfrm>
              <a:off x="571507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31"/>
            <p:cNvSpPr/>
            <p:nvPr/>
          </p:nvSpPr>
          <p:spPr>
            <a:xfrm>
              <a:off x="609608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31"/>
            <p:cNvSpPr/>
            <p:nvPr/>
          </p:nvSpPr>
          <p:spPr>
            <a:xfrm>
              <a:off x="647708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31"/>
            <p:cNvSpPr/>
            <p:nvPr/>
          </p:nvSpPr>
          <p:spPr>
            <a:xfrm>
              <a:off x="685809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31"/>
            <p:cNvSpPr/>
            <p:nvPr/>
          </p:nvSpPr>
          <p:spPr>
            <a:xfrm>
              <a:off x="723909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31"/>
            <p:cNvSpPr/>
            <p:nvPr/>
          </p:nvSpPr>
          <p:spPr>
            <a:xfrm>
              <a:off x="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31"/>
            <p:cNvSpPr/>
            <p:nvPr/>
          </p:nvSpPr>
          <p:spPr>
            <a:xfrm>
              <a:off x="38100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31"/>
            <p:cNvSpPr/>
            <p:nvPr/>
          </p:nvSpPr>
          <p:spPr>
            <a:xfrm>
              <a:off x="76201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31"/>
            <p:cNvSpPr/>
            <p:nvPr/>
          </p:nvSpPr>
          <p:spPr>
            <a:xfrm>
              <a:off x="114301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31"/>
            <p:cNvSpPr/>
            <p:nvPr/>
          </p:nvSpPr>
          <p:spPr>
            <a:xfrm>
              <a:off x="152402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31"/>
            <p:cNvSpPr/>
            <p:nvPr/>
          </p:nvSpPr>
          <p:spPr>
            <a:xfrm>
              <a:off x="190502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31"/>
            <p:cNvSpPr/>
            <p:nvPr/>
          </p:nvSpPr>
          <p:spPr>
            <a:xfrm>
              <a:off x="228603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31"/>
            <p:cNvSpPr/>
            <p:nvPr/>
          </p:nvSpPr>
          <p:spPr>
            <a:xfrm>
              <a:off x="266703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31"/>
            <p:cNvSpPr/>
            <p:nvPr/>
          </p:nvSpPr>
          <p:spPr>
            <a:xfrm>
              <a:off x="304804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31"/>
            <p:cNvSpPr/>
            <p:nvPr/>
          </p:nvSpPr>
          <p:spPr>
            <a:xfrm>
              <a:off x="342904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31"/>
            <p:cNvSpPr/>
            <p:nvPr/>
          </p:nvSpPr>
          <p:spPr>
            <a:xfrm>
              <a:off x="381005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31"/>
            <p:cNvSpPr/>
            <p:nvPr/>
          </p:nvSpPr>
          <p:spPr>
            <a:xfrm>
              <a:off x="419105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31"/>
            <p:cNvSpPr/>
            <p:nvPr/>
          </p:nvSpPr>
          <p:spPr>
            <a:xfrm>
              <a:off x="457206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31"/>
            <p:cNvSpPr/>
            <p:nvPr/>
          </p:nvSpPr>
          <p:spPr>
            <a:xfrm>
              <a:off x="495306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31"/>
            <p:cNvSpPr/>
            <p:nvPr/>
          </p:nvSpPr>
          <p:spPr>
            <a:xfrm>
              <a:off x="533407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31"/>
            <p:cNvSpPr/>
            <p:nvPr/>
          </p:nvSpPr>
          <p:spPr>
            <a:xfrm>
              <a:off x="571507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31"/>
            <p:cNvSpPr/>
            <p:nvPr/>
          </p:nvSpPr>
          <p:spPr>
            <a:xfrm>
              <a:off x="609608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31"/>
            <p:cNvSpPr/>
            <p:nvPr/>
          </p:nvSpPr>
          <p:spPr>
            <a:xfrm>
              <a:off x="647708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31"/>
            <p:cNvSpPr/>
            <p:nvPr/>
          </p:nvSpPr>
          <p:spPr>
            <a:xfrm>
              <a:off x="685809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31"/>
            <p:cNvSpPr/>
            <p:nvPr/>
          </p:nvSpPr>
          <p:spPr>
            <a:xfrm>
              <a:off x="723909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31"/>
            <p:cNvSpPr/>
            <p:nvPr/>
          </p:nvSpPr>
          <p:spPr>
            <a:xfrm>
              <a:off x="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31"/>
            <p:cNvSpPr/>
            <p:nvPr/>
          </p:nvSpPr>
          <p:spPr>
            <a:xfrm>
              <a:off x="38100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31"/>
            <p:cNvSpPr/>
            <p:nvPr/>
          </p:nvSpPr>
          <p:spPr>
            <a:xfrm>
              <a:off x="76201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31"/>
            <p:cNvSpPr/>
            <p:nvPr/>
          </p:nvSpPr>
          <p:spPr>
            <a:xfrm>
              <a:off x="114301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31"/>
            <p:cNvSpPr/>
            <p:nvPr/>
          </p:nvSpPr>
          <p:spPr>
            <a:xfrm>
              <a:off x="152402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31"/>
            <p:cNvSpPr/>
            <p:nvPr/>
          </p:nvSpPr>
          <p:spPr>
            <a:xfrm>
              <a:off x="190502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31"/>
            <p:cNvSpPr/>
            <p:nvPr/>
          </p:nvSpPr>
          <p:spPr>
            <a:xfrm>
              <a:off x="228603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31"/>
            <p:cNvSpPr/>
            <p:nvPr/>
          </p:nvSpPr>
          <p:spPr>
            <a:xfrm>
              <a:off x="266703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31"/>
            <p:cNvSpPr/>
            <p:nvPr/>
          </p:nvSpPr>
          <p:spPr>
            <a:xfrm>
              <a:off x="304804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31"/>
            <p:cNvSpPr/>
            <p:nvPr/>
          </p:nvSpPr>
          <p:spPr>
            <a:xfrm>
              <a:off x="342904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31"/>
            <p:cNvSpPr/>
            <p:nvPr/>
          </p:nvSpPr>
          <p:spPr>
            <a:xfrm>
              <a:off x="381005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31"/>
            <p:cNvSpPr/>
            <p:nvPr/>
          </p:nvSpPr>
          <p:spPr>
            <a:xfrm>
              <a:off x="419105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31"/>
            <p:cNvSpPr/>
            <p:nvPr/>
          </p:nvSpPr>
          <p:spPr>
            <a:xfrm>
              <a:off x="457206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31"/>
            <p:cNvSpPr/>
            <p:nvPr/>
          </p:nvSpPr>
          <p:spPr>
            <a:xfrm>
              <a:off x="495306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31"/>
            <p:cNvSpPr/>
            <p:nvPr/>
          </p:nvSpPr>
          <p:spPr>
            <a:xfrm>
              <a:off x="533407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31"/>
            <p:cNvSpPr/>
            <p:nvPr/>
          </p:nvSpPr>
          <p:spPr>
            <a:xfrm>
              <a:off x="571507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31"/>
            <p:cNvSpPr/>
            <p:nvPr/>
          </p:nvSpPr>
          <p:spPr>
            <a:xfrm>
              <a:off x="609608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31"/>
            <p:cNvSpPr/>
            <p:nvPr/>
          </p:nvSpPr>
          <p:spPr>
            <a:xfrm>
              <a:off x="647708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31"/>
            <p:cNvSpPr/>
            <p:nvPr/>
          </p:nvSpPr>
          <p:spPr>
            <a:xfrm>
              <a:off x="685809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31"/>
            <p:cNvSpPr/>
            <p:nvPr/>
          </p:nvSpPr>
          <p:spPr>
            <a:xfrm>
              <a:off x="723909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31"/>
            <p:cNvSpPr/>
            <p:nvPr/>
          </p:nvSpPr>
          <p:spPr>
            <a:xfrm>
              <a:off x="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31"/>
            <p:cNvSpPr/>
            <p:nvPr/>
          </p:nvSpPr>
          <p:spPr>
            <a:xfrm>
              <a:off x="38100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31"/>
            <p:cNvSpPr/>
            <p:nvPr/>
          </p:nvSpPr>
          <p:spPr>
            <a:xfrm>
              <a:off x="76201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31"/>
            <p:cNvSpPr/>
            <p:nvPr/>
          </p:nvSpPr>
          <p:spPr>
            <a:xfrm>
              <a:off x="114301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31"/>
            <p:cNvSpPr/>
            <p:nvPr/>
          </p:nvSpPr>
          <p:spPr>
            <a:xfrm>
              <a:off x="152402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31"/>
            <p:cNvSpPr/>
            <p:nvPr/>
          </p:nvSpPr>
          <p:spPr>
            <a:xfrm>
              <a:off x="190502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31"/>
            <p:cNvSpPr/>
            <p:nvPr/>
          </p:nvSpPr>
          <p:spPr>
            <a:xfrm>
              <a:off x="228603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31"/>
            <p:cNvSpPr/>
            <p:nvPr/>
          </p:nvSpPr>
          <p:spPr>
            <a:xfrm>
              <a:off x="266703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31"/>
            <p:cNvSpPr/>
            <p:nvPr/>
          </p:nvSpPr>
          <p:spPr>
            <a:xfrm>
              <a:off x="304804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31"/>
            <p:cNvSpPr/>
            <p:nvPr/>
          </p:nvSpPr>
          <p:spPr>
            <a:xfrm>
              <a:off x="342904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31"/>
            <p:cNvSpPr/>
            <p:nvPr/>
          </p:nvSpPr>
          <p:spPr>
            <a:xfrm>
              <a:off x="381005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31"/>
            <p:cNvSpPr/>
            <p:nvPr/>
          </p:nvSpPr>
          <p:spPr>
            <a:xfrm>
              <a:off x="419105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31"/>
            <p:cNvSpPr/>
            <p:nvPr/>
          </p:nvSpPr>
          <p:spPr>
            <a:xfrm>
              <a:off x="457206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31"/>
            <p:cNvSpPr/>
            <p:nvPr/>
          </p:nvSpPr>
          <p:spPr>
            <a:xfrm>
              <a:off x="495306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31"/>
            <p:cNvSpPr/>
            <p:nvPr/>
          </p:nvSpPr>
          <p:spPr>
            <a:xfrm>
              <a:off x="533407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31"/>
            <p:cNvSpPr/>
            <p:nvPr/>
          </p:nvSpPr>
          <p:spPr>
            <a:xfrm>
              <a:off x="571507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31"/>
            <p:cNvSpPr/>
            <p:nvPr/>
          </p:nvSpPr>
          <p:spPr>
            <a:xfrm>
              <a:off x="609608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31"/>
            <p:cNvSpPr/>
            <p:nvPr/>
          </p:nvSpPr>
          <p:spPr>
            <a:xfrm>
              <a:off x="647708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31"/>
            <p:cNvSpPr/>
            <p:nvPr/>
          </p:nvSpPr>
          <p:spPr>
            <a:xfrm>
              <a:off x="685809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31"/>
            <p:cNvSpPr/>
            <p:nvPr/>
          </p:nvSpPr>
          <p:spPr>
            <a:xfrm>
              <a:off x="723909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31"/>
            <p:cNvSpPr/>
            <p:nvPr/>
          </p:nvSpPr>
          <p:spPr>
            <a:xfrm>
              <a:off x="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31"/>
            <p:cNvSpPr/>
            <p:nvPr/>
          </p:nvSpPr>
          <p:spPr>
            <a:xfrm>
              <a:off x="38100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31"/>
            <p:cNvSpPr/>
            <p:nvPr/>
          </p:nvSpPr>
          <p:spPr>
            <a:xfrm>
              <a:off x="76201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31"/>
            <p:cNvSpPr/>
            <p:nvPr/>
          </p:nvSpPr>
          <p:spPr>
            <a:xfrm>
              <a:off x="114301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31"/>
            <p:cNvSpPr/>
            <p:nvPr/>
          </p:nvSpPr>
          <p:spPr>
            <a:xfrm>
              <a:off x="152402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31"/>
            <p:cNvSpPr/>
            <p:nvPr/>
          </p:nvSpPr>
          <p:spPr>
            <a:xfrm>
              <a:off x="190502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31"/>
            <p:cNvSpPr/>
            <p:nvPr/>
          </p:nvSpPr>
          <p:spPr>
            <a:xfrm>
              <a:off x="228603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31"/>
            <p:cNvSpPr/>
            <p:nvPr/>
          </p:nvSpPr>
          <p:spPr>
            <a:xfrm>
              <a:off x="266703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31"/>
            <p:cNvSpPr/>
            <p:nvPr/>
          </p:nvSpPr>
          <p:spPr>
            <a:xfrm>
              <a:off x="304804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31"/>
            <p:cNvSpPr/>
            <p:nvPr/>
          </p:nvSpPr>
          <p:spPr>
            <a:xfrm>
              <a:off x="342904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31"/>
            <p:cNvSpPr/>
            <p:nvPr/>
          </p:nvSpPr>
          <p:spPr>
            <a:xfrm>
              <a:off x="381005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31"/>
            <p:cNvSpPr/>
            <p:nvPr/>
          </p:nvSpPr>
          <p:spPr>
            <a:xfrm>
              <a:off x="419105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31"/>
            <p:cNvSpPr/>
            <p:nvPr/>
          </p:nvSpPr>
          <p:spPr>
            <a:xfrm>
              <a:off x="457206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31"/>
            <p:cNvSpPr/>
            <p:nvPr/>
          </p:nvSpPr>
          <p:spPr>
            <a:xfrm>
              <a:off x="495306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31"/>
            <p:cNvSpPr/>
            <p:nvPr/>
          </p:nvSpPr>
          <p:spPr>
            <a:xfrm>
              <a:off x="533407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31"/>
            <p:cNvSpPr/>
            <p:nvPr/>
          </p:nvSpPr>
          <p:spPr>
            <a:xfrm>
              <a:off x="571507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31"/>
            <p:cNvSpPr/>
            <p:nvPr/>
          </p:nvSpPr>
          <p:spPr>
            <a:xfrm>
              <a:off x="609608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31"/>
            <p:cNvSpPr/>
            <p:nvPr/>
          </p:nvSpPr>
          <p:spPr>
            <a:xfrm>
              <a:off x="647708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31"/>
            <p:cNvSpPr/>
            <p:nvPr/>
          </p:nvSpPr>
          <p:spPr>
            <a:xfrm>
              <a:off x="685809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31"/>
            <p:cNvSpPr/>
            <p:nvPr/>
          </p:nvSpPr>
          <p:spPr>
            <a:xfrm>
              <a:off x="723909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31"/>
            <p:cNvSpPr/>
            <p:nvPr/>
          </p:nvSpPr>
          <p:spPr>
            <a:xfrm>
              <a:off x="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31"/>
            <p:cNvSpPr/>
            <p:nvPr/>
          </p:nvSpPr>
          <p:spPr>
            <a:xfrm>
              <a:off x="38100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31"/>
            <p:cNvSpPr/>
            <p:nvPr/>
          </p:nvSpPr>
          <p:spPr>
            <a:xfrm>
              <a:off x="76201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31"/>
            <p:cNvSpPr/>
            <p:nvPr/>
          </p:nvSpPr>
          <p:spPr>
            <a:xfrm>
              <a:off x="114301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31"/>
            <p:cNvSpPr/>
            <p:nvPr/>
          </p:nvSpPr>
          <p:spPr>
            <a:xfrm>
              <a:off x="152402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31"/>
            <p:cNvSpPr/>
            <p:nvPr/>
          </p:nvSpPr>
          <p:spPr>
            <a:xfrm>
              <a:off x="190502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31"/>
            <p:cNvSpPr/>
            <p:nvPr/>
          </p:nvSpPr>
          <p:spPr>
            <a:xfrm>
              <a:off x="228603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31"/>
            <p:cNvSpPr/>
            <p:nvPr/>
          </p:nvSpPr>
          <p:spPr>
            <a:xfrm>
              <a:off x="266703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31"/>
            <p:cNvSpPr/>
            <p:nvPr/>
          </p:nvSpPr>
          <p:spPr>
            <a:xfrm>
              <a:off x="304804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31"/>
            <p:cNvSpPr/>
            <p:nvPr/>
          </p:nvSpPr>
          <p:spPr>
            <a:xfrm>
              <a:off x="342904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31"/>
            <p:cNvSpPr/>
            <p:nvPr/>
          </p:nvSpPr>
          <p:spPr>
            <a:xfrm>
              <a:off x="381005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31"/>
            <p:cNvSpPr/>
            <p:nvPr/>
          </p:nvSpPr>
          <p:spPr>
            <a:xfrm>
              <a:off x="419105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31"/>
            <p:cNvSpPr/>
            <p:nvPr/>
          </p:nvSpPr>
          <p:spPr>
            <a:xfrm>
              <a:off x="457206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31"/>
            <p:cNvSpPr/>
            <p:nvPr/>
          </p:nvSpPr>
          <p:spPr>
            <a:xfrm>
              <a:off x="495306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31"/>
            <p:cNvSpPr/>
            <p:nvPr/>
          </p:nvSpPr>
          <p:spPr>
            <a:xfrm>
              <a:off x="533407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31"/>
            <p:cNvSpPr/>
            <p:nvPr/>
          </p:nvSpPr>
          <p:spPr>
            <a:xfrm>
              <a:off x="571507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31"/>
            <p:cNvSpPr/>
            <p:nvPr/>
          </p:nvSpPr>
          <p:spPr>
            <a:xfrm>
              <a:off x="609608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31"/>
            <p:cNvSpPr/>
            <p:nvPr/>
          </p:nvSpPr>
          <p:spPr>
            <a:xfrm>
              <a:off x="647708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31"/>
            <p:cNvSpPr/>
            <p:nvPr/>
          </p:nvSpPr>
          <p:spPr>
            <a:xfrm>
              <a:off x="685809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31"/>
            <p:cNvSpPr/>
            <p:nvPr/>
          </p:nvSpPr>
          <p:spPr>
            <a:xfrm>
              <a:off x="723909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31"/>
            <p:cNvSpPr/>
            <p:nvPr/>
          </p:nvSpPr>
          <p:spPr>
            <a:xfrm>
              <a:off x="7620110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31"/>
            <p:cNvSpPr/>
            <p:nvPr/>
          </p:nvSpPr>
          <p:spPr>
            <a:xfrm>
              <a:off x="8001115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31"/>
            <p:cNvSpPr/>
            <p:nvPr/>
          </p:nvSpPr>
          <p:spPr>
            <a:xfrm>
              <a:off x="8382120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31"/>
            <p:cNvSpPr/>
            <p:nvPr/>
          </p:nvSpPr>
          <p:spPr>
            <a:xfrm>
              <a:off x="8763125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31"/>
            <p:cNvSpPr/>
            <p:nvPr/>
          </p:nvSpPr>
          <p:spPr>
            <a:xfrm>
              <a:off x="7620110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31"/>
            <p:cNvSpPr/>
            <p:nvPr/>
          </p:nvSpPr>
          <p:spPr>
            <a:xfrm>
              <a:off x="8001115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31"/>
            <p:cNvSpPr/>
            <p:nvPr/>
          </p:nvSpPr>
          <p:spPr>
            <a:xfrm>
              <a:off x="8382120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31"/>
            <p:cNvSpPr/>
            <p:nvPr/>
          </p:nvSpPr>
          <p:spPr>
            <a:xfrm>
              <a:off x="8763125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31"/>
            <p:cNvSpPr/>
            <p:nvPr/>
          </p:nvSpPr>
          <p:spPr>
            <a:xfrm>
              <a:off x="7620110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31"/>
            <p:cNvSpPr/>
            <p:nvPr/>
          </p:nvSpPr>
          <p:spPr>
            <a:xfrm>
              <a:off x="8001115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31"/>
            <p:cNvSpPr/>
            <p:nvPr/>
          </p:nvSpPr>
          <p:spPr>
            <a:xfrm>
              <a:off x="8382120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31"/>
            <p:cNvSpPr/>
            <p:nvPr/>
          </p:nvSpPr>
          <p:spPr>
            <a:xfrm>
              <a:off x="8763125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31"/>
            <p:cNvSpPr/>
            <p:nvPr/>
          </p:nvSpPr>
          <p:spPr>
            <a:xfrm>
              <a:off x="7620110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31"/>
            <p:cNvSpPr/>
            <p:nvPr/>
          </p:nvSpPr>
          <p:spPr>
            <a:xfrm>
              <a:off x="8001115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31"/>
            <p:cNvSpPr/>
            <p:nvPr/>
          </p:nvSpPr>
          <p:spPr>
            <a:xfrm>
              <a:off x="8382120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31"/>
            <p:cNvSpPr/>
            <p:nvPr/>
          </p:nvSpPr>
          <p:spPr>
            <a:xfrm>
              <a:off x="8763125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31"/>
            <p:cNvSpPr/>
            <p:nvPr/>
          </p:nvSpPr>
          <p:spPr>
            <a:xfrm>
              <a:off x="7620110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31"/>
            <p:cNvSpPr/>
            <p:nvPr/>
          </p:nvSpPr>
          <p:spPr>
            <a:xfrm>
              <a:off x="8001115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31"/>
            <p:cNvSpPr/>
            <p:nvPr/>
          </p:nvSpPr>
          <p:spPr>
            <a:xfrm>
              <a:off x="8382120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31"/>
            <p:cNvSpPr/>
            <p:nvPr/>
          </p:nvSpPr>
          <p:spPr>
            <a:xfrm>
              <a:off x="8763125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31"/>
            <p:cNvSpPr/>
            <p:nvPr/>
          </p:nvSpPr>
          <p:spPr>
            <a:xfrm>
              <a:off x="7620110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p31"/>
            <p:cNvSpPr/>
            <p:nvPr/>
          </p:nvSpPr>
          <p:spPr>
            <a:xfrm>
              <a:off x="8001115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31"/>
            <p:cNvSpPr/>
            <p:nvPr/>
          </p:nvSpPr>
          <p:spPr>
            <a:xfrm>
              <a:off x="8382120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31"/>
            <p:cNvSpPr/>
            <p:nvPr/>
          </p:nvSpPr>
          <p:spPr>
            <a:xfrm>
              <a:off x="8763125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31"/>
            <p:cNvSpPr/>
            <p:nvPr/>
          </p:nvSpPr>
          <p:spPr>
            <a:xfrm>
              <a:off x="7620110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31"/>
            <p:cNvSpPr/>
            <p:nvPr/>
          </p:nvSpPr>
          <p:spPr>
            <a:xfrm>
              <a:off x="8001115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31"/>
            <p:cNvSpPr/>
            <p:nvPr/>
          </p:nvSpPr>
          <p:spPr>
            <a:xfrm>
              <a:off x="8382120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31"/>
            <p:cNvSpPr/>
            <p:nvPr/>
          </p:nvSpPr>
          <p:spPr>
            <a:xfrm>
              <a:off x="8763125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31"/>
            <p:cNvSpPr/>
            <p:nvPr/>
          </p:nvSpPr>
          <p:spPr>
            <a:xfrm>
              <a:off x="7620110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31"/>
            <p:cNvSpPr/>
            <p:nvPr/>
          </p:nvSpPr>
          <p:spPr>
            <a:xfrm>
              <a:off x="8001115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31"/>
            <p:cNvSpPr/>
            <p:nvPr/>
          </p:nvSpPr>
          <p:spPr>
            <a:xfrm>
              <a:off x="8382120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31"/>
            <p:cNvSpPr/>
            <p:nvPr/>
          </p:nvSpPr>
          <p:spPr>
            <a:xfrm>
              <a:off x="8763125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31"/>
            <p:cNvSpPr/>
            <p:nvPr/>
          </p:nvSpPr>
          <p:spPr>
            <a:xfrm>
              <a:off x="7620110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31"/>
            <p:cNvSpPr/>
            <p:nvPr/>
          </p:nvSpPr>
          <p:spPr>
            <a:xfrm>
              <a:off x="8001115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31"/>
            <p:cNvSpPr/>
            <p:nvPr/>
          </p:nvSpPr>
          <p:spPr>
            <a:xfrm>
              <a:off x="8382120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31"/>
            <p:cNvSpPr/>
            <p:nvPr/>
          </p:nvSpPr>
          <p:spPr>
            <a:xfrm>
              <a:off x="8763125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31"/>
            <p:cNvSpPr/>
            <p:nvPr/>
          </p:nvSpPr>
          <p:spPr>
            <a:xfrm>
              <a:off x="7620110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31"/>
            <p:cNvSpPr/>
            <p:nvPr/>
          </p:nvSpPr>
          <p:spPr>
            <a:xfrm>
              <a:off x="8001115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31"/>
            <p:cNvSpPr/>
            <p:nvPr/>
          </p:nvSpPr>
          <p:spPr>
            <a:xfrm>
              <a:off x="8382120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31"/>
            <p:cNvSpPr/>
            <p:nvPr/>
          </p:nvSpPr>
          <p:spPr>
            <a:xfrm>
              <a:off x="8763125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31"/>
            <p:cNvSpPr/>
            <p:nvPr/>
          </p:nvSpPr>
          <p:spPr>
            <a:xfrm>
              <a:off x="7620110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31"/>
            <p:cNvSpPr/>
            <p:nvPr/>
          </p:nvSpPr>
          <p:spPr>
            <a:xfrm>
              <a:off x="8001115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p31"/>
            <p:cNvSpPr/>
            <p:nvPr/>
          </p:nvSpPr>
          <p:spPr>
            <a:xfrm>
              <a:off x="8382120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31"/>
            <p:cNvSpPr/>
            <p:nvPr/>
          </p:nvSpPr>
          <p:spPr>
            <a:xfrm>
              <a:off x="8763125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31"/>
            <p:cNvSpPr/>
            <p:nvPr/>
          </p:nvSpPr>
          <p:spPr>
            <a:xfrm>
              <a:off x="7620110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31"/>
            <p:cNvSpPr/>
            <p:nvPr/>
          </p:nvSpPr>
          <p:spPr>
            <a:xfrm>
              <a:off x="8001115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p31"/>
            <p:cNvSpPr/>
            <p:nvPr/>
          </p:nvSpPr>
          <p:spPr>
            <a:xfrm>
              <a:off x="8382120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p31"/>
            <p:cNvSpPr/>
            <p:nvPr/>
          </p:nvSpPr>
          <p:spPr>
            <a:xfrm>
              <a:off x="8763125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31"/>
            <p:cNvSpPr/>
            <p:nvPr/>
          </p:nvSpPr>
          <p:spPr>
            <a:xfrm>
              <a:off x="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31"/>
            <p:cNvSpPr/>
            <p:nvPr/>
          </p:nvSpPr>
          <p:spPr>
            <a:xfrm>
              <a:off x="38100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p31"/>
            <p:cNvSpPr/>
            <p:nvPr/>
          </p:nvSpPr>
          <p:spPr>
            <a:xfrm>
              <a:off x="76201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31"/>
            <p:cNvSpPr/>
            <p:nvPr/>
          </p:nvSpPr>
          <p:spPr>
            <a:xfrm>
              <a:off x="114301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31"/>
            <p:cNvSpPr/>
            <p:nvPr/>
          </p:nvSpPr>
          <p:spPr>
            <a:xfrm>
              <a:off x="152402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31"/>
            <p:cNvSpPr/>
            <p:nvPr/>
          </p:nvSpPr>
          <p:spPr>
            <a:xfrm>
              <a:off x="190502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31"/>
            <p:cNvSpPr/>
            <p:nvPr/>
          </p:nvSpPr>
          <p:spPr>
            <a:xfrm>
              <a:off x="228603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31"/>
            <p:cNvSpPr/>
            <p:nvPr/>
          </p:nvSpPr>
          <p:spPr>
            <a:xfrm>
              <a:off x="266703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31"/>
            <p:cNvSpPr/>
            <p:nvPr/>
          </p:nvSpPr>
          <p:spPr>
            <a:xfrm>
              <a:off x="304804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31"/>
            <p:cNvSpPr/>
            <p:nvPr/>
          </p:nvSpPr>
          <p:spPr>
            <a:xfrm>
              <a:off x="342904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31"/>
            <p:cNvSpPr/>
            <p:nvPr/>
          </p:nvSpPr>
          <p:spPr>
            <a:xfrm>
              <a:off x="381005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31"/>
            <p:cNvSpPr/>
            <p:nvPr/>
          </p:nvSpPr>
          <p:spPr>
            <a:xfrm>
              <a:off x="419105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31"/>
            <p:cNvSpPr/>
            <p:nvPr/>
          </p:nvSpPr>
          <p:spPr>
            <a:xfrm>
              <a:off x="457206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31"/>
            <p:cNvSpPr/>
            <p:nvPr/>
          </p:nvSpPr>
          <p:spPr>
            <a:xfrm>
              <a:off x="495306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p31"/>
            <p:cNvSpPr/>
            <p:nvPr/>
          </p:nvSpPr>
          <p:spPr>
            <a:xfrm>
              <a:off x="533407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31"/>
            <p:cNvSpPr/>
            <p:nvPr/>
          </p:nvSpPr>
          <p:spPr>
            <a:xfrm>
              <a:off x="571507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31"/>
            <p:cNvSpPr/>
            <p:nvPr/>
          </p:nvSpPr>
          <p:spPr>
            <a:xfrm>
              <a:off x="609608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31"/>
            <p:cNvSpPr/>
            <p:nvPr/>
          </p:nvSpPr>
          <p:spPr>
            <a:xfrm>
              <a:off x="647708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p31"/>
            <p:cNvSpPr/>
            <p:nvPr/>
          </p:nvSpPr>
          <p:spPr>
            <a:xfrm>
              <a:off x="685809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31"/>
            <p:cNvSpPr/>
            <p:nvPr/>
          </p:nvSpPr>
          <p:spPr>
            <a:xfrm>
              <a:off x="723909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31"/>
            <p:cNvSpPr/>
            <p:nvPr/>
          </p:nvSpPr>
          <p:spPr>
            <a:xfrm>
              <a:off x="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31"/>
            <p:cNvSpPr/>
            <p:nvPr/>
          </p:nvSpPr>
          <p:spPr>
            <a:xfrm>
              <a:off x="38100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31"/>
            <p:cNvSpPr/>
            <p:nvPr/>
          </p:nvSpPr>
          <p:spPr>
            <a:xfrm>
              <a:off x="76201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31"/>
            <p:cNvSpPr/>
            <p:nvPr/>
          </p:nvSpPr>
          <p:spPr>
            <a:xfrm>
              <a:off x="114301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31"/>
            <p:cNvSpPr/>
            <p:nvPr/>
          </p:nvSpPr>
          <p:spPr>
            <a:xfrm>
              <a:off x="152402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31"/>
            <p:cNvSpPr/>
            <p:nvPr/>
          </p:nvSpPr>
          <p:spPr>
            <a:xfrm>
              <a:off x="190502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31"/>
            <p:cNvSpPr/>
            <p:nvPr/>
          </p:nvSpPr>
          <p:spPr>
            <a:xfrm>
              <a:off x="228603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31"/>
            <p:cNvSpPr/>
            <p:nvPr/>
          </p:nvSpPr>
          <p:spPr>
            <a:xfrm>
              <a:off x="266703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31"/>
            <p:cNvSpPr/>
            <p:nvPr/>
          </p:nvSpPr>
          <p:spPr>
            <a:xfrm>
              <a:off x="304804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31"/>
            <p:cNvSpPr/>
            <p:nvPr/>
          </p:nvSpPr>
          <p:spPr>
            <a:xfrm>
              <a:off x="342904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31"/>
            <p:cNvSpPr/>
            <p:nvPr/>
          </p:nvSpPr>
          <p:spPr>
            <a:xfrm>
              <a:off x="381005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31"/>
            <p:cNvSpPr/>
            <p:nvPr/>
          </p:nvSpPr>
          <p:spPr>
            <a:xfrm>
              <a:off x="419105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31"/>
            <p:cNvSpPr/>
            <p:nvPr/>
          </p:nvSpPr>
          <p:spPr>
            <a:xfrm>
              <a:off x="457206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p31"/>
            <p:cNvSpPr/>
            <p:nvPr/>
          </p:nvSpPr>
          <p:spPr>
            <a:xfrm>
              <a:off x="495306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p31"/>
            <p:cNvSpPr/>
            <p:nvPr/>
          </p:nvSpPr>
          <p:spPr>
            <a:xfrm>
              <a:off x="533407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" name="Google Shape;333;p31"/>
            <p:cNvSpPr/>
            <p:nvPr/>
          </p:nvSpPr>
          <p:spPr>
            <a:xfrm>
              <a:off x="571507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31"/>
            <p:cNvSpPr/>
            <p:nvPr/>
          </p:nvSpPr>
          <p:spPr>
            <a:xfrm>
              <a:off x="609608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p31"/>
            <p:cNvSpPr/>
            <p:nvPr/>
          </p:nvSpPr>
          <p:spPr>
            <a:xfrm>
              <a:off x="647708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p31"/>
            <p:cNvSpPr/>
            <p:nvPr/>
          </p:nvSpPr>
          <p:spPr>
            <a:xfrm>
              <a:off x="685809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" name="Google Shape;337;p31"/>
            <p:cNvSpPr/>
            <p:nvPr/>
          </p:nvSpPr>
          <p:spPr>
            <a:xfrm>
              <a:off x="723909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38;p31"/>
            <p:cNvSpPr/>
            <p:nvPr/>
          </p:nvSpPr>
          <p:spPr>
            <a:xfrm>
              <a:off x="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39;p31"/>
            <p:cNvSpPr/>
            <p:nvPr/>
          </p:nvSpPr>
          <p:spPr>
            <a:xfrm>
              <a:off x="38100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" name="Google Shape;340;p31"/>
            <p:cNvSpPr/>
            <p:nvPr/>
          </p:nvSpPr>
          <p:spPr>
            <a:xfrm>
              <a:off x="76201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" name="Google Shape;341;p31"/>
            <p:cNvSpPr/>
            <p:nvPr/>
          </p:nvSpPr>
          <p:spPr>
            <a:xfrm>
              <a:off x="114301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p31"/>
            <p:cNvSpPr/>
            <p:nvPr/>
          </p:nvSpPr>
          <p:spPr>
            <a:xfrm>
              <a:off x="152402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p31"/>
            <p:cNvSpPr/>
            <p:nvPr/>
          </p:nvSpPr>
          <p:spPr>
            <a:xfrm>
              <a:off x="190502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p31"/>
            <p:cNvSpPr/>
            <p:nvPr/>
          </p:nvSpPr>
          <p:spPr>
            <a:xfrm>
              <a:off x="228603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31"/>
            <p:cNvSpPr/>
            <p:nvPr/>
          </p:nvSpPr>
          <p:spPr>
            <a:xfrm>
              <a:off x="266703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31"/>
            <p:cNvSpPr/>
            <p:nvPr/>
          </p:nvSpPr>
          <p:spPr>
            <a:xfrm>
              <a:off x="304804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31"/>
            <p:cNvSpPr/>
            <p:nvPr/>
          </p:nvSpPr>
          <p:spPr>
            <a:xfrm>
              <a:off x="342904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31"/>
            <p:cNvSpPr/>
            <p:nvPr/>
          </p:nvSpPr>
          <p:spPr>
            <a:xfrm>
              <a:off x="381005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31"/>
            <p:cNvSpPr/>
            <p:nvPr/>
          </p:nvSpPr>
          <p:spPr>
            <a:xfrm>
              <a:off x="419105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31"/>
            <p:cNvSpPr/>
            <p:nvPr/>
          </p:nvSpPr>
          <p:spPr>
            <a:xfrm>
              <a:off x="457206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31"/>
            <p:cNvSpPr/>
            <p:nvPr/>
          </p:nvSpPr>
          <p:spPr>
            <a:xfrm>
              <a:off x="495306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31"/>
            <p:cNvSpPr/>
            <p:nvPr/>
          </p:nvSpPr>
          <p:spPr>
            <a:xfrm>
              <a:off x="533407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p31"/>
            <p:cNvSpPr/>
            <p:nvPr/>
          </p:nvSpPr>
          <p:spPr>
            <a:xfrm>
              <a:off x="571507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" name="Google Shape;354;p31"/>
            <p:cNvSpPr/>
            <p:nvPr/>
          </p:nvSpPr>
          <p:spPr>
            <a:xfrm>
              <a:off x="609608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" name="Google Shape;355;p31"/>
            <p:cNvSpPr/>
            <p:nvPr/>
          </p:nvSpPr>
          <p:spPr>
            <a:xfrm>
              <a:off x="647708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31"/>
            <p:cNvSpPr/>
            <p:nvPr/>
          </p:nvSpPr>
          <p:spPr>
            <a:xfrm>
              <a:off x="685809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31"/>
            <p:cNvSpPr/>
            <p:nvPr/>
          </p:nvSpPr>
          <p:spPr>
            <a:xfrm>
              <a:off x="723909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31"/>
            <p:cNvSpPr/>
            <p:nvPr/>
          </p:nvSpPr>
          <p:spPr>
            <a:xfrm>
              <a:off x="7620110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p31"/>
            <p:cNvSpPr/>
            <p:nvPr/>
          </p:nvSpPr>
          <p:spPr>
            <a:xfrm>
              <a:off x="8001115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360;p31"/>
            <p:cNvSpPr/>
            <p:nvPr/>
          </p:nvSpPr>
          <p:spPr>
            <a:xfrm>
              <a:off x="8382120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31"/>
            <p:cNvSpPr/>
            <p:nvPr/>
          </p:nvSpPr>
          <p:spPr>
            <a:xfrm>
              <a:off x="8763125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" name="Google Shape;362;p31"/>
            <p:cNvSpPr/>
            <p:nvPr/>
          </p:nvSpPr>
          <p:spPr>
            <a:xfrm>
              <a:off x="7620110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" name="Google Shape;363;p31"/>
            <p:cNvSpPr/>
            <p:nvPr/>
          </p:nvSpPr>
          <p:spPr>
            <a:xfrm>
              <a:off x="8001115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" name="Google Shape;364;p31"/>
            <p:cNvSpPr/>
            <p:nvPr/>
          </p:nvSpPr>
          <p:spPr>
            <a:xfrm>
              <a:off x="8382120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" name="Google Shape;365;p31"/>
            <p:cNvSpPr/>
            <p:nvPr/>
          </p:nvSpPr>
          <p:spPr>
            <a:xfrm>
              <a:off x="8763125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" name="Google Shape;366;p31"/>
            <p:cNvSpPr/>
            <p:nvPr/>
          </p:nvSpPr>
          <p:spPr>
            <a:xfrm>
              <a:off x="7620110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31"/>
            <p:cNvSpPr/>
            <p:nvPr/>
          </p:nvSpPr>
          <p:spPr>
            <a:xfrm>
              <a:off x="8001115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" name="Google Shape;368;p31"/>
            <p:cNvSpPr/>
            <p:nvPr/>
          </p:nvSpPr>
          <p:spPr>
            <a:xfrm>
              <a:off x="8382120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" name="Google Shape;369;p31"/>
            <p:cNvSpPr/>
            <p:nvPr/>
          </p:nvSpPr>
          <p:spPr>
            <a:xfrm>
              <a:off x="8763125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0" name="Google Shape;370;p31"/>
          <p:cNvSpPr/>
          <p:nvPr/>
        </p:nvSpPr>
        <p:spPr>
          <a:xfrm flipH="1">
            <a:off x="0" y="0"/>
            <a:ext cx="9144000" cy="5143500"/>
          </a:xfrm>
          <a:prstGeom prst="rtTriangle">
            <a:avLst/>
          </a:prstGeom>
          <a:solidFill>
            <a:srgbClr val="005051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71" name="Google Shape;371;p31"/>
          <p:cNvGrpSpPr/>
          <p:nvPr/>
        </p:nvGrpSpPr>
        <p:grpSpPr>
          <a:xfrm>
            <a:off x="553048" y="535000"/>
            <a:ext cx="8105852" cy="4302000"/>
            <a:chOff x="553048" y="535000"/>
            <a:chExt cx="8105852" cy="4302000"/>
          </a:xfrm>
        </p:grpSpPr>
        <p:sp>
          <p:nvSpPr>
            <p:cNvPr id="372" name="Google Shape;372;p31"/>
            <p:cNvSpPr/>
            <p:nvPr/>
          </p:nvSpPr>
          <p:spPr>
            <a:xfrm>
              <a:off x="942300" y="763600"/>
              <a:ext cx="7716600" cy="4073400"/>
            </a:xfrm>
            <a:prstGeom prst="roundRect">
              <a:avLst>
                <a:gd fmla="val 2480" name="adj"/>
              </a:avLst>
            </a:prstGeom>
            <a:solidFill>
              <a:srgbClr val="222828">
                <a:alpha val="2039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" name="Google Shape;373;p31"/>
            <p:cNvSpPr/>
            <p:nvPr/>
          </p:nvSpPr>
          <p:spPr>
            <a:xfrm>
              <a:off x="712275" y="535000"/>
              <a:ext cx="7716600" cy="4073400"/>
            </a:xfrm>
            <a:prstGeom prst="roundRect">
              <a:avLst>
                <a:gd fmla="val 248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" name="Google Shape;374;p31"/>
            <p:cNvSpPr/>
            <p:nvPr/>
          </p:nvSpPr>
          <p:spPr>
            <a:xfrm>
              <a:off x="848698" y="898261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5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5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" name="Google Shape;375;p31"/>
            <p:cNvSpPr/>
            <p:nvPr/>
          </p:nvSpPr>
          <p:spPr>
            <a:xfrm>
              <a:off x="553048" y="931482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19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8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7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" name="Google Shape;376;p31"/>
            <p:cNvSpPr/>
            <p:nvPr/>
          </p:nvSpPr>
          <p:spPr>
            <a:xfrm>
              <a:off x="848698" y="1332681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8"/>
                    <a:pt x="0" y="7608"/>
                  </a:cubicBezTo>
                  <a:cubicBezTo>
                    <a:pt x="0" y="11808"/>
                    <a:pt x="3404" y="15212"/>
                    <a:pt x="7604" y="15212"/>
                  </a:cubicBezTo>
                  <a:cubicBezTo>
                    <a:pt x="11804" y="15212"/>
                    <a:pt x="15209" y="11808"/>
                    <a:pt x="15209" y="7608"/>
                  </a:cubicBezTo>
                  <a:cubicBezTo>
                    <a:pt x="15209" y="3408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" name="Google Shape;377;p31"/>
            <p:cNvSpPr/>
            <p:nvPr/>
          </p:nvSpPr>
          <p:spPr>
            <a:xfrm>
              <a:off x="553048" y="1365902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71"/>
                    <a:pt x="0" y="1497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9"/>
                  </a:lnTo>
                  <a:cubicBezTo>
                    <a:pt x="23340" y="7948"/>
                    <a:pt x="21591" y="9042"/>
                    <a:pt x="19596" y="9042"/>
                  </a:cubicBezTo>
                  <a:lnTo>
                    <a:pt x="1493" y="9042"/>
                  </a:lnTo>
                  <a:cubicBezTo>
                    <a:pt x="671" y="9042"/>
                    <a:pt x="0" y="9709"/>
                    <a:pt x="0" y="10535"/>
                  </a:cubicBezTo>
                  <a:cubicBezTo>
                    <a:pt x="0" y="11361"/>
                    <a:pt x="671" y="12028"/>
                    <a:pt x="1493" y="12028"/>
                  </a:cubicBezTo>
                  <a:lnTo>
                    <a:pt x="19596" y="12028"/>
                  </a:lnTo>
                  <a:cubicBezTo>
                    <a:pt x="23370" y="12028"/>
                    <a:pt x="26327" y="9688"/>
                    <a:pt x="26327" y="6699"/>
                  </a:cubicBezTo>
                  <a:lnTo>
                    <a:pt x="26327" y="5330"/>
                  </a:lnTo>
                  <a:cubicBezTo>
                    <a:pt x="26327" y="2344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" name="Google Shape;378;p31"/>
            <p:cNvSpPr/>
            <p:nvPr/>
          </p:nvSpPr>
          <p:spPr>
            <a:xfrm>
              <a:off x="848698" y="1767184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4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4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31"/>
            <p:cNvSpPr/>
            <p:nvPr/>
          </p:nvSpPr>
          <p:spPr>
            <a:xfrm>
              <a:off x="553048" y="1800405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68"/>
                    <a:pt x="0" y="1493"/>
                  </a:cubicBezTo>
                  <a:cubicBezTo>
                    <a:pt x="0" y="2319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5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7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p31"/>
            <p:cNvSpPr/>
            <p:nvPr/>
          </p:nvSpPr>
          <p:spPr>
            <a:xfrm>
              <a:off x="848698" y="2201603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5"/>
                    <a:pt x="0" y="7608"/>
                  </a:cubicBezTo>
                  <a:cubicBezTo>
                    <a:pt x="0" y="11808"/>
                    <a:pt x="3404" y="15212"/>
                    <a:pt x="7604" y="15212"/>
                  </a:cubicBezTo>
                  <a:cubicBezTo>
                    <a:pt x="11804" y="15212"/>
                    <a:pt x="15209" y="11808"/>
                    <a:pt x="15209" y="7608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p31"/>
            <p:cNvSpPr/>
            <p:nvPr/>
          </p:nvSpPr>
          <p:spPr>
            <a:xfrm>
              <a:off x="553048" y="2234824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68"/>
                    <a:pt x="0" y="1494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9"/>
                  </a:lnTo>
                  <a:cubicBezTo>
                    <a:pt x="23340" y="7945"/>
                    <a:pt x="21591" y="9039"/>
                    <a:pt x="19596" y="9039"/>
                  </a:cubicBezTo>
                  <a:lnTo>
                    <a:pt x="1493" y="9039"/>
                  </a:lnTo>
                  <a:cubicBezTo>
                    <a:pt x="671" y="9039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9"/>
                  </a:cubicBezTo>
                  <a:lnTo>
                    <a:pt x="26327" y="5330"/>
                  </a:lnTo>
                  <a:cubicBezTo>
                    <a:pt x="26327" y="2341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p31"/>
            <p:cNvSpPr/>
            <p:nvPr/>
          </p:nvSpPr>
          <p:spPr>
            <a:xfrm>
              <a:off x="848698" y="2636106"/>
              <a:ext cx="317374" cy="317374"/>
            </a:xfrm>
            <a:custGeom>
              <a:rect b="b" l="l" r="r" t="t"/>
              <a:pathLst>
                <a:path extrusionOk="0" h="15209" w="15209">
                  <a:moveTo>
                    <a:pt x="7604" y="0"/>
                  </a:moveTo>
                  <a:cubicBezTo>
                    <a:pt x="3404" y="0"/>
                    <a:pt x="0" y="3404"/>
                    <a:pt x="0" y="7604"/>
                  </a:cubicBezTo>
                  <a:cubicBezTo>
                    <a:pt x="0" y="11805"/>
                    <a:pt x="3404" y="15209"/>
                    <a:pt x="7604" y="15209"/>
                  </a:cubicBezTo>
                  <a:cubicBezTo>
                    <a:pt x="11804" y="15209"/>
                    <a:pt x="15209" y="11805"/>
                    <a:pt x="15209" y="7604"/>
                  </a:cubicBezTo>
                  <a:cubicBezTo>
                    <a:pt x="15209" y="3404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p31"/>
            <p:cNvSpPr/>
            <p:nvPr/>
          </p:nvSpPr>
          <p:spPr>
            <a:xfrm>
              <a:off x="553048" y="2669265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71"/>
                    <a:pt x="0" y="1496"/>
                  </a:cubicBezTo>
                  <a:cubicBezTo>
                    <a:pt x="0" y="2322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8"/>
                  </a:lnTo>
                  <a:cubicBezTo>
                    <a:pt x="23340" y="7947"/>
                    <a:pt x="21591" y="9041"/>
                    <a:pt x="19596" y="9041"/>
                  </a:cubicBezTo>
                  <a:lnTo>
                    <a:pt x="1493" y="9041"/>
                  </a:lnTo>
                  <a:cubicBezTo>
                    <a:pt x="671" y="9041"/>
                    <a:pt x="0" y="9709"/>
                    <a:pt x="0" y="10534"/>
                  </a:cubicBezTo>
                  <a:cubicBezTo>
                    <a:pt x="0" y="11360"/>
                    <a:pt x="671" y="12028"/>
                    <a:pt x="1493" y="12028"/>
                  </a:cubicBezTo>
                  <a:lnTo>
                    <a:pt x="19596" y="12028"/>
                  </a:lnTo>
                  <a:cubicBezTo>
                    <a:pt x="23370" y="12028"/>
                    <a:pt x="26327" y="9688"/>
                    <a:pt x="26327" y="6698"/>
                  </a:cubicBezTo>
                  <a:lnTo>
                    <a:pt x="26327" y="5330"/>
                  </a:lnTo>
                  <a:cubicBezTo>
                    <a:pt x="26327" y="2343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p31"/>
            <p:cNvSpPr/>
            <p:nvPr/>
          </p:nvSpPr>
          <p:spPr>
            <a:xfrm>
              <a:off x="848698" y="3070526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5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p31"/>
            <p:cNvSpPr/>
            <p:nvPr/>
          </p:nvSpPr>
          <p:spPr>
            <a:xfrm>
              <a:off x="553048" y="3103747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20"/>
                    <a:pt x="671" y="2987"/>
                    <a:pt x="1493" y="2987"/>
                  </a:cubicBezTo>
                  <a:lnTo>
                    <a:pt x="19596" y="2987"/>
                  </a:lnTo>
                  <a:cubicBezTo>
                    <a:pt x="21591" y="2987"/>
                    <a:pt x="23340" y="4081"/>
                    <a:pt x="23340" y="5330"/>
                  </a:cubicBezTo>
                  <a:lnTo>
                    <a:pt x="23340" y="6696"/>
                  </a:lnTo>
                  <a:cubicBezTo>
                    <a:pt x="23340" y="7945"/>
                    <a:pt x="21591" y="9039"/>
                    <a:pt x="19596" y="9039"/>
                  </a:cubicBezTo>
                  <a:lnTo>
                    <a:pt x="1493" y="9039"/>
                  </a:lnTo>
                  <a:cubicBezTo>
                    <a:pt x="671" y="9039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6"/>
                  </a:cubicBezTo>
                  <a:lnTo>
                    <a:pt x="26327" y="5330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p31"/>
            <p:cNvSpPr/>
            <p:nvPr/>
          </p:nvSpPr>
          <p:spPr>
            <a:xfrm>
              <a:off x="848698" y="3504966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7"/>
                    <a:pt x="0" y="7607"/>
                  </a:cubicBezTo>
                  <a:cubicBezTo>
                    <a:pt x="0" y="11807"/>
                    <a:pt x="3404" y="15212"/>
                    <a:pt x="7604" y="15212"/>
                  </a:cubicBezTo>
                  <a:cubicBezTo>
                    <a:pt x="11804" y="15212"/>
                    <a:pt x="15209" y="11807"/>
                    <a:pt x="15209" y="7607"/>
                  </a:cubicBezTo>
                  <a:cubicBezTo>
                    <a:pt x="15209" y="3407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387;p31"/>
            <p:cNvSpPr/>
            <p:nvPr/>
          </p:nvSpPr>
          <p:spPr>
            <a:xfrm>
              <a:off x="553048" y="3538167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72"/>
                    <a:pt x="0" y="1497"/>
                  </a:cubicBezTo>
                  <a:cubicBezTo>
                    <a:pt x="0" y="2320"/>
                    <a:pt x="671" y="2991"/>
                    <a:pt x="1493" y="2991"/>
                  </a:cubicBezTo>
                  <a:lnTo>
                    <a:pt x="19596" y="2991"/>
                  </a:lnTo>
                  <a:cubicBezTo>
                    <a:pt x="21591" y="2991"/>
                    <a:pt x="23340" y="4085"/>
                    <a:pt x="23340" y="5331"/>
                  </a:cubicBezTo>
                  <a:lnTo>
                    <a:pt x="23340" y="6699"/>
                  </a:lnTo>
                  <a:cubicBezTo>
                    <a:pt x="23340" y="7948"/>
                    <a:pt x="21591" y="9042"/>
                    <a:pt x="19596" y="9042"/>
                  </a:cubicBezTo>
                  <a:lnTo>
                    <a:pt x="1493" y="9042"/>
                  </a:lnTo>
                  <a:cubicBezTo>
                    <a:pt x="671" y="9042"/>
                    <a:pt x="0" y="9710"/>
                    <a:pt x="0" y="10535"/>
                  </a:cubicBezTo>
                  <a:cubicBezTo>
                    <a:pt x="0" y="11361"/>
                    <a:pt x="671" y="12029"/>
                    <a:pt x="1493" y="12029"/>
                  </a:cubicBezTo>
                  <a:lnTo>
                    <a:pt x="19596" y="12029"/>
                  </a:lnTo>
                  <a:cubicBezTo>
                    <a:pt x="23370" y="12029"/>
                    <a:pt x="26327" y="9689"/>
                    <a:pt x="26327" y="6699"/>
                  </a:cubicBezTo>
                  <a:lnTo>
                    <a:pt x="26327" y="5331"/>
                  </a:lnTo>
                  <a:cubicBezTo>
                    <a:pt x="26327" y="2344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p31"/>
            <p:cNvSpPr/>
            <p:nvPr/>
          </p:nvSpPr>
          <p:spPr>
            <a:xfrm>
              <a:off x="848698" y="3939449"/>
              <a:ext cx="317374" cy="317395"/>
            </a:xfrm>
            <a:custGeom>
              <a:rect b="b" l="l" r="r" t="t"/>
              <a:pathLst>
                <a:path extrusionOk="0" h="15210" w="15209">
                  <a:moveTo>
                    <a:pt x="7604" y="1"/>
                  </a:moveTo>
                  <a:cubicBezTo>
                    <a:pt x="3404" y="1"/>
                    <a:pt x="0" y="3405"/>
                    <a:pt x="0" y="7605"/>
                  </a:cubicBezTo>
                  <a:cubicBezTo>
                    <a:pt x="0" y="11805"/>
                    <a:pt x="3404" y="15209"/>
                    <a:pt x="7604" y="15209"/>
                  </a:cubicBezTo>
                  <a:cubicBezTo>
                    <a:pt x="11804" y="15209"/>
                    <a:pt x="15209" y="11805"/>
                    <a:pt x="15209" y="7605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p31"/>
            <p:cNvSpPr/>
            <p:nvPr/>
          </p:nvSpPr>
          <p:spPr>
            <a:xfrm>
              <a:off x="553048" y="3972670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5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90" name="Google Shape;390;p31"/>
          <p:cNvSpPr/>
          <p:nvPr/>
        </p:nvSpPr>
        <p:spPr>
          <a:xfrm>
            <a:off x="8428900" y="1041975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0"/>
                </a:moveTo>
                <a:lnTo>
                  <a:pt x="0" y="25897"/>
                </a:lnTo>
                <a:cubicBezTo>
                  <a:pt x="3176" y="25897"/>
                  <a:pt x="5749" y="23323"/>
                  <a:pt x="5749" y="20147"/>
                </a:cubicBezTo>
                <a:lnTo>
                  <a:pt x="5749" y="5752"/>
                </a:lnTo>
                <a:cubicBezTo>
                  <a:pt x="5749" y="2576"/>
                  <a:pt x="3176" y="0"/>
                  <a:pt x="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31"/>
          <p:cNvSpPr/>
          <p:nvPr/>
        </p:nvSpPr>
        <p:spPr>
          <a:xfrm>
            <a:off x="8428900" y="2620900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0"/>
                </a:moveTo>
                <a:lnTo>
                  <a:pt x="0" y="25897"/>
                </a:lnTo>
                <a:cubicBezTo>
                  <a:pt x="3176" y="25897"/>
                  <a:pt x="5749" y="23323"/>
                  <a:pt x="5749" y="20148"/>
                </a:cubicBezTo>
                <a:lnTo>
                  <a:pt x="5749" y="5752"/>
                </a:lnTo>
                <a:cubicBezTo>
                  <a:pt x="5749" y="2577"/>
                  <a:pt x="3176" y="0"/>
                  <a:pt x="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31"/>
          <p:cNvSpPr/>
          <p:nvPr/>
        </p:nvSpPr>
        <p:spPr>
          <a:xfrm>
            <a:off x="8428900" y="1811900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0"/>
                </a:moveTo>
                <a:lnTo>
                  <a:pt x="0" y="25897"/>
                </a:lnTo>
                <a:cubicBezTo>
                  <a:pt x="3176" y="25897"/>
                  <a:pt x="5749" y="23320"/>
                  <a:pt x="5749" y="20147"/>
                </a:cubicBezTo>
                <a:lnTo>
                  <a:pt x="5749" y="5749"/>
                </a:lnTo>
                <a:cubicBezTo>
                  <a:pt x="5749" y="2574"/>
                  <a:pt x="3176" y="0"/>
                  <a:pt x="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31"/>
          <p:cNvSpPr/>
          <p:nvPr/>
        </p:nvSpPr>
        <p:spPr>
          <a:xfrm>
            <a:off x="8428900" y="3454000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1"/>
                </a:moveTo>
                <a:lnTo>
                  <a:pt x="0" y="25897"/>
                </a:lnTo>
                <a:cubicBezTo>
                  <a:pt x="3176" y="25897"/>
                  <a:pt x="5749" y="23323"/>
                  <a:pt x="5749" y="20148"/>
                </a:cubicBezTo>
                <a:lnTo>
                  <a:pt x="5749" y="5752"/>
                </a:lnTo>
                <a:cubicBezTo>
                  <a:pt x="5749" y="2577"/>
                  <a:pt x="3176" y="1"/>
                  <a:pt x="0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31"/>
          <p:cNvSpPr txBox="1"/>
          <p:nvPr>
            <p:ph type="title"/>
          </p:nvPr>
        </p:nvSpPr>
        <p:spPr>
          <a:xfrm>
            <a:off x="1270650" y="629375"/>
            <a:ext cx="7020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1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6" name="Google Shape;396;p32"/>
          <p:cNvGrpSpPr/>
          <p:nvPr/>
        </p:nvGrpSpPr>
        <p:grpSpPr>
          <a:xfrm>
            <a:off x="0" y="0"/>
            <a:ext cx="9144125" cy="5143391"/>
            <a:chOff x="0" y="0"/>
            <a:chExt cx="9144125" cy="5143391"/>
          </a:xfrm>
        </p:grpSpPr>
        <p:sp>
          <p:nvSpPr>
            <p:cNvPr id="397" name="Google Shape;397;p32"/>
            <p:cNvSpPr/>
            <p:nvPr/>
          </p:nvSpPr>
          <p:spPr>
            <a:xfrm>
              <a:off x="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32"/>
            <p:cNvSpPr/>
            <p:nvPr/>
          </p:nvSpPr>
          <p:spPr>
            <a:xfrm>
              <a:off x="38100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32"/>
            <p:cNvSpPr/>
            <p:nvPr/>
          </p:nvSpPr>
          <p:spPr>
            <a:xfrm>
              <a:off x="76201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p32"/>
            <p:cNvSpPr/>
            <p:nvPr/>
          </p:nvSpPr>
          <p:spPr>
            <a:xfrm>
              <a:off x="114301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401;p32"/>
            <p:cNvSpPr/>
            <p:nvPr/>
          </p:nvSpPr>
          <p:spPr>
            <a:xfrm>
              <a:off x="152402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" name="Google Shape;402;p32"/>
            <p:cNvSpPr/>
            <p:nvPr/>
          </p:nvSpPr>
          <p:spPr>
            <a:xfrm>
              <a:off x="190502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" name="Google Shape;403;p32"/>
            <p:cNvSpPr/>
            <p:nvPr/>
          </p:nvSpPr>
          <p:spPr>
            <a:xfrm>
              <a:off x="228603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" name="Google Shape;404;p32"/>
            <p:cNvSpPr/>
            <p:nvPr/>
          </p:nvSpPr>
          <p:spPr>
            <a:xfrm>
              <a:off x="266703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405;p32"/>
            <p:cNvSpPr/>
            <p:nvPr/>
          </p:nvSpPr>
          <p:spPr>
            <a:xfrm>
              <a:off x="304804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" name="Google Shape;406;p32"/>
            <p:cNvSpPr/>
            <p:nvPr/>
          </p:nvSpPr>
          <p:spPr>
            <a:xfrm>
              <a:off x="342904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" name="Google Shape;407;p32"/>
            <p:cNvSpPr/>
            <p:nvPr/>
          </p:nvSpPr>
          <p:spPr>
            <a:xfrm>
              <a:off x="381005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" name="Google Shape;408;p32"/>
            <p:cNvSpPr/>
            <p:nvPr/>
          </p:nvSpPr>
          <p:spPr>
            <a:xfrm>
              <a:off x="419105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" name="Google Shape;409;p32"/>
            <p:cNvSpPr/>
            <p:nvPr/>
          </p:nvSpPr>
          <p:spPr>
            <a:xfrm>
              <a:off x="457206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410;p32"/>
            <p:cNvSpPr/>
            <p:nvPr/>
          </p:nvSpPr>
          <p:spPr>
            <a:xfrm>
              <a:off x="495306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" name="Google Shape;411;p32"/>
            <p:cNvSpPr/>
            <p:nvPr/>
          </p:nvSpPr>
          <p:spPr>
            <a:xfrm>
              <a:off x="533407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" name="Google Shape;412;p32"/>
            <p:cNvSpPr/>
            <p:nvPr/>
          </p:nvSpPr>
          <p:spPr>
            <a:xfrm>
              <a:off x="571507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" name="Google Shape;413;p32"/>
            <p:cNvSpPr/>
            <p:nvPr/>
          </p:nvSpPr>
          <p:spPr>
            <a:xfrm>
              <a:off x="609608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" name="Google Shape;414;p32"/>
            <p:cNvSpPr/>
            <p:nvPr/>
          </p:nvSpPr>
          <p:spPr>
            <a:xfrm>
              <a:off x="647708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p32"/>
            <p:cNvSpPr/>
            <p:nvPr/>
          </p:nvSpPr>
          <p:spPr>
            <a:xfrm>
              <a:off x="685809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p32"/>
            <p:cNvSpPr/>
            <p:nvPr/>
          </p:nvSpPr>
          <p:spPr>
            <a:xfrm>
              <a:off x="723909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p32"/>
            <p:cNvSpPr/>
            <p:nvPr/>
          </p:nvSpPr>
          <p:spPr>
            <a:xfrm>
              <a:off x="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p32"/>
            <p:cNvSpPr/>
            <p:nvPr/>
          </p:nvSpPr>
          <p:spPr>
            <a:xfrm>
              <a:off x="38100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" name="Google Shape;419;p32"/>
            <p:cNvSpPr/>
            <p:nvPr/>
          </p:nvSpPr>
          <p:spPr>
            <a:xfrm>
              <a:off x="76201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" name="Google Shape;420;p32"/>
            <p:cNvSpPr/>
            <p:nvPr/>
          </p:nvSpPr>
          <p:spPr>
            <a:xfrm>
              <a:off x="114301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" name="Google Shape;421;p32"/>
            <p:cNvSpPr/>
            <p:nvPr/>
          </p:nvSpPr>
          <p:spPr>
            <a:xfrm>
              <a:off x="152402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p32"/>
            <p:cNvSpPr/>
            <p:nvPr/>
          </p:nvSpPr>
          <p:spPr>
            <a:xfrm>
              <a:off x="190502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p32"/>
            <p:cNvSpPr/>
            <p:nvPr/>
          </p:nvSpPr>
          <p:spPr>
            <a:xfrm>
              <a:off x="228603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" name="Google Shape;424;p32"/>
            <p:cNvSpPr/>
            <p:nvPr/>
          </p:nvSpPr>
          <p:spPr>
            <a:xfrm>
              <a:off x="266703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p32"/>
            <p:cNvSpPr/>
            <p:nvPr/>
          </p:nvSpPr>
          <p:spPr>
            <a:xfrm>
              <a:off x="304804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p32"/>
            <p:cNvSpPr/>
            <p:nvPr/>
          </p:nvSpPr>
          <p:spPr>
            <a:xfrm>
              <a:off x="342904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p32"/>
            <p:cNvSpPr/>
            <p:nvPr/>
          </p:nvSpPr>
          <p:spPr>
            <a:xfrm>
              <a:off x="381005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p32"/>
            <p:cNvSpPr/>
            <p:nvPr/>
          </p:nvSpPr>
          <p:spPr>
            <a:xfrm>
              <a:off x="419105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Google Shape;429;p32"/>
            <p:cNvSpPr/>
            <p:nvPr/>
          </p:nvSpPr>
          <p:spPr>
            <a:xfrm>
              <a:off x="457206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p32"/>
            <p:cNvSpPr/>
            <p:nvPr/>
          </p:nvSpPr>
          <p:spPr>
            <a:xfrm>
              <a:off x="495306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431;p32"/>
            <p:cNvSpPr/>
            <p:nvPr/>
          </p:nvSpPr>
          <p:spPr>
            <a:xfrm>
              <a:off x="533407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" name="Google Shape;432;p32"/>
            <p:cNvSpPr/>
            <p:nvPr/>
          </p:nvSpPr>
          <p:spPr>
            <a:xfrm>
              <a:off x="571507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" name="Google Shape;433;p32"/>
            <p:cNvSpPr/>
            <p:nvPr/>
          </p:nvSpPr>
          <p:spPr>
            <a:xfrm>
              <a:off x="609608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" name="Google Shape;434;p32"/>
            <p:cNvSpPr/>
            <p:nvPr/>
          </p:nvSpPr>
          <p:spPr>
            <a:xfrm>
              <a:off x="647708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" name="Google Shape;435;p32"/>
            <p:cNvSpPr/>
            <p:nvPr/>
          </p:nvSpPr>
          <p:spPr>
            <a:xfrm>
              <a:off x="685809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" name="Google Shape;436;p32"/>
            <p:cNvSpPr/>
            <p:nvPr/>
          </p:nvSpPr>
          <p:spPr>
            <a:xfrm>
              <a:off x="723909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" name="Google Shape;437;p32"/>
            <p:cNvSpPr/>
            <p:nvPr/>
          </p:nvSpPr>
          <p:spPr>
            <a:xfrm>
              <a:off x="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p32"/>
            <p:cNvSpPr/>
            <p:nvPr/>
          </p:nvSpPr>
          <p:spPr>
            <a:xfrm>
              <a:off x="38100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" name="Google Shape;439;p32"/>
            <p:cNvSpPr/>
            <p:nvPr/>
          </p:nvSpPr>
          <p:spPr>
            <a:xfrm>
              <a:off x="76201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" name="Google Shape;440;p32"/>
            <p:cNvSpPr/>
            <p:nvPr/>
          </p:nvSpPr>
          <p:spPr>
            <a:xfrm>
              <a:off x="114301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" name="Google Shape;441;p32"/>
            <p:cNvSpPr/>
            <p:nvPr/>
          </p:nvSpPr>
          <p:spPr>
            <a:xfrm>
              <a:off x="152402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" name="Google Shape;442;p32"/>
            <p:cNvSpPr/>
            <p:nvPr/>
          </p:nvSpPr>
          <p:spPr>
            <a:xfrm>
              <a:off x="190502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" name="Google Shape;443;p32"/>
            <p:cNvSpPr/>
            <p:nvPr/>
          </p:nvSpPr>
          <p:spPr>
            <a:xfrm>
              <a:off x="228603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" name="Google Shape;444;p32"/>
            <p:cNvSpPr/>
            <p:nvPr/>
          </p:nvSpPr>
          <p:spPr>
            <a:xfrm>
              <a:off x="266703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" name="Google Shape;445;p32"/>
            <p:cNvSpPr/>
            <p:nvPr/>
          </p:nvSpPr>
          <p:spPr>
            <a:xfrm>
              <a:off x="304804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" name="Google Shape;446;p32"/>
            <p:cNvSpPr/>
            <p:nvPr/>
          </p:nvSpPr>
          <p:spPr>
            <a:xfrm>
              <a:off x="342904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" name="Google Shape;447;p32"/>
            <p:cNvSpPr/>
            <p:nvPr/>
          </p:nvSpPr>
          <p:spPr>
            <a:xfrm>
              <a:off x="381005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" name="Google Shape;448;p32"/>
            <p:cNvSpPr/>
            <p:nvPr/>
          </p:nvSpPr>
          <p:spPr>
            <a:xfrm>
              <a:off x="419105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" name="Google Shape;449;p32"/>
            <p:cNvSpPr/>
            <p:nvPr/>
          </p:nvSpPr>
          <p:spPr>
            <a:xfrm>
              <a:off x="457206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" name="Google Shape;450;p32"/>
            <p:cNvSpPr/>
            <p:nvPr/>
          </p:nvSpPr>
          <p:spPr>
            <a:xfrm>
              <a:off x="495306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" name="Google Shape;451;p32"/>
            <p:cNvSpPr/>
            <p:nvPr/>
          </p:nvSpPr>
          <p:spPr>
            <a:xfrm>
              <a:off x="533407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" name="Google Shape;452;p32"/>
            <p:cNvSpPr/>
            <p:nvPr/>
          </p:nvSpPr>
          <p:spPr>
            <a:xfrm>
              <a:off x="571507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" name="Google Shape;453;p32"/>
            <p:cNvSpPr/>
            <p:nvPr/>
          </p:nvSpPr>
          <p:spPr>
            <a:xfrm>
              <a:off x="609608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p32"/>
            <p:cNvSpPr/>
            <p:nvPr/>
          </p:nvSpPr>
          <p:spPr>
            <a:xfrm>
              <a:off x="647708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" name="Google Shape;455;p32"/>
            <p:cNvSpPr/>
            <p:nvPr/>
          </p:nvSpPr>
          <p:spPr>
            <a:xfrm>
              <a:off x="685809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" name="Google Shape;456;p32"/>
            <p:cNvSpPr/>
            <p:nvPr/>
          </p:nvSpPr>
          <p:spPr>
            <a:xfrm>
              <a:off x="723909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" name="Google Shape;457;p32"/>
            <p:cNvSpPr/>
            <p:nvPr/>
          </p:nvSpPr>
          <p:spPr>
            <a:xfrm>
              <a:off x="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" name="Google Shape;458;p32"/>
            <p:cNvSpPr/>
            <p:nvPr/>
          </p:nvSpPr>
          <p:spPr>
            <a:xfrm>
              <a:off x="38100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" name="Google Shape;459;p32"/>
            <p:cNvSpPr/>
            <p:nvPr/>
          </p:nvSpPr>
          <p:spPr>
            <a:xfrm>
              <a:off x="76201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" name="Google Shape;460;p32"/>
            <p:cNvSpPr/>
            <p:nvPr/>
          </p:nvSpPr>
          <p:spPr>
            <a:xfrm>
              <a:off x="114301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" name="Google Shape;461;p32"/>
            <p:cNvSpPr/>
            <p:nvPr/>
          </p:nvSpPr>
          <p:spPr>
            <a:xfrm>
              <a:off x="152402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" name="Google Shape;462;p32"/>
            <p:cNvSpPr/>
            <p:nvPr/>
          </p:nvSpPr>
          <p:spPr>
            <a:xfrm>
              <a:off x="190502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463;p32"/>
            <p:cNvSpPr/>
            <p:nvPr/>
          </p:nvSpPr>
          <p:spPr>
            <a:xfrm>
              <a:off x="228603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" name="Google Shape;464;p32"/>
            <p:cNvSpPr/>
            <p:nvPr/>
          </p:nvSpPr>
          <p:spPr>
            <a:xfrm>
              <a:off x="266703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" name="Google Shape;465;p32"/>
            <p:cNvSpPr/>
            <p:nvPr/>
          </p:nvSpPr>
          <p:spPr>
            <a:xfrm>
              <a:off x="304804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Google Shape;466;p32"/>
            <p:cNvSpPr/>
            <p:nvPr/>
          </p:nvSpPr>
          <p:spPr>
            <a:xfrm>
              <a:off x="342904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" name="Google Shape;467;p32"/>
            <p:cNvSpPr/>
            <p:nvPr/>
          </p:nvSpPr>
          <p:spPr>
            <a:xfrm>
              <a:off x="381005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p32"/>
            <p:cNvSpPr/>
            <p:nvPr/>
          </p:nvSpPr>
          <p:spPr>
            <a:xfrm>
              <a:off x="419105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p32"/>
            <p:cNvSpPr/>
            <p:nvPr/>
          </p:nvSpPr>
          <p:spPr>
            <a:xfrm>
              <a:off x="457206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" name="Google Shape;470;p32"/>
            <p:cNvSpPr/>
            <p:nvPr/>
          </p:nvSpPr>
          <p:spPr>
            <a:xfrm>
              <a:off x="495306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" name="Google Shape;471;p32"/>
            <p:cNvSpPr/>
            <p:nvPr/>
          </p:nvSpPr>
          <p:spPr>
            <a:xfrm>
              <a:off x="533407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" name="Google Shape;472;p32"/>
            <p:cNvSpPr/>
            <p:nvPr/>
          </p:nvSpPr>
          <p:spPr>
            <a:xfrm>
              <a:off x="571507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" name="Google Shape;473;p32"/>
            <p:cNvSpPr/>
            <p:nvPr/>
          </p:nvSpPr>
          <p:spPr>
            <a:xfrm>
              <a:off x="609608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" name="Google Shape;474;p32"/>
            <p:cNvSpPr/>
            <p:nvPr/>
          </p:nvSpPr>
          <p:spPr>
            <a:xfrm>
              <a:off x="647708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" name="Google Shape;475;p32"/>
            <p:cNvSpPr/>
            <p:nvPr/>
          </p:nvSpPr>
          <p:spPr>
            <a:xfrm>
              <a:off x="685809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476;p32"/>
            <p:cNvSpPr/>
            <p:nvPr/>
          </p:nvSpPr>
          <p:spPr>
            <a:xfrm>
              <a:off x="723909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" name="Google Shape;477;p32"/>
            <p:cNvSpPr/>
            <p:nvPr/>
          </p:nvSpPr>
          <p:spPr>
            <a:xfrm>
              <a:off x="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" name="Google Shape;478;p32"/>
            <p:cNvSpPr/>
            <p:nvPr/>
          </p:nvSpPr>
          <p:spPr>
            <a:xfrm>
              <a:off x="38100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" name="Google Shape;479;p32"/>
            <p:cNvSpPr/>
            <p:nvPr/>
          </p:nvSpPr>
          <p:spPr>
            <a:xfrm>
              <a:off x="76201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" name="Google Shape;480;p32"/>
            <p:cNvSpPr/>
            <p:nvPr/>
          </p:nvSpPr>
          <p:spPr>
            <a:xfrm>
              <a:off x="114301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" name="Google Shape;481;p32"/>
            <p:cNvSpPr/>
            <p:nvPr/>
          </p:nvSpPr>
          <p:spPr>
            <a:xfrm>
              <a:off x="152402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" name="Google Shape;482;p32"/>
            <p:cNvSpPr/>
            <p:nvPr/>
          </p:nvSpPr>
          <p:spPr>
            <a:xfrm>
              <a:off x="190502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" name="Google Shape;483;p32"/>
            <p:cNvSpPr/>
            <p:nvPr/>
          </p:nvSpPr>
          <p:spPr>
            <a:xfrm>
              <a:off x="228603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" name="Google Shape;484;p32"/>
            <p:cNvSpPr/>
            <p:nvPr/>
          </p:nvSpPr>
          <p:spPr>
            <a:xfrm>
              <a:off x="266703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485;p32"/>
            <p:cNvSpPr/>
            <p:nvPr/>
          </p:nvSpPr>
          <p:spPr>
            <a:xfrm>
              <a:off x="304804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" name="Google Shape;486;p32"/>
            <p:cNvSpPr/>
            <p:nvPr/>
          </p:nvSpPr>
          <p:spPr>
            <a:xfrm>
              <a:off x="342904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" name="Google Shape;487;p32"/>
            <p:cNvSpPr/>
            <p:nvPr/>
          </p:nvSpPr>
          <p:spPr>
            <a:xfrm>
              <a:off x="381005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" name="Google Shape;488;p32"/>
            <p:cNvSpPr/>
            <p:nvPr/>
          </p:nvSpPr>
          <p:spPr>
            <a:xfrm>
              <a:off x="419105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" name="Google Shape;489;p32"/>
            <p:cNvSpPr/>
            <p:nvPr/>
          </p:nvSpPr>
          <p:spPr>
            <a:xfrm>
              <a:off x="457206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" name="Google Shape;490;p32"/>
            <p:cNvSpPr/>
            <p:nvPr/>
          </p:nvSpPr>
          <p:spPr>
            <a:xfrm>
              <a:off x="495306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" name="Google Shape;491;p32"/>
            <p:cNvSpPr/>
            <p:nvPr/>
          </p:nvSpPr>
          <p:spPr>
            <a:xfrm>
              <a:off x="533407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" name="Google Shape;492;p32"/>
            <p:cNvSpPr/>
            <p:nvPr/>
          </p:nvSpPr>
          <p:spPr>
            <a:xfrm>
              <a:off x="571507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" name="Google Shape;493;p32"/>
            <p:cNvSpPr/>
            <p:nvPr/>
          </p:nvSpPr>
          <p:spPr>
            <a:xfrm>
              <a:off x="609608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494;p32"/>
            <p:cNvSpPr/>
            <p:nvPr/>
          </p:nvSpPr>
          <p:spPr>
            <a:xfrm>
              <a:off x="647708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p32"/>
            <p:cNvSpPr/>
            <p:nvPr/>
          </p:nvSpPr>
          <p:spPr>
            <a:xfrm>
              <a:off x="685809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496;p32"/>
            <p:cNvSpPr/>
            <p:nvPr/>
          </p:nvSpPr>
          <p:spPr>
            <a:xfrm>
              <a:off x="723909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" name="Google Shape;497;p32"/>
            <p:cNvSpPr/>
            <p:nvPr/>
          </p:nvSpPr>
          <p:spPr>
            <a:xfrm>
              <a:off x="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" name="Google Shape;498;p32"/>
            <p:cNvSpPr/>
            <p:nvPr/>
          </p:nvSpPr>
          <p:spPr>
            <a:xfrm>
              <a:off x="38100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" name="Google Shape;499;p32"/>
            <p:cNvSpPr/>
            <p:nvPr/>
          </p:nvSpPr>
          <p:spPr>
            <a:xfrm>
              <a:off x="76201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" name="Google Shape;500;p32"/>
            <p:cNvSpPr/>
            <p:nvPr/>
          </p:nvSpPr>
          <p:spPr>
            <a:xfrm>
              <a:off x="114301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" name="Google Shape;501;p32"/>
            <p:cNvSpPr/>
            <p:nvPr/>
          </p:nvSpPr>
          <p:spPr>
            <a:xfrm>
              <a:off x="152402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" name="Google Shape;502;p32"/>
            <p:cNvSpPr/>
            <p:nvPr/>
          </p:nvSpPr>
          <p:spPr>
            <a:xfrm>
              <a:off x="190502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" name="Google Shape;503;p32"/>
            <p:cNvSpPr/>
            <p:nvPr/>
          </p:nvSpPr>
          <p:spPr>
            <a:xfrm>
              <a:off x="228603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" name="Google Shape;504;p32"/>
            <p:cNvSpPr/>
            <p:nvPr/>
          </p:nvSpPr>
          <p:spPr>
            <a:xfrm>
              <a:off x="266703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" name="Google Shape;505;p32"/>
            <p:cNvSpPr/>
            <p:nvPr/>
          </p:nvSpPr>
          <p:spPr>
            <a:xfrm>
              <a:off x="304804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" name="Google Shape;506;p32"/>
            <p:cNvSpPr/>
            <p:nvPr/>
          </p:nvSpPr>
          <p:spPr>
            <a:xfrm>
              <a:off x="342904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" name="Google Shape;507;p32"/>
            <p:cNvSpPr/>
            <p:nvPr/>
          </p:nvSpPr>
          <p:spPr>
            <a:xfrm>
              <a:off x="381005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" name="Google Shape;508;p32"/>
            <p:cNvSpPr/>
            <p:nvPr/>
          </p:nvSpPr>
          <p:spPr>
            <a:xfrm>
              <a:off x="419105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" name="Google Shape;509;p32"/>
            <p:cNvSpPr/>
            <p:nvPr/>
          </p:nvSpPr>
          <p:spPr>
            <a:xfrm>
              <a:off x="457206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" name="Google Shape;510;p32"/>
            <p:cNvSpPr/>
            <p:nvPr/>
          </p:nvSpPr>
          <p:spPr>
            <a:xfrm>
              <a:off x="495306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" name="Google Shape;511;p32"/>
            <p:cNvSpPr/>
            <p:nvPr/>
          </p:nvSpPr>
          <p:spPr>
            <a:xfrm>
              <a:off x="533407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" name="Google Shape;512;p32"/>
            <p:cNvSpPr/>
            <p:nvPr/>
          </p:nvSpPr>
          <p:spPr>
            <a:xfrm>
              <a:off x="571507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" name="Google Shape;513;p32"/>
            <p:cNvSpPr/>
            <p:nvPr/>
          </p:nvSpPr>
          <p:spPr>
            <a:xfrm>
              <a:off x="609608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" name="Google Shape;514;p32"/>
            <p:cNvSpPr/>
            <p:nvPr/>
          </p:nvSpPr>
          <p:spPr>
            <a:xfrm>
              <a:off x="647708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" name="Google Shape;515;p32"/>
            <p:cNvSpPr/>
            <p:nvPr/>
          </p:nvSpPr>
          <p:spPr>
            <a:xfrm>
              <a:off x="685809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" name="Google Shape;516;p32"/>
            <p:cNvSpPr/>
            <p:nvPr/>
          </p:nvSpPr>
          <p:spPr>
            <a:xfrm>
              <a:off x="723909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" name="Google Shape;517;p32"/>
            <p:cNvSpPr/>
            <p:nvPr/>
          </p:nvSpPr>
          <p:spPr>
            <a:xfrm>
              <a:off x="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" name="Google Shape;518;p32"/>
            <p:cNvSpPr/>
            <p:nvPr/>
          </p:nvSpPr>
          <p:spPr>
            <a:xfrm>
              <a:off x="38100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" name="Google Shape;519;p32"/>
            <p:cNvSpPr/>
            <p:nvPr/>
          </p:nvSpPr>
          <p:spPr>
            <a:xfrm>
              <a:off x="76201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520;p32"/>
            <p:cNvSpPr/>
            <p:nvPr/>
          </p:nvSpPr>
          <p:spPr>
            <a:xfrm>
              <a:off x="114301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Google Shape;521;p32"/>
            <p:cNvSpPr/>
            <p:nvPr/>
          </p:nvSpPr>
          <p:spPr>
            <a:xfrm>
              <a:off x="152402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522;p32"/>
            <p:cNvSpPr/>
            <p:nvPr/>
          </p:nvSpPr>
          <p:spPr>
            <a:xfrm>
              <a:off x="190502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523;p32"/>
            <p:cNvSpPr/>
            <p:nvPr/>
          </p:nvSpPr>
          <p:spPr>
            <a:xfrm>
              <a:off x="228603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" name="Google Shape;524;p32"/>
            <p:cNvSpPr/>
            <p:nvPr/>
          </p:nvSpPr>
          <p:spPr>
            <a:xfrm>
              <a:off x="266703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" name="Google Shape;525;p32"/>
            <p:cNvSpPr/>
            <p:nvPr/>
          </p:nvSpPr>
          <p:spPr>
            <a:xfrm>
              <a:off x="304804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526;p32"/>
            <p:cNvSpPr/>
            <p:nvPr/>
          </p:nvSpPr>
          <p:spPr>
            <a:xfrm>
              <a:off x="342904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p32"/>
            <p:cNvSpPr/>
            <p:nvPr/>
          </p:nvSpPr>
          <p:spPr>
            <a:xfrm>
              <a:off x="381005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" name="Google Shape;528;p32"/>
            <p:cNvSpPr/>
            <p:nvPr/>
          </p:nvSpPr>
          <p:spPr>
            <a:xfrm>
              <a:off x="419105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" name="Google Shape;529;p32"/>
            <p:cNvSpPr/>
            <p:nvPr/>
          </p:nvSpPr>
          <p:spPr>
            <a:xfrm>
              <a:off x="457206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" name="Google Shape;530;p32"/>
            <p:cNvSpPr/>
            <p:nvPr/>
          </p:nvSpPr>
          <p:spPr>
            <a:xfrm>
              <a:off x="495306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" name="Google Shape;531;p32"/>
            <p:cNvSpPr/>
            <p:nvPr/>
          </p:nvSpPr>
          <p:spPr>
            <a:xfrm>
              <a:off x="533407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" name="Google Shape;532;p32"/>
            <p:cNvSpPr/>
            <p:nvPr/>
          </p:nvSpPr>
          <p:spPr>
            <a:xfrm>
              <a:off x="571507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" name="Google Shape;533;p32"/>
            <p:cNvSpPr/>
            <p:nvPr/>
          </p:nvSpPr>
          <p:spPr>
            <a:xfrm>
              <a:off x="609608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" name="Google Shape;534;p32"/>
            <p:cNvSpPr/>
            <p:nvPr/>
          </p:nvSpPr>
          <p:spPr>
            <a:xfrm>
              <a:off x="647708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5" name="Google Shape;535;p32"/>
            <p:cNvSpPr/>
            <p:nvPr/>
          </p:nvSpPr>
          <p:spPr>
            <a:xfrm>
              <a:off x="685809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" name="Google Shape;536;p32"/>
            <p:cNvSpPr/>
            <p:nvPr/>
          </p:nvSpPr>
          <p:spPr>
            <a:xfrm>
              <a:off x="723909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" name="Google Shape;537;p32"/>
            <p:cNvSpPr/>
            <p:nvPr/>
          </p:nvSpPr>
          <p:spPr>
            <a:xfrm>
              <a:off x="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" name="Google Shape;538;p32"/>
            <p:cNvSpPr/>
            <p:nvPr/>
          </p:nvSpPr>
          <p:spPr>
            <a:xfrm>
              <a:off x="38100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" name="Google Shape;539;p32"/>
            <p:cNvSpPr/>
            <p:nvPr/>
          </p:nvSpPr>
          <p:spPr>
            <a:xfrm>
              <a:off x="76201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" name="Google Shape;540;p32"/>
            <p:cNvSpPr/>
            <p:nvPr/>
          </p:nvSpPr>
          <p:spPr>
            <a:xfrm>
              <a:off x="114301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" name="Google Shape;541;p32"/>
            <p:cNvSpPr/>
            <p:nvPr/>
          </p:nvSpPr>
          <p:spPr>
            <a:xfrm>
              <a:off x="152402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2" name="Google Shape;542;p32"/>
            <p:cNvSpPr/>
            <p:nvPr/>
          </p:nvSpPr>
          <p:spPr>
            <a:xfrm>
              <a:off x="190502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" name="Google Shape;543;p32"/>
            <p:cNvSpPr/>
            <p:nvPr/>
          </p:nvSpPr>
          <p:spPr>
            <a:xfrm>
              <a:off x="228603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" name="Google Shape;544;p32"/>
            <p:cNvSpPr/>
            <p:nvPr/>
          </p:nvSpPr>
          <p:spPr>
            <a:xfrm>
              <a:off x="266703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" name="Google Shape;545;p32"/>
            <p:cNvSpPr/>
            <p:nvPr/>
          </p:nvSpPr>
          <p:spPr>
            <a:xfrm>
              <a:off x="304804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" name="Google Shape;546;p32"/>
            <p:cNvSpPr/>
            <p:nvPr/>
          </p:nvSpPr>
          <p:spPr>
            <a:xfrm>
              <a:off x="342904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7" name="Google Shape;547;p32"/>
            <p:cNvSpPr/>
            <p:nvPr/>
          </p:nvSpPr>
          <p:spPr>
            <a:xfrm>
              <a:off x="381005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" name="Google Shape;548;p32"/>
            <p:cNvSpPr/>
            <p:nvPr/>
          </p:nvSpPr>
          <p:spPr>
            <a:xfrm>
              <a:off x="419105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9" name="Google Shape;549;p32"/>
            <p:cNvSpPr/>
            <p:nvPr/>
          </p:nvSpPr>
          <p:spPr>
            <a:xfrm>
              <a:off x="457206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" name="Google Shape;550;p32"/>
            <p:cNvSpPr/>
            <p:nvPr/>
          </p:nvSpPr>
          <p:spPr>
            <a:xfrm>
              <a:off x="495306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" name="Google Shape;551;p32"/>
            <p:cNvSpPr/>
            <p:nvPr/>
          </p:nvSpPr>
          <p:spPr>
            <a:xfrm>
              <a:off x="533407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" name="Google Shape;552;p32"/>
            <p:cNvSpPr/>
            <p:nvPr/>
          </p:nvSpPr>
          <p:spPr>
            <a:xfrm>
              <a:off x="571507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" name="Google Shape;553;p32"/>
            <p:cNvSpPr/>
            <p:nvPr/>
          </p:nvSpPr>
          <p:spPr>
            <a:xfrm>
              <a:off x="609608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" name="Google Shape;554;p32"/>
            <p:cNvSpPr/>
            <p:nvPr/>
          </p:nvSpPr>
          <p:spPr>
            <a:xfrm>
              <a:off x="647708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" name="Google Shape;555;p32"/>
            <p:cNvSpPr/>
            <p:nvPr/>
          </p:nvSpPr>
          <p:spPr>
            <a:xfrm>
              <a:off x="685809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" name="Google Shape;556;p32"/>
            <p:cNvSpPr/>
            <p:nvPr/>
          </p:nvSpPr>
          <p:spPr>
            <a:xfrm>
              <a:off x="723909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" name="Google Shape;557;p32"/>
            <p:cNvSpPr/>
            <p:nvPr/>
          </p:nvSpPr>
          <p:spPr>
            <a:xfrm>
              <a:off x="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8" name="Google Shape;558;p32"/>
            <p:cNvSpPr/>
            <p:nvPr/>
          </p:nvSpPr>
          <p:spPr>
            <a:xfrm>
              <a:off x="38100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" name="Google Shape;559;p32"/>
            <p:cNvSpPr/>
            <p:nvPr/>
          </p:nvSpPr>
          <p:spPr>
            <a:xfrm>
              <a:off x="76201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" name="Google Shape;560;p32"/>
            <p:cNvSpPr/>
            <p:nvPr/>
          </p:nvSpPr>
          <p:spPr>
            <a:xfrm>
              <a:off x="114301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" name="Google Shape;561;p32"/>
            <p:cNvSpPr/>
            <p:nvPr/>
          </p:nvSpPr>
          <p:spPr>
            <a:xfrm>
              <a:off x="152402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" name="Google Shape;562;p32"/>
            <p:cNvSpPr/>
            <p:nvPr/>
          </p:nvSpPr>
          <p:spPr>
            <a:xfrm>
              <a:off x="190502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" name="Google Shape;563;p32"/>
            <p:cNvSpPr/>
            <p:nvPr/>
          </p:nvSpPr>
          <p:spPr>
            <a:xfrm>
              <a:off x="228603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4" name="Google Shape;564;p32"/>
            <p:cNvSpPr/>
            <p:nvPr/>
          </p:nvSpPr>
          <p:spPr>
            <a:xfrm>
              <a:off x="266703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" name="Google Shape;565;p32"/>
            <p:cNvSpPr/>
            <p:nvPr/>
          </p:nvSpPr>
          <p:spPr>
            <a:xfrm>
              <a:off x="304804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" name="Google Shape;566;p32"/>
            <p:cNvSpPr/>
            <p:nvPr/>
          </p:nvSpPr>
          <p:spPr>
            <a:xfrm>
              <a:off x="342904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" name="Google Shape;567;p32"/>
            <p:cNvSpPr/>
            <p:nvPr/>
          </p:nvSpPr>
          <p:spPr>
            <a:xfrm>
              <a:off x="381005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" name="Google Shape;568;p32"/>
            <p:cNvSpPr/>
            <p:nvPr/>
          </p:nvSpPr>
          <p:spPr>
            <a:xfrm>
              <a:off x="419105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9" name="Google Shape;569;p32"/>
            <p:cNvSpPr/>
            <p:nvPr/>
          </p:nvSpPr>
          <p:spPr>
            <a:xfrm>
              <a:off x="457206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" name="Google Shape;570;p32"/>
            <p:cNvSpPr/>
            <p:nvPr/>
          </p:nvSpPr>
          <p:spPr>
            <a:xfrm>
              <a:off x="495306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" name="Google Shape;571;p32"/>
            <p:cNvSpPr/>
            <p:nvPr/>
          </p:nvSpPr>
          <p:spPr>
            <a:xfrm>
              <a:off x="533407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" name="Google Shape;572;p32"/>
            <p:cNvSpPr/>
            <p:nvPr/>
          </p:nvSpPr>
          <p:spPr>
            <a:xfrm>
              <a:off x="571507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3" name="Google Shape;573;p32"/>
            <p:cNvSpPr/>
            <p:nvPr/>
          </p:nvSpPr>
          <p:spPr>
            <a:xfrm>
              <a:off x="609608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4" name="Google Shape;574;p32"/>
            <p:cNvSpPr/>
            <p:nvPr/>
          </p:nvSpPr>
          <p:spPr>
            <a:xfrm>
              <a:off x="647708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5" name="Google Shape;575;p32"/>
            <p:cNvSpPr/>
            <p:nvPr/>
          </p:nvSpPr>
          <p:spPr>
            <a:xfrm>
              <a:off x="685809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6" name="Google Shape;576;p32"/>
            <p:cNvSpPr/>
            <p:nvPr/>
          </p:nvSpPr>
          <p:spPr>
            <a:xfrm>
              <a:off x="723909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7" name="Google Shape;577;p32"/>
            <p:cNvSpPr/>
            <p:nvPr/>
          </p:nvSpPr>
          <p:spPr>
            <a:xfrm>
              <a:off x="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" name="Google Shape;578;p32"/>
            <p:cNvSpPr/>
            <p:nvPr/>
          </p:nvSpPr>
          <p:spPr>
            <a:xfrm>
              <a:off x="38100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9" name="Google Shape;579;p32"/>
            <p:cNvSpPr/>
            <p:nvPr/>
          </p:nvSpPr>
          <p:spPr>
            <a:xfrm>
              <a:off x="76201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0" name="Google Shape;580;p32"/>
            <p:cNvSpPr/>
            <p:nvPr/>
          </p:nvSpPr>
          <p:spPr>
            <a:xfrm>
              <a:off x="114301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1" name="Google Shape;581;p32"/>
            <p:cNvSpPr/>
            <p:nvPr/>
          </p:nvSpPr>
          <p:spPr>
            <a:xfrm>
              <a:off x="152402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" name="Google Shape;582;p32"/>
            <p:cNvSpPr/>
            <p:nvPr/>
          </p:nvSpPr>
          <p:spPr>
            <a:xfrm>
              <a:off x="190502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3" name="Google Shape;583;p32"/>
            <p:cNvSpPr/>
            <p:nvPr/>
          </p:nvSpPr>
          <p:spPr>
            <a:xfrm>
              <a:off x="228603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" name="Google Shape;584;p32"/>
            <p:cNvSpPr/>
            <p:nvPr/>
          </p:nvSpPr>
          <p:spPr>
            <a:xfrm>
              <a:off x="266703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5" name="Google Shape;585;p32"/>
            <p:cNvSpPr/>
            <p:nvPr/>
          </p:nvSpPr>
          <p:spPr>
            <a:xfrm>
              <a:off x="304804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6" name="Google Shape;586;p32"/>
            <p:cNvSpPr/>
            <p:nvPr/>
          </p:nvSpPr>
          <p:spPr>
            <a:xfrm>
              <a:off x="342904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7" name="Google Shape;587;p32"/>
            <p:cNvSpPr/>
            <p:nvPr/>
          </p:nvSpPr>
          <p:spPr>
            <a:xfrm>
              <a:off x="381005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8" name="Google Shape;588;p32"/>
            <p:cNvSpPr/>
            <p:nvPr/>
          </p:nvSpPr>
          <p:spPr>
            <a:xfrm>
              <a:off x="419105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" name="Google Shape;589;p32"/>
            <p:cNvSpPr/>
            <p:nvPr/>
          </p:nvSpPr>
          <p:spPr>
            <a:xfrm>
              <a:off x="457206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" name="Google Shape;590;p32"/>
            <p:cNvSpPr/>
            <p:nvPr/>
          </p:nvSpPr>
          <p:spPr>
            <a:xfrm>
              <a:off x="495306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1" name="Google Shape;591;p32"/>
            <p:cNvSpPr/>
            <p:nvPr/>
          </p:nvSpPr>
          <p:spPr>
            <a:xfrm>
              <a:off x="533407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" name="Google Shape;592;p32"/>
            <p:cNvSpPr/>
            <p:nvPr/>
          </p:nvSpPr>
          <p:spPr>
            <a:xfrm>
              <a:off x="571507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3" name="Google Shape;593;p32"/>
            <p:cNvSpPr/>
            <p:nvPr/>
          </p:nvSpPr>
          <p:spPr>
            <a:xfrm>
              <a:off x="609608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" name="Google Shape;594;p32"/>
            <p:cNvSpPr/>
            <p:nvPr/>
          </p:nvSpPr>
          <p:spPr>
            <a:xfrm>
              <a:off x="647708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5" name="Google Shape;595;p32"/>
            <p:cNvSpPr/>
            <p:nvPr/>
          </p:nvSpPr>
          <p:spPr>
            <a:xfrm>
              <a:off x="685809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" name="Google Shape;596;p32"/>
            <p:cNvSpPr/>
            <p:nvPr/>
          </p:nvSpPr>
          <p:spPr>
            <a:xfrm>
              <a:off x="723909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" name="Google Shape;597;p32"/>
            <p:cNvSpPr/>
            <p:nvPr/>
          </p:nvSpPr>
          <p:spPr>
            <a:xfrm>
              <a:off x="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" name="Google Shape;598;p32"/>
            <p:cNvSpPr/>
            <p:nvPr/>
          </p:nvSpPr>
          <p:spPr>
            <a:xfrm>
              <a:off x="38100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9" name="Google Shape;599;p32"/>
            <p:cNvSpPr/>
            <p:nvPr/>
          </p:nvSpPr>
          <p:spPr>
            <a:xfrm>
              <a:off x="76201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0" name="Google Shape;600;p32"/>
            <p:cNvSpPr/>
            <p:nvPr/>
          </p:nvSpPr>
          <p:spPr>
            <a:xfrm>
              <a:off x="114301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1" name="Google Shape;601;p32"/>
            <p:cNvSpPr/>
            <p:nvPr/>
          </p:nvSpPr>
          <p:spPr>
            <a:xfrm>
              <a:off x="152402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2" name="Google Shape;602;p32"/>
            <p:cNvSpPr/>
            <p:nvPr/>
          </p:nvSpPr>
          <p:spPr>
            <a:xfrm>
              <a:off x="190502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3" name="Google Shape;603;p32"/>
            <p:cNvSpPr/>
            <p:nvPr/>
          </p:nvSpPr>
          <p:spPr>
            <a:xfrm>
              <a:off x="228603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4" name="Google Shape;604;p32"/>
            <p:cNvSpPr/>
            <p:nvPr/>
          </p:nvSpPr>
          <p:spPr>
            <a:xfrm>
              <a:off x="266703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5" name="Google Shape;605;p32"/>
            <p:cNvSpPr/>
            <p:nvPr/>
          </p:nvSpPr>
          <p:spPr>
            <a:xfrm>
              <a:off x="304804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6" name="Google Shape;606;p32"/>
            <p:cNvSpPr/>
            <p:nvPr/>
          </p:nvSpPr>
          <p:spPr>
            <a:xfrm>
              <a:off x="342904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7" name="Google Shape;607;p32"/>
            <p:cNvSpPr/>
            <p:nvPr/>
          </p:nvSpPr>
          <p:spPr>
            <a:xfrm>
              <a:off x="381005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8" name="Google Shape;608;p32"/>
            <p:cNvSpPr/>
            <p:nvPr/>
          </p:nvSpPr>
          <p:spPr>
            <a:xfrm>
              <a:off x="419105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9" name="Google Shape;609;p32"/>
            <p:cNvSpPr/>
            <p:nvPr/>
          </p:nvSpPr>
          <p:spPr>
            <a:xfrm>
              <a:off x="457206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0" name="Google Shape;610;p32"/>
            <p:cNvSpPr/>
            <p:nvPr/>
          </p:nvSpPr>
          <p:spPr>
            <a:xfrm>
              <a:off x="495306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1" name="Google Shape;611;p32"/>
            <p:cNvSpPr/>
            <p:nvPr/>
          </p:nvSpPr>
          <p:spPr>
            <a:xfrm>
              <a:off x="533407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2" name="Google Shape;612;p32"/>
            <p:cNvSpPr/>
            <p:nvPr/>
          </p:nvSpPr>
          <p:spPr>
            <a:xfrm>
              <a:off x="571507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" name="Google Shape;613;p32"/>
            <p:cNvSpPr/>
            <p:nvPr/>
          </p:nvSpPr>
          <p:spPr>
            <a:xfrm>
              <a:off x="609608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" name="Google Shape;614;p32"/>
            <p:cNvSpPr/>
            <p:nvPr/>
          </p:nvSpPr>
          <p:spPr>
            <a:xfrm>
              <a:off x="647708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" name="Google Shape;615;p32"/>
            <p:cNvSpPr/>
            <p:nvPr/>
          </p:nvSpPr>
          <p:spPr>
            <a:xfrm>
              <a:off x="685809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6" name="Google Shape;616;p32"/>
            <p:cNvSpPr/>
            <p:nvPr/>
          </p:nvSpPr>
          <p:spPr>
            <a:xfrm>
              <a:off x="723909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7" name="Google Shape;617;p32"/>
            <p:cNvSpPr/>
            <p:nvPr/>
          </p:nvSpPr>
          <p:spPr>
            <a:xfrm>
              <a:off x="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8" name="Google Shape;618;p32"/>
            <p:cNvSpPr/>
            <p:nvPr/>
          </p:nvSpPr>
          <p:spPr>
            <a:xfrm>
              <a:off x="38100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9" name="Google Shape;619;p32"/>
            <p:cNvSpPr/>
            <p:nvPr/>
          </p:nvSpPr>
          <p:spPr>
            <a:xfrm>
              <a:off x="76201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" name="Google Shape;620;p32"/>
            <p:cNvSpPr/>
            <p:nvPr/>
          </p:nvSpPr>
          <p:spPr>
            <a:xfrm>
              <a:off x="114301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1" name="Google Shape;621;p32"/>
            <p:cNvSpPr/>
            <p:nvPr/>
          </p:nvSpPr>
          <p:spPr>
            <a:xfrm>
              <a:off x="152402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2" name="Google Shape;622;p32"/>
            <p:cNvSpPr/>
            <p:nvPr/>
          </p:nvSpPr>
          <p:spPr>
            <a:xfrm>
              <a:off x="190502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" name="Google Shape;623;p32"/>
            <p:cNvSpPr/>
            <p:nvPr/>
          </p:nvSpPr>
          <p:spPr>
            <a:xfrm>
              <a:off x="228603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" name="Google Shape;624;p32"/>
            <p:cNvSpPr/>
            <p:nvPr/>
          </p:nvSpPr>
          <p:spPr>
            <a:xfrm>
              <a:off x="266703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" name="Google Shape;625;p32"/>
            <p:cNvSpPr/>
            <p:nvPr/>
          </p:nvSpPr>
          <p:spPr>
            <a:xfrm>
              <a:off x="304804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" name="Google Shape;626;p32"/>
            <p:cNvSpPr/>
            <p:nvPr/>
          </p:nvSpPr>
          <p:spPr>
            <a:xfrm>
              <a:off x="342904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7" name="Google Shape;627;p32"/>
            <p:cNvSpPr/>
            <p:nvPr/>
          </p:nvSpPr>
          <p:spPr>
            <a:xfrm>
              <a:off x="381005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" name="Google Shape;628;p32"/>
            <p:cNvSpPr/>
            <p:nvPr/>
          </p:nvSpPr>
          <p:spPr>
            <a:xfrm>
              <a:off x="419105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9" name="Google Shape;629;p32"/>
            <p:cNvSpPr/>
            <p:nvPr/>
          </p:nvSpPr>
          <p:spPr>
            <a:xfrm>
              <a:off x="457206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0" name="Google Shape;630;p32"/>
            <p:cNvSpPr/>
            <p:nvPr/>
          </p:nvSpPr>
          <p:spPr>
            <a:xfrm>
              <a:off x="495306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1" name="Google Shape;631;p32"/>
            <p:cNvSpPr/>
            <p:nvPr/>
          </p:nvSpPr>
          <p:spPr>
            <a:xfrm>
              <a:off x="533407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2" name="Google Shape;632;p32"/>
            <p:cNvSpPr/>
            <p:nvPr/>
          </p:nvSpPr>
          <p:spPr>
            <a:xfrm>
              <a:off x="571507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3" name="Google Shape;633;p32"/>
            <p:cNvSpPr/>
            <p:nvPr/>
          </p:nvSpPr>
          <p:spPr>
            <a:xfrm>
              <a:off x="609608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" name="Google Shape;634;p32"/>
            <p:cNvSpPr/>
            <p:nvPr/>
          </p:nvSpPr>
          <p:spPr>
            <a:xfrm>
              <a:off x="647708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5" name="Google Shape;635;p32"/>
            <p:cNvSpPr/>
            <p:nvPr/>
          </p:nvSpPr>
          <p:spPr>
            <a:xfrm>
              <a:off x="685809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" name="Google Shape;636;p32"/>
            <p:cNvSpPr/>
            <p:nvPr/>
          </p:nvSpPr>
          <p:spPr>
            <a:xfrm>
              <a:off x="723909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" name="Google Shape;637;p32"/>
            <p:cNvSpPr/>
            <p:nvPr/>
          </p:nvSpPr>
          <p:spPr>
            <a:xfrm>
              <a:off x="7620110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" name="Google Shape;638;p32"/>
            <p:cNvSpPr/>
            <p:nvPr/>
          </p:nvSpPr>
          <p:spPr>
            <a:xfrm>
              <a:off x="8001115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" name="Google Shape;639;p32"/>
            <p:cNvSpPr/>
            <p:nvPr/>
          </p:nvSpPr>
          <p:spPr>
            <a:xfrm>
              <a:off x="8382120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" name="Google Shape;640;p32"/>
            <p:cNvSpPr/>
            <p:nvPr/>
          </p:nvSpPr>
          <p:spPr>
            <a:xfrm>
              <a:off x="8763125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" name="Google Shape;641;p32"/>
            <p:cNvSpPr/>
            <p:nvPr/>
          </p:nvSpPr>
          <p:spPr>
            <a:xfrm>
              <a:off x="7620110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" name="Google Shape;642;p32"/>
            <p:cNvSpPr/>
            <p:nvPr/>
          </p:nvSpPr>
          <p:spPr>
            <a:xfrm>
              <a:off x="8001115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" name="Google Shape;643;p32"/>
            <p:cNvSpPr/>
            <p:nvPr/>
          </p:nvSpPr>
          <p:spPr>
            <a:xfrm>
              <a:off x="8382120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" name="Google Shape;644;p32"/>
            <p:cNvSpPr/>
            <p:nvPr/>
          </p:nvSpPr>
          <p:spPr>
            <a:xfrm>
              <a:off x="8763125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5" name="Google Shape;645;p32"/>
            <p:cNvSpPr/>
            <p:nvPr/>
          </p:nvSpPr>
          <p:spPr>
            <a:xfrm>
              <a:off x="7620110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6" name="Google Shape;646;p32"/>
            <p:cNvSpPr/>
            <p:nvPr/>
          </p:nvSpPr>
          <p:spPr>
            <a:xfrm>
              <a:off x="8001115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" name="Google Shape;647;p32"/>
            <p:cNvSpPr/>
            <p:nvPr/>
          </p:nvSpPr>
          <p:spPr>
            <a:xfrm>
              <a:off x="8382120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" name="Google Shape;648;p32"/>
            <p:cNvSpPr/>
            <p:nvPr/>
          </p:nvSpPr>
          <p:spPr>
            <a:xfrm>
              <a:off x="8763125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9" name="Google Shape;649;p32"/>
            <p:cNvSpPr/>
            <p:nvPr/>
          </p:nvSpPr>
          <p:spPr>
            <a:xfrm>
              <a:off x="7620110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0" name="Google Shape;650;p32"/>
            <p:cNvSpPr/>
            <p:nvPr/>
          </p:nvSpPr>
          <p:spPr>
            <a:xfrm>
              <a:off x="8001115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1" name="Google Shape;651;p32"/>
            <p:cNvSpPr/>
            <p:nvPr/>
          </p:nvSpPr>
          <p:spPr>
            <a:xfrm>
              <a:off x="8382120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2" name="Google Shape;652;p32"/>
            <p:cNvSpPr/>
            <p:nvPr/>
          </p:nvSpPr>
          <p:spPr>
            <a:xfrm>
              <a:off x="8763125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3" name="Google Shape;653;p32"/>
            <p:cNvSpPr/>
            <p:nvPr/>
          </p:nvSpPr>
          <p:spPr>
            <a:xfrm>
              <a:off x="7620110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" name="Google Shape;654;p32"/>
            <p:cNvSpPr/>
            <p:nvPr/>
          </p:nvSpPr>
          <p:spPr>
            <a:xfrm>
              <a:off x="8001115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5" name="Google Shape;655;p32"/>
            <p:cNvSpPr/>
            <p:nvPr/>
          </p:nvSpPr>
          <p:spPr>
            <a:xfrm>
              <a:off x="8382120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" name="Google Shape;656;p32"/>
            <p:cNvSpPr/>
            <p:nvPr/>
          </p:nvSpPr>
          <p:spPr>
            <a:xfrm>
              <a:off x="8763125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" name="Google Shape;657;p32"/>
            <p:cNvSpPr/>
            <p:nvPr/>
          </p:nvSpPr>
          <p:spPr>
            <a:xfrm>
              <a:off x="7620110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" name="Google Shape;658;p32"/>
            <p:cNvSpPr/>
            <p:nvPr/>
          </p:nvSpPr>
          <p:spPr>
            <a:xfrm>
              <a:off x="8001115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" name="Google Shape;659;p32"/>
            <p:cNvSpPr/>
            <p:nvPr/>
          </p:nvSpPr>
          <p:spPr>
            <a:xfrm>
              <a:off x="8382120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" name="Google Shape;660;p32"/>
            <p:cNvSpPr/>
            <p:nvPr/>
          </p:nvSpPr>
          <p:spPr>
            <a:xfrm>
              <a:off x="8763125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" name="Google Shape;661;p32"/>
            <p:cNvSpPr/>
            <p:nvPr/>
          </p:nvSpPr>
          <p:spPr>
            <a:xfrm>
              <a:off x="7620110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" name="Google Shape;662;p32"/>
            <p:cNvSpPr/>
            <p:nvPr/>
          </p:nvSpPr>
          <p:spPr>
            <a:xfrm>
              <a:off x="8001115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" name="Google Shape;663;p32"/>
            <p:cNvSpPr/>
            <p:nvPr/>
          </p:nvSpPr>
          <p:spPr>
            <a:xfrm>
              <a:off x="8382120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" name="Google Shape;664;p32"/>
            <p:cNvSpPr/>
            <p:nvPr/>
          </p:nvSpPr>
          <p:spPr>
            <a:xfrm>
              <a:off x="8763125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5" name="Google Shape;665;p32"/>
            <p:cNvSpPr/>
            <p:nvPr/>
          </p:nvSpPr>
          <p:spPr>
            <a:xfrm>
              <a:off x="7620110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6" name="Google Shape;666;p32"/>
            <p:cNvSpPr/>
            <p:nvPr/>
          </p:nvSpPr>
          <p:spPr>
            <a:xfrm>
              <a:off x="8001115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7" name="Google Shape;667;p32"/>
            <p:cNvSpPr/>
            <p:nvPr/>
          </p:nvSpPr>
          <p:spPr>
            <a:xfrm>
              <a:off x="8382120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8" name="Google Shape;668;p32"/>
            <p:cNvSpPr/>
            <p:nvPr/>
          </p:nvSpPr>
          <p:spPr>
            <a:xfrm>
              <a:off x="8763125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9" name="Google Shape;669;p32"/>
            <p:cNvSpPr/>
            <p:nvPr/>
          </p:nvSpPr>
          <p:spPr>
            <a:xfrm>
              <a:off x="7620110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0" name="Google Shape;670;p32"/>
            <p:cNvSpPr/>
            <p:nvPr/>
          </p:nvSpPr>
          <p:spPr>
            <a:xfrm>
              <a:off x="8001115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1" name="Google Shape;671;p32"/>
            <p:cNvSpPr/>
            <p:nvPr/>
          </p:nvSpPr>
          <p:spPr>
            <a:xfrm>
              <a:off x="8382120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" name="Google Shape;672;p32"/>
            <p:cNvSpPr/>
            <p:nvPr/>
          </p:nvSpPr>
          <p:spPr>
            <a:xfrm>
              <a:off x="8763125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" name="Google Shape;673;p32"/>
            <p:cNvSpPr/>
            <p:nvPr/>
          </p:nvSpPr>
          <p:spPr>
            <a:xfrm>
              <a:off x="7620110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" name="Google Shape;674;p32"/>
            <p:cNvSpPr/>
            <p:nvPr/>
          </p:nvSpPr>
          <p:spPr>
            <a:xfrm>
              <a:off x="8001115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" name="Google Shape;675;p32"/>
            <p:cNvSpPr/>
            <p:nvPr/>
          </p:nvSpPr>
          <p:spPr>
            <a:xfrm>
              <a:off x="8382120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" name="Google Shape;676;p32"/>
            <p:cNvSpPr/>
            <p:nvPr/>
          </p:nvSpPr>
          <p:spPr>
            <a:xfrm>
              <a:off x="8763125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7" name="Google Shape;677;p32"/>
            <p:cNvSpPr/>
            <p:nvPr/>
          </p:nvSpPr>
          <p:spPr>
            <a:xfrm>
              <a:off x="7620110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" name="Google Shape;678;p32"/>
            <p:cNvSpPr/>
            <p:nvPr/>
          </p:nvSpPr>
          <p:spPr>
            <a:xfrm>
              <a:off x="8001115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9" name="Google Shape;679;p32"/>
            <p:cNvSpPr/>
            <p:nvPr/>
          </p:nvSpPr>
          <p:spPr>
            <a:xfrm>
              <a:off x="8382120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0" name="Google Shape;680;p32"/>
            <p:cNvSpPr/>
            <p:nvPr/>
          </p:nvSpPr>
          <p:spPr>
            <a:xfrm>
              <a:off x="8763125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1" name="Google Shape;681;p32"/>
            <p:cNvSpPr/>
            <p:nvPr/>
          </p:nvSpPr>
          <p:spPr>
            <a:xfrm>
              <a:off x="7620110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2" name="Google Shape;682;p32"/>
            <p:cNvSpPr/>
            <p:nvPr/>
          </p:nvSpPr>
          <p:spPr>
            <a:xfrm>
              <a:off x="8001115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3" name="Google Shape;683;p32"/>
            <p:cNvSpPr/>
            <p:nvPr/>
          </p:nvSpPr>
          <p:spPr>
            <a:xfrm>
              <a:off x="8382120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4" name="Google Shape;684;p32"/>
            <p:cNvSpPr/>
            <p:nvPr/>
          </p:nvSpPr>
          <p:spPr>
            <a:xfrm>
              <a:off x="8763125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" name="Google Shape;685;p32"/>
            <p:cNvSpPr/>
            <p:nvPr/>
          </p:nvSpPr>
          <p:spPr>
            <a:xfrm>
              <a:off x="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6" name="Google Shape;686;p32"/>
            <p:cNvSpPr/>
            <p:nvPr/>
          </p:nvSpPr>
          <p:spPr>
            <a:xfrm>
              <a:off x="38100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7" name="Google Shape;687;p32"/>
            <p:cNvSpPr/>
            <p:nvPr/>
          </p:nvSpPr>
          <p:spPr>
            <a:xfrm>
              <a:off x="76201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" name="Google Shape;688;p32"/>
            <p:cNvSpPr/>
            <p:nvPr/>
          </p:nvSpPr>
          <p:spPr>
            <a:xfrm>
              <a:off x="114301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9" name="Google Shape;689;p32"/>
            <p:cNvSpPr/>
            <p:nvPr/>
          </p:nvSpPr>
          <p:spPr>
            <a:xfrm>
              <a:off x="152402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0" name="Google Shape;690;p32"/>
            <p:cNvSpPr/>
            <p:nvPr/>
          </p:nvSpPr>
          <p:spPr>
            <a:xfrm>
              <a:off x="190502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1" name="Google Shape;691;p32"/>
            <p:cNvSpPr/>
            <p:nvPr/>
          </p:nvSpPr>
          <p:spPr>
            <a:xfrm>
              <a:off x="228603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2" name="Google Shape;692;p32"/>
            <p:cNvSpPr/>
            <p:nvPr/>
          </p:nvSpPr>
          <p:spPr>
            <a:xfrm>
              <a:off x="266703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3" name="Google Shape;693;p32"/>
            <p:cNvSpPr/>
            <p:nvPr/>
          </p:nvSpPr>
          <p:spPr>
            <a:xfrm>
              <a:off x="304804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4" name="Google Shape;694;p32"/>
            <p:cNvSpPr/>
            <p:nvPr/>
          </p:nvSpPr>
          <p:spPr>
            <a:xfrm>
              <a:off x="342904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5" name="Google Shape;695;p32"/>
            <p:cNvSpPr/>
            <p:nvPr/>
          </p:nvSpPr>
          <p:spPr>
            <a:xfrm>
              <a:off x="381005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" name="Google Shape;696;p32"/>
            <p:cNvSpPr/>
            <p:nvPr/>
          </p:nvSpPr>
          <p:spPr>
            <a:xfrm>
              <a:off x="419105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7" name="Google Shape;697;p32"/>
            <p:cNvSpPr/>
            <p:nvPr/>
          </p:nvSpPr>
          <p:spPr>
            <a:xfrm>
              <a:off x="457206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8" name="Google Shape;698;p32"/>
            <p:cNvSpPr/>
            <p:nvPr/>
          </p:nvSpPr>
          <p:spPr>
            <a:xfrm>
              <a:off x="495306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9" name="Google Shape;699;p32"/>
            <p:cNvSpPr/>
            <p:nvPr/>
          </p:nvSpPr>
          <p:spPr>
            <a:xfrm>
              <a:off x="533407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0" name="Google Shape;700;p32"/>
            <p:cNvSpPr/>
            <p:nvPr/>
          </p:nvSpPr>
          <p:spPr>
            <a:xfrm>
              <a:off x="571507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1" name="Google Shape;701;p32"/>
            <p:cNvSpPr/>
            <p:nvPr/>
          </p:nvSpPr>
          <p:spPr>
            <a:xfrm>
              <a:off x="609608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2" name="Google Shape;702;p32"/>
            <p:cNvSpPr/>
            <p:nvPr/>
          </p:nvSpPr>
          <p:spPr>
            <a:xfrm>
              <a:off x="647708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3" name="Google Shape;703;p32"/>
            <p:cNvSpPr/>
            <p:nvPr/>
          </p:nvSpPr>
          <p:spPr>
            <a:xfrm>
              <a:off x="685809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4" name="Google Shape;704;p32"/>
            <p:cNvSpPr/>
            <p:nvPr/>
          </p:nvSpPr>
          <p:spPr>
            <a:xfrm>
              <a:off x="723909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5" name="Google Shape;705;p32"/>
            <p:cNvSpPr/>
            <p:nvPr/>
          </p:nvSpPr>
          <p:spPr>
            <a:xfrm>
              <a:off x="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6" name="Google Shape;706;p32"/>
            <p:cNvSpPr/>
            <p:nvPr/>
          </p:nvSpPr>
          <p:spPr>
            <a:xfrm>
              <a:off x="38100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7" name="Google Shape;707;p32"/>
            <p:cNvSpPr/>
            <p:nvPr/>
          </p:nvSpPr>
          <p:spPr>
            <a:xfrm>
              <a:off x="76201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8" name="Google Shape;708;p32"/>
            <p:cNvSpPr/>
            <p:nvPr/>
          </p:nvSpPr>
          <p:spPr>
            <a:xfrm>
              <a:off x="114301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9" name="Google Shape;709;p32"/>
            <p:cNvSpPr/>
            <p:nvPr/>
          </p:nvSpPr>
          <p:spPr>
            <a:xfrm>
              <a:off x="152402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" name="Google Shape;710;p32"/>
            <p:cNvSpPr/>
            <p:nvPr/>
          </p:nvSpPr>
          <p:spPr>
            <a:xfrm>
              <a:off x="190502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" name="Google Shape;711;p32"/>
            <p:cNvSpPr/>
            <p:nvPr/>
          </p:nvSpPr>
          <p:spPr>
            <a:xfrm>
              <a:off x="228603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2" name="Google Shape;712;p32"/>
            <p:cNvSpPr/>
            <p:nvPr/>
          </p:nvSpPr>
          <p:spPr>
            <a:xfrm>
              <a:off x="266703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3" name="Google Shape;713;p32"/>
            <p:cNvSpPr/>
            <p:nvPr/>
          </p:nvSpPr>
          <p:spPr>
            <a:xfrm>
              <a:off x="304804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4" name="Google Shape;714;p32"/>
            <p:cNvSpPr/>
            <p:nvPr/>
          </p:nvSpPr>
          <p:spPr>
            <a:xfrm>
              <a:off x="342904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5" name="Google Shape;715;p32"/>
            <p:cNvSpPr/>
            <p:nvPr/>
          </p:nvSpPr>
          <p:spPr>
            <a:xfrm>
              <a:off x="381005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6" name="Google Shape;716;p32"/>
            <p:cNvSpPr/>
            <p:nvPr/>
          </p:nvSpPr>
          <p:spPr>
            <a:xfrm>
              <a:off x="419105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7" name="Google Shape;717;p32"/>
            <p:cNvSpPr/>
            <p:nvPr/>
          </p:nvSpPr>
          <p:spPr>
            <a:xfrm>
              <a:off x="457206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8" name="Google Shape;718;p32"/>
            <p:cNvSpPr/>
            <p:nvPr/>
          </p:nvSpPr>
          <p:spPr>
            <a:xfrm>
              <a:off x="495306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9" name="Google Shape;719;p32"/>
            <p:cNvSpPr/>
            <p:nvPr/>
          </p:nvSpPr>
          <p:spPr>
            <a:xfrm>
              <a:off x="533407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0" name="Google Shape;720;p32"/>
            <p:cNvSpPr/>
            <p:nvPr/>
          </p:nvSpPr>
          <p:spPr>
            <a:xfrm>
              <a:off x="571507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1" name="Google Shape;721;p32"/>
            <p:cNvSpPr/>
            <p:nvPr/>
          </p:nvSpPr>
          <p:spPr>
            <a:xfrm>
              <a:off x="609608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2" name="Google Shape;722;p32"/>
            <p:cNvSpPr/>
            <p:nvPr/>
          </p:nvSpPr>
          <p:spPr>
            <a:xfrm>
              <a:off x="647708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3" name="Google Shape;723;p32"/>
            <p:cNvSpPr/>
            <p:nvPr/>
          </p:nvSpPr>
          <p:spPr>
            <a:xfrm>
              <a:off x="685809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4" name="Google Shape;724;p32"/>
            <p:cNvSpPr/>
            <p:nvPr/>
          </p:nvSpPr>
          <p:spPr>
            <a:xfrm>
              <a:off x="723909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5" name="Google Shape;725;p32"/>
            <p:cNvSpPr/>
            <p:nvPr/>
          </p:nvSpPr>
          <p:spPr>
            <a:xfrm>
              <a:off x="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" name="Google Shape;726;p32"/>
            <p:cNvSpPr/>
            <p:nvPr/>
          </p:nvSpPr>
          <p:spPr>
            <a:xfrm>
              <a:off x="38100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p32"/>
            <p:cNvSpPr/>
            <p:nvPr/>
          </p:nvSpPr>
          <p:spPr>
            <a:xfrm>
              <a:off x="76201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" name="Google Shape;728;p32"/>
            <p:cNvSpPr/>
            <p:nvPr/>
          </p:nvSpPr>
          <p:spPr>
            <a:xfrm>
              <a:off x="114301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" name="Google Shape;729;p32"/>
            <p:cNvSpPr/>
            <p:nvPr/>
          </p:nvSpPr>
          <p:spPr>
            <a:xfrm>
              <a:off x="152402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" name="Google Shape;730;p32"/>
            <p:cNvSpPr/>
            <p:nvPr/>
          </p:nvSpPr>
          <p:spPr>
            <a:xfrm>
              <a:off x="190502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1" name="Google Shape;731;p32"/>
            <p:cNvSpPr/>
            <p:nvPr/>
          </p:nvSpPr>
          <p:spPr>
            <a:xfrm>
              <a:off x="228603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2" name="Google Shape;732;p32"/>
            <p:cNvSpPr/>
            <p:nvPr/>
          </p:nvSpPr>
          <p:spPr>
            <a:xfrm>
              <a:off x="266703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3" name="Google Shape;733;p32"/>
            <p:cNvSpPr/>
            <p:nvPr/>
          </p:nvSpPr>
          <p:spPr>
            <a:xfrm>
              <a:off x="304804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4" name="Google Shape;734;p32"/>
            <p:cNvSpPr/>
            <p:nvPr/>
          </p:nvSpPr>
          <p:spPr>
            <a:xfrm>
              <a:off x="342904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5" name="Google Shape;735;p32"/>
            <p:cNvSpPr/>
            <p:nvPr/>
          </p:nvSpPr>
          <p:spPr>
            <a:xfrm>
              <a:off x="381005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6" name="Google Shape;736;p32"/>
            <p:cNvSpPr/>
            <p:nvPr/>
          </p:nvSpPr>
          <p:spPr>
            <a:xfrm>
              <a:off x="419105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7" name="Google Shape;737;p32"/>
            <p:cNvSpPr/>
            <p:nvPr/>
          </p:nvSpPr>
          <p:spPr>
            <a:xfrm>
              <a:off x="457206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8" name="Google Shape;738;p32"/>
            <p:cNvSpPr/>
            <p:nvPr/>
          </p:nvSpPr>
          <p:spPr>
            <a:xfrm>
              <a:off x="495306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9" name="Google Shape;739;p32"/>
            <p:cNvSpPr/>
            <p:nvPr/>
          </p:nvSpPr>
          <p:spPr>
            <a:xfrm>
              <a:off x="533407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0" name="Google Shape;740;p32"/>
            <p:cNvSpPr/>
            <p:nvPr/>
          </p:nvSpPr>
          <p:spPr>
            <a:xfrm>
              <a:off x="571507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1" name="Google Shape;741;p32"/>
            <p:cNvSpPr/>
            <p:nvPr/>
          </p:nvSpPr>
          <p:spPr>
            <a:xfrm>
              <a:off x="609608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2" name="Google Shape;742;p32"/>
            <p:cNvSpPr/>
            <p:nvPr/>
          </p:nvSpPr>
          <p:spPr>
            <a:xfrm>
              <a:off x="647708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3" name="Google Shape;743;p32"/>
            <p:cNvSpPr/>
            <p:nvPr/>
          </p:nvSpPr>
          <p:spPr>
            <a:xfrm>
              <a:off x="685809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4" name="Google Shape;744;p32"/>
            <p:cNvSpPr/>
            <p:nvPr/>
          </p:nvSpPr>
          <p:spPr>
            <a:xfrm>
              <a:off x="723909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5" name="Google Shape;745;p32"/>
            <p:cNvSpPr/>
            <p:nvPr/>
          </p:nvSpPr>
          <p:spPr>
            <a:xfrm>
              <a:off x="7620110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6" name="Google Shape;746;p32"/>
            <p:cNvSpPr/>
            <p:nvPr/>
          </p:nvSpPr>
          <p:spPr>
            <a:xfrm>
              <a:off x="8001115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7" name="Google Shape;747;p32"/>
            <p:cNvSpPr/>
            <p:nvPr/>
          </p:nvSpPr>
          <p:spPr>
            <a:xfrm>
              <a:off x="8382120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8" name="Google Shape;748;p32"/>
            <p:cNvSpPr/>
            <p:nvPr/>
          </p:nvSpPr>
          <p:spPr>
            <a:xfrm>
              <a:off x="8763125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9" name="Google Shape;749;p32"/>
            <p:cNvSpPr/>
            <p:nvPr/>
          </p:nvSpPr>
          <p:spPr>
            <a:xfrm>
              <a:off x="7620110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0" name="Google Shape;750;p32"/>
            <p:cNvSpPr/>
            <p:nvPr/>
          </p:nvSpPr>
          <p:spPr>
            <a:xfrm>
              <a:off x="8001115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1" name="Google Shape;751;p32"/>
            <p:cNvSpPr/>
            <p:nvPr/>
          </p:nvSpPr>
          <p:spPr>
            <a:xfrm>
              <a:off x="8382120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2" name="Google Shape;752;p32"/>
            <p:cNvSpPr/>
            <p:nvPr/>
          </p:nvSpPr>
          <p:spPr>
            <a:xfrm>
              <a:off x="8763125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3" name="Google Shape;753;p32"/>
            <p:cNvSpPr/>
            <p:nvPr/>
          </p:nvSpPr>
          <p:spPr>
            <a:xfrm>
              <a:off x="7620110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4" name="Google Shape;754;p32"/>
            <p:cNvSpPr/>
            <p:nvPr/>
          </p:nvSpPr>
          <p:spPr>
            <a:xfrm>
              <a:off x="8001115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5" name="Google Shape;755;p32"/>
            <p:cNvSpPr/>
            <p:nvPr/>
          </p:nvSpPr>
          <p:spPr>
            <a:xfrm>
              <a:off x="8382120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6" name="Google Shape;756;p32"/>
            <p:cNvSpPr/>
            <p:nvPr/>
          </p:nvSpPr>
          <p:spPr>
            <a:xfrm>
              <a:off x="8763125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57" name="Google Shape;757;p32"/>
          <p:cNvSpPr/>
          <p:nvPr/>
        </p:nvSpPr>
        <p:spPr>
          <a:xfrm flipH="1">
            <a:off x="0" y="0"/>
            <a:ext cx="9144000" cy="5143500"/>
          </a:xfrm>
          <a:prstGeom prst="rtTriangle">
            <a:avLst/>
          </a:prstGeom>
          <a:solidFill>
            <a:srgbClr val="005051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58" name="Google Shape;758;p32"/>
          <p:cNvGrpSpPr/>
          <p:nvPr/>
        </p:nvGrpSpPr>
        <p:grpSpPr>
          <a:xfrm>
            <a:off x="553048" y="535000"/>
            <a:ext cx="8105852" cy="4302000"/>
            <a:chOff x="553048" y="535000"/>
            <a:chExt cx="8105852" cy="4302000"/>
          </a:xfrm>
        </p:grpSpPr>
        <p:sp>
          <p:nvSpPr>
            <p:cNvPr id="759" name="Google Shape;759;p32"/>
            <p:cNvSpPr/>
            <p:nvPr/>
          </p:nvSpPr>
          <p:spPr>
            <a:xfrm>
              <a:off x="942300" y="763600"/>
              <a:ext cx="7716600" cy="4073400"/>
            </a:xfrm>
            <a:prstGeom prst="roundRect">
              <a:avLst>
                <a:gd fmla="val 2480" name="adj"/>
              </a:avLst>
            </a:prstGeom>
            <a:solidFill>
              <a:srgbClr val="222828">
                <a:alpha val="2039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0" name="Google Shape;760;p32"/>
            <p:cNvSpPr/>
            <p:nvPr/>
          </p:nvSpPr>
          <p:spPr>
            <a:xfrm>
              <a:off x="712275" y="535000"/>
              <a:ext cx="7716600" cy="4073400"/>
            </a:xfrm>
            <a:prstGeom prst="roundRect">
              <a:avLst>
                <a:gd fmla="val 248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1" name="Google Shape;761;p32"/>
            <p:cNvSpPr/>
            <p:nvPr/>
          </p:nvSpPr>
          <p:spPr>
            <a:xfrm>
              <a:off x="848698" y="898261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5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5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2" name="Google Shape;762;p32"/>
            <p:cNvSpPr/>
            <p:nvPr/>
          </p:nvSpPr>
          <p:spPr>
            <a:xfrm>
              <a:off x="553048" y="931482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19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8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7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3" name="Google Shape;763;p32"/>
            <p:cNvSpPr/>
            <p:nvPr/>
          </p:nvSpPr>
          <p:spPr>
            <a:xfrm>
              <a:off x="848698" y="1332681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8"/>
                    <a:pt x="0" y="7608"/>
                  </a:cubicBezTo>
                  <a:cubicBezTo>
                    <a:pt x="0" y="11808"/>
                    <a:pt x="3404" y="15212"/>
                    <a:pt x="7604" y="15212"/>
                  </a:cubicBezTo>
                  <a:cubicBezTo>
                    <a:pt x="11804" y="15212"/>
                    <a:pt x="15209" y="11808"/>
                    <a:pt x="15209" y="7608"/>
                  </a:cubicBezTo>
                  <a:cubicBezTo>
                    <a:pt x="15209" y="3408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4" name="Google Shape;764;p32"/>
            <p:cNvSpPr/>
            <p:nvPr/>
          </p:nvSpPr>
          <p:spPr>
            <a:xfrm>
              <a:off x="553048" y="1365902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71"/>
                    <a:pt x="0" y="1497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9"/>
                  </a:lnTo>
                  <a:cubicBezTo>
                    <a:pt x="23340" y="7948"/>
                    <a:pt x="21591" y="9042"/>
                    <a:pt x="19596" y="9042"/>
                  </a:cubicBezTo>
                  <a:lnTo>
                    <a:pt x="1493" y="9042"/>
                  </a:lnTo>
                  <a:cubicBezTo>
                    <a:pt x="671" y="9042"/>
                    <a:pt x="0" y="9709"/>
                    <a:pt x="0" y="10535"/>
                  </a:cubicBezTo>
                  <a:cubicBezTo>
                    <a:pt x="0" y="11361"/>
                    <a:pt x="671" y="12028"/>
                    <a:pt x="1493" y="12028"/>
                  </a:cubicBezTo>
                  <a:lnTo>
                    <a:pt x="19596" y="12028"/>
                  </a:lnTo>
                  <a:cubicBezTo>
                    <a:pt x="23370" y="12028"/>
                    <a:pt x="26327" y="9688"/>
                    <a:pt x="26327" y="6699"/>
                  </a:cubicBezTo>
                  <a:lnTo>
                    <a:pt x="26327" y="5330"/>
                  </a:lnTo>
                  <a:cubicBezTo>
                    <a:pt x="26327" y="2344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5" name="Google Shape;765;p32"/>
            <p:cNvSpPr/>
            <p:nvPr/>
          </p:nvSpPr>
          <p:spPr>
            <a:xfrm>
              <a:off x="848698" y="1767184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4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4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6" name="Google Shape;766;p32"/>
            <p:cNvSpPr/>
            <p:nvPr/>
          </p:nvSpPr>
          <p:spPr>
            <a:xfrm>
              <a:off x="553048" y="1800405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68"/>
                    <a:pt x="0" y="1493"/>
                  </a:cubicBezTo>
                  <a:cubicBezTo>
                    <a:pt x="0" y="2319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5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7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7" name="Google Shape;767;p32"/>
            <p:cNvSpPr/>
            <p:nvPr/>
          </p:nvSpPr>
          <p:spPr>
            <a:xfrm>
              <a:off x="848698" y="2201603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5"/>
                    <a:pt x="0" y="7608"/>
                  </a:cubicBezTo>
                  <a:cubicBezTo>
                    <a:pt x="0" y="11808"/>
                    <a:pt x="3404" y="15212"/>
                    <a:pt x="7604" y="15212"/>
                  </a:cubicBezTo>
                  <a:cubicBezTo>
                    <a:pt x="11804" y="15212"/>
                    <a:pt x="15209" y="11808"/>
                    <a:pt x="15209" y="7608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8" name="Google Shape;768;p32"/>
            <p:cNvSpPr/>
            <p:nvPr/>
          </p:nvSpPr>
          <p:spPr>
            <a:xfrm>
              <a:off x="553048" y="2234824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68"/>
                    <a:pt x="0" y="1494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9"/>
                  </a:lnTo>
                  <a:cubicBezTo>
                    <a:pt x="23340" y="7945"/>
                    <a:pt x="21591" y="9039"/>
                    <a:pt x="19596" y="9039"/>
                  </a:cubicBezTo>
                  <a:lnTo>
                    <a:pt x="1493" y="9039"/>
                  </a:lnTo>
                  <a:cubicBezTo>
                    <a:pt x="671" y="9039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9"/>
                  </a:cubicBezTo>
                  <a:lnTo>
                    <a:pt x="26327" y="5330"/>
                  </a:lnTo>
                  <a:cubicBezTo>
                    <a:pt x="26327" y="2341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9" name="Google Shape;769;p32"/>
            <p:cNvSpPr/>
            <p:nvPr/>
          </p:nvSpPr>
          <p:spPr>
            <a:xfrm>
              <a:off x="848698" y="2636106"/>
              <a:ext cx="317374" cy="317374"/>
            </a:xfrm>
            <a:custGeom>
              <a:rect b="b" l="l" r="r" t="t"/>
              <a:pathLst>
                <a:path extrusionOk="0" h="15209" w="15209">
                  <a:moveTo>
                    <a:pt x="7604" y="0"/>
                  </a:moveTo>
                  <a:cubicBezTo>
                    <a:pt x="3404" y="0"/>
                    <a:pt x="0" y="3404"/>
                    <a:pt x="0" y="7604"/>
                  </a:cubicBezTo>
                  <a:cubicBezTo>
                    <a:pt x="0" y="11805"/>
                    <a:pt x="3404" y="15209"/>
                    <a:pt x="7604" y="15209"/>
                  </a:cubicBezTo>
                  <a:cubicBezTo>
                    <a:pt x="11804" y="15209"/>
                    <a:pt x="15209" y="11805"/>
                    <a:pt x="15209" y="7604"/>
                  </a:cubicBezTo>
                  <a:cubicBezTo>
                    <a:pt x="15209" y="3404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0" name="Google Shape;770;p32"/>
            <p:cNvSpPr/>
            <p:nvPr/>
          </p:nvSpPr>
          <p:spPr>
            <a:xfrm>
              <a:off x="553048" y="2669265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71"/>
                    <a:pt x="0" y="1496"/>
                  </a:cubicBezTo>
                  <a:cubicBezTo>
                    <a:pt x="0" y="2322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8"/>
                  </a:lnTo>
                  <a:cubicBezTo>
                    <a:pt x="23340" y="7947"/>
                    <a:pt x="21591" y="9041"/>
                    <a:pt x="19596" y="9041"/>
                  </a:cubicBezTo>
                  <a:lnTo>
                    <a:pt x="1493" y="9041"/>
                  </a:lnTo>
                  <a:cubicBezTo>
                    <a:pt x="671" y="9041"/>
                    <a:pt x="0" y="9709"/>
                    <a:pt x="0" y="10534"/>
                  </a:cubicBezTo>
                  <a:cubicBezTo>
                    <a:pt x="0" y="11360"/>
                    <a:pt x="671" y="12028"/>
                    <a:pt x="1493" y="12028"/>
                  </a:cubicBezTo>
                  <a:lnTo>
                    <a:pt x="19596" y="12028"/>
                  </a:lnTo>
                  <a:cubicBezTo>
                    <a:pt x="23370" y="12028"/>
                    <a:pt x="26327" y="9688"/>
                    <a:pt x="26327" y="6698"/>
                  </a:cubicBezTo>
                  <a:lnTo>
                    <a:pt x="26327" y="5330"/>
                  </a:lnTo>
                  <a:cubicBezTo>
                    <a:pt x="26327" y="2343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1" name="Google Shape;771;p32"/>
            <p:cNvSpPr/>
            <p:nvPr/>
          </p:nvSpPr>
          <p:spPr>
            <a:xfrm>
              <a:off x="848698" y="3070526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5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2" name="Google Shape;772;p32"/>
            <p:cNvSpPr/>
            <p:nvPr/>
          </p:nvSpPr>
          <p:spPr>
            <a:xfrm>
              <a:off x="553048" y="3103747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20"/>
                    <a:pt x="671" y="2987"/>
                    <a:pt x="1493" y="2987"/>
                  </a:cubicBezTo>
                  <a:lnTo>
                    <a:pt x="19596" y="2987"/>
                  </a:lnTo>
                  <a:cubicBezTo>
                    <a:pt x="21591" y="2987"/>
                    <a:pt x="23340" y="4081"/>
                    <a:pt x="23340" y="5330"/>
                  </a:cubicBezTo>
                  <a:lnTo>
                    <a:pt x="23340" y="6696"/>
                  </a:lnTo>
                  <a:cubicBezTo>
                    <a:pt x="23340" y="7945"/>
                    <a:pt x="21591" y="9039"/>
                    <a:pt x="19596" y="9039"/>
                  </a:cubicBezTo>
                  <a:lnTo>
                    <a:pt x="1493" y="9039"/>
                  </a:lnTo>
                  <a:cubicBezTo>
                    <a:pt x="671" y="9039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6"/>
                  </a:cubicBezTo>
                  <a:lnTo>
                    <a:pt x="26327" y="5330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3" name="Google Shape;773;p32"/>
            <p:cNvSpPr/>
            <p:nvPr/>
          </p:nvSpPr>
          <p:spPr>
            <a:xfrm>
              <a:off x="848698" y="3504966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7"/>
                    <a:pt x="0" y="7607"/>
                  </a:cubicBezTo>
                  <a:cubicBezTo>
                    <a:pt x="0" y="11807"/>
                    <a:pt x="3404" y="15212"/>
                    <a:pt x="7604" y="15212"/>
                  </a:cubicBezTo>
                  <a:cubicBezTo>
                    <a:pt x="11804" y="15212"/>
                    <a:pt x="15209" y="11807"/>
                    <a:pt x="15209" y="7607"/>
                  </a:cubicBezTo>
                  <a:cubicBezTo>
                    <a:pt x="15209" y="3407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4" name="Google Shape;774;p32"/>
            <p:cNvSpPr/>
            <p:nvPr/>
          </p:nvSpPr>
          <p:spPr>
            <a:xfrm>
              <a:off x="553048" y="3538167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72"/>
                    <a:pt x="0" y="1497"/>
                  </a:cubicBezTo>
                  <a:cubicBezTo>
                    <a:pt x="0" y="2320"/>
                    <a:pt x="671" y="2991"/>
                    <a:pt x="1493" y="2991"/>
                  </a:cubicBezTo>
                  <a:lnTo>
                    <a:pt x="19596" y="2991"/>
                  </a:lnTo>
                  <a:cubicBezTo>
                    <a:pt x="21591" y="2991"/>
                    <a:pt x="23340" y="4085"/>
                    <a:pt x="23340" y="5331"/>
                  </a:cubicBezTo>
                  <a:lnTo>
                    <a:pt x="23340" y="6699"/>
                  </a:lnTo>
                  <a:cubicBezTo>
                    <a:pt x="23340" y="7948"/>
                    <a:pt x="21591" y="9042"/>
                    <a:pt x="19596" y="9042"/>
                  </a:cubicBezTo>
                  <a:lnTo>
                    <a:pt x="1493" y="9042"/>
                  </a:lnTo>
                  <a:cubicBezTo>
                    <a:pt x="671" y="9042"/>
                    <a:pt x="0" y="9710"/>
                    <a:pt x="0" y="10535"/>
                  </a:cubicBezTo>
                  <a:cubicBezTo>
                    <a:pt x="0" y="11361"/>
                    <a:pt x="671" y="12029"/>
                    <a:pt x="1493" y="12029"/>
                  </a:cubicBezTo>
                  <a:lnTo>
                    <a:pt x="19596" y="12029"/>
                  </a:lnTo>
                  <a:cubicBezTo>
                    <a:pt x="23370" y="12029"/>
                    <a:pt x="26327" y="9689"/>
                    <a:pt x="26327" y="6699"/>
                  </a:cubicBezTo>
                  <a:lnTo>
                    <a:pt x="26327" y="5331"/>
                  </a:lnTo>
                  <a:cubicBezTo>
                    <a:pt x="26327" y="2344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5" name="Google Shape;775;p32"/>
            <p:cNvSpPr/>
            <p:nvPr/>
          </p:nvSpPr>
          <p:spPr>
            <a:xfrm>
              <a:off x="848698" y="3939449"/>
              <a:ext cx="317374" cy="317395"/>
            </a:xfrm>
            <a:custGeom>
              <a:rect b="b" l="l" r="r" t="t"/>
              <a:pathLst>
                <a:path extrusionOk="0" h="15210" w="15209">
                  <a:moveTo>
                    <a:pt x="7604" y="1"/>
                  </a:moveTo>
                  <a:cubicBezTo>
                    <a:pt x="3404" y="1"/>
                    <a:pt x="0" y="3405"/>
                    <a:pt x="0" y="7605"/>
                  </a:cubicBezTo>
                  <a:cubicBezTo>
                    <a:pt x="0" y="11805"/>
                    <a:pt x="3404" y="15209"/>
                    <a:pt x="7604" y="15209"/>
                  </a:cubicBezTo>
                  <a:cubicBezTo>
                    <a:pt x="11804" y="15209"/>
                    <a:pt x="15209" y="11805"/>
                    <a:pt x="15209" y="7605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6" name="Google Shape;776;p32"/>
            <p:cNvSpPr/>
            <p:nvPr/>
          </p:nvSpPr>
          <p:spPr>
            <a:xfrm>
              <a:off x="553048" y="3972670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5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77" name="Google Shape;777;p32"/>
          <p:cNvSpPr txBox="1"/>
          <p:nvPr>
            <p:ph type="ctrTitle"/>
          </p:nvPr>
        </p:nvSpPr>
        <p:spPr>
          <a:xfrm>
            <a:off x="1562700" y="1526150"/>
            <a:ext cx="60186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78" name="Google Shape;778;p32"/>
          <p:cNvSpPr/>
          <p:nvPr/>
        </p:nvSpPr>
        <p:spPr>
          <a:xfrm>
            <a:off x="8428900" y="1041975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0"/>
                </a:moveTo>
                <a:lnTo>
                  <a:pt x="0" y="25897"/>
                </a:lnTo>
                <a:cubicBezTo>
                  <a:pt x="3176" y="25897"/>
                  <a:pt x="5749" y="23323"/>
                  <a:pt x="5749" y="20147"/>
                </a:cubicBezTo>
                <a:lnTo>
                  <a:pt x="5749" y="5752"/>
                </a:lnTo>
                <a:cubicBezTo>
                  <a:pt x="5749" y="2576"/>
                  <a:pt x="3176" y="0"/>
                  <a:pt x="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9" name="Google Shape;779;p32"/>
          <p:cNvSpPr/>
          <p:nvPr/>
        </p:nvSpPr>
        <p:spPr>
          <a:xfrm>
            <a:off x="8428900" y="2620900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0"/>
                </a:moveTo>
                <a:lnTo>
                  <a:pt x="0" y="25897"/>
                </a:lnTo>
                <a:cubicBezTo>
                  <a:pt x="3176" y="25897"/>
                  <a:pt x="5749" y="23323"/>
                  <a:pt x="5749" y="20148"/>
                </a:cubicBezTo>
                <a:lnTo>
                  <a:pt x="5749" y="5752"/>
                </a:lnTo>
                <a:cubicBezTo>
                  <a:pt x="5749" y="2577"/>
                  <a:pt x="3176" y="0"/>
                  <a:pt x="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0" name="Google Shape;780;p32"/>
          <p:cNvSpPr/>
          <p:nvPr/>
        </p:nvSpPr>
        <p:spPr>
          <a:xfrm>
            <a:off x="8428900" y="1811900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0"/>
                </a:moveTo>
                <a:lnTo>
                  <a:pt x="0" y="25897"/>
                </a:lnTo>
                <a:cubicBezTo>
                  <a:pt x="3176" y="25897"/>
                  <a:pt x="5749" y="23320"/>
                  <a:pt x="5749" y="20147"/>
                </a:cubicBezTo>
                <a:lnTo>
                  <a:pt x="5749" y="5749"/>
                </a:lnTo>
                <a:cubicBezTo>
                  <a:pt x="5749" y="2574"/>
                  <a:pt x="3176" y="0"/>
                  <a:pt x="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" name="Google Shape;781;p32"/>
          <p:cNvSpPr/>
          <p:nvPr/>
        </p:nvSpPr>
        <p:spPr>
          <a:xfrm>
            <a:off x="8428900" y="3454000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1"/>
                </a:moveTo>
                <a:lnTo>
                  <a:pt x="0" y="25897"/>
                </a:lnTo>
                <a:cubicBezTo>
                  <a:pt x="3176" y="25897"/>
                  <a:pt x="5749" y="23323"/>
                  <a:pt x="5749" y="20148"/>
                </a:cubicBezTo>
                <a:lnTo>
                  <a:pt x="5749" y="5752"/>
                </a:lnTo>
                <a:cubicBezTo>
                  <a:pt x="5749" y="2577"/>
                  <a:pt x="3176" y="1"/>
                  <a:pt x="0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2" name="Google Shape;782;p32"/>
          <p:cNvSpPr/>
          <p:nvPr/>
        </p:nvSpPr>
        <p:spPr>
          <a:xfrm rot="-3990277">
            <a:off x="1794368" y="4095249"/>
            <a:ext cx="585838" cy="623458"/>
          </a:xfrm>
          <a:custGeom>
            <a:rect b="b" l="l" r="r" t="t"/>
            <a:pathLst>
              <a:path extrusionOk="0" h="29017" w="27269">
                <a:moveTo>
                  <a:pt x="22507" y="0"/>
                </a:moveTo>
                <a:cubicBezTo>
                  <a:pt x="21719" y="0"/>
                  <a:pt x="20932" y="201"/>
                  <a:pt x="20248" y="603"/>
                </a:cubicBezTo>
                <a:cubicBezTo>
                  <a:pt x="20101" y="684"/>
                  <a:pt x="19960" y="774"/>
                  <a:pt x="19827" y="877"/>
                </a:cubicBezTo>
                <a:cubicBezTo>
                  <a:pt x="19689" y="973"/>
                  <a:pt x="19562" y="1080"/>
                  <a:pt x="19439" y="1195"/>
                </a:cubicBezTo>
                <a:cubicBezTo>
                  <a:pt x="19306" y="1313"/>
                  <a:pt x="19214" y="1408"/>
                  <a:pt x="19117" y="1505"/>
                </a:cubicBezTo>
                <a:lnTo>
                  <a:pt x="18821" y="1800"/>
                </a:lnTo>
                <a:lnTo>
                  <a:pt x="17642" y="2975"/>
                </a:lnTo>
                <a:lnTo>
                  <a:pt x="8210" y="12373"/>
                </a:lnTo>
                <a:lnTo>
                  <a:pt x="3494" y="17071"/>
                </a:lnTo>
                <a:lnTo>
                  <a:pt x="2315" y="18246"/>
                </a:lnTo>
                <a:lnTo>
                  <a:pt x="1721" y="18842"/>
                </a:lnTo>
                <a:cubicBezTo>
                  <a:pt x="1504" y="19073"/>
                  <a:pt x="1291" y="19311"/>
                  <a:pt x="1110" y="19576"/>
                </a:cubicBezTo>
                <a:cubicBezTo>
                  <a:pt x="744" y="20099"/>
                  <a:pt x="454" y="20675"/>
                  <a:pt x="267" y="21287"/>
                </a:cubicBezTo>
                <a:cubicBezTo>
                  <a:pt x="86" y="21900"/>
                  <a:pt x="1" y="22538"/>
                  <a:pt x="13" y="23174"/>
                </a:cubicBezTo>
                <a:cubicBezTo>
                  <a:pt x="35" y="24451"/>
                  <a:pt x="496" y="25713"/>
                  <a:pt x="1281" y="26719"/>
                </a:cubicBezTo>
                <a:cubicBezTo>
                  <a:pt x="1679" y="27216"/>
                  <a:pt x="2146" y="27657"/>
                  <a:pt x="2675" y="28015"/>
                </a:cubicBezTo>
                <a:cubicBezTo>
                  <a:pt x="3210" y="28365"/>
                  <a:pt x="3798" y="28634"/>
                  <a:pt x="4413" y="28805"/>
                </a:cubicBezTo>
                <a:cubicBezTo>
                  <a:pt x="4924" y="28947"/>
                  <a:pt x="5453" y="29016"/>
                  <a:pt x="5983" y="29016"/>
                </a:cubicBezTo>
                <a:cubicBezTo>
                  <a:pt x="6728" y="29016"/>
                  <a:pt x="7474" y="28878"/>
                  <a:pt x="8170" y="28610"/>
                </a:cubicBezTo>
                <a:cubicBezTo>
                  <a:pt x="8765" y="28375"/>
                  <a:pt x="9319" y="28045"/>
                  <a:pt x="9814" y="27642"/>
                </a:cubicBezTo>
                <a:lnTo>
                  <a:pt x="10170" y="27323"/>
                </a:lnTo>
                <a:cubicBezTo>
                  <a:pt x="10285" y="27216"/>
                  <a:pt x="10371" y="27125"/>
                  <a:pt x="10472" y="27025"/>
                </a:cubicBezTo>
                <a:lnTo>
                  <a:pt x="11063" y="26437"/>
                </a:lnTo>
                <a:lnTo>
                  <a:pt x="20495" y="17039"/>
                </a:lnTo>
                <a:cubicBezTo>
                  <a:pt x="21385" y="16152"/>
                  <a:pt x="21860" y="15184"/>
                  <a:pt x="21554" y="14878"/>
                </a:cubicBezTo>
                <a:cubicBezTo>
                  <a:pt x="21491" y="14814"/>
                  <a:pt x="21400" y="14784"/>
                  <a:pt x="21287" y="14784"/>
                </a:cubicBezTo>
                <a:cubicBezTo>
                  <a:pt x="20852" y="14784"/>
                  <a:pt x="20096" y="15227"/>
                  <a:pt x="19389" y="15931"/>
                </a:cubicBezTo>
                <a:lnTo>
                  <a:pt x="9957" y="25329"/>
                </a:lnTo>
                <a:lnTo>
                  <a:pt x="9369" y="25916"/>
                </a:lnTo>
                <a:cubicBezTo>
                  <a:pt x="9272" y="26009"/>
                  <a:pt x="9166" y="26121"/>
                  <a:pt x="9079" y="26200"/>
                </a:cubicBezTo>
                <a:lnTo>
                  <a:pt x="8814" y="26439"/>
                </a:lnTo>
                <a:cubicBezTo>
                  <a:pt x="8448" y="26735"/>
                  <a:pt x="8041" y="26978"/>
                  <a:pt x="7603" y="27152"/>
                </a:cubicBezTo>
                <a:cubicBezTo>
                  <a:pt x="7090" y="27349"/>
                  <a:pt x="6538" y="27451"/>
                  <a:pt x="5987" y="27451"/>
                </a:cubicBezTo>
                <a:cubicBezTo>
                  <a:pt x="5595" y="27451"/>
                  <a:pt x="5204" y="27399"/>
                  <a:pt x="4826" y="27294"/>
                </a:cubicBezTo>
                <a:cubicBezTo>
                  <a:pt x="4373" y="27166"/>
                  <a:pt x="3939" y="26970"/>
                  <a:pt x="3544" y="26715"/>
                </a:cubicBezTo>
                <a:cubicBezTo>
                  <a:pt x="3154" y="26449"/>
                  <a:pt x="2808" y="26121"/>
                  <a:pt x="2512" y="25753"/>
                </a:cubicBezTo>
                <a:cubicBezTo>
                  <a:pt x="1935" y="25011"/>
                  <a:pt x="1591" y="24083"/>
                  <a:pt x="1577" y="23138"/>
                </a:cubicBezTo>
                <a:cubicBezTo>
                  <a:pt x="1570" y="22667"/>
                  <a:pt x="1633" y="22194"/>
                  <a:pt x="1764" y="21743"/>
                </a:cubicBezTo>
                <a:cubicBezTo>
                  <a:pt x="1902" y="21291"/>
                  <a:pt x="2118" y="20866"/>
                  <a:pt x="2387" y="20480"/>
                </a:cubicBezTo>
                <a:cubicBezTo>
                  <a:pt x="2520" y="20285"/>
                  <a:pt x="2677" y="20110"/>
                  <a:pt x="2838" y="19937"/>
                </a:cubicBezTo>
                <a:lnTo>
                  <a:pt x="3418" y="19355"/>
                </a:lnTo>
                <a:lnTo>
                  <a:pt x="4597" y="18180"/>
                </a:lnTo>
                <a:lnTo>
                  <a:pt x="9313" y="13480"/>
                </a:lnTo>
                <a:lnTo>
                  <a:pt x="18747" y="4082"/>
                </a:lnTo>
                <a:lnTo>
                  <a:pt x="19926" y="2907"/>
                </a:lnTo>
                <a:lnTo>
                  <a:pt x="20220" y="2615"/>
                </a:lnTo>
                <a:cubicBezTo>
                  <a:pt x="20318" y="2515"/>
                  <a:pt x="20421" y="2412"/>
                  <a:pt x="20497" y="2348"/>
                </a:cubicBezTo>
                <a:cubicBezTo>
                  <a:pt x="20576" y="2273"/>
                  <a:pt x="20660" y="2201"/>
                  <a:pt x="20751" y="2140"/>
                </a:cubicBezTo>
                <a:cubicBezTo>
                  <a:pt x="20836" y="2070"/>
                  <a:pt x="20930" y="2014"/>
                  <a:pt x="21027" y="1961"/>
                </a:cubicBezTo>
                <a:cubicBezTo>
                  <a:pt x="21473" y="1696"/>
                  <a:pt x="21990" y="1565"/>
                  <a:pt x="22507" y="1565"/>
                </a:cubicBezTo>
                <a:cubicBezTo>
                  <a:pt x="22870" y="1565"/>
                  <a:pt x="23232" y="1629"/>
                  <a:pt x="23570" y="1758"/>
                </a:cubicBezTo>
                <a:cubicBezTo>
                  <a:pt x="24397" y="2056"/>
                  <a:pt x="25065" y="2764"/>
                  <a:pt x="25342" y="3593"/>
                </a:cubicBezTo>
                <a:cubicBezTo>
                  <a:pt x="25634" y="4424"/>
                  <a:pt x="25517" y="5384"/>
                  <a:pt x="25051" y="6128"/>
                </a:cubicBezTo>
                <a:cubicBezTo>
                  <a:pt x="24938" y="6315"/>
                  <a:pt x="24797" y="6486"/>
                  <a:pt x="24646" y="6647"/>
                </a:cubicBezTo>
                <a:lnTo>
                  <a:pt x="24063" y="7229"/>
                </a:lnTo>
                <a:lnTo>
                  <a:pt x="22884" y="8404"/>
                </a:lnTo>
                <a:lnTo>
                  <a:pt x="20526" y="10752"/>
                </a:lnTo>
                <a:lnTo>
                  <a:pt x="15811" y="15452"/>
                </a:lnTo>
                <a:lnTo>
                  <a:pt x="11095" y="20150"/>
                </a:lnTo>
                <a:lnTo>
                  <a:pt x="10506" y="20739"/>
                </a:lnTo>
                <a:cubicBezTo>
                  <a:pt x="10283" y="20961"/>
                  <a:pt x="10170" y="21073"/>
                  <a:pt x="10011" y="21174"/>
                </a:cubicBezTo>
                <a:cubicBezTo>
                  <a:pt x="9754" y="21340"/>
                  <a:pt x="9447" y="21423"/>
                  <a:pt x="9141" y="21423"/>
                </a:cubicBezTo>
                <a:cubicBezTo>
                  <a:pt x="9072" y="21423"/>
                  <a:pt x="9004" y="21419"/>
                  <a:pt x="8936" y="21411"/>
                </a:cubicBezTo>
                <a:cubicBezTo>
                  <a:pt x="8184" y="21331"/>
                  <a:pt x="7552" y="20653"/>
                  <a:pt x="7524" y="19898"/>
                </a:cubicBezTo>
                <a:cubicBezTo>
                  <a:pt x="7500" y="19524"/>
                  <a:pt x="7607" y="19142"/>
                  <a:pt x="7834" y="18846"/>
                </a:cubicBezTo>
                <a:cubicBezTo>
                  <a:pt x="7858" y="18806"/>
                  <a:pt x="7890" y="18770"/>
                  <a:pt x="7922" y="18737"/>
                </a:cubicBezTo>
                <a:cubicBezTo>
                  <a:pt x="7951" y="18701"/>
                  <a:pt x="7979" y="18667"/>
                  <a:pt x="8035" y="18611"/>
                </a:cubicBezTo>
                <a:lnTo>
                  <a:pt x="8325" y="18313"/>
                </a:lnTo>
                <a:lnTo>
                  <a:pt x="8906" y="17717"/>
                </a:lnTo>
                <a:lnTo>
                  <a:pt x="11224" y="15333"/>
                </a:lnTo>
                <a:lnTo>
                  <a:pt x="15864" y="10561"/>
                </a:lnTo>
                <a:cubicBezTo>
                  <a:pt x="16739" y="9661"/>
                  <a:pt x="17200" y="8685"/>
                  <a:pt x="16894" y="8380"/>
                </a:cubicBezTo>
                <a:cubicBezTo>
                  <a:pt x="16832" y="8319"/>
                  <a:pt x="16743" y="8290"/>
                  <a:pt x="16633" y="8290"/>
                </a:cubicBezTo>
                <a:cubicBezTo>
                  <a:pt x="16201" y="8290"/>
                  <a:pt x="15448" y="8744"/>
                  <a:pt x="14749" y="9464"/>
                </a:cubicBezTo>
                <a:lnTo>
                  <a:pt x="10105" y="14239"/>
                </a:lnTo>
                <a:lnTo>
                  <a:pt x="7784" y="16627"/>
                </a:lnTo>
                <a:lnTo>
                  <a:pt x="7204" y="17224"/>
                </a:lnTo>
                <a:lnTo>
                  <a:pt x="6914" y="17522"/>
                </a:lnTo>
                <a:cubicBezTo>
                  <a:pt x="6870" y="17566"/>
                  <a:pt x="6806" y="17635"/>
                  <a:pt x="6745" y="17705"/>
                </a:cubicBezTo>
                <a:cubicBezTo>
                  <a:pt x="6685" y="17774"/>
                  <a:pt x="6625" y="17844"/>
                  <a:pt x="6574" y="17920"/>
                </a:cubicBezTo>
                <a:cubicBezTo>
                  <a:pt x="6130" y="18510"/>
                  <a:pt x="5916" y="19262"/>
                  <a:pt x="5963" y="19993"/>
                </a:cubicBezTo>
                <a:cubicBezTo>
                  <a:pt x="6005" y="20725"/>
                  <a:pt x="6307" y="21448"/>
                  <a:pt x="6816" y="21979"/>
                </a:cubicBezTo>
                <a:cubicBezTo>
                  <a:pt x="7313" y="22514"/>
                  <a:pt x="8009" y="22878"/>
                  <a:pt x="8739" y="22963"/>
                </a:cubicBezTo>
                <a:cubicBezTo>
                  <a:pt x="8873" y="22981"/>
                  <a:pt x="9009" y="22989"/>
                  <a:pt x="9144" y="22989"/>
                </a:cubicBezTo>
                <a:cubicBezTo>
                  <a:pt x="9743" y="22989"/>
                  <a:pt x="10342" y="22822"/>
                  <a:pt x="10848" y="22496"/>
                </a:cubicBezTo>
                <a:cubicBezTo>
                  <a:pt x="11003" y="22395"/>
                  <a:pt x="11152" y="22287"/>
                  <a:pt x="11286" y="22162"/>
                </a:cubicBezTo>
                <a:cubicBezTo>
                  <a:pt x="11439" y="22025"/>
                  <a:pt x="11502" y="21951"/>
                  <a:pt x="11612" y="21848"/>
                </a:cubicBezTo>
                <a:lnTo>
                  <a:pt x="12200" y="21260"/>
                </a:lnTo>
                <a:lnTo>
                  <a:pt x="16916" y="16562"/>
                </a:lnTo>
                <a:lnTo>
                  <a:pt x="21632" y="11862"/>
                </a:lnTo>
                <a:lnTo>
                  <a:pt x="23990" y="9514"/>
                </a:lnTo>
                <a:lnTo>
                  <a:pt x="25169" y="8339"/>
                </a:lnTo>
                <a:lnTo>
                  <a:pt x="25763" y="7742"/>
                </a:lnTo>
                <a:cubicBezTo>
                  <a:pt x="25994" y="7502"/>
                  <a:pt x="26206" y="7241"/>
                  <a:pt x="26381" y="6955"/>
                </a:cubicBezTo>
                <a:cubicBezTo>
                  <a:pt x="27093" y="5816"/>
                  <a:pt x="27268" y="4360"/>
                  <a:pt x="26825" y="3092"/>
                </a:cubicBezTo>
                <a:cubicBezTo>
                  <a:pt x="26397" y="1820"/>
                  <a:pt x="25389" y="758"/>
                  <a:pt x="24125" y="295"/>
                </a:cubicBezTo>
                <a:cubicBezTo>
                  <a:pt x="23609" y="98"/>
                  <a:pt x="23058" y="0"/>
                  <a:pt x="2250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3" name="Google Shape;783;p32"/>
          <p:cNvSpPr/>
          <p:nvPr/>
        </p:nvSpPr>
        <p:spPr>
          <a:xfrm>
            <a:off x="6258538" y="1165838"/>
            <a:ext cx="117525" cy="110100"/>
          </a:xfrm>
          <a:custGeom>
            <a:rect b="b" l="l" r="r" t="t"/>
            <a:pathLst>
              <a:path extrusionOk="0" h="4404" w="4701">
                <a:moveTo>
                  <a:pt x="1951" y="1032"/>
                </a:moveTo>
                <a:cubicBezTo>
                  <a:pt x="1950" y="1033"/>
                  <a:pt x="1949" y="1033"/>
                  <a:pt x="1947" y="1033"/>
                </a:cubicBezTo>
                <a:cubicBezTo>
                  <a:pt x="1948" y="1033"/>
                  <a:pt x="1950" y="1033"/>
                  <a:pt x="1951" y="1032"/>
                </a:cubicBezTo>
                <a:close/>
                <a:moveTo>
                  <a:pt x="2857" y="1059"/>
                </a:moveTo>
                <a:cubicBezTo>
                  <a:pt x="2871" y="1059"/>
                  <a:pt x="2889" y="1066"/>
                  <a:pt x="2907" y="1075"/>
                </a:cubicBezTo>
                <a:lnTo>
                  <a:pt x="2907" y="1075"/>
                </a:lnTo>
                <a:cubicBezTo>
                  <a:pt x="2887" y="1068"/>
                  <a:pt x="2858" y="1059"/>
                  <a:pt x="2857" y="1059"/>
                </a:cubicBezTo>
                <a:close/>
                <a:moveTo>
                  <a:pt x="3091" y="1185"/>
                </a:moveTo>
                <a:cubicBezTo>
                  <a:pt x="3091" y="1185"/>
                  <a:pt x="3091" y="1185"/>
                  <a:pt x="3091" y="1185"/>
                </a:cubicBezTo>
                <a:lnTo>
                  <a:pt x="3091" y="1185"/>
                </a:lnTo>
                <a:cubicBezTo>
                  <a:pt x="3091" y="1185"/>
                  <a:pt x="3091" y="1185"/>
                  <a:pt x="3091" y="1185"/>
                </a:cubicBezTo>
                <a:close/>
                <a:moveTo>
                  <a:pt x="3104" y="1198"/>
                </a:moveTo>
                <a:cubicBezTo>
                  <a:pt x="3111" y="1203"/>
                  <a:pt x="3118" y="1208"/>
                  <a:pt x="3125" y="1213"/>
                </a:cubicBezTo>
                <a:cubicBezTo>
                  <a:pt x="3142" y="1224"/>
                  <a:pt x="3149" y="1229"/>
                  <a:pt x="3148" y="1229"/>
                </a:cubicBezTo>
                <a:cubicBezTo>
                  <a:pt x="3148" y="1229"/>
                  <a:pt x="3121" y="1211"/>
                  <a:pt x="3104" y="1198"/>
                </a:cubicBezTo>
                <a:close/>
                <a:moveTo>
                  <a:pt x="1747" y="3319"/>
                </a:moveTo>
                <a:cubicBezTo>
                  <a:pt x="1767" y="3326"/>
                  <a:pt x="1803" y="3338"/>
                  <a:pt x="1802" y="3338"/>
                </a:cubicBezTo>
                <a:cubicBezTo>
                  <a:pt x="1800" y="3339"/>
                  <a:pt x="1799" y="3339"/>
                  <a:pt x="1797" y="3339"/>
                </a:cubicBezTo>
                <a:cubicBezTo>
                  <a:pt x="1785" y="3339"/>
                  <a:pt x="1766" y="3330"/>
                  <a:pt x="1747" y="3319"/>
                </a:cubicBezTo>
                <a:close/>
                <a:moveTo>
                  <a:pt x="2463" y="3393"/>
                </a:moveTo>
                <a:cubicBezTo>
                  <a:pt x="2461" y="3393"/>
                  <a:pt x="2459" y="3393"/>
                  <a:pt x="2456" y="3393"/>
                </a:cubicBezTo>
                <a:lnTo>
                  <a:pt x="2456" y="3393"/>
                </a:lnTo>
                <a:cubicBezTo>
                  <a:pt x="2459" y="3393"/>
                  <a:pt x="2462" y="3393"/>
                  <a:pt x="2463" y="3393"/>
                </a:cubicBezTo>
                <a:close/>
                <a:moveTo>
                  <a:pt x="2387" y="989"/>
                </a:moveTo>
                <a:cubicBezTo>
                  <a:pt x="2440" y="989"/>
                  <a:pt x="2491" y="989"/>
                  <a:pt x="2541" y="993"/>
                </a:cubicBezTo>
                <a:cubicBezTo>
                  <a:pt x="2560" y="993"/>
                  <a:pt x="2582" y="997"/>
                  <a:pt x="2601" y="998"/>
                </a:cubicBezTo>
                <a:lnTo>
                  <a:pt x="2601" y="998"/>
                </a:lnTo>
                <a:cubicBezTo>
                  <a:pt x="2682" y="1018"/>
                  <a:pt x="2761" y="1029"/>
                  <a:pt x="2840" y="1057"/>
                </a:cubicBezTo>
                <a:cubicBezTo>
                  <a:pt x="2857" y="1061"/>
                  <a:pt x="2876" y="1069"/>
                  <a:pt x="2895" y="1076"/>
                </a:cubicBezTo>
                <a:cubicBezTo>
                  <a:pt x="2906" y="1079"/>
                  <a:pt x="2914" y="1081"/>
                  <a:pt x="2919" y="1082"/>
                </a:cubicBezTo>
                <a:lnTo>
                  <a:pt x="2919" y="1082"/>
                </a:lnTo>
                <a:cubicBezTo>
                  <a:pt x="2944" y="1096"/>
                  <a:pt x="2968" y="1113"/>
                  <a:pt x="2984" y="1122"/>
                </a:cubicBezTo>
                <a:cubicBezTo>
                  <a:pt x="3015" y="1139"/>
                  <a:pt x="3049" y="1160"/>
                  <a:pt x="3080" y="1181"/>
                </a:cubicBezTo>
                <a:cubicBezTo>
                  <a:pt x="3084" y="1184"/>
                  <a:pt x="3088" y="1186"/>
                  <a:pt x="3092" y="1189"/>
                </a:cubicBezTo>
                <a:lnTo>
                  <a:pt x="3092" y="1189"/>
                </a:lnTo>
                <a:cubicBezTo>
                  <a:pt x="3107" y="1217"/>
                  <a:pt x="3258" y="1347"/>
                  <a:pt x="3274" y="1366"/>
                </a:cubicBezTo>
                <a:cubicBezTo>
                  <a:pt x="3278" y="1370"/>
                  <a:pt x="3281" y="1374"/>
                  <a:pt x="3284" y="1378"/>
                </a:cubicBezTo>
                <a:lnTo>
                  <a:pt x="3284" y="1378"/>
                </a:lnTo>
                <a:cubicBezTo>
                  <a:pt x="3304" y="1410"/>
                  <a:pt x="3328" y="1440"/>
                  <a:pt x="3348" y="1474"/>
                </a:cubicBezTo>
                <a:cubicBezTo>
                  <a:pt x="3367" y="1503"/>
                  <a:pt x="3386" y="1535"/>
                  <a:pt x="3403" y="1569"/>
                </a:cubicBezTo>
                <a:cubicBezTo>
                  <a:pt x="3409" y="1579"/>
                  <a:pt x="3414" y="1591"/>
                  <a:pt x="3420" y="1604"/>
                </a:cubicBezTo>
                <a:lnTo>
                  <a:pt x="3420" y="1604"/>
                </a:lnTo>
                <a:cubicBezTo>
                  <a:pt x="3420" y="1602"/>
                  <a:pt x="3420" y="1600"/>
                  <a:pt x="3420" y="1598"/>
                </a:cubicBezTo>
                <a:lnTo>
                  <a:pt x="3420" y="1598"/>
                </a:lnTo>
                <a:cubicBezTo>
                  <a:pt x="3420" y="1600"/>
                  <a:pt x="3420" y="1602"/>
                  <a:pt x="3420" y="1604"/>
                </a:cubicBezTo>
                <a:lnTo>
                  <a:pt x="3420" y="1604"/>
                </a:lnTo>
                <a:cubicBezTo>
                  <a:pt x="3420" y="1604"/>
                  <a:pt x="3420" y="1604"/>
                  <a:pt x="3420" y="1604"/>
                </a:cubicBezTo>
                <a:lnTo>
                  <a:pt x="3420" y="1604"/>
                </a:lnTo>
                <a:cubicBezTo>
                  <a:pt x="3420" y="1621"/>
                  <a:pt x="3423" y="1634"/>
                  <a:pt x="3427" y="1644"/>
                </a:cubicBezTo>
                <a:lnTo>
                  <a:pt x="3427" y="1644"/>
                </a:lnTo>
                <a:cubicBezTo>
                  <a:pt x="3423" y="1630"/>
                  <a:pt x="3420" y="1616"/>
                  <a:pt x="3420" y="1604"/>
                </a:cubicBezTo>
                <a:lnTo>
                  <a:pt x="3420" y="1604"/>
                </a:lnTo>
                <a:cubicBezTo>
                  <a:pt x="3422" y="1608"/>
                  <a:pt x="3424" y="1613"/>
                  <a:pt x="3426" y="1617"/>
                </a:cubicBezTo>
                <a:cubicBezTo>
                  <a:pt x="3442" y="1646"/>
                  <a:pt x="3443" y="1659"/>
                  <a:pt x="3439" y="1659"/>
                </a:cubicBezTo>
                <a:cubicBezTo>
                  <a:pt x="3436" y="1659"/>
                  <a:pt x="3432" y="1654"/>
                  <a:pt x="3427" y="1644"/>
                </a:cubicBezTo>
                <a:lnTo>
                  <a:pt x="3427" y="1644"/>
                </a:lnTo>
                <a:cubicBezTo>
                  <a:pt x="3443" y="1697"/>
                  <a:pt x="3479" y="1760"/>
                  <a:pt x="3491" y="1802"/>
                </a:cubicBezTo>
                <a:cubicBezTo>
                  <a:pt x="3500" y="1838"/>
                  <a:pt x="3508" y="1874"/>
                  <a:pt x="3517" y="1910"/>
                </a:cubicBezTo>
                <a:cubicBezTo>
                  <a:pt x="3521" y="1933"/>
                  <a:pt x="3525" y="1954"/>
                  <a:pt x="3529" y="1977"/>
                </a:cubicBezTo>
                <a:cubicBezTo>
                  <a:pt x="3534" y="2005"/>
                  <a:pt x="3537" y="2015"/>
                  <a:pt x="3538" y="2015"/>
                </a:cubicBezTo>
                <a:cubicBezTo>
                  <a:pt x="3540" y="2015"/>
                  <a:pt x="3530" y="1942"/>
                  <a:pt x="3525" y="1939"/>
                </a:cubicBezTo>
                <a:lnTo>
                  <a:pt x="3525" y="1939"/>
                </a:lnTo>
                <a:cubicBezTo>
                  <a:pt x="3550" y="1954"/>
                  <a:pt x="3538" y="2142"/>
                  <a:pt x="3538" y="2173"/>
                </a:cubicBezTo>
                <a:cubicBezTo>
                  <a:pt x="3538" y="2215"/>
                  <a:pt x="3535" y="2257"/>
                  <a:pt x="3533" y="2297"/>
                </a:cubicBezTo>
                <a:cubicBezTo>
                  <a:pt x="3532" y="2312"/>
                  <a:pt x="3530" y="2326"/>
                  <a:pt x="3529" y="2339"/>
                </a:cubicBezTo>
                <a:lnTo>
                  <a:pt x="3529" y="2339"/>
                </a:lnTo>
                <a:cubicBezTo>
                  <a:pt x="3514" y="2409"/>
                  <a:pt x="3504" y="2477"/>
                  <a:pt x="3483" y="2546"/>
                </a:cubicBezTo>
                <a:cubicBezTo>
                  <a:pt x="3472" y="2582"/>
                  <a:pt x="3462" y="2618"/>
                  <a:pt x="3449" y="2651"/>
                </a:cubicBezTo>
                <a:cubicBezTo>
                  <a:pt x="3445" y="2663"/>
                  <a:pt x="3440" y="2676"/>
                  <a:pt x="3436" y="2688"/>
                </a:cubicBezTo>
                <a:lnTo>
                  <a:pt x="3436" y="2688"/>
                </a:lnTo>
                <a:cubicBezTo>
                  <a:pt x="3398" y="2751"/>
                  <a:pt x="3369" y="2818"/>
                  <a:pt x="3329" y="2881"/>
                </a:cubicBezTo>
                <a:cubicBezTo>
                  <a:pt x="3324" y="2889"/>
                  <a:pt x="3300" y="2922"/>
                  <a:pt x="3284" y="2945"/>
                </a:cubicBezTo>
                <a:lnTo>
                  <a:pt x="3284" y="2945"/>
                </a:lnTo>
                <a:cubicBezTo>
                  <a:pt x="3263" y="2968"/>
                  <a:pt x="3232" y="3005"/>
                  <a:pt x="3224" y="3014"/>
                </a:cubicBezTo>
                <a:cubicBezTo>
                  <a:pt x="3198" y="3041"/>
                  <a:pt x="3171" y="3069"/>
                  <a:pt x="3142" y="3094"/>
                </a:cubicBezTo>
                <a:cubicBezTo>
                  <a:pt x="3127" y="3106"/>
                  <a:pt x="3112" y="3119"/>
                  <a:pt x="3099" y="3132"/>
                </a:cubicBezTo>
                <a:cubicBezTo>
                  <a:pt x="3075" y="3154"/>
                  <a:pt x="3071" y="3163"/>
                  <a:pt x="3076" y="3163"/>
                </a:cubicBezTo>
                <a:cubicBezTo>
                  <a:pt x="3076" y="3163"/>
                  <a:pt x="3077" y="3163"/>
                  <a:pt x="3078" y="3162"/>
                </a:cubicBezTo>
                <a:lnTo>
                  <a:pt x="3078" y="3162"/>
                </a:lnTo>
                <a:cubicBezTo>
                  <a:pt x="3021" y="3203"/>
                  <a:pt x="2923" y="3245"/>
                  <a:pt x="2889" y="3262"/>
                </a:cubicBezTo>
                <a:cubicBezTo>
                  <a:pt x="2863" y="3275"/>
                  <a:pt x="2803" y="3296"/>
                  <a:pt x="2805" y="3296"/>
                </a:cubicBezTo>
                <a:cubicBezTo>
                  <a:pt x="2806" y="3296"/>
                  <a:pt x="2822" y="3291"/>
                  <a:pt x="2866" y="3277"/>
                </a:cubicBezTo>
                <a:lnTo>
                  <a:pt x="2866" y="3277"/>
                </a:lnTo>
                <a:cubicBezTo>
                  <a:pt x="2823" y="3292"/>
                  <a:pt x="2783" y="3309"/>
                  <a:pt x="2741" y="3323"/>
                </a:cubicBezTo>
                <a:cubicBezTo>
                  <a:pt x="2642" y="3355"/>
                  <a:pt x="2541" y="3376"/>
                  <a:pt x="2438" y="3395"/>
                </a:cubicBezTo>
                <a:cubicBezTo>
                  <a:pt x="2437" y="3395"/>
                  <a:pt x="2437" y="3395"/>
                  <a:pt x="2437" y="3395"/>
                </a:cubicBezTo>
                <a:lnTo>
                  <a:pt x="2437" y="3395"/>
                </a:lnTo>
                <a:cubicBezTo>
                  <a:pt x="2416" y="3397"/>
                  <a:pt x="2395" y="3400"/>
                  <a:pt x="2375" y="3401"/>
                </a:cubicBezTo>
                <a:cubicBezTo>
                  <a:pt x="2330" y="3403"/>
                  <a:pt x="2284" y="3406"/>
                  <a:pt x="2240" y="3406"/>
                </a:cubicBezTo>
                <a:cubicBezTo>
                  <a:pt x="2226" y="3406"/>
                  <a:pt x="2211" y="3406"/>
                  <a:pt x="2197" y="3406"/>
                </a:cubicBezTo>
                <a:cubicBezTo>
                  <a:pt x="2163" y="3406"/>
                  <a:pt x="2129" y="3405"/>
                  <a:pt x="2094" y="3403"/>
                </a:cubicBezTo>
                <a:cubicBezTo>
                  <a:pt x="2081" y="3402"/>
                  <a:pt x="2067" y="3400"/>
                  <a:pt x="2054" y="3398"/>
                </a:cubicBezTo>
                <a:lnTo>
                  <a:pt x="2054" y="3398"/>
                </a:lnTo>
                <a:cubicBezTo>
                  <a:pt x="1975" y="3376"/>
                  <a:pt x="1893" y="3365"/>
                  <a:pt x="1814" y="3340"/>
                </a:cubicBezTo>
                <a:cubicBezTo>
                  <a:pt x="1797" y="3334"/>
                  <a:pt x="1778" y="3326"/>
                  <a:pt x="1762" y="3321"/>
                </a:cubicBezTo>
                <a:cubicBezTo>
                  <a:pt x="1752" y="3318"/>
                  <a:pt x="1745" y="3316"/>
                  <a:pt x="1740" y="3315"/>
                </a:cubicBezTo>
                <a:lnTo>
                  <a:pt x="1740" y="3315"/>
                </a:lnTo>
                <a:cubicBezTo>
                  <a:pt x="1716" y="3301"/>
                  <a:pt x="1691" y="3283"/>
                  <a:pt x="1679" y="3277"/>
                </a:cubicBezTo>
                <a:cubicBezTo>
                  <a:pt x="1648" y="3258"/>
                  <a:pt x="1616" y="3241"/>
                  <a:pt x="1587" y="3220"/>
                </a:cubicBezTo>
                <a:cubicBezTo>
                  <a:pt x="1572" y="3210"/>
                  <a:pt x="1557" y="3199"/>
                  <a:pt x="1543" y="3191"/>
                </a:cubicBezTo>
                <a:cubicBezTo>
                  <a:pt x="1525" y="3180"/>
                  <a:pt x="1519" y="3175"/>
                  <a:pt x="1519" y="3175"/>
                </a:cubicBezTo>
                <a:lnTo>
                  <a:pt x="1519" y="3175"/>
                </a:lnTo>
                <a:cubicBezTo>
                  <a:pt x="1518" y="3175"/>
                  <a:pt x="1582" y="3218"/>
                  <a:pt x="1580" y="3218"/>
                </a:cubicBezTo>
                <a:cubicBezTo>
                  <a:pt x="1580" y="3218"/>
                  <a:pt x="1579" y="3218"/>
                  <a:pt x="1578" y="3218"/>
                </a:cubicBezTo>
                <a:cubicBezTo>
                  <a:pt x="1542" y="3218"/>
                  <a:pt x="1420" y="3070"/>
                  <a:pt x="1399" y="3045"/>
                </a:cubicBezTo>
                <a:cubicBezTo>
                  <a:pt x="1384" y="3030"/>
                  <a:pt x="1353" y="2977"/>
                  <a:pt x="1351" y="2977"/>
                </a:cubicBezTo>
                <a:lnTo>
                  <a:pt x="1351" y="2977"/>
                </a:lnTo>
                <a:cubicBezTo>
                  <a:pt x="1350" y="2977"/>
                  <a:pt x="1354" y="2985"/>
                  <a:pt x="1363" y="3005"/>
                </a:cubicBezTo>
                <a:cubicBezTo>
                  <a:pt x="1372" y="3025"/>
                  <a:pt x="1375" y="3032"/>
                  <a:pt x="1374" y="3032"/>
                </a:cubicBezTo>
                <a:cubicBezTo>
                  <a:pt x="1372" y="3032"/>
                  <a:pt x="1335" y="2962"/>
                  <a:pt x="1326" y="2946"/>
                </a:cubicBezTo>
                <a:cubicBezTo>
                  <a:pt x="1285" y="2881"/>
                  <a:pt x="1252" y="2814"/>
                  <a:pt x="1215" y="2746"/>
                </a:cubicBezTo>
                <a:lnTo>
                  <a:pt x="1215" y="2746"/>
                </a:lnTo>
                <a:cubicBezTo>
                  <a:pt x="1214" y="2743"/>
                  <a:pt x="1213" y="2740"/>
                  <a:pt x="1212" y="2736"/>
                </a:cubicBezTo>
                <a:cubicBezTo>
                  <a:pt x="1199" y="2702"/>
                  <a:pt x="1187" y="2668"/>
                  <a:pt x="1176" y="2635"/>
                </a:cubicBezTo>
                <a:cubicBezTo>
                  <a:pt x="1153" y="2559"/>
                  <a:pt x="1132" y="2481"/>
                  <a:pt x="1119" y="2403"/>
                </a:cubicBezTo>
                <a:cubicBezTo>
                  <a:pt x="1119" y="2401"/>
                  <a:pt x="1118" y="2399"/>
                  <a:pt x="1118" y="2397"/>
                </a:cubicBezTo>
                <a:lnTo>
                  <a:pt x="1118" y="2397"/>
                </a:lnTo>
                <a:cubicBezTo>
                  <a:pt x="1122" y="2365"/>
                  <a:pt x="1108" y="2315"/>
                  <a:pt x="1106" y="2283"/>
                </a:cubicBezTo>
                <a:cubicBezTo>
                  <a:pt x="1102" y="2203"/>
                  <a:pt x="1102" y="2123"/>
                  <a:pt x="1106" y="2043"/>
                </a:cubicBezTo>
                <a:cubicBezTo>
                  <a:pt x="1107" y="2033"/>
                  <a:pt x="1110" y="2004"/>
                  <a:pt x="1113" y="1978"/>
                </a:cubicBezTo>
                <a:lnTo>
                  <a:pt x="1113" y="1978"/>
                </a:lnTo>
                <a:cubicBezTo>
                  <a:pt x="1117" y="1953"/>
                  <a:pt x="1123" y="1911"/>
                  <a:pt x="1125" y="1899"/>
                </a:cubicBezTo>
                <a:cubicBezTo>
                  <a:pt x="1144" y="1813"/>
                  <a:pt x="1170" y="1731"/>
                  <a:pt x="1197" y="1647"/>
                </a:cubicBezTo>
                <a:cubicBezTo>
                  <a:pt x="1199" y="1642"/>
                  <a:pt x="1200" y="1637"/>
                  <a:pt x="1201" y="1634"/>
                </a:cubicBezTo>
                <a:lnTo>
                  <a:pt x="1201" y="1634"/>
                </a:lnTo>
                <a:cubicBezTo>
                  <a:pt x="1203" y="1630"/>
                  <a:pt x="1205" y="1626"/>
                  <a:pt x="1208" y="1621"/>
                </a:cubicBezTo>
                <a:cubicBezTo>
                  <a:pt x="1227" y="1583"/>
                  <a:pt x="1246" y="1543"/>
                  <a:pt x="1269" y="1507"/>
                </a:cubicBezTo>
                <a:cubicBezTo>
                  <a:pt x="1290" y="1470"/>
                  <a:pt x="1313" y="1434"/>
                  <a:pt x="1338" y="1398"/>
                </a:cubicBezTo>
                <a:cubicBezTo>
                  <a:pt x="1341" y="1394"/>
                  <a:pt x="1344" y="1390"/>
                  <a:pt x="1346" y="1386"/>
                </a:cubicBezTo>
                <a:lnTo>
                  <a:pt x="1346" y="1386"/>
                </a:lnTo>
                <a:cubicBezTo>
                  <a:pt x="1346" y="1386"/>
                  <a:pt x="1346" y="1386"/>
                  <a:pt x="1347" y="1385"/>
                </a:cubicBezTo>
                <a:cubicBezTo>
                  <a:pt x="1399" y="1329"/>
                  <a:pt x="1454" y="1275"/>
                  <a:pt x="1511" y="1223"/>
                </a:cubicBezTo>
                <a:lnTo>
                  <a:pt x="1511" y="1223"/>
                </a:lnTo>
                <a:cubicBezTo>
                  <a:pt x="1524" y="1213"/>
                  <a:pt x="1537" y="1203"/>
                  <a:pt x="1551" y="1194"/>
                </a:cubicBezTo>
                <a:cubicBezTo>
                  <a:pt x="1589" y="1170"/>
                  <a:pt x="1627" y="1147"/>
                  <a:pt x="1667" y="1126"/>
                </a:cubicBezTo>
                <a:cubicBezTo>
                  <a:pt x="1682" y="1119"/>
                  <a:pt x="1697" y="1111"/>
                  <a:pt x="1712" y="1103"/>
                </a:cubicBezTo>
                <a:lnTo>
                  <a:pt x="1712" y="1103"/>
                </a:lnTo>
                <a:cubicBezTo>
                  <a:pt x="1755" y="1090"/>
                  <a:pt x="1797" y="1075"/>
                  <a:pt x="1840" y="1063"/>
                </a:cubicBezTo>
                <a:cubicBezTo>
                  <a:pt x="1884" y="1050"/>
                  <a:pt x="1928" y="1042"/>
                  <a:pt x="1970" y="1031"/>
                </a:cubicBezTo>
                <a:cubicBezTo>
                  <a:pt x="1976" y="1030"/>
                  <a:pt x="1983" y="1028"/>
                  <a:pt x="1990" y="1026"/>
                </a:cubicBezTo>
                <a:lnTo>
                  <a:pt x="1990" y="1026"/>
                </a:lnTo>
                <a:cubicBezTo>
                  <a:pt x="2008" y="1025"/>
                  <a:pt x="2026" y="1024"/>
                  <a:pt x="2042" y="1023"/>
                </a:cubicBezTo>
                <a:cubicBezTo>
                  <a:pt x="2063" y="1021"/>
                  <a:pt x="2083" y="1018"/>
                  <a:pt x="2104" y="1015"/>
                </a:cubicBezTo>
                <a:lnTo>
                  <a:pt x="2104" y="1015"/>
                </a:lnTo>
                <a:cubicBezTo>
                  <a:pt x="2127" y="1013"/>
                  <a:pt x="2151" y="1010"/>
                  <a:pt x="2175" y="1006"/>
                </a:cubicBezTo>
                <a:cubicBezTo>
                  <a:pt x="2200" y="1002"/>
                  <a:pt x="2223" y="998"/>
                  <a:pt x="2248" y="996"/>
                </a:cubicBezTo>
                <a:lnTo>
                  <a:pt x="2248" y="996"/>
                </a:lnTo>
                <a:cubicBezTo>
                  <a:pt x="2202" y="1002"/>
                  <a:pt x="2186" y="1004"/>
                  <a:pt x="2186" y="1004"/>
                </a:cubicBezTo>
                <a:cubicBezTo>
                  <a:pt x="2187" y="1004"/>
                  <a:pt x="2227" y="999"/>
                  <a:pt x="2246" y="998"/>
                </a:cubicBezTo>
                <a:cubicBezTo>
                  <a:pt x="2293" y="996"/>
                  <a:pt x="2341" y="991"/>
                  <a:pt x="2387" y="989"/>
                </a:cubicBezTo>
                <a:close/>
                <a:moveTo>
                  <a:pt x="2431" y="0"/>
                </a:moveTo>
                <a:cubicBezTo>
                  <a:pt x="2283" y="0"/>
                  <a:pt x="2134" y="12"/>
                  <a:pt x="1987" y="33"/>
                </a:cubicBezTo>
                <a:lnTo>
                  <a:pt x="1987" y="33"/>
                </a:lnTo>
                <a:cubicBezTo>
                  <a:pt x="1519" y="79"/>
                  <a:pt x="1082" y="246"/>
                  <a:pt x="738" y="578"/>
                </a:cubicBezTo>
                <a:cubicBezTo>
                  <a:pt x="443" y="863"/>
                  <a:pt x="236" y="1259"/>
                  <a:pt x="158" y="1661"/>
                </a:cubicBezTo>
                <a:cubicBezTo>
                  <a:pt x="0" y="2477"/>
                  <a:pt x="228" y="3403"/>
                  <a:pt x="896" y="3941"/>
                </a:cubicBezTo>
                <a:cubicBezTo>
                  <a:pt x="1283" y="4251"/>
                  <a:pt x="1777" y="4404"/>
                  <a:pt x="2272" y="4404"/>
                </a:cubicBezTo>
                <a:cubicBezTo>
                  <a:pt x="2762" y="4404"/>
                  <a:pt x="3253" y="4255"/>
                  <a:pt x="3645" y="3962"/>
                </a:cubicBezTo>
                <a:cubicBezTo>
                  <a:pt x="4395" y="3401"/>
                  <a:pt x="4700" y="2409"/>
                  <a:pt x="4443" y="1512"/>
                </a:cubicBezTo>
                <a:cubicBezTo>
                  <a:pt x="4302" y="1025"/>
                  <a:pt x="4003" y="604"/>
                  <a:pt x="3582" y="321"/>
                </a:cubicBezTo>
                <a:cubicBezTo>
                  <a:pt x="3236" y="89"/>
                  <a:pt x="2836" y="0"/>
                  <a:pt x="243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4" name="Google Shape;784;p32"/>
          <p:cNvSpPr/>
          <p:nvPr/>
        </p:nvSpPr>
        <p:spPr>
          <a:xfrm>
            <a:off x="7779875" y="814163"/>
            <a:ext cx="176025" cy="165050"/>
          </a:xfrm>
          <a:custGeom>
            <a:rect b="b" l="l" r="r" t="t"/>
            <a:pathLst>
              <a:path extrusionOk="0" h="6602" w="7041">
                <a:moveTo>
                  <a:pt x="4935" y="1378"/>
                </a:moveTo>
                <a:cubicBezTo>
                  <a:pt x="4939" y="1380"/>
                  <a:pt x="4948" y="1387"/>
                  <a:pt x="4965" y="1400"/>
                </a:cubicBezTo>
                <a:cubicBezTo>
                  <a:pt x="4955" y="1392"/>
                  <a:pt x="4945" y="1385"/>
                  <a:pt x="4935" y="1378"/>
                </a:cubicBezTo>
                <a:close/>
                <a:moveTo>
                  <a:pt x="1630" y="1762"/>
                </a:moveTo>
                <a:lnTo>
                  <a:pt x="1630" y="1762"/>
                </a:lnTo>
                <a:cubicBezTo>
                  <a:pt x="1621" y="1773"/>
                  <a:pt x="1618" y="1778"/>
                  <a:pt x="1618" y="1778"/>
                </a:cubicBezTo>
                <a:cubicBezTo>
                  <a:pt x="1618" y="1778"/>
                  <a:pt x="1623" y="1771"/>
                  <a:pt x="1630" y="1762"/>
                </a:cubicBezTo>
                <a:close/>
                <a:moveTo>
                  <a:pt x="3639" y="986"/>
                </a:moveTo>
                <a:cubicBezTo>
                  <a:pt x="4036" y="986"/>
                  <a:pt x="4418" y="1072"/>
                  <a:pt x="4734" y="1250"/>
                </a:cubicBezTo>
                <a:cubicBezTo>
                  <a:pt x="4786" y="1280"/>
                  <a:pt x="4839" y="1313"/>
                  <a:pt x="4890" y="1347"/>
                </a:cubicBezTo>
                <a:cubicBezTo>
                  <a:pt x="4906" y="1357"/>
                  <a:pt x="4921" y="1367"/>
                  <a:pt x="4935" y="1378"/>
                </a:cubicBezTo>
                <a:lnTo>
                  <a:pt x="4935" y="1378"/>
                </a:lnTo>
                <a:cubicBezTo>
                  <a:pt x="4934" y="1377"/>
                  <a:pt x="4933" y="1376"/>
                  <a:pt x="4933" y="1376"/>
                </a:cubicBezTo>
                <a:lnTo>
                  <a:pt x="4933" y="1376"/>
                </a:lnTo>
                <a:cubicBezTo>
                  <a:pt x="4934" y="1376"/>
                  <a:pt x="4964" y="1397"/>
                  <a:pt x="4972" y="1404"/>
                </a:cubicBezTo>
                <a:cubicBezTo>
                  <a:pt x="5081" y="1495"/>
                  <a:pt x="5182" y="1594"/>
                  <a:pt x="5275" y="1701"/>
                </a:cubicBezTo>
                <a:cubicBezTo>
                  <a:pt x="5296" y="1724"/>
                  <a:pt x="5315" y="1747"/>
                  <a:pt x="5332" y="1771"/>
                </a:cubicBezTo>
                <a:cubicBezTo>
                  <a:pt x="5336" y="1776"/>
                  <a:pt x="5339" y="1780"/>
                  <a:pt x="5342" y="1782"/>
                </a:cubicBezTo>
                <a:lnTo>
                  <a:pt x="5342" y="1782"/>
                </a:lnTo>
                <a:cubicBezTo>
                  <a:pt x="5378" y="1835"/>
                  <a:pt x="5414" y="1889"/>
                  <a:pt x="5446" y="1943"/>
                </a:cubicBezTo>
                <a:cubicBezTo>
                  <a:pt x="5477" y="1994"/>
                  <a:pt x="5507" y="2045"/>
                  <a:pt x="5534" y="2097"/>
                </a:cubicBezTo>
                <a:cubicBezTo>
                  <a:pt x="5548" y="2126"/>
                  <a:pt x="5603" y="2244"/>
                  <a:pt x="5604" y="2244"/>
                </a:cubicBezTo>
                <a:cubicBezTo>
                  <a:pt x="5605" y="2244"/>
                  <a:pt x="5604" y="2244"/>
                  <a:pt x="5604" y="2242"/>
                </a:cubicBezTo>
                <a:lnTo>
                  <a:pt x="5604" y="2242"/>
                </a:lnTo>
                <a:cubicBezTo>
                  <a:pt x="5646" y="2347"/>
                  <a:pt x="5682" y="2454"/>
                  <a:pt x="5711" y="2561"/>
                </a:cubicBezTo>
                <a:cubicBezTo>
                  <a:pt x="5726" y="2620"/>
                  <a:pt x="5741" y="2679"/>
                  <a:pt x="5751" y="2738"/>
                </a:cubicBezTo>
                <a:cubicBezTo>
                  <a:pt x="5756" y="2758"/>
                  <a:pt x="5778" y="2901"/>
                  <a:pt x="5781" y="2901"/>
                </a:cubicBezTo>
                <a:cubicBezTo>
                  <a:pt x="5781" y="2901"/>
                  <a:pt x="5781" y="2892"/>
                  <a:pt x="5779" y="2872"/>
                </a:cubicBezTo>
                <a:lnTo>
                  <a:pt x="5779" y="2872"/>
                </a:lnTo>
                <a:cubicBezTo>
                  <a:pt x="5793" y="2999"/>
                  <a:pt x="5800" y="3127"/>
                  <a:pt x="5800" y="3256"/>
                </a:cubicBezTo>
                <a:cubicBezTo>
                  <a:pt x="5798" y="3323"/>
                  <a:pt x="5796" y="3393"/>
                  <a:pt x="5791" y="3460"/>
                </a:cubicBezTo>
                <a:cubicBezTo>
                  <a:pt x="5787" y="3518"/>
                  <a:pt x="5781" y="3572"/>
                  <a:pt x="5780" y="3582"/>
                </a:cubicBezTo>
                <a:lnTo>
                  <a:pt x="5780" y="3582"/>
                </a:lnTo>
                <a:cubicBezTo>
                  <a:pt x="5759" y="3706"/>
                  <a:pt x="5734" y="3831"/>
                  <a:pt x="5699" y="3953"/>
                </a:cubicBezTo>
                <a:cubicBezTo>
                  <a:pt x="5682" y="4012"/>
                  <a:pt x="5663" y="4069"/>
                  <a:pt x="5642" y="4126"/>
                </a:cubicBezTo>
                <a:cubicBezTo>
                  <a:pt x="5631" y="4155"/>
                  <a:pt x="5621" y="4183"/>
                  <a:pt x="5610" y="4212"/>
                </a:cubicBezTo>
                <a:cubicBezTo>
                  <a:pt x="5606" y="4223"/>
                  <a:pt x="5602" y="4232"/>
                  <a:pt x="5600" y="4238"/>
                </a:cubicBezTo>
                <a:lnTo>
                  <a:pt x="5600" y="4238"/>
                </a:lnTo>
                <a:cubicBezTo>
                  <a:pt x="5597" y="4244"/>
                  <a:pt x="5593" y="4252"/>
                  <a:pt x="5589" y="4261"/>
                </a:cubicBezTo>
                <a:cubicBezTo>
                  <a:pt x="5534" y="4370"/>
                  <a:pt x="5477" y="4478"/>
                  <a:pt x="5412" y="4581"/>
                </a:cubicBezTo>
                <a:cubicBezTo>
                  <a:pt x="5311" y="4737"/>
                  <a:pt x="5324" y="4720"/>
                  <a:pt x="5189" y="4863"/>
                </a:cubicBezTo>
                <a:cubicBezTo>
                  <a:pt x="4814" y="5261"/>
                  <a:pt x="4355" y="5476"/>
                  <a:pt x="3756" y="5573"/>
                </a:cubicBezTo>
                <a:cubicBezTo>
                  <a:pt x="3620" y="5595"/>
                  <a:pt x="3482" y="5605"/>
                  <a:pt x="3344" y="5605"/>
                </a:cubicBezTo>
                <a:cubicBezTo>
                  <a:pt x="2954" y="5605"/>
                  <a:pt x="2572" y="5519"/>
                  <a:pt x="2265" y="5346"/>
                </a:cubicBezTo>
                <a:cubicBezTo>
                  <a:pt x="2214" y="5316"/>
                  <a:pt x="2164" y="5285"/>
                  <a:pt x="2113" y="5253"/>
                </a:cubicBezTo>
                <a:cubicBezTo>
                  <a:pt x="2098" y="5243"/>
                  <a:pt x="2015" y="5180"/>
                  <a:pt x="2013" y="5180"/>
                </a:cubicBezTo>
                <a:lnTo>
                  <a:pt x="2013" y="5180"/>
                </a:lnTo>
                <a:cubicBezTo>
                  <a:pt x="2013" y="5180"/>
                  <a:pt x="2019" y="5186"/>
                  <a:pt x="2037" y="5200"/>
                </a:cubicBezTo>
                <a:cubicBezTo>
                  <a:pt x="1930" y="5114"/>
                  <a:pt x="1831" y="5019"/>
                  <a:pt x="1740" y="4916"/>
                </a:cubicBezTo>
                <a:cubicBezTo>
                  <a:pt x="1728" y="4902"/>
                  <a:pt x="1675" y="4837"/>
                  <a:pt x="1657" y="4816"/>
                </a:cubicBezTo>
                <a:lnTo>
                  <a:pt x="1657" y="4816"/>
                </a:lnTo>
                <a:cubicBezTo>
                  <a:pt x="1647" y="4801"/>
                  <a:pt x="1584" y="4711"/>
                  <a:pt x="1570" y="4688"/>
                </a:cubicBezTo>
                <a:cubicBezTo>
                  <a:pt x="1500" y="4579"/>
                  <a:pt x="1439" y="4465"/>
                  <a:pt x="1382" y="4347"/>
                </a:cubicBezTo>
                <a:cubicBezTo>
                  <a:pt x="1372" y="4327"/>
                  <a:pt x="1369" y="4322"/>
                  <a:pt x="1368" y="4322"/>
                </a:cubicBezTo>
                <a:lnTo>
                  <a:pt x="1368" y="4322"/>
                </a:lnTo>
                <a:cubicBezTo>
                  <a:pt x="1368" y="4322"/>
                  <a:pt x="1368" y="4322"/>
                  <a:pt x="1368" y="4322"/>
                </a:cubicBezTo>
                <a:lnTo>
                  <a:pt x="1368" y="4322"/>
                </a:lnTo>
                <a:cubicBezTo>
                  <a:pt x="1366" y="4315"/>
                  <a:pt x="1360" y="4299"/>
                  <a:pt x="1348" y="4265"/>
                </a:cubicBezTo>
                <a:cubicBezTo>
                  <a:pt x="1329" y="4210"/>
                  <a:pt x="1308" y="4155"/>
                  <a:pt x="1291" y="4101"/>
                </a:cubicBezTo>
                <a:cubicBezTo>
                  <a:pt x="1251" y="3974"/>
                  <a:pt x="1220" y="3848"/>
                  <a:pt x="1197" y="3717"/>
                </a:cubicBezTo>
                <a:cubicBezTo>
                  <a:pt x="1192" y="3696"/>
                  <a:pt x="1179" y="3596"/>
                  <a:pt x="1178" y="3596"/>
                </a:cubicBezTo>
                <a:lnTo>
                  <a:pt x="1178" y="3596"/>
                </a:lnTo>
                <a:cubicBezTo>
                  <a:pt x="1178" y="3596"/>
                  <a:pt x="1179" y="3606"/>
                  <a:pt x="1182" y="3633"/>
                </a:cubicBezTo>
                <a:cubicBezTo>
                  <a:pt x="1173" y="3568"/>
                  <a:pt x="1167" y="3502"/>
                  <a:pt x="1165" y="3437"/>
                </a:cubicBezTo>
                <a:cubicBezTo>
                  <a:pt x="1157" y="3304"/>
                  <a:pt x="1157" y="3174"/>
                  <a:pt x="1165" y="3041"/>
                </a:cubicBezTo>
                <a:cubicBezTo>
                  <a:pt x="1167" y="3011"/>
                  <a:pt x="1179" y="2898"/>
                  <a:pt x="1181" y="2870"/>
                </a:cubicBezTo>
                <a:lnTo>
                  <a:pt x="1181" y="2870"/>
                </a:lnTo>
                <a:cubicBezTo>
                  <a:pt x="1186" y="2847"/>
                  <a:pt x="1203" y="2750"/>
                  <a:pt x="1209" y="2721"/>
                </a:cubicBezTo>
                <a:cubicBezTo>
                  <a:pt x="1239" y="2580"/>
                  <a:pt x="1281" y="2443"/>
                  <a:pt x="1327" y="2306"/>
                </a:cubicBezTo>
                <a:cubicBezTo>
                  <a:pt x="1342" y="2262"/>
                  <a:pt x="1345" y="2248"/>
                  <a:pt x="1346" y="2244"/>
                </a:cubicBezTo>
                <a:lnTo>
                  <a:pt x="1346" y="2244"/>
                </a:lnTo>
                <a:cubicBezTo>
                  <a:pt x="1348" y="2241"/>
                  <a:pt x="1355" y="2229"/>
                  <a:pt x="1376" y="2188"/>
                </a:cubicBezTo>
                <a:cubicBezTo>
                  <a:pt x="1407" y="2125"/>
                  <a:pt x="1439" y="2059"/>
                  <a:pt x="1475" y="1998"/>
                </a:cubicBezTo>
                <a:cubicBezTo>
                  <a:pt x="1511" y="1937"/>
                  <a:pt x="1551" y="1878"/>
                  <a:pt x="1588" y="1819"/>
                </a:cubicBezTo>
                <a:cubicBezTo>
                  <a:pt x="1603" y="1799"/>
                  <a:pt x="1618" y="1779"/>
                  <a:pt x="1632" y="1759"/>
                </a:cubicBezTo>
                <a:lnTo>
                  <a:pt x="1632" y="1759"/>
                </a:lnTo>
                <a:cubicBezTo>
                  <a:pt x="1639" y="1751"/>
                  <a:pt x="1646" y="1741"/>
                  <a:pt x="1654" y="1733"/>
                </a:cubicBezTo>
                <a:cubicBezTo>
                  <a:pt x="1744" y="1632"/>
                  <a:pt x="1839" y="1535"/>
                  <a:pt x="1945" y="1446"/>
                </a:cubicBezTo>
                <a:cubicBezTo>
                  <a:pt x="1949" y="1443"/>
                  <a:pt x="1952" y="1440"/>
                  <a:pt x="1955" y="1437"/>
                </a:cubicBezTo>
                <a:lnTo>
                  <a:pt x="1955" y="1437"/>
                </a:lnTo>
                <a:cubicBezTo>
                  <a:pt x="1958" y="1435"/>
                  <a:pt x="1960" y="1434"/>
                  <a:pt x="1963" y="1431"/>
                </a:cubicBezTo>
                <a:cubicBezTo>
                  <a:pt x="1993" y="1410"/>
                  <a:pt x="2022" y="1389"/>
                  <a:pt x="2054" y="1370"/>
                </a:cubicBezTo>
                <a:cubicBezTo>
                  <a:pt x="2115" y="1328"/>
                  <a:pt x="2180" y="1292"/>
                  <a:pt x="2246" y="1257"/>
                </a:cubicBezTo>
                <a:cubicBezTo>
                  <a:pt x="2372" y="1191"/>
                  <a:pt x="2412" y="1174"/>
                  <a:pt x="2604" y="1120"/>
                </a:cubicBezTo>
                <a:cubicBezTo>
                  <a:pt x="2802" y="1065"/>
                  <a:pt x="2859" y="1059"/>
                  <a:pt x="3023" y="1044"/>
                </a:cubicBezTo>
                <a:cubicBezTo>
                  <a:pt x="3046" y="1042"/>
                  <a:pt x="3069" y="1039"/>
                  <a:pt x="3092" y="1035"/>
                </a:cubicBezTo>
                <a:lnTo>
                  <a:pt x="3092" y="1035"/>
                </a:lnTo>
                <a:cubicBezTo>
                  <a:pt x="3113" y="1033"/>
                  <a:pt x="3134" y="1031"/>
                  <a:pt x="3156" y="1027"/>
                </a:cubicBezTo>
                <a:cubicBezTo>
                  <a:pt x="3317" y="1000"/>
                  <a:pt x="3479" y="986"/>
                  <a:pt x="3639" y="986"/>
                </a:cubicBezTo>
                <a:close/>
                <a:moveTo>
                  <a:pt x="3656" y="0"/>
                </a:moveTo>
                <a:cubicBezTo>
                  <a:pt x="3424" y="0"/>
                  <a:pt x="3191" y="20"/>
                  <a:pt x="2962" y="55"/>
                </a:cubicBezTo>
                <a:lnTo>
                  <a:pt x="2962" y="55"/>
                </a:lnTo>
                <a:cubicBezTo>
                  <a:pt x="1592" y="189"/>
                  <a:pt x="506" y="1128"/>
                  <a:pt x="238" y="2500"/>
                </a:cubicBezTo>
                <a:cubicBezTo>
                  <a:pt x="0" y="3730"/>
                  <a:pt x="360" y="5131"/>
                  <a:pt x="1367" y="5933"/>
                </a:cubicBezTo>
                <a:cubicBezTo>
                  <a:pt x="1934" y="6385"/>
                  <a:pt x="2656" y="6602"/>
                  <a:pt x="3382" y="6602"/>
                </a:cubicBezTo>
                <a:cubicBezTo>
                  <a:pt x="4138" y="6602"/>
                  <a:pt x="4898" y="6367"/>
                  <a:pt x="5494" y="5917"/>
                </a:cubicBezTo>
                <a:cubicBezTo>
                  <a:pt x="6607" y="5078"/>
                  <a:pt x="7041" y="3580"/>
                  <a:pt x="6659" y="2253"/>
                </a:cubicBezTo>
                <a:cubicBezTo>
                  <a:pt x="6453" y="1537"/>
                  <a:pt x="6015" y="905"/>
                  <a:pt x="5393" y="488"/>
                </a:cubicBezTo>
                <a:cubicBezTo>
                  <a:pt x="4872" y="137"/>
                  <a:pt x="4267" y="0"/>
                  <a:pt x="365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5" name="Google Shape;785;p32"/>
          <p:cNvSpPr/>
          <p:nvPr/>
        </p:nvSpPr>
        <p:spPr>
          <a:xfrm>
            <a:off x="5766725" y="3739000"/>
            <a:ext cx="388400" cy="411925"/>
          </a:xfrm>
          <a:custGeom>
            <a:rect b="b" l="l" r="r" t="t"/>
            <a:pathLst>
              <a:path extrusionOk="0" h="16477" w="15536">
                <a:moveTo>
                  <a:pt x="6847" y="1663"/>
                </a:moveTo>
                <a:cubicBezTo>
                  <a:pt x="7694" y="2699"/>
                  <a:pt x="8474" y="3796"/>
                  <a:pt x="9217" y="4915"/>
                </a:cubicBezTo>
                <a:lnTo>
                  <a:pt x="9217" y="4915"/>
                </a:lnTo>
                <a:cubicBezTo>
                  <a:pt x="8312" y="5132"/>
                  <a:pt x="7406" y="5345"/>
                  <a:pt x="6499" y="5555"/>
                </a:cubicBezTo>
                <a:lnTo>
                  <a:pt x="6499" y="5555"/>
                </a:lnTo>
                <a:cubicBezTo>
                  <a:pt x="6577" y="4254"/>
                  <a:pt x="6686" y="2956"/>
                  <a:pt x="6847" y="1663"/>
                </a:cubicBezTo>
                <a:close/>
                <a:moveTo>
                  <a:pt x="13631" y="4832"/>
                </a:moveTo>
                <a:cubicBezTo>
                  <a:pt x="13054" y="5635"/>
                  <a:pt x="12464" y="6428"/>
                  <a:pt x="11865" y="7213"/>
                </a:cubicBezTo>
                <a:lnTo>
                  <a:pt x="11865" y="7213"/>
                </a:lnTo>
                <a:cubicBezTo>
                  <a:pt x="11783" y="7081"/>
                  <a:pt x="11700" y="6949"/>
                  <a:pt x="11617" y="6817"/>
                </a:cubicBezTo>
                <a:cubicBezTo>
                  <a:pt x="11353" y="6396"/>
                  <a:pt x="11086" y="5973"/>
                  <a:pt x="10816" y="5552"/>
                </a:cubicBezTo>
                <a:lnTo>
                  <a:pt x="10816" y="5552"/>
                </a:lnTo>
                <a:cubicBezTo>
                  <a:pt x="11756" y="5320"/>
                  <a:pt x="12695" y="5082"/>
                  <a:pt x="13631" y="4832"/>
                </a:cubicBezTo>
                <a:close/>
                <a:moveTo>
                  <a:pt x="5447" y="6821"/>
                </a:moveTo>
                <a:lnTo>
                  <a:pt x="5447" y="6821"/>
                </a:lnTo>
                <a:cubicBezTo>
                  <a:pt x="5412" y="7578"/>
                  <a:pt x="5383" y="8337"/>
                  <a:pt x="5358" y="9095"/>
                </a:cubicBezTo>
                <a:lnTo>
                  <a:pt x="5358" y="9095"/>
                </a:lnTo>
                <a:cubicBezTo>
                  <a:pt x="4278" y="8603"/>
                  <a:pt x="3200" y="8103"/>
                  <a:pt x="2127" y="7595"/>
                </a:cubicBezTo>
                <a:lnTo>
                  <a:pt x="2127" y="7595"/>
                </a:lnTo>
                <a:cubicBezTo>
                  <a:pt x="3233" y="7333"/>
                  <a:pt x="4340" y="7077"/>
                  <a:pt x="5447" y="6821"/>
                </a:cubicBezTo>
                <a:close/>
                <a:moveTo>
                  <a:pt x="9795" y="5801"/>
                </a:moveTo>
                <a:cubicBezTo>
                  <a:pt x="10147" y="6347"/>
                  <a:pt x="10492" y="6896"/>
                  <a:pt x="10833" y="7443"/>
                </a:cubicBezTo>
                <a:cubicBezTo>
                  <a:pt x="10961" y="7647"/>
                  <a:pt x="11089" y="7852"/>
                  <a:pt x="11216" y="8057"/>
                </a:cubicBezTo>
                <a:lnTo>
                  <a:pt x="11216" y="8057"/>
                </a:lnTo>
                <a:cubicBezTo>
                  <a:pt x="10515" y="8963"/>
                  <a:pt x="9804" y="9861"/>
                  <a:pt x="9090" y="10757"/>
                </a:cubicBezTo>
                <a:lnTo>
                  <a:pt x="9090" y="10757"/>
                </a:lnTo>
                <a:cubicBezTo>
                  <a:pt x="8168" y="10356"/>
                  <a:pt x="7249" y="9949"/>
                  <a:pt x="6332" y="9536"/>
                </a:cubicBezTo>
                <a:lnTo>
                  <a:pt x="6332" y="9536"/>
                </a:lnTo>
                <a:cubicBezTo>
                  <a:pt x="6362" y="8553"/>
                  <a:pt x="6396" y="7571"/>
                  <a:pt x="6443" y="6590"/>
                </a:cubicBezTo>
                <a:lnTo>
                  <a:pt x="6443" y="6590"/>
                </a:lnTo>
                <a:cubicBezTo>
                  <a:pt x="7562" y="6331"/>
                  <a:pt x="8679" y="6070"/>
                  <a:pt x="9795" y="5801"/>
                </a:cubicBezTo>
                <a:close/>
                <a:moveTo>
                  <a:pt x="11771" y="8958"/>
                </a:moveTo>
                <a:cubicBezTo>
                  <a:pt x="12536" y="10214"/>
                  <a:pt x="13278" y="11491"/>
                  <a:pt x="13947" y="12799"/>
                </a:cubicBezTo>
                <a:lnTo>
                  <a:pt x="13947" y="12799"/>
                </a:lnTo>
                <a:cubicBezTo>
                  <a:pt x="12637" y="12267"/>
                  <a:pt x="11332" y="11721"/>
                  <a:pt x="10032" y="11163"/>
                </a:cubicBezTo>
                <a:lnTo>
                  <a:pt x="10032" y="11163"/>
                </a:lnTo>
                <a:cubicBezTo>
                  <a:pt x="10616" y="10431"/>
                  <a:pt x="11196" y="9697"/>
                  <a:pt x="11771" y="8958"/>
                </a:cubicBezTo>
                <a:close/>
                <a:moveTo>
                  <a:pt x="6300" y="10607"/>
                </a:moveTo>
                <a:cubicBezTo>
                  <a:pt x="7016" y="10927"/>
                  <a:pt x="7732" y="11244"/>
                  <a:pt x="8451" y="11557"/>
                </a:cubicBezTo>
                <a:lnTo>
                  <a:pt x="8451" y="11557"/>
                </a:lnTo>
                <a:cubicBezTo>
                  <a:pt x="7691" y="12508"/>
                  <a:pt x="6929" y="13457"/>
                  <a:pt x="6174" y="14413"/>
                </a:cubicBezTo>
                <a:lnTo>
                  <a:pt x="6174" y="14413"/>
                </a:lnTo>
                <a:cubicBezTo>
                  <a:pt x="6229" y="13146"/>
                  <a:pt x="6264" y="11877"/>
                  <a:pt x="6300" y="10607"/>
                </a:cubicBezTo>
                <a:close/>
                <a:moveTo>
                  <a:pt x="6513" y="1"/>
                </a:moveTo>
                <a:cubicBezTo>
                  <a:pt x="6290" y="1"/>
                  <a:pt x="6060" y="131"/>
                  <a:pt x="6026" y="362"/>
                </a:cubicBezTo>
                <a:cubicBezTo>
                  <a:pt x="5760" y="2163"/>
                  <a:pt x="5604" y="3972"/>
                  <a:pt x="5501" y="5786"/>
                </a:cubicBezTo>
                <a:lnTo>
                  <a:pt x="5501" y="5786"/>
                </a:lnTo>
                <a:cubicBezTo>
                  <a:pt x="3837" y="6171"/>
                  <a:pt x="2172" y="6555"/>
                  <a:pt x="511" y="6958"/>
                </a:cubicBezTo>
                <a:cubicBezTo>
                  <a:pt x="115" y="7055"/>
                  <a:pt x="1" y="7681"/>
                  <a:pt x="393" y="7868"/>
                </a:cubicBezTo>
                <a:cubicBezTo>
                  <a:pt x="2028" y="8652"/>
                  <a:pt x="3672" y="9419"/>
                  <a:pt x="5324" y="10167"/>
                </a:cubicBezTo>
                <a:lnTo>
                  <a:pt x="5324" y="10167"/>
                </a:lnTo>
                <a:cubicBezTo>
                  <a:pt x="5265" y="12097"/>
                  <a:pt x="5213" y="14027"/>
                  <a:pt x="5099" y="15951"/>
                </a:cubicBezTo>
                <a:cubicBezTo>
                  <a:pt x="5085" y="16196"/>
                  <a:pt x="5221" y="16347"/>
                  <a:pt x="5397" y="16404"/>
                </a:cubicBezTo>
                <a:lnTo>
                  <a:pt x="5397" y="16404"/>
                </a:lnTo>
                <a:cubicBezTo>
                  <a:pt x="5468" y="16450"/>
                  <a:pt x="5548" y="16477"/>
                  <a:pt x="5628" y="16477"/>
                </a:cubicBezTo>
                <a:cubicBezTo>
                  <a:pt x="5740" y="16477"/>
                  <a:pt x="5853" y="16426"/>
                  <a:pt x="5948" y="16303"/>
                </a:cubicBezTo>
                <a:cubicBezTo>
                  <a:pt x="7084" y="14845"/>
                  <a:pt x="8241" y="13406"/>
                  <a:pt x="9393" y="11965"/>
                </a:cubicBezTo>
                <a:lnTo>
                  <a:pt x="9393" y="11965"/>
                </a:lnTo>
                <a:cubicBezTo>
                  <a:pt x="11196" y="12741"/>
                  <a:pt x="13009" y="13494"/>
                  <a:pt x="14832" y="14222"/>
                </a:cubicBezTo>
                <a:cubicBezTo>
                  <a:pt x="14891" y="14245"/>
                  <a:pt x="14947" y="14256"/>
                  <a:pt x="14999" y="14256"/>
                </a:cubicBezTo>
                <a:cubicBezTo>
                  <a:pt x="15344" y="14256"/>
                  <a:pt x="15535" y="13791"/>
                  <a:pt x="15394" y="13491"/>
                </a:cubicBezTo>
                <a:cubicBezTo>
                  <a:pt x="14529" y="11640"/>
                  <a:pt x="13496" y="9859"/>
                  <a:pt x="12424" y="8114"/>
                </a:cubicBezTo>
                <a:lnTo>
                  <a:pt x="12424" y="8114"/>
                </a:lnTo>
                <a:cubicBezTo>
                  <a:pt x="13397" y="6844"/>
                  <a:pt x="14350" y="5557"/>
                  <a:pt x="15264" y="4238"/>
                </a:cubicBezTo>
                <a:cubicBezTo>
                  <a:pt x="15493" y="3909"/>
                  <a:pt x="15177" y="3491"/>
                  <a:pt x="14822" y="3491"/>
                </a:cubicBezTo>
                <a:cubicBezTo>
                  <a:pt x="14782" y="3491"/>
                  <a:pt x="14741" y="3496"/>
                  <a:pt x="14701" y="3507"/>
                </a:cubicBezTo>
                <a:cubicBezTo>
                  <a:pt x="13221" y="3921"/>
                  <a:pt x="11733" y="4302"/>
                  <a:pt x="10242" y="4667"/>
                </a:cubicBezTo>
                <a:lnTo>
                  <a:pt x="10242" y="4667"/>
                </a:lnTo>
                <a:cubicBezTo>
                  <a:pt x="9206" y="3091"/>
                  <a:pt x="8105" y="1549"/>
                  <a:pt x="6860" y="143"/>
                </a:cubicBezTo>
                <a:cubicBezTo>
                  <a:pt x="6774" y="46"/>
                  <a:pt x="6645" y="1"/>
                  <a:pt x="6513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6" name="Google Shape;786;p32"/>
          <p:cNvSpPr/>
          <p:nvPr/>
        </p:nvSpPr>
        <p:spPr>
          <a:xfrm>
            <a:off x="1494125" y="941313"/>
            <a:ext cx="146125" cy="136975"/>
          </a:xfrm>
          <a:custGeom>
            <a:rect b="b" l="l" r="r" t="t"/>
            <a:pathLst>
              <a:path extrusionOk="0" h="5479" w="5845">
                <a:moveTo>
                  <a:pt x="3075" y="4462"/>
                </a:moveTo>
                <a:cubicBezTo>
                  <a:pt x="3073" y="4462"/>
                  <a:pt x="3072" y="4463"/>
                  <a:pt x="3071" y="4463"/>
                </a:cubicBezTo>
                <a:lnTo>
                  <a:pt x="3071" y="4463"/>
                </a:lnTo>
                <a:cubicBezTo>
                  <a:pt x="3072" y="4463"/>
                  <a:pt x="3073" y="4462"/>
                  <a:pt x="3075" y="4462"/>
                </a:cubicBezTo>
                <a:close/>
                <a:moveTo>
                  <a:pt x="3051" y="4466"/>
                </a:moveTo>
                <a:cubicBezTo>
                  <a:pt x="3036" y="4468"/>
                  <a:pt x="3030" y="4469"/>
                  <a:pt x="3030" y="4469"/>
                </a:cubicBezTo>
                <a:cubicBezTo>
                  <a:pt x="3030" y="4469"/>
                  <a:pt x="3040" y="4467"/>
                  <a:pt x="3051" y="4466"/>
                </a:cubicBezTo>
                <a:close/>
                <a:moveTo>
                  <a:pt x="3032" y="988"/>
                </a:moveTo>
                <a:cubicBezTo>
                  <a:pt x="3081" y="988"/>
                  <a:pt x="3130" y="990"/>
                  <a:pt x="3180" y="993"/>
                </a:cubicBezTo>
                <a:cubicBezTo>
                  <a:pt x="3209" y="995"/>
                  <a:pt x="3237" y="997"/>
                  <a:pt x="3266" y="999"/>
                </a:cubicBezTo>
                <a:cubicBezTo>
                  <a:pt x="3274" y="999"/>
                  <a:pt x="3280" y="999"/>
                  <a:pt x="3284" y="1000"/>
                </a:cubicBezTo>
                <a:lnTo>
                  <a:pt x="3284" y="1000"/>
                </a:lnTo>
                <a:cubicBezTo>
                  <a:pt x="3395" y="1021"/>
                  <a:pt x="3505" y="1046"/>
                  <a:pt x="3612" y="1081"/>
                </a:cubicBezTo>
                <a:cubicBezTo>
                  <a:pt x="3641" y="1090"/>
                  <a:pt x="3709" y="1119"/>
                  <a:pt x="3711" y="1119"/>
                </a:cubicBezTo>
                <a:cubicBezTo>
                  <a:pt x="3712" y="1119"/>
                  <a:pt x="3702" y="1114"/>
                  <a:pt x="3673" y="1100"/>
                </a:cubicBezTo>
                <a:lnTo>
                  <a:pt x="3673" y="1100"/>
                </a:lnTo>
                <a:cubicBezTo>
                  <a:pt x="3730" y="1125"/>
                  <a:pt x="3787" y="1153"/>
                  <a:pt x="3841" y="1184"/>
                </a:cubicBezTo>
                <a:cubicBezTo>
                  <a:pt x="3883" y="1208"/>
                  <a:pt x="3923" y="1235"/>
                  <a:pt x="3966" y="1262"/>
                </a:cubicBezTo>
                <a:cubicBezTo>
                  <a:pt x="3985" y="1274"/>
                  <a:pt x="3997" y="1281"/>
                  <a:pt x="4005" y="1285"/>
                </a:cubicBezTo>
                <a:lnTo>
                  <a:pt x="4005" y="1285"/>
                </a:lnTo>
                <a:cubicBezTo>
                  <a:pt x="4007" y="1287"/>
                  <a:pt x="4009" y="1289"/>
                  <a:pt x="4012" y="1292"/>
                </a:cubicBezTo>
                <a:cubicBezTo>
                  <a:pt x="4096" y="1368"/>
                  <a:pt x="4181" y="1443"/>
                  <a:pt x="4254" y="1530"/>
                </a:cubicBezTo>
                <a:cubicBezTo>
                  <a:pt x="4264" y="1542"/>
                  <a:pt x="4273" y="1553"/>
                  <a:pt x="4283" y="1565"/>
                </a:cubicBezTo>
                <a:lnTo>
                  <a:pt x="4283" y="1565"/>
                </a:lnTo>
                <a:cubicBezTo>
                  <a:pt x="4284" y="1566"/>
                  <a:pt x="4285" y="1568"/>
                  <a:pt x="4286" y="1570"/>
                </a:cubicBezTo>
                <a:cubicBezTo>
                  <a:pt x="4315" y="1614"/>
                  <a:pt x="4347" y="1656"/>
                  <a:pt x="4374" y="1703"/>
                </a:cubicBezTo>
                <a:cubicBezTo>
                  <a:pt x="4400" y="1743"/>
                  <a:pt x="4423" y="1785"/>
                  <a:pt x="4444" y="1827"/>
                </a:cubicBezTo>
                <a:cubicBezTo>
                  <a:pt x="4458" y="1852"/>
                  <a:pt x="4499" y="1948"/>
                  <a:pt x="4501" y="1948"/>
                </a:cubicBezTo>
                <a:cubicBezTo>
                  <a:pt x="4501" y="1948"/>
                  <a:pt x="4497" y="1936"/>
                  <a:pt x="4484" y="1903"/>
                </a:cubicBezTo>
                <a:lnTo>
                  <a:pt x="4484" y="1903"/>
                </a:lnTo>
                <a:cubicBezTo>
                  <a:pt x="4520" y="1991"/>
                  <a:pt x="4551" y="2082"/>
                  <a:pt x="4577" y="2174"/>
                </a:cubicBezTo>
                <a:cubicBezTo>
                  <a:pt x="4589" y="2221"/>
                  <a:pt x="4600" y="2267"/>
                  <a:pt x="4610" y="2314"/>
                </a:cubicBezTo>
                <a:cubicBezTo>
                  <a:pt x="4616" y="2344"/>
                  <a:pt x="4628" y="2444"/>
                  <a:pt x="4630" y="2444"/>
                </a:cubicBezTo>
                <a:cubicBezTo>
                  <a:pt x="4631" y="2444"/>
                  <a:pt x="4630" y="2431"/>
                  <a:pt x="4627" y="2396"/>
                </a:cubicBezTo>
                <a:lnTo>
                  <a:pt x="4627" y="2396"/>
                </a:lnTo>
                <a:cubicBezTo>
                  <a:pt x="4636" y="2497"/>
                  <a:pt x="4644" y="2600"/>
                  <a:pt x="4644" y="2703"/>
                </a:cubicBezTo>
                <a:cubicBezTo>
                  <a:pt x="4642" y="2756"/>
                  <a:pt x="4642" y="2811"/>
                  <a:pt x="4638" y="2865"/>
                </a:cubicBezTo>
                <a:cubicBezTo>
                  <a:pt x="4636" y="2887"/>
                  <a:pt x="4632" y="2911"/>
                  <a:pt x="4631" y="2933"/>
                </a:cubicBezTo>
                <a:lnTo>
                  <a:pt x="4631" y="2933"/>
                </a:lnTo>
                <a:cubicBezTo>
                  <a:pt x="4631" y="2933"/>
                  <a:pt x="4631" y="2933"/>
                  <a:pt x="4631" y="2933"/>
                </a:cubicBezTo>
                <a:cubicBezTo>
                  <a:pt x="4614" y="3034"/>
                  <a:pt x="4596" y="3135"/>
                  <a:pt x="4566" y="3234"/>
                </a:cubicBezTo>
                <a:cubicBezTo>
                  <a:pt x="4553" y="3280"/>
                  <a:pt x="4537" y="3327"/>
                  <a:pt x="4522" y="3373"/>
                </a:cubicBezTo>
                <a:cubicBezTo>
                  <a:pt x="4513" y="3396"/>
                  <a:pt x="4503" y="3417"/>
                  <a:pt x="4497" y="3441"/>
                </a:cubicBezTo>
                <a:cubicBezTo>
                  <a:pt x="4496" y="3441"/>
                  <a:pt x="4496" y="3441"/>
                  <a:pt x="4496" y="3441"/>
                </a:cubicBezTo>
                <a:lnTo>
                  <a:pt x="4496" y="3441"/>
                </a:lnTo>
                <a:cubicBezTo>
                  <a:pt x="4494" y="3445"/>
                  <a:pt x="4491" y="3450"/>
                  <a:pt x="4488" y="3455"/>
                </a:cubicBezTo>
                <a:cubicBezTo>
                  <a:pt x="4440" y="3542"/>
                  <a:pt x="4400" y="3630"/>
                  <a:pt x="4347" y="3712"/>
                </a:cubicBezTo>
                <a:cubicBezTo>
                  <a:pt x="4337" y="3727"/>
                  <a:pt x="4283" y="3802"/>
                  <a:pt x="4272" y="3820"/>
                </a:cubicBezTo>
                <a:lnTo>
                  <a:pt x="4272" y="3820"/>
                </a:lnTo>
                <a:cubicBezTo>
                  <a:pt x="4267" y="3826"/>
                  <a:pt x="4263" y="3832"/>
                  <a:pt x="4261" y="3835"/>
                </a:cubicBezTo>
                <a:cubicBezTo>
                  <a:pt x="4235" y="3862"/>
                  <a:pt x="4210" y="3891"/>
                  <a:pt x="4185" y="3919"/>
                </a:cubicBezTo>
                <a:cubicBezTo>
                  <a:pt x="4151" y="3955"/>
                  <a:pt x="4115" y="3990"/>
                  <a:pt x="4077" y="4024"/>
                </a:cubicBezTo>
                <a:cubicBezTo>
                  <a:pt x="4063" y="4037"/>
                  <a:pt x="3977" y="4106"/>
                  <a:pt x="3981" y="4106"/>
                </a:cubicBezTo>
                <a:cubicBezTo>
                  <a:pt x="3982" y="4106"/>
                  <a:pt x="3992" y="4099"/>
                  <a:pt x="4016" y="4081"/>
                </a:cubicBezTo>
                <a:lnTo>
                  <a:pt x="4016" y="4081"/>
                </a:lnTo>
                <a:cubicBezTo>
                  <a:pt x="3919" y="4153"/>
                  <a:pt x="3818" y="4216"/>
                  <a:pt x="3713" y="4271"/>
                </a:cubicBezTo>
                <a:cubicBezTo>
                  <a:pt x="3692" y="4282"/>
                  <a:pt x="3605" y="4320"/>
                  <a:pt x="3609" y="4320"/>
                </a:cubicBezTo>
                <a:cubicBezTo>
                  <a:pt x="3609" y="4320"/>
                  <a:pt x="3609" y="4320"/>
                  <a:pt x="3611" y="4319"/>
                </a:cubicBezTo>
                <a:lnTo>
                  <a:pt x="3611" y="4319"/>
                </a:lnTo>
                <a:cubicBezTo>
                  <a:pt x="3569" y="4335"/>
                  <a:pt x="3527" y="4350"/>
                  <a:pt x="3483" y="4365"/>
                </a:cubicBezTo>
                <a:cubicBezTo>
                  <a:pt x="3353" y="4408"/>
                  <a:pt x="3218" y="4437"/>
                  <a:pt x="3083" y="4460"/>
                </a:cubicBezTo>
                <a:cubicBezTo>
                  <a:pt x="3075" y="4462"/>
                  <a:pt x="3068" y="4463"/>
                  <a:pt x="3062" y="4464"/>
                </a:cubicBezTo>
                <a:lnTo>
                  <a:pt x="3062" y="4464"/>
                </a:lnTo>
                <a:cubicBezTo>
                  <a:pt x="3028" y="4467"/>
                  <a:pt x="2994" y="4471"/>
                  <a:pt x="2959" y="4473"/>
                </a:cubicBezTo>
                <a:cubicBezTo>
                  <a:pt x="2900" y="4477"/>
                  <a:pt x="2841" y="4481"/>
                  <a:pt x="2782" y="4481"/>
                </a:cubicBezTo>
                <a:cubicBezTo>
                  <a:pt x="2718" y="4481"/>
                  <a:pt x="2653" y="4479"/>
                  <a:pt x="2590" y="4475"/>
                </a:cubicBezTo>
                <a:cubicBezTo>
                  <a:pt x="2563" y="4473"/>
                  <a:pt x="2536" y="4471"/>
                  <a:pt x="2509" y="4469"/>
                </a:cubicBezTo>
                <a:lnTo>
                  <a:pt x="2509" y="4469"/>
                </a:lnTo>
                <a:cubicBezTo>
                  <a:pt x="2506" y="4468"/>
                  <a:pt x="2503" y="4467"/>
                  <a:pt x="2499" y="4467"/>
                </a:cubicBezTo>
                <a:cubicBezTo>
                  <a:pt x="2392" y="4445"/>
                  <a:pt x="2287" y="4422"/>
                  <a:pt x="2181" y="4389"/>
                </a:cubicBezTo>
                <a:cubicBezTo>
                  <a:pt x="2154" y="4379"/>
                  <a:pt x="2102" y="4357"/>
                  <a:pt x="2090" y="4352"/>
                </a:cubicBezTo>
                <a:lnTo>
                  <a:pt x="2090" y="4352"/>
                </a:lnTo>
                <a:cubicBezTo>
                  <a:pt x="2048" y="4332"/>
                  <a:pt x="2007" y="4312"/>
                  <a:pt x="1966" y="4290"/>
                </a:cubicBezTo>
                <a:cubicBezTo>
                  <a:pt x="1924" y="4266"/>
                  <a:pt x="1884" y="4241"/>
                  <a:pt x="1844" y="4214"/>
                </a:cubicBezTo>
                <a:cubicBezTo>
                  <a:pt x="1820" y="4198"/>
                  <a:pt x="1770" y="4158"/>
                  <a:pt x="1769" y="4158"/>
                </a:cubicBezTo>
                <a:lnTo>
                  <a:pt x="1769" y="4158"/>
                </a:lnTo>
                <a:cubicBezTo>
                  <a:pt x="1769" y="4158"/>
                  <a:pt x="1769" y="4158"/>
                  <a:pt x="1770" y="4159"/>
                </a:cubicBezTo>
                <a:lnTo>
                  <a:pt x="1770" y="4159"/>
                </a:lnTo>
                <a:cubicBezTo>
                  <a:pt x="1698" y="4097"/>
                  <a:pt x="1630" y="4032"/>
                  <a:pt x="1566" y="3961"/>
                </a:cubicBezTo>
                <a:cubicBezTo>
                  <a:pt x="1559" y="3952"/>
                  <a:pt x="1523" y="3908"/>
                  <a:pt x="1505" y="3886"/>
                </a:cubicBezTo>
                <a:lnTo>
                  <a:pt x="1505" y="3886"/>
                </a:lnTo>
                <a:cubicBezTo>
                  <a:pt x="1487" y="3859"/>
                  <a:pt x="1452" y="3809"/>
                  <a:pt x="1446" y="3799"/>
                </a:cubicBezTo>
                <a:cubicBezTo>
                  <a:pt x="1389" y="3710"/>
                  <a:pt x="1347" y="3618"/>
                  <a:pt x="1296" y="3525"/>
                </a:cubicBezTo>
                <a:cubicBezTo>
                  <a:pt x="1293" y="3520"/>
                  <a:pt x="1291" y="3516"/>
                  <a:pt x="1289" y="3513"/>
                </a:cubicBezTo>
                <a:lnTo>
                  <a:pt x="1289" y="3513"/>
                </a:lnTo>
                <a:cubicBezTo>
                  <a:pt x="1287" y="3505"/>
                  <a:pt x="1284" y="3496"/>
                  <a:pt x="1280" y="3485"/>
                </a:cubicBezTo>
                <a:cubicBezTo>
                  <a:pt x="1263" y="3441"/>
                  <a:pt x="1248" y="3396"/>
                  <a:pt x="1233" y="3352"/>
                </a:cubicBezTo>
                <a:cubicBezTo>
                  <a:pt x="1202" y="3251"/>
                  <a:pt x="1176" y="3150"/>
                  <a:pt x="1157" y="3047"/>
                </a:cubicBezTo>
                <a:cubicBezTo>
                  <a:pt x="1153" y="3023"/>
                  <a:pt x="1148" y="2988"/>
                  <a:pt x="1146" y="2969"/>
                </a:cubicBezTo>
                <a:lnTo>
                  <a:pt x="1146" y="2969"/>
                </a:lnTo>
                <a:cubicBezTo>
                  <a:pt x="1142" y="2928"/>
                  <a:pt x="1138" y="2887"/>
                  <a:pt x="1134" y="2847"/>
                </a:cubicBezTo>
                <a:cubicBezTo>
                  <a:pt x="1128" y="2743"/>
                  <a:pt x="1130" y="2638"/>
                  <a:pt x="1136" y="2533"/>
                </a:cubicBezTo>
                <a:cubicBezTo>
                  <a:pt x="1138" y="2513"/>
                  <a:pt x="1146" y="2433"/>
                  <a:pt x="1149" y="2401"/>
                </a:cubicBezTo>
                <a:lnTo>
                  <a:pt x="1149" y="2401"/>
                </a:lnTo>
                <a:cubicBezTo>
                  <a:pt x="1155" y="2369"/>
                  <a:pt x="1164" y="2316"/>
                  <a:pt x="1166" y="2301"/>
                </a:cubicBezTo>
                <a:cubicBezTo>
                  <a:pt x="1191" y="2189"/>
                  <a:pt x="1225" y="2080"/>
                  <a:pt x="1261" y="1970"/>
                </a:cubicBezTo>
                <a:cubicBezTo>
                  <a:pt x="1267" y="1952"/>
                  <a:pt x="1270" y="1940"/>
                  <a:pt x="1272" y="1933"/>
                </a:cubicBezTo>
                <a:lnTo>
                  <a:pt x="1272" y="1933"/>
                </a:lnTo>
                <a:cubicBezTo>
                  <a:pt x="1276" y="1925"/>
                  <a:pt x="1282" y="1914"/>
                  <a:pt x="1290" y="1898"/>
                </a:cubicBezTo>
                <a:cubicBezTo>
                  <a:pt x="1315" y="1848"/>
                  <a:pt x="1341" y="1797"/>
                  <a:pt x="1370" y="1747"/>
                </a:cubicBezTo>
                <a:cubicBezTo>
                  <a:pt x="1398" y="1698"/>
                  <a:pt x="1429" y="1652"/>
                  <a:pt x="1461" y="1604"/>
                </a:cubicBezTo>
                <a:cubicBezTo>
                  <a:pt x="1470" y="1590"/>
                  <a:pt x="1476" y="1580"/>
                  <a:pt x="1480" y="1574"/>
                </a:cubicBezTo>
                <a:lnTo>
                  <a:pt x="1480" y="1574"/>
                </a:lnTo>
                <a:cubicBezTo>
                  <a:pt x="1484" y="1570"/>
                  <a:pt x="1489" y="1565"/>
                  <a:pt x="1497" y="1557"/>
                </a:cubicBezTo>
                <a:cubicBezTo>
                  <a:pt x="1572" y="1477"/>
                  <a:pt x="1648" y="1401"/>
                  <a:pt x="1728" y="1328"/>
                </a:cubicBezTo>
                <a:cubicBezTo>
                  <a:pt x="1729" y="1327"/>
                  <a:pt x="1729" y="1327"/>
                  <a:pt x="1730" y="1326"/>
                </a:cubicBezTo>
                <a:lnTo>
                  <a:pt x="1730" y="1326"/>
                </a:lnTo>
                <a:cubicBezTo>
                  <a:pt x="1753" y="1312"/>
                  <a:pt x="1774" y="1295"/>
                  <a:pt x="1796" y="1281"/>
                </a:cubicBezTo>
                <a:cubicBezTo>
                  <a:pt x="1846" y="1248"/>
                  <a:pt x="1899" y="1218"/>
                  <a:pt x="1952" y="1191"/>
                </a:cubicBezTo>
                <a:cubicBezTo>
                  <a:pt x="1973" y="1180"/>
                  <a:pt x="1996" y="1170"/>
                  <a:pt x="2015" y="1159"/>
                </a:cubicBezTo>
                <a:cubicBezTo>
                  <a:pt x="2019" y="1157"/>
                  <a:pt x="2023" y="1154"/>
                  <a:pt x="2026" y="1152"/>
                </a:cubicBezTo>
                <a:lnTo>
                  <a:pt x="2026" y="1152"/>
                </a:lnTo>
                <a:cubicBezTo>
                  <a:pt x="2028" y="1152"/>
                  <a:pt x="2030" y="1151"/>
                  <a:pt x="2032" y="1151"/>
                </a:cubicBezTo>
                <a:cubicBezTo>
                  <a:pt x="2093" y="1132"/>
                  <a:pt x="2152" y="1108"/>
                  <a:pt x="2213" y="1092"/>
                </a:cubicBezTo>
                <a:cubicBezTo>
                  <a:pt x="2272" y="1075"/>
                  <a:pt x="2329" y="1064"/>
                  <a:pt x="2388" y="1052"/>
                </a:cubicBezTo>
                <a:cubicBezTo>
                  <a:pt x="2406" y="1047"/>
                  <a:pt x="2452" y="1041"/>
                  <a:pt x="2450" y="1041"/>
                </a:cubicBezTo>
                <a:lnTo>
                  <a:pt x="2450" y="1041"/>
                </a:lnTo>
                <a:cubicBezTo>
                  <a:pt x="2449" y="1041"/>
                  <a:pt x="2434" y="1042"/>
                  <a:pt x="2396" y="1047"/>
                </a:cubicBezTo>
                <a:cubicBezTo>
                  <a:pt x="2438" y="1041"/>
                  <a:pt x="2480" y="1037"/>
                  <a:pt x="2523" y="1035"/>
                </a:cubicBezTo>
                <a:cubicBezTo>
                  <a:pt x="2551" y="1033"/>
                  <a:pt x="2579" y="1028"/>
                  <a:pt x="2607" y="1022"/>
                </a:cubicBezTo>
                <a:lnTo>
                  <a:pt x="2607" y="1022"/>
                </a:lnTo>
                <a:cubicBezTo>
                  <a:pt x="2623" y="1021"/>
                  <a:pt x="2639" y="1018"/>
                  <a:pt x="2655" y="1016"/>
                </a:cubicBezTo>
                <a:cubicBezTo>
                  <a:pt x="2677" y="1012"/>
                  <a:pt x="2699" y="1009"/>
                  <a:pt x="2720" y="1006"/>
                </a:cubicBezTo>
                <a:lnTo>
                  <a:pt x="2720" y="1006"/>
                </a:lnTo>
                <a:cubicBezTo>
                  <a:pt x="2727" y="1005"/>
                  <a:pt x="2777" y="1000"/>
                  <a:pt x="2792" y="999"/>
                </a:cubicBezTo>
                <a:cubicBezTo>
                  <a:pt x="2853" y="995"/>
                  <a:pt x="2917" y="991"/>
                  <a:pt x="2978" y="988"/>
                </a:cubicBezTo>
                <a:cubicBezTo>
                  <a:pt x="2996" y="988"/>
                  <a:pt x="3014" y="988"/>
                  <a:pt x="3032" y="988"/>
                </a:cubicBezTo>
                <a:close/>
                <a:moveTo>
                  <a:pt x="3031" y="0"/>
                </a:moveTo>
                <a:cubicBezTo>
                  <a:pt x="2841" y="0"/>
                  <a:pt x="2651" y="16"/>
                  <a:pt x="2463" y="44"/>
                </a:cubicBezTo>
                <a:lnTo>
                  <a:pt x="2463" y="44"/>
                </a:lnTo>
                <a:cubicBezTo>
                  <a:pt x="1887" y="101"/>
                  <a:pt x="1345" y="305"/>
                  <a:pt x="921" y="715"/>
                </a:cubicBezTo>
                <a:cubicBezTo>
                  <a:pt x="551" y="1073"/>
                  <a:pt x="298" y="1566"/>
                  <a:pt x="199" y="2071"/>
                </a:cubicBezTo>
                <a:cubicBezTo>
                  <a:pt x="1" y="3089"/>
                  <a:pt x="296" y="4250"/>
                  <a:pt x="1128" y="4915"/>
                </a:cubicBezTo>
                <a:cubicBezTo>
                  <a:pt x="1602" y="5295"/>
                  <a:pt x="2207" y="5479"/>
                  <a:pt x="2815" y="5479"/>
                </a:cubicBezTo>
                <a:cubicBezTo>
                  <a:pt x="3435" y="5479"/>
                  <a:pt x="4059" y="5288"/>
                  <a:pt x="4551" y="4917"/>
                </a:cubicBezTo>
                <a:cubicBezTo>
                  <a:pt x="5478" y="4222"/>
                  <a:pt x="5845" y="2981"/>
                  <a:pt x="5529" y="1873"/>
                </a:cubicBezTo>
                <a:cubicBezTo>
                  <a:pt x="5356" y="1275"/>
                  <a:pt x="4989" y="750"/>
                  <a:pt x="4469" y="401"/>
                </a:cubicBezTo>
                <a:cubicBezTo>
                  <a:pt x="4037" y="112"/>
                  <a:pt x="3537" y="0"/>
                  <a:pt x="303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p32"/>
          <p:cNvSpPr/>
          <p:nvPr/>
        </p:nvSpPr>
        <p:spPr>
          <a:xfrm>
            <a:off x="7906938" y="4150913"/>
            <a:ext cx="117525" cy="110100"/>
          </a:xfrm>
          <a:custGeom>
            <a:rect b="b" l="l" r="r" t="t"/>
            <a:pathLst>
              <a:path extrusionOk="0" h="4404" w="4701">
                <a:moveTo>
                  <a:pt x="1951" y="1032"/>
                </a:moveTo>
                <a:cubicBezTo>
                  <a:pt x="1950" y="1033"/>
                  <a:pt x="1949" y="1033"/>
                  <a:pt x="1947" y="1033"/>
                </a:cubicBezTo>
                <a:cubicBezTo>
                  <a:pt x="1948" y="1033"/>
                  <a:pt x="1950" y="1033"/>
                  <a:pt x="1951" y="1032"/>
                </a:cubicBezTo>
                <a:close/>
                <a:moveTo>
                  <a:pt x="2857" y="1059"/>
                </a:moveTo>
                <a:cubicBezTo>
                  <a:pt x="2871" y="1059"/>
                  <a:pt x="2889" y="1066"/>
                  <a:pt x="2907" y="1075"/>
                </a:cubicBezTo>
                <a:lnTo>
                  <a:pt x="2907" y="1075"/>
                </a:lnTo>
                <a:cubicBezTo>
                  <a:pt x="2887" y="1068"/>
                  <a:pt x="2858" y="1059"/>
                  <a:pt x="2857" y="1059"/>
                </a:cubicBezTo>
                <a:close/>
                <a:moveTo>
                  <a:pt x="3091" y="1185"/>
                </a:moveTo>
                <a:cubicBezTo>
                  <a:pt x="3091" y="1185"/>
                  <a:pt x="3091" y="1185"/>
                  <a:pt x="3091" y="1185"/>
                </a:cubicBezTo>
                <a:lnTo>
                  <a:pt x="3091" y="1185"/>
                </a:lnTo>
                <a:cubicBezTo>
                  <a:pt x="3091" y="1185"/>
                  <a:pt x="3091" y="1185"/>
                  <a:pt x="3091" y="1185"/>
                </a:cubicBezTo>
                <a:close/>
                <a:moveTo>
                  <a:pt x="3104" y="1198"/>
                </a:moveTo>
                <a:cubicBezTo>
                  <a:pt x="3111" y="1203"/>
                  <a:pt x="3118" y="1208"/>
                  <a:pt x="3125" y="1213"/>
                </a:cubicBezTo>
                <a:cubicBezTo>
                  <a:pt x="3142" y="1224"/>
                  <a:pt x="3149" y="1229"/>
                  <a:pt x="3148" y="1229"/>
                </a:cubicBezTo>
                <a:cubicBezTo>
                  <a:pt x="3148" y="1229"/>
                  <a:pt x="3121" y="1211"/>
                  <a:pt x="3104" y="1198"/>
                </a:cubicBezTo>
                <a:close/>
                <a:moveTo>
                  <a:pt x="1747" y="3319"/>
                </a:moveTo>
                <a:cubicBezTo>
                  <a:pt x="1767" y="3326"/>
                  <a:pt x="1803" y="3338"/>
                  <a:pt x="1802" y="3338"/>
                </a:cubicBezTo>
                <a:cubicBezTo>
                  <a:pt x="1800" y="3339"/>
                  <a:pt x="1799" y="3339"/>
                  <a:pt x="1797" y="3339"/>
                </a:cubicBezTo>
                <a:cubicBezTo>
                  <a:pt x="1785" y="3339"/>
                  <a:pt x="1766" y="3330"/>
                  <a:pt x="1747" y="3319"/>
                </a:cubicBezTo>
                <a:close/>
                <a:moveTo>
                  <a:pt x="2463" y="3393"/>
                </a:moveTo>
                <a:cubicBezTo>
                  <a:pt x="2461" y="3393"/>
                  <a:pt x="2459" y="3393"/>
                  <a:pt x="2456" y="3393"/>
                </a:cubicBezTo>
                <a:lnTo>
                  <a:pt x="2456" y="3393"/>
                </a:lnTo>
                <a:cubicBezTo>
                  <a:pt x="2459" y="3393"/>
                  <a:pt x="2462" y="3393"/>
                  <a:pt x="2463" y="3393"/>
                </a:cubicBezTo>
                <a:close/>
                <a:moveTo>
                  <a:pt x="2387" y="989"/>
                </a:moveTo>
                <a:cubicBezTo>
                  <a:pt x="2440" y="989"/>
                  <a:pt x="2491" y="989"/>
                  <a:pt x="2541" y="993"/>
                </a:cubicBezTo>
                <a:cubicBezTo>
                  <a:pt x="2560" y="993"/>
                  <a:pt x="2582" y="997"/>
                  <a:pt x="2601" y="998"/>
                </a:cubicBezTo>
                <a:lnTo>
                  <a:pt x="2601" y="998"/>
                </a:lnTo>
                <a:cubicBezTo>
                  <a:pt x="2682" y="1018"/>
                  <a:pt x="2761" y="1029"/>
                  <a:pt x="2840" y="1057"/>
                </a:cubicBezTo>
                <a:cubicBezTo>
                  <a:pt x="2857" y="1061"/>
                  <a:pt x="2876" y="1069"/>
                  <a:pt x="2895" y="1076"/>
                </a:cubicBezTo>
                <a:cubicBezTo>
                  <a:pt x="2906" y="1079"/>
                  <a:pt x="2914" y="1081"/>
                  <a:pt x="2919" y="1082"/>
                </a:cubicBezTo>
                <a:lnTo>
                  <a:pt x="2919" y="1082"/>
                </a:lnTo>
                <a:cubicBezTo>
                  <a:pt x="2944" y="1096"/>
                  <a:pt x="2968" y="1113"/>
                  <a:pt x="2984" y="1122"/>
                </a:cubicBezTo>
                <a:cubicBezTo>
                  <a:pt x="3015" y="1139"/>
                  <a:pt x="3049" y="1160"/>
                  <a:pt x="3080" y="1181"/>
                </a:cubicBezTo>
                <a:cubicBezTo>
                  <a:pt x="3084" y="1184"/>
                  <a:pt x="3088" y="1186"/>
                  <a:pt x="3092" y="1189"/>
                </a:cubicBezTo>
                <a:lnTo>
                  <a:pt x="3092" y="1189"/>
                </a:lnTo>
                <a:cubicBezTo>
                  <a:pt x="3107" y="1217"/>
                  <a:pt x="3258" y="1347"/>
                  <a:pt x="3274" y="1366"/>
                </a:cubicBezTo>
                <a:cubicBezTo>
                  <a:pt x="3278" y="1370"/>
                  <a:pt x="3281" y="1374"/>
                  <a:pt x="3284" y="1378"/>
                </a:cubicBezTo>
                <a:lnTo>
                  <a:pt x="3284" y="1378"/>
                </a:lnTo>
                <a:cubicBezTo>
                  <a:pt x="3304" y="1410"/>
                  <a:pt x="3328" y="1440"/>
                  <a:pt x="3348" y="1474"/>
                </a:cubicBezTo>
                <a:cubicBezTo>
                  <a:pt x="3367" y="1503"/>
                  <a:pt x="3386" y="1535"/>
                  <a:pt x="3403" y="1569"/>
                </a:cubicBezTo>
                <a:cubicBezTo>
                  <a:pt x="3409" y="1579"/>
                  <a:pt x="3414" y="1591"/>
                  <a:pt x="3420" y="1604"/>
                </a:cubicBezTo>
                <a:lnTo>
                  <a:pt x="3420" y="1604"/>
                </a:lnTo>
                <a:cubicBezTo>
                  <a:pt x="3420" y="1602"/>
                  <a:pt x="3420" y="1600"/>
                  <a:pt x="3420" y="1598"/>
                </a:cubicBezTo>
                <a:lnTo>
                  <a:pt x="3420" y="1598"/>
                </a:lnTo>
                <a:cubicBezTo>
                  <a:pt x="3420" y="1600"/>
                  <a:pt x="3420" y="1602"/>
                  <a:pt x="3420" y="1604"/>
                </a:cubicBezTo>
                <a:lnTo>
                  <a:pt x="3420" y="1604"/>
                </a:lnTo>
                <a:cubicBezTo>
                  <a:pt x="3420" y="1604"/>
                  <a:pt x="3420" y="1604"/>
                  <a:pt x="3420" y="1604"/>
                </a:cubicBezTo>
                <a:lnTo>
                  <a:pt x="3420" y="1604"/>
                </a:lnTo>
                <a:cubicBezTo>
                  <a:pt x="3420" y="1621"/>
                  <a:pt x="3423" y="1634"/>
                  <a:pt x="3427" y="1644"/>
                </a:cubicBezTo>
                <a:lnTo>
                  <a:pt x="3427" y="1644"/>
                </a:lnTo>
                <a:cubicBezTo>
                  <a:pt x="3423" y="1630"/>
                  <a:pt x="3420" y="1616"/>
                  <a:pt x="3420" y="1604"/>
                </a:cubicBezTo>
                <a:lnTo>
                  <a:pt x="3420" y="1604"/>
                </a:lnTo>
                <a:cubicBezTo>
                  <a:pt x="3422" y="1608"/>
                  <a:pt x="3424" y="1613"/>
                  <a:pt x="3426" y="1617"/>
                </a:cubicBezTo>
                <a:cubicBezTo>
                  <a:pt x="3442" y="1646"/>
                  <a:pt x="3443" y="1659"/>
                  <a:pt x="3439" y="1659"/>
                </a:cubicBezTo>
                <a:cubicBezTo>
                  <a:pt x="3436" y="1659"/>
                  <a:pt x="3432" y="1654"/>
                  <a:pt x="3427" y="1644"/>
                </a:cubicBezTo>
                <a:lnTo>
                  <a:pt x="3427" y="1644"/>
                </a:lnTo>
                <a:cubicBezTo>
                  <a:pt x="3443" y="1697"/>
                  <a:pt x="3479" y="1760"/>
                  <a:pt x="3491" y="1802"/>
                </a:cubicBezTo>
                <a:cubicBezTo>
                  <a:pt x="3500" y="1838"/>
                  <a:pt x="3508" y="1874"/>
                  <a:pt x="3517" y="1910"/>
                </a:cubicBezTo>
                <a:cubicBezTo>
                  <a:pt x="3521" y="1933"/>
                  <a:pt x="3525" y="1954"/>
                  <a:pt x="3529" y="1977"/>
                </a:cubicBezTo>
                <a:cubicBezTo>
                  <a:pt x="3534" y="2005"/>
                  <a:pt x="3537" y="2015"/>
                  <a:pt x="3538" y="2015"/>
                </a:cubicBezTo>
                <a:cubicBezTo>
                  <a:pt x="3540" y="2015"/>
                  <a:pt x="3530" y="1942"/>
                  <a:pt x="3525" y="1939"/>
                </a:cubicBezTo>
                <a:lnTo>
                  <a:pt x="3525" y="1939"/>
                </a:lnTo>
                <a:cubicBezTo>
                  <a:pt x="3550" y="1954"/>
                  <a:pt x="3538" y="2142"/>
                  <a:pt x="3538" y="2173"/>
                </a:cubicBezTo>
                <a:cubicBezTo>
                  <a:pt x="3538" y="2215"/>
                  <a:pt x="3535" y="2257"/>
                  <a:pt x="3533" y="2297"/>
                </a:cubicBezTo>
                <a:cubicBezTo>
                  <a:pt x="3532" y="2312"/>
                  <a:pt x="3530" y="2326"/>
                  <a:pt x="3529" y="2339"/>
                </a:cubicBezTo>
                <a:lnTo>
                  <a:pt x="3529" y="2339"/>
                </a:lnTo>
                <a:cubicBezTo>
                  <a:pt x="3514" y="2409"/>
                  <a:pt x="3504" y="2477"/>
                  <a:pt x="3483" y="2546"/>
                </a:cubicBezTo>
                <a:cubicBezTo>
                  <a:pt x="3472" y="2582"/>
                  <a:pt x="3462" y="2618"/>
                  <a:pt x="3449" y="2651"/>
                </a:cubicBezTo>
                <a:cubicBezTo>
                  <a:pt x="3445" y="2663"/>
                  <a:pt x="3440" y="2676"/>
                  <a:pt x="3436" y="2688"/>
                </a:cubicBezTo>
                <a:lnTo>
                  <a:pt x="3436" y="2688"/>
                </a:lnTo>
                <a:cubicBezTo>
                  <a:pt x="3398" y="2751"/>
                  <a:pt x="3369" y="2818"/>
                  <a:pt x="3329" y="2881"/>
                </a:cubicBezTo>
                <a:cubicBezTo>
                  <a:pt x="3324" y="2889"/>
                  <a:pt x="3300" y="2922"/>
                  <a:pt x="3284" y="2945"/>
                </a:cubicBezTo>
                <a:lnTo>
                  <a:pt x="3284" y="2945"/>
                </a:lnTo>
                <a:cubicBezTo>
                  <a:pt x="3263" y="2968"/>
                  <a:pt x="3232" y="3005"/>
                  <a:pt x="3224" y="3014"/>
                </a:cubicBezTo>
                <a:cubicBezTo>
                  <a:pt x="3198" y="3041"/>
                  <a:pt x="3171" y="3069"/>
                  <a:pt x="3142" y="3094"/>
                </a:cubicBezTo>
                <a:cubicBezTo>
                  <a:pt x="3127" y="3106"/>
                  <a:pt x="3112" y="3119"/>
                  <a:pt x="3099" y="3132"/>
                </a:cubicBezTo>
                <a:cubicBezTo>
                  <a:pt x="3075" y="3154"/>
                  <a:pt x="3071" y="3163"/>
                  <a:pt x="3076" y="3163"/>
                </a:cubicBezTo>
                <a:cubicBezTo>
                  <a:pt x="3076" y="3163"/>
                  <a:pt x="3077" y="3163"/>
                  <a:pt x="3078" y="3162"/>
                </a:cubicBezTo>
                <a:lnTo>
                  <a:pt x="3078" y="3162"/>
                </a:lnTo>
                <a:cubicBezTo>
                  <a:pt x="3021" y="3203"/>
                  <a:pt x="2923" y="3245"/>
                  <a:pt x="2889" y="3262"/>
                </a:cubicBezTo>
                <a:cubicBezTo>
                  <a:pt x="2863" y="3275"/>
                  <a:pt x="2803" y="3296"/>
                  <a:pt x="2805" y="3296"/>
                </a:cubicBezTo>
                <a:cubicBezTo>
                  <a:pt x="2806" y="3296"/>
                  <a:pt x="2822" y="3291"/>
                  <a:pt x="2866" y="3277"/>
                </a:cubicBezTo>
                <a:lnTo>
                  <a:pt x="2866" y="3277"/>
                </a:lnTo>
                <a:cubicBezTo>
                  <a:pt x="2823" y="3292"/>
                  <a:pt x="2783" y="3309"/>
                  <a:pt x="2741" y="3323"/>
                </a:cubicBezTo>
                <a:cubicBezTo>
                  <a:pt x="2642" y="3355"/>
                  <a:pt x="2541" y="3376"/>
                  <a:pt x="2438" y="3395"/>
                </a:cubicBezTo>
                <a:cubicBezTo>
                  <a:pt x="2437" y="3395"/>
                  <a:pt x="2437" y="3395"/>
                  <a:pt x="2437" y="3395"/>
                </a:cubicBezTo>
                <a:lnTo>
                  <a:pt x="2437" y="3395"/>
                </a:lnTo>
                <a:cubicBezTo>
                  <a:pt x="2416" y="3397"/>
                  <a:pt x="2395" y="3400"/>
                  <a:pt x="2375" y="3401"/>
                </a:cubicBezTo>
                <a:cubicBezTo>
                  <a:pt x="2330" y="3403"/>
                  <a:pt x="2284" y="3406"/>
                  <a:pt x="2240" y="3406"/>
                </a:cubicBezTo>
                <a:cubicBezTo>
                  <a:pt x="2226" y="3406"/>
                  <a:pt x="2211" y="3406"/>
                  <a:pt x="2197" y="3406"/>
                </a:cubicBezTo>
                <a:cubicBezTo>
                  <a:pt x="2163" y="3406"/>
                  <a:pt x="2129" y="3405"/>
                  <a:pt x="2094" y="3403"/>
                </a:cubicBezTo>
                <a:cubicBezTo>
                  <a:pt x="2081" y="3402"/>
                  <a:pt x="2067" y="3400"/>
                  <a:pt x="2054" y="3398"/>
                </a:cubicBezTo>
                <a:lnTo>
                  <a:pt x="2054" y="3398"/>
                </a:lnTo>
                <a:cubicBezTo>
                  <a:pt x="1975" y="3376"/>
                  <a:pt x="1893" y="3365"/>
                  <a:pt x="1814" y="3340"/>
                </a:cubicBezTo>
                <a:cubicBezTo>
                  <a:pt x="1797" y="3334"/>
                  <a:pt x="1778" y="3326"/>
                  <a:pt x="1762" y="3321"/>
                </a:cubicBezTo>
                <a:cubicBezTo>
                  <a:pt x="1752" y="3318"/>
                  <a:pt x="1745" y="3316"/>
                  <a:pt x="1740" y="3315"/>
                </a:cubicBezTo>
                <a:lnTo>
                  <a:pt x="1740" y="3315"/>
                </a:lnTo>
                <a:cubicBezTo>
                  <a:pt x="1716" y="3301"/>
                  <a:pt x="1691" y="3283"/>
                  <a:pt x="1679" y="3277"/>
                </a:cubicBezTo>
                <a:cubicBezTo>
                  <a:pt x="1648" y="3258"/>
                  <a:pt x="1616" y="3241"/>
                  <a:pt x="1587" y="3220"/>
                </a:cubicBezTo>
                <a:cubicBezTo>
                  <a:pt x="1572" y="3210"/>
                  <a:pt x="1557" y="3199"/>
                  <a:pt x="1543" y="3191"/>
                </a:cubicBezTo>
                <a:cubicBezTo>
                  <a:pt x="1525" y="3180"/>
                  <a:pt x="1519" y="3175"/>
                  <a:pt x="1519" y="3175"/>
                </a:cubicBezTo>
                <a:lnTo>
                  <a:pt x="1519" y="3175"/>
                </a:lnTo>
                <a:cubicBezTo>
                  <a:pt x="1518" y="3175"/>
                  <a:pt x="1582" y="3218"/>
                  <a:pt x="1580" y="3218"/>
                </a:cubicBezTo>
                <a:cubicBezTo>
                  <a:pt x="1580" y="3218"/>
                  <a:pt x="1579" y="3218"/>
                  <a:pt x="1578" y="3218"/>
                </a:cubicBezTo>
                <a:cubicBezTo>
                  <a:pt x="1542" y="3218"/>
                  <a:pt x="1420" y="3070"/>
                  <a:pt x="1399" y="3045"/>
                </a:cubicBezTo>
                <a:cubicBezTo>
                  <a:pt x="1384" y="3030"/>
                  <a:pt x="1353" y="2977"/>
                  <a:pt x="1351" y="2977"/>
                </a:cubicBezTo>
                <a:lnTo>
                  <a:pt x="1351" y="2977"/>
                </a:lnTo>
                <a:cubicBezTo>
                  <a:pt x="1350" y="2977"/>
                  <a:pt x="1354" y="2985"/>
                  <a:pt x="1363" y="3005"/>
                </a:cubicBezTo>
                <a:cubicBezTo>
                  <a:pt x="1372" y="3025"/>
                  <a:pt x="1375" y="3032"/>
                  <a:pt x="1374" y="3032"/>
                </a:cubicBezTo>
                <a:cubicBezTo>
                  <a:pt x="1372" y="3032"/>
                  <a:pt x="1335" y="2962"/>
                  <a:pt x="1326" y="2946"/>
                </a:cubicBezTo>
                <a:cubicBezTo>
                  <a:pt x="1285" y="2881"/>
                  <a:pt x="1252" y="2814"/>
                  <a:pt x="1215" y="2746"/>
                </a:cubicBezTo>
                <a:lnTo>
                  <a:pt x="1215" y="2746"/>
                </a:lnTo>
                <a:cubicBezTo>
                  <a:pt x="1214" y="2743"/>
                  <a:pt x="1213" y="2740"/>
                  <a:pt x="1212" y="2736"/>
                </a:cubicBezTo>
                <a:cubicBezTo>
                  <a:pt x="1199" y="2702"/>
                  <a:pt x="1187" y="2668"/>
                  <a:pt x="1176" y="2635"/>
                </a:cubicBezTo>
                <a:cubicBezTo>
                  <a:pt x="1153" y="2559"/>
                  <a:pt x="1132" y="2481"/>
                  <a:pt x="1119" y="2403"/>
                </a:cubicBezTo>
                <a:cubicBezTo>
                  <a:pt x="1119" y="2401"/>
                  <a:pt x="1118" y="2399"/>
                  <a:pt x="1118" y="2397"/>
                </a:cubicBezTo>
                <a:lnTo>
                  <a:pt x="1118" y="2397"/>
                </a:lnTo>
                <a:cubicBezTo>
                  <a:pt x="1122" y="2365"/>
                  <a:pt x="1108" y="2315"/>
                  <a:pt x="1106" y="2283"/>
                </a:cubicBezTo>
                <a:cubicBezTo>
                  <a:pt x="1102" y="2203"/>
                  <a:pt x="1102" y="2123"/>
                  <a:pt x="1106" y="2043"/>
                </a:cubicBezTo>
                <a:cubicBezTo>
                  <a:pt x="1107" y="2033"/>
                  <a:pt x="1110" y="2004"/>
                  <a:pt x="1113" y="1978"/>
                </a:cubicBezTo>
                <a:lnTo>
                  <a:pt x="1113" y="1978"/>
                </a:lnTo>
                <a:cubicBezTo>
                  <a:pt x="1117" y="1953"/>
                  <a:pt x="1123" y="1911"/>
                  <a:pt x="1125" y="1899"/>
                </a:cubicBezTo>
                <a:cubicBezTo>
                  <a:pt x="1144" y="1813"/>
                  <a:pt x="1170" y="1731"/>
                  <a:pt x="1197" y="1647"/>
                </a:cubicBezTo>
                <a:cubicBezTo>
                  <a:pt x="1199" y="1642"/>
                  <a:pt x="1200" y="1637"/>
                  <a:pt x="1201" y="1634"/>
                </a:cubicBezTo>
                <a:lnTo>
                  <a:pt x="1201" y="1634"/>
                </a:lnTo>
                <a:cubicBezTo>
                  <a:pt x="1203" y="1630"/>
                  <a:pt x="1205" y="1626"/>
                  <a:pt x="1208" y="1621"/>
                </a:cubicBezTo>
                <a:cubicBezTo>
                  <a:pt x="1227" y="1583"/>
                  <a:pt x="1246" y="1543"/>
                  <a:pt x="1269" y="1507"/>
                </a:cubicBezTo>
                <a:cubicBezTo>
                  <a:pt x="1290" y="1470"/>
                  <a:pt x="1313" y="1434"/>
                  <a:pt x="1338" y="1398"/>
                </a:cubicBezTo>
                <a:cubicBezTo>
                  <a:pt x="1341" y="1394"/>
                  <a:pt x="1344" y="1390"/>
                  <a:pt x="1346" y="1386"/>
                </a:cubicBezTo>
                <a:lnTo>
                  <a:pt x="1346" y="1386"/>
                </a:lnTo>
                <a:cubicBezTo>
                  <a:pt x="1346" y="1386"/>
                  <a:pt x="1346" y="1386"/>
                  <a:pt x="1347" y="1385"/>
                </a:cubicBezTo>
                <a:cubicBezTo>
                  <a:pt x="1399" y="1329"/>
                  <a:pt x="1454" y="1275"/>
                  <a:pt x="1511" y="1223"/>
                </a:cubicBezTo>
                <a:lnTo>
                  <a:pt x="1511" y="1223"/>
                </a:lnTo>
                <a:cubicBezTo>
                  <a:pt x="1524" y="1213"/>
                  <a:pt x="1537" y="1203"/>
                  <a:pt x="1551" y="1194"/>
                </a:cubicBezTo>
                <a:cubicBezTo>
                  <a:pt x="1589" y="1170"/>
                  <a:pt x="1627" y="1147"/>
                  <a:pt x="1667" y="1126"/>
                </a:cubicBezTo>
                <a:cubicBezTo>
                  <a:pt x="1682" y="1119"/>
                  <a:pt x="1697" y="1111"/>
                  <a:pt x="1712" y="1103"/>
                </a:cubicBezTo>
                <a:lnTo>
                  <a:pt x="1712" y="1103"/>
                </a:lnTo>
                <a:cubicBezTo>
                  <a:pt x="1755" y="1090"/>
                  <a:pt x="1797" y="1075"/>
                  <a:pt x="1840" y="1063"/>
                </a:cubicBezTo>
                <a:cubicBezTo>
                  <a:pt x="1884" y="1050"/>
                  <a:pt x="1928" y="1042"/>
                  <a:pt x="1970" y="1031"/>
                </a:cubicBezTo>
                <a:cubicBezTo>
                  <a:pt x="1976" y="1030"/>
                  <a:pt x="1983" y="1028"/>
                  <a:pt x="1990" y="1026"/>
                </a:cubicBezTo>
                <a:lnTo>
                  <a:pt x="1990" y="1026"/>
                </a:lnTo>
                <a:cubicBezTo>
                  <a:pt x="2008" y="1025"/>
                  <a:pt x="2026" y="1024"/>
                  <a:pt x="2042" y="1023"/>
                </a:cubicBezTo>
                <a:cubicBezTo>
                  <a:pt x="2063" y="1021"/>
                  <a:pt x="2083" y="1018"/>
                  <a:pt x="2104" y="1015"/>
                </a:cubicBezTo>
                <a:lnTo>
                  <a:pt x="2104" y="1015"/>
                </a:lnTo>
                <a:cubicBezTo>
                  <a:pt x="2127" y="1013"/>
                  <a:pt x="2151" y="1010"/>
                  <a:pt x="2175" y="1006"/>
                </a:cubicBezTo>
                <a:cubicBezTo>
                  <a:pt x="2200" y="1002"/>
                  <a:pt x="2223" y="998"/>
                  <a:pt x="2248" y="996"/>
                </a:cubicBezTo>
                <a:lnTo>
                  <a:pt x="2248" y="996"/>
                </a:lnTo>
                <a:cubicBezTo>
                  <a:pt x="2202" y="1002"/>
                  <a:pt x="2186" y="1004"/>
                  <a:pt x="2186" y="1004"/>
                </a:cubicBezTo>
                <a:cubicBezTo>
                  <a:pt x="2187" y="1004"/>
                  <a:pt x="2227" y="999"/>
                  <a:pt x="2246" y="998"/>
                </a:cubicBezTo>
                <a:cubicBezTo>
                  <a:pt x="2293" y="996"/>
                  <a:pt x="2341" y="991"/>
                  <a:pt x="2387" y="989"/>
                </a:cubicBezTo>
                <a:close/>
                <a:moveTo>
                  <a:pt x="2431" y="0"/>
                </a:moveTo>
                <a:cubicBezTo>
                  <a:pt x="2283" y="0"/>
                  <a:pt x="2134" y="12"/>
                  <a:pt x="1987" y="33"/>
                </a:cubicBezTo>
                <a:lnTo>
                  <a:pt x="1987" y="33"/>
                </a:lnTo>
                <a:cubicBezTo>
                  <a:pt x="1519" y="79"/>
                  <a:pt x="1082" y="246"/>
                  <a:pt x="738" y="578"/>
                </a:cubicBezTo>
                <a:cubicBezTo>
                  <a:pt x="443" y="863"/>
                  <a:pt x="236" y="1259"/>
                  <a:pt x="158" y="1661"/>
                </a:cubicBezTo>
                <a:cubicBezTo>
                  <a:pt x="0" y="2477"/>
                  <a:pt x="228" y="3403"/>
                  <a:pt x="896" y="3941"/>
                </a:cubicBezTo>
                <a:cubicBezTo>
                  <a:pt x="1283" y="4251"/>
                  <a:pt x="1777" y="4404"/>
                  <a:pt x="2272" y="4404"/>
                </a:cubicBezTo>
                <a:cubicBezTo>
                  <a:pt x="2762" y="4404"/>
                  <a:pt x="3253" y="4255"/>
                  <a:pt x="3645" y="3962"/>
                </a:cubicBezTo>
                <a:cubicBezTo>
                  <a:pt x="4395" y="3401"/>
                  <a:pt x="4700" y="2409"/>
                  <a:pt x="4443" y="1512"/>
                </a:cubicBezTo>
                <a:cubicBezTo>
                  <a:pt x="4302" y="1025"/>
                  <a:pt x="4003" y="604"/>
                  <a:pt x="3582" y="321"/>
                </a:cubicBezTo>
                <a:cubicBezTo>
                  <a:pt x="3236" y="89"/>
                  <a:pt x="2836" y="0"/>
                  <a:pt x="243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8" name="Google Shape;788;p32"/>
          <p:cNvSpPr/>
          <p:nvPr/>
        </p:nvSpPr>
        <p:spPr>
          <a:xfrm>
            <a:off x="2820000" y="4014063"/>
            <a:ext cx="146125" cy="136975"/>
          </a:xfrm>
          <a:custGeom>
            <a:rect b="b" l="l" r="r" t="t"/>
            <a:pathLst>
              <a:path extrusionOk="0" h="5479" w="5845">
                <a:moveTo>
                  <a:pt x="3075" y="4462"/>
                </a:moveTo>
                <a:cubicBezTo>
                  <a:pt x="3073" y="4462"/>
                  <a:pt x="3072" y="4463"/>
                  <a:pt x="3071" y="4463"/>
                </a:cubicBezTo>
                <a:lnTo>
                  <a:pt x="3071" y="4463"/>
                </a:lnTo>
                <a:cubicBezTo>
                  <a:pt x="3072" y="4463"/>
                  <a:pt x="3073" y="4462"/>
                  <a:pt x="3075" y="4462"/>
                </a:cubicBezTo>
                <a:close/>
                <a:moveTo>
                  <a:pt x="3051" y="4466"/>
                </a:moveTo>
                <a:cubicBezTo>
                  <a:pt x="3036" y="4468"/>
                  <a:pt x="3030" y="4469"/>
                  <a:pt x="3030" y="4469"/>
                </a:cubicBezTo>
                <a:cubicBezTo>
                  <a:pt x="3030" y="4469"/>
                  <a:pt x="3040" y="4467"/>
                  <a:pt x="3051" y="4466"/>
                </a:cubicBezTo>
                <a:close/>
                <a:moveTo>
                  <a:pt x="3032" y="988"/>
                </a:moveTo>
                <a:cubicBezTo>
                  <a:pt x="3081" y="988"/>
                  <a:pt x="3130" y="990"/>
                  <a:pt x="3180" y="993"/>
                </a:cubicBezTo>
                <a:cubicBezTo>
                  <a:pt x="3209" y="995"/>
                  <a:pt x="3237" y="997"/>
                  <a:pt x="3266" y="999"/>
                </a:cubicBezTo>
                <a:cubicBezTo>
                  <a:pt x="3274" y="999"/>
                  <a:pt x="3280" y="999"/>
                  <a:pt x="3284" y="1000"/>
                </a:cubicBezTo>
                <a:lnTo>
                  <a:pt x="3284" y="1000"/>
                </a:lnTo>
                <a:cubicBezTo>
                  <a:pt x="3395" y="1021"/>
                  <a:pt x="3505" y="1046"/>
                  <a:pt x="3612" y="1081"/>
                </a:cubicBezTo>
                <a:cubicBezTo>
                  <a:pt x="3641" y="1090"/>
                  <a:pt x="3709" y="1119"/>
                  <a:pt x="3711" y="1119"/>
                </a:cubicBezTo>
                <a:cubicBezTo>
                  <a:pt x="3712" y="1119"/>
                  <a:pt x="3702" y="1114"/>
                  <a:pt x="3673" y="1100"/>
                </a:cubicBezTo>
                <a:lnTo>
                  <a:pt x="3673" y="1100"/>
                </a:lnTo>
                <a:cubicBezTo>
                  <a:pt x="3730" y="1125"/>
                  <a:pt x="3787" y="1153"/>
                  <a:pt x="3841" y="1184"/>
                </a:cubicBezTo>
                <a:cubicBezTo>
                  <a:pt x="3883" y="1208"/>
                  <a:pt x="3923" y="1235"/>
                  <a:pt x="3966" y="1262"/>
                </a:cubicBezTo>
                <a:cubicBezTo>
                  <a:pt x="3985" y="1274"/>
                  <a:pt x="3997" y="1281"/>
                  <a:pt x="4005" y="1285"/>
                </a:cubicBezTo>
                <a:lnTo>
                  <a:pt x="4005" y="1285"/>
                </a:lnTo>
                <a:cubicBezTo>
                  <a:pt x="4007" y="1287"/>
                  <a:pt x="4009" y="1289"/>
                  <a:pt x="4012" y="1292"/>
                </a:cubicBezTo>
                <a:cubicBezTo>
                  <a:pt x="4096" y="1368"/>
                  <a:pt x="4181" y="1443"/>
                  <a:pt x="4254" y="1530"/>
                </a:cubicBezTo>
                <a:cubicBezTo>
                  <a:pt x="4264" y="1542"/>
                  <a:pt x="4273" y="1553"/>
                  <a:pt x="4283" y="1565"/>
                </a:cubicBezTo>
                <a:lnTo>
                  <a:pt x="4283" y="1565"/>
                </a:lnTo>
                <a:cubicBezTo>
                  <a:pt x="4284" y="1566"/>
                  <a:pt x="4285" y="1568"/>
                  <a:pt x="4286" y="1570"/>
                </a:cubicBezTo>
                <a:cubicBezTo>
                  <a:pt x="4315" y="1614"/>
                  <a:pt x="4347" y="1656"/>
                  <a:pt x="4374" y="1703"/>
                </a:cubicBezTo>
                <a:cubicBezTo>
                  <a:pt x="4400" y="1743"/>
                  <a:pt x="4423" y="1785"/>
                  <a:pt x="4444" y="1827"/>
                </a:cubicBezTo>
                <a:cubicBezTo>
                  <a:pt x="4458" y="1852"/>
                  <a:pt x="4499" y="1948"/>
                  <a:pt x="4501" y="1948"/>
                </a:cubicBezTo>
                <a:cubicBezTo>
                  <a:pt x="4501" y="1948"/>
                  <a:pt x="4497" y="1936"/>
                  <a:pt x="4484" y="1903"/>
                </a:cubicBezTo>
                <a:lnTo>
                  <a:pt x="4484" y="1903"/>
                </a:lnTo>
                <a:cubicBezTo>
                  <a:pt x="4520" y="1991"/>
                  <a:pt x="4551" y="2082"/>
                  <a:pt x="4577" y="2174"/>
                </a:cubicBezTo>
                <a:cubicBezTo>
                  <a:pt x="4589" y="2221"/>
                  <a:pt x="4600" y="2267"/>
                  <a:pt x="4610" y="2314"/>
                </a:cubicBezTo>
                <a:cubicBezTo>
                  <a:pt x="4616" y="2344"/>
                  <a:pt x="4628" y="2444"/>
                  <a:pt x="4630" y="2444"/>
                </a:cubicBezTo>
                <a:cubicBezTo>
                  <a:pt x="4631" y="2444"/>
                  <a:pt x="4630" y="2431"/>
                  <a:pt x="4627" y="2396"/>
                </a:cubicBezTo>
                <a:lnTo>
                  <a:pt x="4627" y="2396"/>
                </a:lnTo>
                <a:cubicBezTo>
                  <a:pt x="4636" y="2497"/>
                  <a:pt x="4644" y="2600"/>
                  <a:pt x="4644" y="2703"/>
                </a:cubicBezTo>
                <a:cubicBezTo>
                  <a:pt x="4642" y="2756"/>
                  <a:pt x="4642" y="2811"/>
                  <a:pt x="4638" y="2865"/>
                </a:cubicBezTo>
                <a:cubicBezTo>
                  <a:pt x="4636" y="2887"/>
                  <a:pt x="4632" y="2911"/>
                  <a:pt x="4631" y="2933"/>
                </a:cubicBezTo>
                <a:lnTo>
                  <a:pt x="4631" y="2933"/>
                </a:lnTo>
                <a:cubicBezTo>
                  <a:pt x="4631" y="2933"/>
                  <a:pt x="4631" y="2933"/>
                  <a:pt x="4631" y="2933"/>
                </a:cubicBezTo>
                <a:cubicBezTo>
                  <a:pt x="4614" y="3034"/>
                  <a:pt x="4596" y="3135"/>
                  <a:pt x="4566" y="3234"/>
                </a:cubicBezTo>
                <a:cubicBezTo>
                  <a:pt x="4553" y="3280"/>
                  <a:pt x="4537" y="3327"/>
                  <a:pt x="4522" y="3373"/>
                </a:cubicBezTo>
                <a:cubicBezTo>
                  <a:pt x="4513" y="3396"/>
                  <a:pt x="4503" y="3417"/>
                  <a:pt x="4497" y="3441"/>
                </a:cubicBezTo>
                <a:cubicBezTo>
                  <a:pt x="4496" y="3441"/>
                  <a:pt x="4496" y="3441"/>
                  <a:pt x="4496" y="3441"/>
                </a:cubicBezTo>
                <a:lnTo>
                  <a:pt x="4496" y="3441"/>
                </a:lnTo>
                <a:cubicBezTo>
                  <a:pt x="4494" y="3445"/>
                  <a:pt x="4491" y="3450"/>
                  <a:pt x="4488" y="3455"/>
                </a:cubicBezTo>
                <a:cubicBezTo>
                  <a:pt x="4440" y="3542"/>
                  <a:pt x="4400" y="3630"/>
                  <a:pt x="4347" y="3712"/>
                </a:cubicBezTo>
                <a:cubicBezTo>
                  <a:pt x="4337" y="3727"/>
                  <a:pt x="4283" y="3802"/>
                  <a:pt x="4272" y="3820"/>
                </a:cubicBezTo>
                <a:lnTo>
                  <a:pt x="4272" y="3820"/>
                </a:lnTo>
                <a:cubicBezTo>
                  <a:pt x="4267" y="3826"/>
                  <a:pt x="4263" y="3832"/>
                  <a:pt x="4261" y="3835"/>
                </a:cubicBezTo>
                <a:cubicBezTo>
                  <a:pt x="4235" y="3862"/>
                  <a:pt x="4210" y="3891"/>
                  <a:pt x="4185" y="3919"/>
                </a:cubicBezTo>
                <a:cubicBezTo>
                  <a:pt x="4151" y="3955"/>
                  <a:pt x="4115" y="3990"/>
                  <a:pt x="4077" y="4024"/>
                </a:cubicBezTo>
                <a:cubicBezTo>
                  <a:pt x="4063" y="4037"/>
                  <a:pt x="3977" y="4106"/>
                  <a:pt x="3981" y="4106"/>
                </a:cubicBezTo>
                <a:cubicBezTo>
                  <a:pt x="3982" y="4106"/>
                  <a:pt x="3992" y="4099"/>
                  <a:pt x="4016" y="4081"/>
                </a:cubicBezTo>
                <a:lnTo>
                  <a:pt x="4016" y="4081"/>
                </a:lnTo>
                <a:cubicBezTo>
                  <a:pt x="3919" y="4153"/>
                  <a:pt x="3818" y="4216"/>
                  <a:pt x="3713" y="4271"/>
                </a:cubicBezTo>
                <a:cubicBezTo>
                  <a:pt x="3692" y="4282"/>
                  <a:pt x="3605" y="4320"/>
                  <a:pt x="3609" y="4320"/>
                </a:cubicBezTo>
                <a:cubicBezTo>
                  <a:pt x="3609" y="4320"/>
                  <a:pt x="3609" y="4320"/>
                  <a:pt x="3611" y="4319"/>
                </a:cubicBezTo>
                <a:lnTo>
                  <a:pt x="3611" y="4319"/>
                </a:lnTo>
                <a:cubicBezTo>
                  <a:pt x="3569" y="4335"/>
                  <a:pt x="3527" y="4350"/>
                  <a:pt x="3483" y="4365"/>
                </a:cubicBezTo>
                <a:cubicBezTo>
                  <a:pt x="3353" y="4408"/>
                  <a:pt x="3218" y="4437"/>
                  <a:pt x="3083" y="4460"/>
                </a:cubicBezTo>
                <a:cubicBezTo>
                  <a:pt x="3075" y="4462"/>
                  <a:pt x="3068" y="4463"/>
                  <a:pt x="3062" y="4464"/>
                </a:cubicBezTo>
                <a:lnTo>
                  <a:pt x="3062" y="4464"/>
                </a:lnTo>
                <a:cubicBezTo>
                  <a:pt x="3028" y="4467"/>
                  <a:pt x="2994" y="4471"/>
                  <a:pt x="2959" y="4473"/>
                </a:cubicBezTo>
                <a:cubicBezTo>
                  <a:pt x="2900" y="4477"/>
                  <a:pt x="2841" y="4481"/>
                  <a:pt x="2782" y="4481"/>
                </a:cubicBezTo>
                <a:cubicBezTo>
                  <a:pt x="2718" y="4481"/>
                  <a:pt x="2653" y="4479"/>
                  <a:pt x="2590" y="4475"/>
                </a:cubicBezTo>
                <a:cubicBezTo>
                  <a:pt x="2563" y="4473"/>
                  <a:pt x="2536" y="4471"/>
                  <a:pt x="2509" y="4469"/>
                </a:cubicBezTo>
                <a:lnTo>
                  <a:pt x="2509" y="4469"/>
                </a:lnTo>
                <a:cubicBezTo>
                  <a:pt x="2506" y="4468"/>
                  <a:pt x="2503" y="4467"/>
                  <a:pt x="2499" y="4467"/>
                </a:cubicBezTo>
                <a:cubicBezTo>
                  <a:pt x="2392" y="4445"/>
                  <a:pt x="2287" y="4422"/>
                  <a:pt x="2181" y="4389"/>
                </a:cubicBezTo>
                <a:cubicBezTo>
                  <a:pt x="2154" y="4379"/>
                  <a:pt x="2102" y="4357"/>
                  <a:pt x="2090" y="4352"/>
                </a:cubicBezTo>
                <a:lnTo>
                  <a:pt x="2090" y="4352"/>
                </a:lnTo>
                <a:cubicBezTo>
                  <a:pt x="2048" y="4332"/>
                  <a:pt x="2007" y="4312"/>
                  <a:pt x="1966" y="4290"/>
                </a:cubicBezTo>
                <a:cubicBezTo>
                  <a:pt x="1924" y="4266"/>
                  <a:pt x="1884" y="4241"/>
                  <a:pt x="1844" y="4214"/>
                </a:cubicBezTo>
                <a:cubicBezTo>
                  <a:pt x="1820" y="4198"/>
                  <a:pt x="1770" y="4158"/>
                  <a:pt x="1769" y="4158"/>
                </a:cubicBezTo>
                <a:lnTo>
                  <a:pt x="1769" y="4158"/>
                </a:lnTo>
                <a:cubicBezTo>
                  <a:pt x="1769" y="4158"/>
                  <a:pt x="1769" y="4158"/>
                  <a:pt x="1770" y="4159"/>
                </a:cubicBezTo>
                <a:lnTo>
                  <a:pt x="1770" y="4159"/>
                </a:lnTo>
                <a:cubicBezTo>
                  <a:pt x="1698" y="4097"/>
                  <a:pt x="1630" y="4032"/>
                  <a:pt x="1566" y="3961"/>
                </a:cubicBezTo>
                <a:cubicBezTo>
                  <a:pt x="1559" y="3952"/>
                  <a:pt x="1523" y="3908"/>
                  <a:pt x="1505" y="3886"/>
                </a:cubicBezTo>
                <a:lnTo>
                  <a:pt x="1505" y="3886"/>
                </a:lnTo>
                <a:cubicBezTo>
                  <a:pt x="1487" y="3859"/>
                  <a:pt x="1452" y="3809"/>
                  <a:pt x="1446" y="3799"/>
                </a:cubicBezTo>
                <a:cubicBezTo>
                  <a:pt x="1389" y="3710"/>
                  <a:pt x="1347" y="3618"/>
                  <a:pt x="1296" y="3525"/>
                </a:cubicBezTo>
                <a:cubicBezTo>
                  <a:pt x="1293" y="3520"/>
                  <a:pt x="1291" y="3516"/>
                  <a:pt x="1289" y="3513"/>
                </a:cubicBezTo>
                <a:lnTo>
                  <a:pt x="1289" y="3513"/>
                </a:lnTo>
                <a:cubicBezTo>
                  <a:pt x="1287" y="3505"/>
                  <a:pt x="1284" y="3496"/>
                  <a:pt x="1280" y="3485"/>
                </a:cubicBezTo>
                <a:cubicBezTo>
                  <a:pt x="1263" y="3441"/>
                  <a:pt x="1248" y="3396"/>
                  <a:pt x="1233" y="3352"/>
                </a:cubicBezTo>
                <a:cubicBezTo>
                  <a:pt x="1202" y="3251"/>
                  <a:pt x="1176" y="3150"/>
                  <a:pt x="1157" y="3047"/>
                </a:cubicBezTo>
                <a:cubicBezTo>
                  <a:pt x="1153" y="3023"/>
                  <a:pt x="1148" y="2988"/>
                  <a:pt x="1146" y="2969"/>
                </a:cubicBezTo>
                <a:lnTo>
                  <a:pt x="1146" y="2969"/>
                </a:lnTo>
                <a:cubicBezTo>
                  <a:pt x="1142" y="2928"/>
                  <a:pt x="1138" y="2887"/>
                  <a:pt x="1134" y="2847"/>
                </a:cubicBezTo>
                <a:cubicBezTo>
                  <a:pt x="1128" y="2743"/>
                  <a:pt x="1130" y="2638"/>
                  <a:pt x="1136" y="2533"/>
                </a:cubicBezTo>
                <a:cubicBezTo>
                  <a:pt x="1138" y="2513"/>
                  <a:pt x="1146" y="2433"/>
                  <a:pt x="1149" y="2401"/>
                </a:cubicBezTo>
                <a:lnTo>
                  <a:pt x="1149" y="2401"/>
                </a:lnTo>
                <a:cubicBezTo>
                  <a:pt x="1155" y="2369"/>
                  <a:pt x="1164" y="2316"/>
                  <a:pt x="1166" y="2301"/>
                </a:cubicBezTo>
                <a:cubicBezTo>
                  <a:pt x="1191" y="2189"/>
                  <a:pt x="1225" y="2080"/>
                  <a:pt x="1261" y="1970"/>
                </a:cubicBezTo>
                <a:cubicBezTo>
                  <a:pt x="1267" y="1952"/>
                  <a:pt x="1270" y="1940"/>
                  <a:pt x="1272" y="1933"/>
                </a:cubicBezTo>
                <a:lnTo>
                  <a:pt x="1272" y="1933"/>
                </a:lnTo>
                <a:cubicBezTo>
                  <a:pt x="1276" y="1925"/>
                  <a:pt x="1282" y="1914"/>
                  <a:pt x="1290" y="1898"/>
                </a:cubicBezTo>
                <a:cubicBezTo>
                  <a:pt x="1315" y="1848"/>
                  <a:pt x="1341" y="1797"/>
                  <a:pt x="1370" y="1747"/>
                </a:cubicBezTo>
                <a:cubicBezTo>
                  <a:pt x="1398" y="1698"/>
                  <a:pt x="1429" y="1652"/>
                  <a:pt x="1461" y="1604"/>
                </a:cubicBezTo>
                <a:cubicBezTo>
                  <a:pt x="1470" y="1590"/>
                  <a:pt x="1476" y="1580"/>
                  <a:pt x="1480" y="1574"/>
                </a:cubicBezTo>
                <a:lnTo>
                  <a:pt x="1480" y="1574"/>
                </a:lnTo>
                <a:cubicBezTo>
                  <a:pt x="1484" y="1570"/>
                  <a:pt x="1489" y="1565"/>
                  <a:pt x="1497" y="1557"/>
                </a:cubicBezTo>
                <a:cubicBezTo>
                  <a:pt x="1572" y="1477"/>
                  <a:pt x="1648" y="1401"/>
                  <a:pt x="1728" y="1328"/>
                </a:cubicBezTo>
                <a:cubicBezTo>
                  <a:pt x="1729" y="1327"/>
                  <a:pt x="1729" y="1327"/>
                  <a:pt x="1730" y="1326"/>
                </a:cubicBezTo>
                <a:lnTo>
                  <a:pt x="1730" y="1326"/>
                </a:lnTo>
                <a:cubicBezTo>
                  <a:pt x="1753" y="1312"/>
                  <a:pt x="1774" y="1295"/>
                  <a:pt x="1796" y="1281"/>
                </a:cubicBezTo>
                <a:cubicBezTo>
                  <a:pt x="1846" y="1248"/>
                  <a:pt x="1899" y="1218"/>
                  <a:pt x="1952" y="1191"/>
                </a:cubicBezTo>
                <a:cubicBezTo>
                  <a:pt x="1973" y="1180"/>
                  <a:pt x="1996" y="1170"/>
                  <a:pt x="2015" y="1159"/>
                </a:cubicBezTo>
                <a:cubicBezTo>
                  <a:pt x="2019" y="1157"/>
                  <a:pt x="2023" y="1154"/>
                  <a:pt x="2026" y="1152"/>
                </a:cubicBezTo>
                <a:lnTo>
                  <a:pt x="2026" y="1152"/>
                </a:lnTo>
                <a:cubicBezTo>
                  <a:pt x="2028" y="1152"/>
                  <a:pt x="2030" y="1151"/>
                  <a:pt x="2032" y="1151"/>
                </a:cubicBezTo>
                <a:cubicBezTo>
                  <a:pt x="2093" y="1132"/>
                  <a:pt x="2152" y="1108"/>
                  <a:pt x="2213" y="1092"/>
                </a:cubicBezTo>
                <a:cubicBezTo>
                  <a:pt x="2272" y="1075"/>
                  <a:pt x="2329" y="1064"/>
                  <a:pt x="2388" y="1052"/>
                </a:cubicBezTo>
                <a:cubicBezTo>
                  <a:pt x="2406" y="1047"/>
                  <a:pt x="2452" y="1041"/>
                  <a:pt x="2450" y="1041"/>
                </a:cubicBezTo>
                <a:lnTo>
                  <a:pt x="2450" y="1041"/>
                </a:lnTo>
                <a:cubicBezTo>
                  <a:pt x="2449" y="1041"/>
                  <a:pt x="2434" y="1042"/>
                  <a:pt x="2396" y="1047"/>
                </a:cubicBezTo>
                <a:cubicBezTo>
                  <a:pt x="2438" y="1041"/>
                  <a:pt x="2480" y="1037"/>
                  <a:pt x="2523" y="1035"/>
                </a:cubicBezTo>
                <a:cubicBezTo>
                  <a:pt x="2551" y="1033"/>
                  <a:pt x="2579" y="1028"/>
                  <a:pt x="2607" y="1022"/>
                </a:cubicBezTo>
                <a:lnTo>
                  <a:pt x="2607" y="1022"/>
                </a:lnTo>
                <a:cubicBezTo>
                  <a:pt x="2623" y="1021"/>
                  <a:pt x="2639" y="1018"/>
                  <a:pt x="2655" y="1016"/>
                </a:cubicBezTo>
                <a:cubicBezTo>
                  <a:pt x="2677" y="1012"/>
                  <a:pt x="2699" y="1009"/>
                  <a:pt x="2720" y="1006"/>
                </a:cubicBezTo>
                <a:lnTo>
                  <a:pt x="2720" y="1006"/>
                </a:lnTo>
                <a:cubicBezTo>
                  <a:pt x="2727" y="1005"/>
                  <a:pt x="2777" y="1000"/>
                  <a:pt x="2792" y="999"/>
                </a:cubicBezTo>
                <a:cubicBezTo>
                  <a:pt x="2853" y="995"/>
                  <a:pt x="2917" y="991"/>
                  <a:pt x="2978" y="988"/>
                </a:cubicBezTo>
                <a:cubicBezTo>
                  <a:pt x="2996" y="988"/>
                  <a:pt x="3014" y="988"/>
                  <a:pt x="3032" y="988"/>
                </a:cubicBezTo>
                <a:close/>
                <a:moveTo>
                  <a:pt x="3031" y="0"/>
                </a:moveTo>
                <a:cubicBezTo>
                  <a:pt x="2841" y="0"/>
                  <a:pt x="2651" y="16"/>
                  <a:pt x="2463" y="44"/>
                </a:cubicBezTo>
                <a:lnTo>
                  <a:pt x="2463" y="44"/>
                </a:lnTo>
                <a:cubicBezTo>
                  <a:pt x="1887" y="101"/>
                  <a:pt x="1345" y="305"/>
                  <a:pt x="921" y="715"/>
                </a:cubicBezTo>
                <a:cubicBezTo>
                  <a:pt x="551" y="1073"/>
                  <a:pt x="298" y="1566"/>
                  <a:pt x="199" y="2071"/>
                </a:cubicBezTo>
                <a:cubicBezTo>
                  <a:pt x="1" y="3089"/>
                  <a:pt x="296" y="4250"/>
                  <a:pt x="1128" y="4915"/>
                </a:cubicBezTo>
                <a:cubicBezTo>
                  <a:pt x="1602" y="5295"/>
                  <a:pt x="2207" y="5479"/>
                  <a:pt x="2815" y="5479"/>
                </a:cubicBezTo>
                <a:cubicBezTo>
                  <a:pt x="3435" y="5479"/>
                  <a:pt x="4059" y="5288"/>
                  <a:pt x="4551" y="4917"/>
                </a:cubicBezTo>
                <a:cubicBezTo>
                  <a:pt x="5478" y="4222"/>
                  <a:pt x="5845" y="2981"/>
                  <a:pt x="5529" y="1873"/>
                </a:cubicBezTo>
                <a:cubicBezTo>
                  <a:pt x="5356" y="1275"/>
                  <a:pt x="4989" y="750"/>
                  <a:pt x="4469" y="401"/>
                </a:cubicBezTo>
                <a:cubicBezTo>
                  <a:pt x="4037" y="112"/>
                  <a:pt x="3537" y="0"/>
                  <a:pt x="303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9" name="Google Shape;789;p32"/>
          <p:cNvSpPr/>
          <p:nvPr/>
        </p:nvSpPr>
        <p:spPr>
          <a:xfrm>
            <a:off x="3680113" y="1211563"/>
            <a:ext cx="117525" cy="110100"/>
          </a:xfrm>
          <a:custGeom>
            <a:rect b="b" l="l" r="r" t="t"/>
            <a:pathLst>
              <a:path extrusionOk="0" h="4404" w="4701">
                <a:moveTo>
                  <a:pt x="1951" y="1032"/>
                </a:moveTo>
                <a:cubicBezTo>
                  <a:pt x="1950" y="1033"/>
                  <a:pt x="1949" y="1033"/>
                  <a:pt x="1947" y="1033"/>
                </a:cubicBezTo>
                <a:cubicBezTo>
                  <a:pt x="1948" y="1033"/>
                  <a:pt x="1950" y="1033"/>
                  <a:pt x="1951" y="1032"/>
                </a:cubicBezTo>
                <a:close/>
                <a:moveTo>
                  <a:pt x="2857" y="1059"/>
                </a:moveTo>
                <a:cubicBezTo>
                  <a:pt x="2871" y="1059"/>
                  <a:pt x="2889" y="1066"/>
                  <a:pt x="2907" y="1075"/>
                </a:cubicBezTo>
                <a:lnTo>
                  <a:pt x="2907" y="1075"/>
                </a:lnTo>
                <a:cubicBezTo>
                  <a:pt x="2887" y="1068"/>
                  <a:pt x="2858" y="1059"/>
                  <a:pt x="2857" y="1059"/>
                </a:cubicBezTo>
                <a:close/>
                <a:moveTo>
                  <a:pt x="3091" y="1185"/>
                </a:moveTo>
                <a:cubicBezTo>
                  <a:pt x="3091" y="1185"/>
                  <a:pt x="3091" y="1185"/>
                  <a:pt x="3091" y="1185"/>
                </a:cubicBezTo>
                <a:lnTo>
                  <a:pt x="3091" y="1185"/>
                </a:lnTo>
                <a:cubicBezTo>
                  <a:pt x="3091" y="1185"/>
                  <a:pt x="3091" y="1185"/>
                  <a:pt x="3091" y="1185"/>
                </a:cubicBezTo>
                <a:close/>
                <a:moveTo>
                  <a:pt x="3104" y="1198"/>
                </a:moveTo>
                <a:cubicBezTo>
                  <a:pt x="3111" y="1203"/>
                  <a:pt x="3118" y="1208"/>
                  <a:pt x="3125" y="1213"/>
                </a:cubicBezTo>
                <a:cubicBezTo>
                  <a:pt x="3142" y="1224"/>
                  <a:pt x="3149" y="1229"/>
                  <a:pt x="3148" y="1229"/>
                </a:cubicBezTo>
                <a:cubicBezTo>
                  <a:pt x="3148" y="1229"/>
                  <a:pt x="3121" y="1211"/>
                  <a:pt x="3104" y="1198"/>
                </a:cubicBezTo>
                <a:close/>
                <a:moveTo>
                  <a:pt x="1747" y="3319"/>
                </a:moveTo>
                <a:cubicBezTo>
                  <a:pt x="1767" y="3326"/>
                  <a:pt x="1803" y="3338"/>
                  <a:pt x="1802" y="3338"/>
                </a:cubicBezTo>
                <a:cubicBezTo>
                  <a:pt x="1800" y="3339"/>
                  <a:pt x="1799" y="3339"/>
                  <a:pt x="1797" y="3339"/>
                </a:cubicBezTo>
                <a:cubicBezTo>
                  <a:pt x="1785" y="3339"/>
                  <a:pt x="1766" y="3330"/>
                  <a:pt x="1747" y="3319"/>
                </a:cubicBezTo>
                <a:close/>
                <a:moveTo>
                  <a:pt x="2463" y="3393"/>
                </a:moveTo>
                <a:cubicBezTo>
                  <a:pt x="2461" y="3393"/>
                  <a:pt x="2459" y="3393"/>
                  <a:pt x="2456" y="3393"/>
                </a:cubicBezTo>
                <a:lnTo>
                  <a:pt x="2456" y="3393"/>
                </a:lnTo>
                <a:cubicBezTo>
                  <a:pt x="2459" y="3393"/>
                  <a:pt x="2462" y="3393"/>
                  <a:pt x="2463" y="3393"/>
                </a:cubicBezTo>
                <a:close/>
                <a:moveTo>
                  <a:pt x="2387" y="989"/>
                </a:moveTo>
                <a:cubicBezTo>
                  <a:pt x="2440" y="989"/>
                  <a:pt x="2491" y="989"/>
                  <a:pt x="2541" y="993"/>
                </a:cubicBezTo>
                <a:cubicBezTo>
                  <a:pt x="2560" y="993"/>
                  <a:pt x="2582" y="997"/>
                  <a:pt x="2601" y="998"/>
                </a:cubicBezTo>
                <a:lnTo>
                  <a:pt x="2601" y="998"/>
                </a:lnTo>
                <a:cubicBezTo>
                  <a:pt x="2682" y="1018"/>
                  <a:pt x="2761" y="1029"/>
                  <a:pt x="2840" y="1057"/>
                </a:cubicBezTo>
                <a:cubicBezTo>
                  <a:pt x="2857" y="1061"/>
                  <a:pt x="2876" y="1069"/>
                  <a:pt x="2895" y="1076"/>
                </a:cubicBezTo>
                <a:cubicBezTo>
                  <a:pt x="2906" y="1079"/>
                  <a:pt x="2914" y="1081"/>
                  <a:pt x="2919" y="1082"/>
                </a:cubicBezTo>
                <a:lnTo>
                  <a:pt x="2919" y="1082"/>
                </a:lnTo>
                <a:cubicBezTo>
                  <a:pt x="2944" y="1096"/>
                  <a:pt x="2968" y="1113"/>
                  <a:pt x="2984" y="1122"/>
                </a:cubicBezTo>
                <a:cubicBezTo>
                  <a:pt x="3015" y="1139"/>
                  <a:pt x="3049" y="1160"/>
                  <a:pt x="3080" y="1181"/>
                </a:cubicBezTo>
                <a:cubicBezTo>
                  <a:pt x="3084" y="1184"/>
                  <a:pt x="3088" y="1186"/>
                  <a:pt x="3092" y="1189"/>
                </a:cubicBezTo>
                <a:lnTo>
                  <a:pt x="3092" y="1189"/>
                </a:lnTo>
                <a:cubicBezTo>
                  <a:pt x="3107" y="1217"/>
                  <a:pt x="3258" y="1347"/>
                  <a:pt x="3274" y="1366"/>
                </a:cubicBezTo>
                <a:cubicBezTo>
                  <a:pt x="3278" y="1370"/>
                  <a:pt x="3281" y="1374"/>
                  <a:pt x="3284" y="1378"/>
                </a:cubicBezTo>
                <a:lnTo>
                  <a:pt x="3284" y="1378"/>
                </a:lnTo>
                <a:cubicBezTo>
                  <a:pt x="3304" y="1410"/>
                  <a:pt x="3328" y="1440"/>
                  <a:pt x="3348" y="1474"/>
                </a:cubicBezTo>
                <a:cubicBezTo>
                  <a:pt x="3367" y="1503"/>
                  <a:pt x="3386" y="1535"/>
                  <a:pt x="3403" y="1569"/>
                </a:cubicBezTo>
                <a:cubicBezTo>
                  <a:pt x="3409" y="1579"/>
                  <a:pt x="3414" y="1591"/>
                  <a:pt x="3420" y="1604"/>
                </a:cubicBezTo>
                <a:lnTo>
                  <a:pt x="3420" y="1604"/>
                </a:lnTo>
                <a:cubicBezTo>
                  <a:pt x="3420" y="1602"/>
                  <a:pt x="3420" y="1600"/>
                  <a:pt x="3420" y="1598"/>
                </a:cubicBezTo>
                <a:lnTo>
                  <a:pt x="3420" y="1598"/>
                </a:lnTo>
                <a:cubicBezTo>
                  <a:pt x="3420" y="1600"/>
                  <a:pt x="3420" y="1602"/>
                  <a:pt x="3420" y="1604"/>
                </a:cubicBezTo>
                <a:lnTo>
                  <a:pt x="3420" y="1604"/>
                </a:lnTo>
                <a:cubicBezTo>
                  <a:pt x="3420" y="1604"/>
                  <a:pt x="3420" y="1604"/>
                  <a:pt x="3420" y="1604"/>
                </a:cubicBezTo>
                <a:lnTo>
                  <a:pt x="3420" y="1604"/>
                </a:lnTo>
                <a:cubicBezTo>
                  <a:pt x="3420" y="1621"/>
                  <a:pt x="3423" y="1634"/>
                  <a:pt x="3427" y="1644"/>
                </a:cubicBezTo>
                <a:lnTo>
                  <a:pt x="3427" y="1644"/>
                </a:lnTo>
                <a:cubicBezTo>
                  <a:pt x="3423" y="1630"/>
                  <a:pt x="3420" y="1616"/>
                  <a:pt x="3420" y="1604"/>
                </a:cubicBezTo>
                <a:lnTo>
                  <a:pt x="3420" y="1604"/>
                </a:lnTo>
                <a:cubicBezTo>
                  <a:pt x="3422" y="1608"/>
                  <a:pt x="3424" y="1613"/>
                  <a:pt x="3426" y="1617"/>
                </a:cubicBezTo>
                <a:cubicBezTo>
                  <a:pt x="3442" y="1646"/>
                  <a:pt x="3443" y="1659"/>
                  <a:pt x="3439" y="1659"/>
                </a:cubicBezTo>
                <a:cubicBezTo>
                  <a:pt x="3436" y="1659"/>
                  <a:pt x="3432" y="1654"/>
                  <a:pt x="3427" y="1644"/>
                </a:cubicBezTo>
                <a:lnTo>
                  <a:pt x="3427" y="1644"/>
                </a:lnTo>
                <a:cubicBezTo>
                  <a:pt x="3443" y="1697"/>
                  <a:pt x="3479" y="1760"/>
                  <a:pt x="3491" y="1802"/>
                </a:cubicBezTo>
                <a:cubicBezTo>
                  <a:pt x="3500" y="1838"/>
                  <a:pt x="3508" y="1874"/>
                  <a:pt x="3517" y="1910"/>
                </a:cubicBezTo>
                <a:cubicBezTo>
                  <a:pt x="3521" y="1933"/>
                  <a:pt x="3525" y="1954"/>
                  <a:pt x="3529" y="1977"/>
                </a:cubicBezTo>
                <a:cubicBezTo>
                  <a:pt x="3534" y="2005"/>
                  <a:pt x="3537" y="2015"/>
                  <a:pt x="3538" y="2015"/>
                </a:cubicBezTo>
                <a:cubicBezTo>
                  <a:pt x="3540" y="2015"/>
                  <a:pt x="3530" y="1942"/>
                  <a:pt x="3525" y="1939"/>
                </a:cubicBezTo>
                <a:lnTo>
                  <a:pt x="3525" y="1939"/>
                </a:lnTo>
                <a:cubicBezTo>
                  <a:pt x="3550" y="1954"/>
                  <a:pt x="3538" y="2142"/>
                  <a:pt x="3538" y="2173"/>
                </a:cubicBezTo>
                <a:cubicBezTo>
                  <a:pt x="3538" y="2215"/>
                  <a:pt x="3535" y="2257"/>
                  <a:pt x="3533" y="2297"/>
                </a:cubicBezTo>
                <a:cubicBezTo>
                  <a:pt x="3532" y="2312"/>
                  <a:pt x="3530" y="2326"/>
                  <a:pt x="3529" y="2339"/>
                </a:cubicBezTo>
                <a:lnTo>
                  <a:pt x="3529" y="2339"/>
                </a:lnTo>
                <a:cubicBezTo>
                  <a:pt x="3514" y="2409"/>
                  <a:pt x="3504" y="2477"/>
                  <a:pt x="3483" y="2546"/>
                </a:cubicBezTo>
                <a:cubicBezTo>
                  <a:pt x="3472" y="2582"/>
                  <a:pt x="3462" y="2618"/>
                  <a:pt x="3449" y="2651"/>
                </a:cubicBezTo>
                <a:cubicBezTo>
                  <a:pt x="3445" y="2663"/>
                  <a:pt x="3440" y="2676"/>
                  <a:pt x="3436" y="2688"/>
                </a:cubicBezTo>
                <a:lnTo>
                  <a:pt x="3436" y="2688"/>
                </a:lnTo>
                <a:cubicBezTo>
                  <a:pt x="3398" y="2751"/>
                  <a:pt x="3369" y="2818"/>
                  <a:pt x="3329" y="2881"/>
                </a:cubicBezTo>
                <a:cubicBezTo>
                  <a:pt x="3324" y="2889"/>
                  <a:pt x="3300" y="2922"/>
                  <a:pt x="3284" y="2945"/>
                </a:cubicBezTo>
                <a:lnTo>
                  <a:pt x="3284" y="2945"/>
                </a:lnTo>
                <a:cubicBezTo>
                  <a:pt x="3263" y="2968"/>
                  <a:pt x="3232" y="3005"/>
                  <a:pt x="3224" y="3014"/>
                </a:cubicBezTo>
                <a:cubicBezTo>
                  <a:pt x="3198" y="3041"/>
                  <a:pt x="3171" y="3069"/>
                  <a:pt x="3142" y="3094"/>
                </a:cubicBezTo>
                <a:cubicBezTo>
                  <a:pt x="3127" y="3106"/>
                  <a:pt x="3112" y="3119"/>
                  <a:pt x="3099" y="3132"/>
                </a:cubicBezTo>
                <a:cubicBezTo>
                  <a:pt x="3075" y="3154"/>
                  <a:pt x="3071" y="3163"/>
                  <a:pt x="3076" y="3163"/>
                </a:cubicBezTo>
                <a:cubicBezTo>
                  <a:pt x="3076" y="3163"/>
                  <a:pt x="3077" y="3163"/>
                  <a:pt x="3078" y="3162"/>
                </a:cubicBezTo>
                <a:lnTo>
                  <a:pt x="3078" y="3162"/>
                </a:lnTo>
                <a:cubicBezTo>
                  <a:pt x="3021" y="3203"/>
                  <a:pt x="2923" y="3245"/>
                  <a:pt x="2889" y="3262"/>
                </a:cubicBezTo>
                <a:cubicBezTo>
                  <a:pt x="2863" y="3275"/>
                  <a:pt x="2803" y="3296"/>
                  <a:pt x="2805" y="3296"/>
                </a:cubicBezTo>
                <a:cubicBezTo>
                  <a:pt x="2806" y="3296"/>
                  <a:pt x="2822" y="3291"/>
                  <a:pt x="2866" y="3277"/>
                </a:cubicBezTo>
                <a:lnTo>
                  <a:pt x="2866" y="3277"/>
                </a:lnTo>
                <a:cubicBezTo>
                  <a:pt x="2823" y="3292"/>
                  <a:pt x="2783" y="3309"/>
                  <a:pt x="2741" y="3323"/>
                </a:cubicBezTo>
                <a:cubicBezTo>
                  <a:pt x="2642" y="3355"/>
                  <a:pt x="2541" y="3376"/>
                  <a:pt x="2438" y="3395"/>
                </a:cubicBezTo>
                <a:cubicBezTo>
                  <a:pt x="2437" y="3395"/>
                  <a:pt x="2437" y="3395"/>
                  <a:pt x="2437" y="3395"/>
                </a:cubicBezTo>
                <a:lnTo>
                  <a:pt x="2437" y="3395"/>
                </a:lnTo>
                <a:cubicBezTo>
                  <a:pt x="2416" y="3397"/>
                  <a:pt x="2395" y="3400"/>
                  <a:pt x="2375" y="3401"/>
                </a:cubicBezTo>
                <a:cubicBezTo>
                  <a:pt x="2330" y="3403"/>
                  <a:pt x="2284" y="3406"/>
                  <a:pt x="2240" y="3406"/>
                </a:cubicBezTo>
                <a:cubicBezTo>
                  <a:pt x="2226" y="3406"/>
                  <a:pt x="2211" y="3406"/>
                  <a:pt x="2197" y="3406"/>
                </a:cubicBezTo>
                <a:cubicBezTo>
                  <a:pt x="2163" y="3406"/>
                  <a:pt x="2129" y="3405"/>
                  <a:pt x="2094" y="3403"/>
                </a:cubicBezTo>
                <a:cubicBezTo>
                  <a:pt x="2081" y="3402"/>
                  <a:pt x="2067" y="3400"/>
                  <a:pt x="2054" y="3398"/>
                </a:cubicBezTo>
                <a:lnTo>
                  <a:pt x="2054" y="3398"/>
                </a:lnTo>
                <a:cubicBezTo>
                  <a:pt x="1975" y="3376"/>
                  <a:pt x="1893" y="3365"/>
                  <a:pt x="1814" y="3340"/>
                </a:cubicBezTo>
                <a:cubicBezTo>
                  <a:pt x="1797" y="3334"/>
                  <a:pt x="1778" y="3326"/>
                  <a:pt x="1762" y="3321"/>
                </a:cubicBezTo>
                <a:cubicBezTo>
                  <a:pt x="1752" y="3318"/>
                  <a:pt x="1745" y="3316"/>
                  <a:pt x="1740" y="3315"/>
                </a:cubicBezTo>
                <a:lnTo>
                  <a:pt x="1740" y="3315"/>
                </a:lnTo>
                <a:cubicBezTo>
                  <a:pt x="1716" y="3301"/>
                  <a:pt x="1691" y="3283"/>
                  <a:pt x="1679" y="3277"/>
                </a:cubicBezTo>
                <a:cubicBezTo>
                  <a:pt x="1648" y="3258"/>
                  <a:pt x="1616" y="3241"/>
                  <a:pt x="1587" y="3220"/>
                </a:cubicBezTo>
                <a:cubicBezTo>
                  <a:pt x="1572" y="3210"/>
                  <a:pt x="1557" y="3199"/>
                  <a:pt x="1543" y="3191"/>
                </a:cubicBezTo>
                <a:cubicBezTo>
                  <a:pt x="1525" y="3180"/>
                  <a:pt x="1519" y="3175"/>
                  <a:pt x="1519" y="3175"/>
                </a:cubicBezTo>
                <a:lnTo>
                  <a:pt x="1519" y="3175"/>
                </a:lnTo>
                <a:cubicBezTo>
                  <a:pt x="1518" y="3175"/>
                  <a:pt x="1582" y="3218"/>
                  <a:pt x="1580" y="3218"/>
                </a:cubicBezTo>
                <a:cubicBezTo>
                  <a:pt x="1580" y="3218"/>
                  <a:pt x="1579" y="3218"/>
                  <a:pt x="1578" y="3218"/>
                </a:cubicBezTo>
                <a:cubicBezTo>
                  <a:pt x="1542" y="3218"/>
                  <a:pt x="1420" y="3070"/>
                  <a:pt x="1399" y="3045"/>
                </a:cubicBezTo>
                <a:cubicBezTo>
                  <a:pt x="1384" y="3030"/>
                  <a:pt x="1353" y="2977"/>
                  <a:pt x="1351" y="2977"/>
                </a:cubicBezTo>
                <a:lnTo>
                  <a:pt x="1351" y="2977"/>
                </a:lnTo>
                <a:cubicBezTo>
                  <a:pt x="1350" y="2977"/>
                  <a:pt x="1354" y="2985"/>
                  <a:pt x="1363" y="3005"/>
                </a:cubicBezTo>
                <a:cubicBezTo>
                  <a:pt x="1372" y="3025"/>
                  <a:pt x="1375" y="3032"/>
                  <a:pt x="1374" y="3032"/>
                </a:cubicBezTo>
                <a:cubicBezTo>
                  <a:pt x="1372" y="3032"/>
                  <a:pt x="1335" y="2962"/>
                  <a:pt x="1326" y="2946"/>
                </a:cubicBezTo>
                <a:cubicBezTo>
                  <a:pt x="1285" y="2881"/>
                  <a:pt x="1252" y="2814"/>
                  <a:pt x="1215" y="2746"/>
                </a:cubicBezTo>
                <a:lnTo>
                  <a:pt x="1215" y="2746"/>
                </a:lnTo>
                <a:cubicBezTo>
                  <a:pt x="1214" y="2743"/>
                  <a:pt x="1213" y="2740"/>
                  <a:pt x="1212" y="2736"/>
                </a:cubicBezTo>
                <a:cubicBezTo>
                  <a:pt x="1199" y="2702"/>
                  <a:pt x="1187" y="2668"/>
                  <a:pt x="1176" y="2635"/>
                </a:cubicBezTo>
                <a:cubicBezTo>
                  <a:pt x="1153" y="2559"/>
                  <a:pt x="1132" y="2481"/>
                  <a:pt x="1119" y="2403"/>
                </a:cubicBezTo>
                <a:cubicBezTo>
                  <a:pt x="1119" y="2401"/>
                  <a:pt x="1118" y="2399"/>
                  <a:pt x="1118" y="2397"/>
                </a:cubicBezTo>
                <a:lnTo>
                  <a:pt x="1118" y="2397"/>
                </a:lnTo>
                <a:cubicBezTo>
                  <a:pt x="1122" y="2365"/>
                  <a:pt x="1108" y="2315"/>
                  <a:pt x="1106" y="2283"/>
                </a:cubicBezTo>
                <a:cubicBezTo>
                  <a:pt x="1102" y="2203"/>
                  <a:pt x="1102" y="2123"/>
                  <a:pt x="1106" y="2043"/>
                </a:cubicBezTo>
                <a:cubicBezTo>
                  <a:pt x="1107" y="2033"/>
                  <a:pt x="1110" y="2004"/>
                  <a:pt x="1113" y="1978"/>
                </a:cubicBezTo>
                <a:lnTo>
                  <a:pt x="1113" y="1978"/>
                </a:lnTo>
                <a:cubicBezTo>
                  <a:pt x="1117" y="1953"/>
                  <a:pt x="1123" y="1911"/>
                  <a:pt x="1125" y="1899"/>
                </a:cubicBezTo>
                <a:cubicBezTo>
                  <a:pt x="1144" y="1813"/>
                  <a:pt x="1170" y="1731"/>
                  <a:pt x="1197" y="1647"/>
                </a:cubicBezTo>
                <a:cubicBezTo>
                  <a:pt x="1199" y="1642"/>
                  <a:pt x="1200" y="1637"/>
                  <a:pt x="1201" y="1634"/>
                </a:cubicBezTo>
                <a:lnTo>
                  <a:pt x="1201" y="1634"/>
                </a:lnTo>
                <a:cubicBezTo>
                  <a:pt x="1203" y="1630"/>
                  <a:pt x="1205" y="1626"/>
                  <a:pt x="1208" y="1621"/>
                </a:cubicBezTo>
                <a:cubicBezTo>
                  <a:pt x="1227" y="1583"/>
                  <a:pt x="1246" y="1543"/>
                  <a:pt x="1269" y="1507"/>
                </a:cubicBezTo>
                <a:cubicBezTo>
                  <a:pt x="1290" y="1470"/>
                  <a:pt x="1313" y="1434"/>
                  <a:pt x="1338" y="1398"/>
                </a:cubicBezTo>
                <a:cubicBezTo>
                  <a:pt x="1341" y="1394"/>
                  <a:pt x="1344" y="1390"/>
                  <a:pt x="1346" y="1386"/>
                </a:cubicBezTo>
                <a:lnTo>
                  <a:pt x="1346" y="1386"/>
                </a:lnTo>
                <a:cubicBezTo>
                  <a:pt x="1346" y="1386"/>
                  <a:pt x="1346" y="1386"/>
                  <a:pt x="1347" y="1385"/>
                </a:cubicBezTo>
                <a:cubicBezTo>
                  <a:pt x="1399" y="1329"/>
                  <a:pt x="1454" y="1275"/>
                  <a:pt x="1511" y="1223"/>
                </a:cubicBezTo>
                <a:lnTo>
                  <a:pt x="1511" y="1223"/>
                </a:lnTo>
                <a:cubicBezTo>
                  <a:pt x="1524" y="1213"/>
                  <a:pt x="1537" y="1203"/>
                  <a:pt x="1551" y="1194"/>
                </a:cubicBezTo>
                <a:cubicBezTo>
                  <a:pt x="1589" y="1170"/>
                  <a:pt x="1627" y="1147"/>
                  <a:pt x="1667" y="1126"/>
                </a:cubicBezTo>
                <a:cubicBezTo>
                  <a:pt x="1682" y="1119"/>
                  <a:pt x="1697" y="1111"/>
                  <a:pt x="1712" y="1103"/>
                </a:cubicBezTo>
                <a:lnTo>
                  <a:pt x="1712" y="1103"/>
                </a:lnTo>
                <a:cubicBezTo>
                  <a:pt x="1755" y="1090"/>
                  <a:pt x="1797" y="1075"/>
                  <a:pt x="1840" y="1063"/>
                </a:cubicBezTo>
                <a:cubicBezTo>
                  <a:pt x="1884" y="1050"/>
                  <a:pt x="1928" y="1042"/>
                  <a:pt x="1970" y="1031"/>
                </a:cubicBezTo>
                <a:cubicBezTo>
                  <a:pt x="1976" y="1030"/>
                  <a:pt x="1983" y="1028"/>
                  <a:pt x="1990" y="1026"/>
                </a:cubicBezTo>
                <a:lnTo>
                  <a:pt x="1990" y="1026"/>
                </a:lnTo>
                <a:cubicBezTo>
                  <a:pt x="2008" y="1025"/>
                  <a:pt x="2026" y="1024"/>
                  <a:pt x="2042" y="1023"/>
                </a:cubicBezTo>
                <a:cubicBezTo>
                  <a:pt x="2063" y="1021"/>
                  <a:pt x="2083" y="1018"/>
                  <a:pt x="2104" y="1015"/>
                </a:cubicBezTo>
                <a:lnTo>
                  <a:pt x="2104" y="1015"/>
                </a:lnTo>
                <a:cubicBezTo>
                  <a:pt x="2127" y="1013"/>
                  <a:pt x="2151" y="1010"/>
                  <a:pt x="2175" y="1006"/>
                </a:cubicBezTo>
                <a:cubicBezTo>
                  <a:pt x="2200" y="1002"/>
                  <a:pt x="2223" y="998"/>
                  <a:pt x="2248" y="996"/>
                </a:cubicBezTo>
                <a:lnTo>
                  <a:pt x="2248" y="996"/>
                </a:lnTo>
                <a:cubicBezTo>
                  <a:pt x="2202" y="1002"/>
                  <a:pt x="2186" y="1004"/>
                  <a:pt x="2186" y="1004"/>
                </a:cubicBezTo>
                <a:cubicBezTo>
                  <a:pt x="2187" y="1004"/>
                  <a:pt x="2227" y="999"/>
                  <a:pt x="2246" y="998"/>
                </a:cubicBezTo>
                <a:cubicBezTo>
                  <a:pt x="2293" y="996"/>
                  <a:pt x="2341" y="991"/>
                  <a:pt x="2387" y="989"/>
                </a:cubicBezTo>
                <a:close/>
                <a:moveTo>
                  <a:pt x="2431" y="0"/>
                </a:moveTo>
                <a:cubicBezTo>
                  <a:pt x="2283" y="0"/>
                  <a:pt x="2134" y="12"/>
                  <a:pt x="1987" y="33"/>
                </a:cubicBezTo>
                <a:lnTo>
                  <a:pt x="1987" y="33"/>
                </a:lnTo>
                <a:cubicBezTo>
                  <a:pt x="1519" y="79"/>
                  <a:pt x="1082" y="246"/>
                  <a:pt x="738" y="578"/>
                </a:cubicBezTo>
                <a:cubicBezTo>
                  <a:pt x="443" y="863"/>
                  <a:pt x="236" y="1259"/>
                  <a:pt x="158" y="1661"/>
                </a:cubicBezTo>
                <a:cubicBezTo>
                  <a:pt x="0" y="2477"/>
                  <a:pt x="228" y="3403"/>
                  <a:pt x="896" y="3941"/>
                </a:cubicBezTo>
                <a:cubicBezTo>
                  <a:pt x="1283" y="4251"/>
                  <a:pt x="1777" y="4404"/>
                  <a:pt x="2272" y="4404"/>
                </a:cubicBezTo>
                <a:cubicBezTo>
                  <a:pt x="2762" y="4404"/>
                  <a:pt x="3253" y="4255"/>
                  <a:pt x="3645" y="3962"/>
                </a:cubicBezTo>
                <a:cubicBezTo>
                  <a:pt x="4395" y="3401"/>
                  <a:pt x="4700" y="2409"/>
                  <a:pt x="4443" y="1512"/>
                </a:cubicBezTo>
                <a:cubicBezTo>
                  <a:pt x="4302" y="1025"/>
                  <a:pt x="4003" y="604"/>
                  <a:pt x="3582" y="321"/>
                </a:cubicBezTo>
                <a:cubicBezTo>
                  <a:pt x="3236" y="89"/>
                  <a:pt x="2836" y="0"/>
                  <a:pt x="243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0" name="Google Shape;790;p32"/>
          <p:cNvSpPr txBox="1"/>
          <p:nvPr>
            <p:ph idx="1" type="body"/>
          </p:nvPr>
        </p:nvSpPr>
        <p:spPr>
          <a:xfrm>
            <a:off x="1959450" y="2942150"/>
            <a:ext cx="52251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antari"/>
              <a:buChar char="●"/>
              <a:defRPr>
                <a:solidFill>
                  <a:schemeClr val="dk1"/>
                </a:solidFill>
                <a:latin typeface="Gantari"/>
                <a:ea typeface="Gantari"/>
                <a:cs typeface="Gantari"/>
                <a:sym typeface="Gantari"/>
              </a:defRPr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antari"/>
              <a:buChar char="○"/>
              <a:defRPr>
                <a:solidFill>
                  <a:schemeClr val="dk1"/>
                </a:solidFill>
                <a:latin typeface="Gantari"/>
                <a:ea typeface="Gantari"/>
                <a:cs typeface="Gantari"/>
                <a:sym typeface="Gantari"/>
              </a:defRPr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antari"/>
              <a:buChar char="■"/>
              <a:defRPr>
                <a:solidFill>
                  <a:schemeClr val="dk1"/>
                </a:solidFill>
                <a:latin typeface="Gantari"/>
                <a:ea typeface="Gantari"/>
                <a:cs typeface="Gantari"/>
                <a:sym typeface="Gantari"/>
              </a:defRPr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antari"/>
              <a:buChar char="●"/>
              <a:defRPr>
                <a:solidFill>
                  <a:schemeClr val="dk1"/>
                </a:solidFill>
                <a:latin typeface="Gantari"/>
                <a:ea typeface="Gantari"/>
                <a:cs typeface="Gantari"/>
                <a:sym typeface="Gantari"/>
              </a:defRPr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antari"/>
              <a:buChar char="○"/>
              <a:defRPr>
                <a:solidFill>
                  <a:schemeClr val="dk1"/>
                </a:solidFill>
                <a:latin typeface="Gantari"/>
                <a:ea typeface="Gantari"/>
                <a:cs typeface="Gantari"/>
                <a:sym typeface="Gantari"/>
              </a:defRPr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antari"/>
              <a:buChar char="■"/>
              <a:defRPr>
                <a:solidFill>
                  <a:schemeClr val="dk1"/>
                </a:solidFill>
                <a:latin typeface="Gantari"/>
                <a:ea typeface="Gantari"/>
                <a:cs typeface="Gantari"/>
                <a:sym typeface="Gantari"/>
              </a:defRPr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antari"/>
              <a:buChar char="●"/>
              <a:defRPr>
                <a:solidFill>
                  <a:schemeClr val="dk1"/>
                </a:solidFill>
                <a:latin typeface="Gantari"/>
                <a:ea typeface="Gantari"/>
                <a:cs typeface="Gantari"/>
                <a:sym typeface="Gantari"/>
              </a:defRPr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antari"/>
              <a:buChar char="○"/>
              <a:defRPr>
                <a:solidFill>
                  <a:schemeClr val="dk1"/>
                </a:solidFill>
                <a:latin typeface="Gantari"/>
                <a:ea typeface="Gantari"/>
                <a:cs typeface="Gantari"/>
                <a:sym typeface="Gantari"/>
              </a:defRPr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antari"/>
              <a:buChar char="■"/>
              <a:defRPr>
                <a:solidFill>
                  <a:schemeClr val="dk1"/>
                </a:solidFill>
                <a:latin typeface="Gantari"/>
                <a:ea typeface="Gantari"/>
                <a:cs typeface="Gantari"/>
                <a:sym typeface="Ganta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3">
    <p:bg>
      <p:bgPr>
        <a:solidFill>
          <a:schemeClr val="lt1"/>
        </a:solidFill>
      </p:bgPr>
    </p:bg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2" name="Google Shape;792;p33"/>
          <p:cNvGrpSpPr/>
          <p:nvPr/>
        </p:nvGrpSpPr>
        <p:grpSpPr>
          <a:xfrm>
            <a:off x="0" y="0"/>
            <a:ext cx="9144125" cy="5143391"/>
            <a:chOff x="0" y="0"/>
            <a:chExt cx="9144125" cy="5143391"/>
          </a:xfrm>
        </p:grpSpPr>
        <p:sp>
          <p:nvSpPr>
            <p:cNvPr id="793" name="Google Shape;793;p33"/>
            <p:cNvSpPr/>
            <p:nvPr/>
          </p:nvSpPr>
          <p:spPr>
            <a:xfrm>
              <a:off x="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4" name="Google Shape;794;p33"/>
            <p:cNvSpPr/>
            <p:nvPr/>
          </p:nvSpPr>
          <p:spPr>
            <a:xfrm>
              <a:off x="38100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5" name="Google Shape;795;p33"/>
            <p:cNvSpPr/>
            <p:nvPr/>
          </p:nvSpPr>
          <p:spPr>
            <a:xfrm>
              <a:off x="76201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6" name="Google Shape;796;p33"/>
            <p:cNvSpPr/>
            <p:nvPr/>
          </p:nvSpPr>
          <p:spPr>
            <a:xfrm>
              <a:off x="114301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7" name="Google Shape;797;p33"/>
            <p:cNvSpPr/>
            <p:nvPr/>
          </p:nvSpPr>
          <p:spPr>
            <a:xfrm>
              <a:off x="152402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8" name="Google Shape;798;p33"/>
            <p:cNvSpPr/>
            <p:nvPr/>
          </p:nvSpPr>
          <p:spPr>
            <a:xfrm>
              <a:off x="190502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9" name="Google Shape;799;p33"/>
            <p:cNvSpPr/>
            <p:nvPr/>
          </p:nvSpPr>
          <p:spPr>
            <a:xfrm>
              <a:off x="228603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0" name="Google Shape;800;p33"/>
            <p:cNvSpPr/>
            <p:nvPr/>
          </p:nvSpPr>
          <p:spPr>
            <a:xfrm>
              <a:off x="266703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1" name="Google Shape;801;p33"/>
            <p:cNvSpPr/>
            <p:nvPr/>
          </p:nvSpPr>
          <p:spPr>
            <a:xfrm>
              <a:off x="304804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2" name="Google Shape;802;p33"/>
            <p:cNvSpPr/>
            <p:nvPr/>
          </p:nvSpPr>
          <p:spPr>
            <a:xfrm>
              <a:off x="342904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3" name="Google Shape;803;p33"/>
            <p:cNvSpPr/>
            <p:nvPr/>
          </p:nvSpPr>
          <p:spPr>
            <a:xfrm>
              <a:off x="381005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4" name="Google Shape;804;p33"/>
            <p:cNvSpPr/>
            <p:nvPr/>
          </p:nvSpPr>
          <p:spPr>
            <a:xfrm>
              <a:off x="419105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5" name="Google Shape;805;p33"/>
            <p:cNvSpPr/>
            <p:nvPr/>
          </p:nvSpPr>
          <p:spPr>
            <a:xfrm>
              <a:off x="457206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6" name="Google Shape;806;p33"/>
            <p:cNvSpPr/>
            <p:nvPr/>
          </p:nvSpPr>
          <p:spPr>
            <a:xfrm>
              <a:off x="495306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7" name="Google Shape;807;p33"/>
            <p:cNvSpPr/>
            <p:nvPr/>
          </p:nvSpPr>
          <p:spPr>
            <a:xfrm>
              <a:off x="533407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8" name="Google Shape;808;p33"/>
            <p:cNvSpPr/>
            <p:nvPr/>
          </p:nvSpPr>
          <p:spPr>
            <a:xfrm>
              <a:off x="571507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9" name="Google Shape;809;p33"/>
            <p:cNvSpPr/>
            <p:nvPr/>
          </p:nvSpPr>
          <p:spPr>
            <a:xfrm>
              <a:off x="609608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0" name="Google Shape;810;p33"/>
            <p:cNvSpPr/>
            <p:nvPr/>
          </p:nvSpPr>
          <p:spPr>
            <a:xfrm>
              <a:off x="647708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1" name="Google Shape;811;p33"/>
            <p:cNvSpPr/>
            <p:nvPr/>
          </p:nvSpPr>
          <p:spPr>
            <a:xfrm>
              <a:off x="685809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" name="Google Shape;812;p33"/>
            <p:cNvSpPr/>
            <p:nvPr/>
          </p:nvSpPr>
          <p:spPr>
            <a:xfrm>
              <a:off x="723909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" name="Google Shape;813;p33"/>
            <p:cNvSpPr/>
            <p:nvPr/>
          </p:nvSpPr>
          <p:spPr>
            <a:xfrm>
              <a:off x="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4" name="Google Shape;814;p33"/>
            <p:cNvSpPr/>
            <p:nvPr/>
          </p:nvSpPr>
          <p:spPr>
            <a:xfrm>
              <a:off x="38100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5" name="Google Shape;815;p33"/>
            <p:cNvSpPr/>
            <p:nvPr/>
          </p:nvSpPr>
          <p:spPr>
            <a:xfrm>
              <a:off x="76201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6" name="Google Shape;816;p33"/>
            <p:cNvSpPr/>
            <p:nvPr/>
          </p:nvSpPr>
          <p:spPr>
            <a:xfrm>
              <a:off x="114301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7" name="Google Shape;817;p33"/>
            <p:cNvSpPr/>
            <p:nvPr/>
          </p:nvSpPr>
          <p:spPr>
            <a:xfrm>
              <a:off x="152402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8" name="Google Shape;818;p33"/>
            <p:cNvSpPr/>
            <p:nvPr/>
          </p:nvSpPr>
          <p:spPr>
            <a:xfrm>
              <a:off x="190502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9" name="Google Shape;819;p33"/>
            <p:cNvSpPr/>
            <p:nvPr/>
          </p:nvSpPr>
          <p:spPr>
            <a:xfrm>
              <a:off x="228603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0" name="Google Shape;820;p33"/>
            <p:cNvSpPr/>
            <p:nvPr/>
          </p:nvSpPr>
          <p:spPr>
            <a:xfrm>
              <a:off x="266703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1" name="Google Shape;821;p33"/>
            <p:cNvSpPr/>
            <p:nvPr/>
          </p:nvSpPr>
          <p:spPr>
            <a:xfrm>
              <a:off x="304804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2" name="Google Shape;822;p33"/>
            <p:cNvSpPr/>
            <p:nvPr/>
          </p:nvSpPr>
          <p:spPr>
            <a:xfrm>
              <a:off x="342904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3" name="Google Shape;823;p33"/>
            <p:cNvSpPr/>
            <p:nvPr/>
          </p:nvSpPr>
          <p:spPr>
            <a:xfrm>
              <a:off x="381005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4" name="Google Shape;824;p33"/>
            <p:cNvSpPr/>
            <p:nvPr/>
          </p:nvSpPr>
          <p:spPr>
            <a:xfrm>
              <a:off x="419105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5" name="Google Shape;825;p33"/>
            <p:cNvSpPr/>
            <p:nvPr/>
          </p:nvSpPr>
          <p:spPr>
            <a:xfrm>
              <a:off x="457206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6" name="Google Shape;826;p33"/>
            <p:cNvSpPr/>
            <p:nvPr/>
          </p:nvSpPr>
          <p:spPr>
            <a:xfrm>
              <a:off x="495306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7" name="Google Shape;827;p33"/>
            <p:cNvSpPr/>
            <p:nvPr/>
          </p:nvSpPr>
          <p:spPr>
            <a:xfrm>
              <a:off x="533407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" name="Google Shape;828;p33"/>
            <p:cNvSpPr/>
            <p:nvPr/>
          </p:nvSpPr>
          <p:spPr>
            <a:xfrm>
              <a:off x="571507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9" name="Google Shape;829;p33"/>
            <p:cNvSpPr/>
            <p:nvPr/>
          </p:nvSpPr>
          <p:spPr>
            <a:xfrm>
              <a:off x="609608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0" name="Google Shape;830;p33"/>
            <p:cNvSpPr/>
            <p:nvPr/>
          </p:nvSpPr>
          <p:spPr>
            <a:xfrm>
              <a:off x="647708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1" name="Google Shape;831;p33"/>
            <p:cNvSpPr/>
            <p:nvPr/>
          </p:nvSpPr>
          <p:spPr>
            <a:xfrm>
              <a:off x="685809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2" name="Google Shape;832;p33"/>
            <p:cNvSpPr/>
            <p:nvPr/>
          </p:nvSpPr>
          <p:spPr>
            <a:xfrm>
              <a:off x="723909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3" name="Google Shape;833;p33"/>
            <p:cNvSpPr/>
            <p:nvPr/>
          </p:nvSpPr>
          <p:spPr>
            <a:xfrm>
              <a:off x="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4" name="Google Shape;834;p33"/>
            <p:cNvSpPr/>
            <p:nvPr/>
          </p:nvSpPr>
          <p:spPr>
            <a:xfrm>
              <a:off x="38100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5" name="Google Shape;835;p33"/>
            <p:cNvSpPr/>
            <p:nvPr/>
          </p:nvSpPr>
          <p:spPr>
            <a:xfrm>
              <a:off x="76201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6" name="Google Shape;836;p33"/>
            <p:cNvSpPr/>
            <p:nvPr/>
          </p:nvSpPr>
          <p:spPr>
            <a:xfrm>
              <a:off x="114301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7" name="Google Shape;837;p33"/>
            <p:cNvSpPr/>
            <p:nvPr/>
          </p:nvSpPr>
          <p:spPr>
            <a:xfrm>
              <a:off x="152402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8" name="Google Shape;838;p33"/>
            <p:cNvSpPr/>
            <p:nvPr/>
          </p:nvSpPr>
          <p:spPr>
            <a:xfrm>
              <a:off x="190502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9" name="Google Shape;839;p33"/>
            <p:cNvSpPr/>
            <p:nvPr/>
          </p:nvSpPr>
          <p:spPr>
            <a:xfrm>
              <a:off x="228603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0" name="Google Shape;840;p33"/>
            <p:cNvSpPr/>
            <p:nvPr/>
          </p:nvSpPr>
          <p:spPr>
            <a:xfrm>
              <a:off x="266703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1" name="Google Shape;841;p33"/>
            <p:cNvSpPr/>
            <p:nvPr/>
          </p:nvSpPr>
          <p:spPr>
            <a:xfrm>
              <a:off x="304804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2" name="Google Shape;842;p33"/>
            <p:cNvSpPr/>
            <p:nvPr/>
          </p:nvSpPr>
          <p:spPr>
            <a:xfrm>
              <a:off x="342904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3" name="Google Shape;843;p33"/>
            <p:cNvSpPr/>
            <p:nvPr/>
          </p:nvSpPr>
          <p:spPr>
            <a:xfrm>
              <a:off x="381005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4" name="Google Shape;844;p33"/>
            <p:cNvSpPr/>
            <p:nvPr/>
          </p:nvSpPr>
          <p:spPr>
            <a:xfrm>
              <a:off x="419105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5" name="Google Shape;845;p33"/>
            <p:cNvSpPr/>
            <p:nvPr/>
          </p:nvSpPr>
          <p:spPr>
            <a:xfrm>
              <a:off x="457206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6" name="Google Shape;846;p33"/>
            <p:cNvSpPr/>
            <p:nvPr/>
          </p:nvSpPr>
          <p:spPr>
            <a:xfrm>
              <a:off x="495306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7" name="Google Shape;847;p33"/>
            <p:cNvSpPr/>
            <p:nvPr/>
          </p:nvSpPr>
          <p:spPr>
            <a:xfrm>
              <a:off x="533407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8" name="Google Shape;848;p33"/>
            <p:cNvSpPr/>
            <p:nvPr/>
          </p:nvSpPr>
          <p:spPr>
            <a:xfrm>
              <a:off x="571507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9" name="Google Shape;849;p33"/>
            <p:cNvSpPr/>
            <p:nvPr/>
          </p:nvSpPr>
          <p:spPr>
            <a:xfrm>
              <a:off x="609608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0" name="Google Shape;850;p33"/>
            <p:cNvSpPr/>
            <p:nvPr/>
          </p:nvSpPr>
          <p:spPr>
            <a:xfrm>
              <a:off x="647708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1" name="Google Shape;851;p33"/>
            <p:cNvSpPr/>
            <p:nvPr/>
          </p:nvSpPr>
          <p:spPr>
            <a:xfrm>
              <a:off x="685809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2" name="Google Shape;852;p33"/>
            <p:cNvSpPr/>
            <p:nvPr/>
          </p:nvSpPr>
          <p:spPr>
            <a:xfrm>
              <a:off x="723909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3" name="Google Shape;853;p33"/>
            <p:cNvSpPr/>
            <p:nvPr/>
          </p:nvSpPr>
          <p:spPr>
            <a:xfrm>
              <a:off x="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4" name="Google Shape;854;p33"/>
            <p:cNvSpPr/>
            <p:nvPr/>
          </p:nvSpPr>
          <p:spPr>
            <a:xfrm>
              <a:off x="38100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5" name="Google Shape;855;p33"/>
            <p:cNvSpPr/>
            <p:nvPr/>
          </p:nvSpPr>
          <p:spPr>
            <a:xfrm>
              <a:off x="76201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6" name="Google Shape;856;p33"/>
            <p:cNvSpPr/>
            <p:nvPr/>
          </p:nvSpPr>
          <p:spPr>
            <a:xfrm>
              <a:off x="114301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7" name="Google Shape;857;p33"/>
            <p:cNvSpPr/>
            <p:nvPr/>
          </p:nvSpPr>
          <p:spPr>
            <a:xfrm>
              <a:off x="152402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8" name="Google Shape;858;p33"/>
            <p:cNvSpPr/>
            <p:nvPr/>
          </p:nvSpPr>
          <p:spPr>
            <a:xfrm>
              <a:off x="190502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9" name="Google Shape;859;p33"/>
            <p:cNvSpPr/>
            <p:nvPr/>
          </p:nvSpPr>
          <p:spPr>
            <a:xfrm>
              <a:off x="228603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0" name="Google Shape;860;p33"/>
            <p:cNvSpPr/>
            <p:nvPr/>
          </p:nvSpPr>
          <p:spPr>
            <a:xfrm>
              <a:off x="266703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1" name="Google Shape;861;p33"/>
            <p:cNvSpPr/>
            <p:nvPr/>
          </p:nvSpPr>
          <p:spPr>
            <a:xfrm>
              <a:off x="304804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2" name="Google Shape;862;p33"/>
            <p:cNvSpPr/>
            <p:nvPr/>
          </p:nvSpPr>
          <p:spPr>
            <a:xfrm>
              <a:off x="342904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3" name="Google Shape;863;p33"/>
            <p:cNvSpPr/>
            <p:nvPr/>
          </p:nvSpPr>
          <p:spPr>
            <a:xfrm>
              <a:off x="381005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4" name="Google Shape;864;p33"/>
            <p:cNvSpPr/>
            <p:nvPr/>
          </p:nvSpPr>
          <p:spPr>
            <a:xfrm>
              <a:off x="419105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5" name="Google Shape;865;p33"/>
            <p:cNvSpPr/>
            <p:nvPr/>
          </p:nvSpPr>
          <p:spPr>
            <a:xfrm>
              <a:off x="457206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6" name="Google Shape;866;p33"/>
            <p:cNvSpPr/>
            <p:nvPr/>
          </p:nvSpPr>
          <p:spPr>
            <a:xfrm>
              <a:off x="495306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7" name="Google Shape;867;p33"/>
            <p:cNvSpPr/>
            <p:nvPr/>
          </p:nvSpPr>
          <p:spPr>
            <a:xfrm>
              <a:off x="533407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8" name="Google Shape;868;p33"/>
            <p:cNvSpPr/>
            <p:nvPr/>
          </p:nvSpPr>
          <p:spPr>
            <a:xfrm>
              <a:off x="571507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9" name="Google Shape;869;p33"/>
            <p:cNvSpPr/>
            <p:nvPr/>
          </p:nvSpPr>
          <p:spPr>
            <a:xfrm>
              <a:off x="609608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0" name="Google Shape;870;p33"/>
            <p:cNvSpPr/>
            <p:nvPr/>
          </p:nvSpPr>
          <p:spPr>
            <a:xfrm>
              <a:off x="647708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1" name="Google Shape;871;p33"/>
            <p:cNvSpPr/>
            <p:nvPr/>
          </p:nvSpPr>
          <p:spPr>
            <a:xfrm>
              <a:off x="685809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2" name="Google Shape;872;p33"/>
            <p:cNvSpPr/>
            <p:nvPr/>
          </p:nvSpPr>
          <p:spPr>
            <a:xfrm>
              <a:off x="723909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3" name="Google Shape;873;p33"/>
            <p:cNvSpPr/>
            <p:nvPr/>
          </p:nvSpPr>
          <p:spPr>
            <a:xfrm>
              <a:off x="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4" name="Google Shape;874;p33"/>
            <p:cNvSpPr/>
            <p:nvPr/>
          </p:nvSpPr>
          <p:spPr>
            <a:xfrm>
              <a:off x="38100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5" name="Google Shape;875;p33"/>
            <p:cNvSpPr/>
            <p:nvPr/>
          </p:nvSpPr>
          <p:spPr>
            <a:xfrm>
              <a:off x="76201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6" name="Google Shape;876;p33"/>
            <p:cNvSpPr/>
            <p:nvPr/>
          </p:nvSpPr>
          <p:spPr>
            <a:xfrm>
              <a:off x="114301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7" name="Google Shape;877;p33"/>
            <p:cNvSpPr/>
            <p:nvPr/>
          </p:nvSpPr>
          <p:spPr>
            <a:xfrm>
              <a:off x="152402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8" name="Google Shape;878;p33"/>
            <p:cNvSpPr/>
            <p:nvPr/>
          </p:nvSpPr>
          <p:spPr>
            <a:xfrm>
              <a:off x="190502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9" name="Google Shape;879;p33"/>
            <p:cNvSpPr/>
            <p:nvPr/>
          </p:nvSpPr>
          <p:spPr>
            <a:xfrm>
              <a:off x="228603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0" name="Google Shape;880;p33"/>
            <p:cNvSpPr/>
            <p:nvPr/>
          </p:nvSpPr>
          <p:spPr>
            <a:xfrm>
              <a:off x="266703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1" name="Google Shape;881;p33"/>
            <p:cNvSpPr/>
            <p:nvPr/>
          </p:nvSpPr>
          <p:spPr>
            <a:xfrm>
              <a:off x="304804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2" name="Google Shape;882;p33"/>
            <p:cNvSpPr/>
            <p:nvPr/>
          </p:nvSpPr>
          <p:spPr>
            <a:xfrm>
              <a:off x="342904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3" name="Google Shape;883;p33"/>
            <p:cNvSpPr/>
            <p:nvPr/>
          </p:nvSpPr>
          <p:spPr>
            <a:xfrm>
              <a:off x="381005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4" name="Google Shape;884;p33"/>
            <p:cNvSpPr/>
            <p:nvPr/>
          </p:nvSpPr>
          <p:spPr>
            <a:xfrm>
              <a:off x="419105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5" name="Google Shape;885;p33"/>
            <p:cNvSpPr/>
            <p:nvPr/>
          </p:nvSpPr>
          <p:spPr>
            <a:xfrm>
              <a:off x="457206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6" name="Google Shape;886;p33"/>
            <p:cNvSpPr/>
            <p:nvPr/>
          </p:nvSpPr>
          <p:spPr>
            <a:xfrm>
              <a:off x="495306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7" name="Google Shape;887;p33"/>
            <p:cNvSpPr/>
            <p:nvPr/>
          </p:nvSpPr>
          <p:spPr>
            <a:xfrm>
              <a:off x="533407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8" name="Google Shape;888;p33"/>
            <p:cNvSpPr/>
            <p:nvPr/>
          </p:nvSpPr>
          <p:spPr>
            <a:xfrm>
              <a:off x="571507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9" name="Google Shape;889;p33"/>
            <p:cNvSpPr/>
            <p:nvPr/>
          </p:nvSpPr>
          <p:spPr>
            <a:xfrm>
              <a:off x="609608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0" name="Google Shape;890;p33"/>
            <p:cNvSpPr/>
            <p:nvPr/>
          </p:nvSpPr>
          <p:spPr>
            <a:xfrm>
              <a:off x="647708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1" name="Google Shape;891;p33"/>
            <p:cNvSpPr/>
            <p:nvPr/>
          </p:nvSpPr>
          <p:spPr>
            <a:xfrm>
              <a:off x="685809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2" name="Google Shape;892;p33"/>
            <p:cNvSpPr/>
            <p:nvPr/>
          </p:nvSpPr>
          <p:spPr>
            <a:xfrm>
              <a:off x="723909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3" name="Google Shape;893;p33"/>
            <p:cNvSpPr/>
            <p:nvPr/>
          </p:nvSpPr>
          <p:spPr>
            <a:xfrm>
              <a:off x="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4" name="Google Shape;894;p33"/>
            <p:cNvSpPr/>
            <p:nvPr/>
          </p:nvSpPr>
          <p:spPr>
            <a:xfrm>
              <a:off x="38100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5" name="Google Shape;895;p33"/>
            <p:cNvSpPr/>
            <p:nvPr/>
          </p:nvSpPr>
          <p:spPr>
            <a:xfrm>
              <a:off x="76201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6" name="Google Shape;896;p33"/>
            <p:cNvSpPr/>
            <p:nvPr/>
          </p:nvSpPr>
          <p:spPr>
            <a:xfrm>
              <a:off x="114301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7" name="Google Shape;897;p33"/>
            <p:cNvSpPr/>
            <p:nvPr/>
          </p:nvSpPr>
          <p:spPr>
            <a:xfrm>
              <a:off x="152402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8" name="Google Shape;898;p33"/>
            <p:cNvSpPr/>
            <p:nvPr/>
          </p:nvSpPr>
          <p:spPr>
            <a:xfrm>
              <a:off x="190502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9" name="Google Shape;899;p33"/>
            <p:cNvSpPr/>
            <p:nvPr/>
          </p:nvSpPr>
          <p:spPr>
            <a:xfrm>
              <a:off x="228603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" name="Google Shape;900;p33"/>
            <p:cNvSpPr/>
            <p:nvPr/>
          </p:nvSpPr>
          <p:spPr>
            <a:xfrm>
              <a:off x="266703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" name="Google Shape;901;p33"/>
            <p:cNvSpPr/>
            <p:nvPr/>
          </p:nvSpPr>
          <p:spPr>
            <a:xfrm>
              <a:off x="304804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2" name="Google Shape;902;p33"/>
            <p:cNvSpPr/>
            <p:nvPr/>
          </p:nvSpPr>
          <p:spPr>
            <a:xfrm>
              <a:off x="342904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3" name="Google Shape;903;p33"/>
            <p:cNvSpPr/>
            <p:nvPr/>
          </p:nvSpPr>
          <p:spPr>
            <a:xfrm>
              <a:off x="381005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4" name="Google Shape;904;p33"/>
            <p:cNvSpPr/>
            <p:nvPr/>
          </p:nvSpPr>
          <p:spPr>
            <a:xfrm>
              <a:off x="419105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5" name="Google Shape;905;p33"/>
            <p:cNvSpPr/>
            <p:nvPr/>
          </p:nvSpPr>
          <p:spPr>
            <a:xfrm>
              <a:off x="457206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6" name="Google Shape;906;p33"/>
            <p:cNvSpPr/>
            <p:nvPr/>
          </p:nvSpPr>
          <p:spPr>
            <a:xfrm>
              <a:off x="495306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7" name="Google Shape;907;p33"/>
            <p:cNvSpPr/>
            <p:nvPr/>
          </p:nvSpPr>
          <p:spPr>
            <a:xfrm>
              <a:off x="533407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8" name="Google Shape;908;p33"/>
            <p:cNvSpPr/>
            <p:nvPr/>
          </p:nvSpPr>
          <p:spPr>
            <a:xfrm>
              <a:off x="571507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9" name="Google Shape;909;p33"/>
            <p:cNvSpPr/>
            <p:nvPr/>
          </p:nvSpPr>
          <p:spPr>
            <a:xfrm>
              <a:off x="609608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0" name="Google Shape;910;p33"/>
            <p:cNvSpPr/>
            <p:nvPr/>
          </p:nvSpPr>
          <p:spPr>
            <a:xfrm>
              <a:off x="647708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1" name="Google Shape;911;p33"/>
            <p:cNvSpPr/>
            <p:nvPr/>
          </p:nvSpPr>
          <p:spPr>
            <a:xfrm>
              <a:off x="685809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2" name="Google Shape;912;p33"/>
            <p:cNvSpPr/>
            <p:nvPr/>
          </p:nvSpPr>
          <p:spPr>
            <a:xfrm>
              <a:off x="723909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3" name="Google Shape;913;p33"/>
            <p:cNvSpPr/>
            <p:nvPr/>
          </p:nvSpPr>
          <p:spPr>
            <a:xfrm>
              <a:off x="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4" name="Google Shape;914;p33"/>
            <p:cNvSpPr/>
            <p:nvPr/>
          </p:nvSpPr>
          <p:spPr>
            <a:xfrm>
              <a:off x="38100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5" name="Google Shape;915;p33"/>
            <p:cNvSpPr/>
            <p:nvPr/>
          </p:nvSpPr>
          <p:spPr>
            <a:xfrm>
              <a:off x="76201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6" name="Google Shape;916;p33"/>
            <p:cNvSpPr/>
            <p:nvPr/>
          </p:nvSpPr>
          <p:spPr>
            <a:xfrm>
              <a:off x="114301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7" name="Google Shape;917;p33"/>
            <p:cNvSpPr/>
            <p:nvPr/>
          </p:nvSpPr>
          <p:spPr>
            <a:xfrm>
              <a:off x="152402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8" name="Google Shape;918;p33"/>
            <p:cNvSpPr/>
            <p:nvPr/>
          </p:nvSpPr>
          <p:spPr>
            <a:xfrm>
              <a:off x="190502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9" name="Google Shape;919;p33"/>
            <p:cNvSpPr/>
            <p:nvPr/>
          </p:nvSpPr>
          <p:spPr>
            <a:xfrm>
              <a:off x="228603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0" name="Google Shape;920;p33"/>
            <p:cNvSpPr/>
            <p:nvPr/>
          </p:nvSpPr>
          <p:spPr>
            <a:xfrm>
              <a:off x="266703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1" name="Google Shape;921;p33"/>
            <p:cNvSpPr/>
            <p:nvPr/>
          </p:nvSpPr>
          <p:spPr>
            <a:xfrm>
              <a:off x="304804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2" name="Google Shape;922;p33"/>
            <p:cNvSpPr/>
            <p:nvPr/>
          </p:nvSpPr>
          <p:spPr>
            <a:xfrm>
              <a:off x="342904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3" name="Google Shape;923;p33"/>
            <p:cNvSpPr/>
            <p:nvPr/>
          </p:nvSpPr>
          <p:spPr>
            <a:xfrm>
              <a:off x="381005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4" name="Google Shape;924;p33"/>
            <p:cNvSpPr/>
            <p:nvPr/>
          </p:nvSpPr>
          <p:spPr>
            <a:xfrm>
              <a:off x="419105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5" name="Google Shape;925;p33"/>
            <p:cNvSpPr/>
            <p:nvPr/>
          </p:nvSpPr>
          <p:spPr>
            <a:xfrm>
              <a:off x="457206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6" name="Google Shape;926;p33"/>
            <p:cNvSpPr/>
            <p:nvPr/>
          </p:nvSpPr>
          <p:spPr>
            <a:xfrm>
              <a:off x="495306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7" name="Google Shape;927;p33"/>
            <p:cNvSpPr/>
            <p:nvPr/>
          </p:nvSpPr>
          <p:spPr>
            <a:xfrm>
              <a:off x="533407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8" name="Google Shape;928;p33"/>
            <p:cNvSpPr/>
            <p:nvPr/>
          </p:nvSpPr>
          <p:spPr>
            <a:xfrm>
              <a:off x="571507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9" name="Google Shape;929;p33"/>
            <p:cNvSpPr/>
            <p:nvPr/>
          </p:nvSpPr>
          <p:spPr>
            <a:xfrm>
              <a:off x="609608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0" name="Google Shape;930;p33"/>
            <p:cNvSpPr/>
            <p:nvPr/>
          </p:nvSpPr>
          <p:spPr>
            <a:xfrm>
              <a:off x="647708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1" name="Google Shape;931;p33"/>
            <p:cNvSpPr/>
            <p:nvPr/>
          </p:nvSpPr>
          <p:spPr>
            <a:xfrm>
              <a:off x="685809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2" name="Google Shape;932;p33"/>
            <p:cNvSpPr/>
            <p:nvPr/>
          </p:nvSpPr>
          <p:spPr>
            <a:xfrm>
              <a:off x="723909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3" name="Google Shape;933;p33"/>
            <p:cNvSpPr/>
            <p:nvPr/>
          </p:nvSpPr>
          <p:spPr>
            <a:xfrm>
              <a:off x="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4" name="Google Shape;934;p33"/>
            <p:cNvSpPr/>
            <p:nvPr/>
          </p:nvSpPr>
          <p:spPr>
            <a:xfrm>
              <a:off x="38100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5" name="Google Shape;935;p33"/>
            <p:cNvSpPr/>
            <p:nvPr/>
          </p:nvSpPr>
          <p:spPr>
            <a:xfrm>
              <a:off x="76201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6" name="Google Shape;936;p33"/>
            <p:cNvSpPr/>
            <p:nvPr/>
          </p:nvSpPr>
          <p:spPr>
            <a:xfrm>
              <a:off x="114301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7" name="Google Shape;937;p33"/>
            <p:cNvSpPr/>
            <p:nvPr/>
          </p:nvSpPr>
          <p:spPr>
            <a:xfrm>
              <a:off x="152402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8" name="Google Shape;938;p33"/>
            <p:cNvSpPr/>
            <p:nvPr/>
          </p:nvSpPr>
          <p:spPr>
            <a:xfrm>
              <a:off x="190502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9" name="Google Shape;939;p33"/>
            <p:cNvSpPr/>
            <p:nvPr/>
          </p:nvSpPr>
          <p:spPr>
            <a:xfrm>
              <a:off x="228603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0" name="Google Shape;940;p33"/>
            <p:cNvSpPr/>
            <p:nvPr/>
          </p:nvSpPr>
          <p:spPr>
            <a:xfrm>
              <a:off x="266703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1" name="Google Shape;941;p33"/>
            <p:cNvSpPr/>
            <p:nvPr/>
          </p:nvSpPr>
          <p:spPr>
            <a:xfrm>
              <a:off x="304804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2" name="Google Shape;942;p33"/>
            <p:cNvSpPr/>
            <p:nvPr/>
          </p:nvSpPr>
          <p:spPr>
            <a:xfrm>
              <a:off x="342904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3" name="Google Shape;943;p33"/>
            <p:cNvSpPr/>
            <p:nvPr/>
          </p:nvSpPr>
          <p:spPr>
            <a:xfrm>
              <a:off x="381005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4" name="Google Shape;944;p33"/>
            <p:cNvSpPr/>
            <p:nvPr/>
          </p:nvSpPr>
          <p:spPr>
            <a:xfrm>
              <a:off x="419105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5" name="Google Shape;945;p33"/>
            <p:cNvSpPr/>
            <p:nvPr/>
          </p:nvSpPr>
          <p:spPr>
            <a:xfrm>
              <a:off x="457206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6" name="Google Shape;946;p33"/>
            <p:cNvSpPr/>
            <p:nvPr/>
          </p:nvSpPr>
          <p:spPr>
            <a:xfrm>
              <a:off x="495306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7" name="Google Shape;947;p33"/>
            <p:cNvSpPr/>
            <p:nvPr/>
          </p:nvSpPr>
          <p:spPr>
            <a:xfrm>
              <a:off x="533407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" name="Google Shape;948;p33"/>
            <p:cNvSpPr/>
            <p:nvPr/>
          </p:nvSpPr>
          <p:spPr>
            <a:xfrm>
              <a:off x="571507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9" name="Google Shape;949;p33"/>
            <p:cNvSpPr/>
            <p:nvPr/>
          </p:nvSpPr>
          <p:spPr>
            <a:xfrm>
              <a:off x="609608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0" name="Google Shape;950;p33"/>
            <p:cNvSpPr/>
            <p:nvPr/>
          </p:nvSpPr>
          <p:spPr>
            <a:xfrm>
              <a:off x="647708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1" name="Google Shape;951;p33"/>
            <p:cNvSpPr/>
            <p:nvPr/>
          </p:nvSpPr>
          <p:spPr>
            <a:xfrm>
              <a:off x="685809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2" name="Google Shape;952;p33"/>
            <p:cNvSpPr/>
            <p:nvPr/>
          </p:nvSpPr>
          <p:spPr>
            <a:xfrm>
              <a:off x="723909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3" name="Google Shape;953;p33"/>
            <p:cNvSpPr/>
            <p:nvPr/>
          </p:nvSpPr>
          <p:spPr>
            <a:xfrm>
              <a:off x="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4" name="Google Shape;954;p33"/>
            <p:cNvSpPr/>
            <p:nvPr/>
          </p:nvSpPr>
          <p:spPr>
            <a:xfrm>
              <a:off x="38100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5" name="Google Shape;955;p33"/>
            <p:cNvSpPr/>
            <p:nvPr/>
          </p:nvSpPr>
          <p:spPr>
            <a:xfrm>
              <a:off x="76201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6" name="Google Shape;956;p33"/>
            <p:cNvSpPr/>
            <p:nvPr/>
          </p:nvSpPr>
          <p:spPr>
            <a:xfrm>
              <a:off x="114301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7" name="Google Shape;957;p33"/>
            <p:cNvSpPr/>
            <p:nvPr/>
          </p:nvSpPr>
          <p:spPr>
            <a:xfrm>
              <a:off x="152402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8" name="Google Shape;958;p33"/>
            <p:cNvSpPr/>
            <p:nvPr/>
          </p:nvSpPr>
          <p:spPr>
            <a:xfrm>
              <a:off x="190502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9" name="Google Shape;959;p33"/>
            <p:cNvSpPr/>
            <p:nvPr/>
          </p:nvSpPr>
          <p:spPr>
            <a:xfrm>
              <a:off x="228603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0" name="Google Shape;960;p33"/>
            <p:cNvSpPr/>
            <p:nvPr/>
          </p:nvSpPr>
          <p:spPr>
            <a:xfrm>
              <a:off x="266703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1" name="Google Shape;961;p33"/>
            <p:cNvSpPr/>
            <p:nvPr/>
          </p:nvSpPr>
          <p:spPr>
            <a:xfrm>
              <a:off x="304804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2" name="Google Shape;962;p33"/>
            <p:cNvSpPr/>
            <p:nvPr/>
          </p:nvSpPr>
          <p:spPr>
            <a:xfrm>
              <a:off x="342904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3" name="Google Shape;963;p33"/>
            <p:cNvSpPr/>
            <p:nvPr/>
          </p:nvSpPr>
          <p:spPr>
            <a:xfrm>
              <a:off x="381005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4" name="Google Shape;964;p33"/>
            <p:cNvSpPr/>
            <p:nvPr/>
          </p:nvSpPr>
          <p:spPr>
            <a:xfrm>
              <a:off x="419105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5" name="Google Shape;965;p33"/>
            <p:cNvSpPr/>
            <p:nvPr/>
          </p:nvSpPr>
          <p:spPr>
            <a:xfrm>
              <a:off x="457206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" name="Google Shape;966;p33"/>
            <p:cNvSpPr/>
            <p:nvPr/>
          </p:nvSpPr>
          <p:spPr>
            <a:xfrm>
              <a:off x="495306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7" name="Google Shape;967;p33"/>
            <p:cNvSpPr/>
            <p:nvPr/>
          </p:nvSpPr>
          <p:spPr>
            <a:xfrm>
              <a:off x="533407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8" name="Google Shape;968;p33"/>
            <p:cNvSpPr/>
            <p:nvPr/>
          </p:nvSpPr>
          <p:spPr>
            <a:xfrm>
              <a:off x="571507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9" name="Google Shape;969;p33"/>
            <p:cNvSpPr/>
            <p:nvPr/>
          </p:nvSpPr>
          <p:spPr>
            <a:xfrm>
              <a:off x="609608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0" name="Google Shape;970;p33"/>
            <p:cNvSpPr/>
            <p:nvPr/>
          </p:nvSpPr>
          <p:spPr>
            <a:xfrm>
              <a:off x="647708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1" name="Google Shape;971;p33"/>
            <p:cNvSpPr/>
            <p:nvPr/>
          </p:nvSpPr>
          <p:spPr>
            <a:xfrm>
              <a:off x="685809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2" name="Google Shape;972;p33"/>
            <p:cNvSpPr/>
            <p:nvPr/>
          </p:nvSpPr>
          <p:spPr>
            <a:xfrm>
              <a:off x="723909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3" name="Google Shape;973;p33"/>
            <p:cNvSpPr/>
            <p:nvPr/>
          </p:nvSpPr>
          <p:spPr>
            <a:xfrm>
              <a:off x="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4" name="Google Shape;974;p33"/>
            <p:cNvSpPr/>
            <p:nvPr/>
          </p:nvSpPr>
          <p:spPr>
            <a:xfrm>
              <a:off x="38100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5" name="Google Shape;975;p33"/>
            <p:cNvSpPr/>
            <p:nvPr/>
          </p:nvSpPr>
          <p:spPr>
            <a:xfrm>
              <a:off x="76201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6" name="Google Shape;976;p33"/>
            <p:cNvSpPr/>
            <p:nvPr/>
          </p:nvSpPr>
          <p:spPr>
            <a:xfrm>
              <a:off x="114301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7" name="Google Shape;977;p33"/>
            <p:cNvSpPr/>
            <p:nvPr/>
          </p:nvSpPr>
          <p:spPr>
            <a:xfrm>
              <a:off x="152402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8" name="Google Shape;978;p33"/>
            <p:cNvSpPr/>
            <p:nvPr/>
          </p:nvSpPr>
          <p:spPr>
            <a:xfrm>
              <a:off x="190502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9" name="Google Shape;979;p33"/>
            <p:cNvSpPr/>
            <p:nvPr/>
          </p:nvSpPr>
          <p:spPr>
            <a:xfrm>
              <a:off x="228603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0" name="Google Shape;980;p33"/>
            <p:cNvSpPr/>
            <p:nvPr/>
          </p:nvSpPr>
          <p:spPr>
            <a:xfrm>
              <a:off x="266703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1" name="Google Shape;981;p33"/>
            <p:cNvSpPr/>
            <p:nvPr/>
          </p:nvSpPr>
          <p:spPr>
            <a:xfrm>
              <a:off x="304804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2" name="Google Shape;982;p33"/>
            <p:cNvSpPr/>
            <p:nvPr/>
          </p:nvSpPr>
          <p:spPr>
            <a:xfrm>
              <a:off x="342904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3" name="Google Shape;983;p33"/>
            <p:cNvSpPr/>
            <p:nvPr/>
          </p:nvSpPr>
          <p:spPr>
            <a:xfrm>
              <a:off x="381005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4" name="Google Shape;984;p33"/>
            <p:cNvSpPr/>
            <p:nvPr/>
          </p:nvSpPr>
          <p:spPr>
            <a:xfrm>
              <a:off x="419105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5" name="Google Shape;985;p33"/>
            <p:cNvSpPr/>
            <p:nvPr/>
          </p:nvSpPr>
          <p:spPr>
            <a:xfrm>
              <a:off x="457206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6" name="Google Shape;986;p33"/>
            <p:cNvSpPr/>
            <p:nvPr/>
          </p:nvSpPr>
          <p:spPr>
            <a:xfrm>
              <a:off x="495306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7" name="Google Shape;987;p33"/>
            <p:cNvSpPr/>
            <p:nvPr/>
          </p:nvSpPr>
          <p:spPr>
            <a:xfrm>
              <a:off x="533407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8" name="Google Shape;988;p33"/>
            <p:cNvSpPr/>
            <p:nvPr/>
          </p:nvSpPr>
          <p:spPr>
            <a:xfrm>
              <a:off x="571507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9" name="Google Shape;989;p33"/>
            <p:cNvSpPr/>
            <p:nvPr/>
          </p:nvSpPr>
          <p:spPr>
            <a:xfrm>
              <a:off x="609608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0" name="Google Shape;990;p33"/>
            <p:cNvSpPr/>
            <p:nvPr/>
          </p:nvSpPr>
          <p:spPr>
            <a:xfrm>
              <a:off x="647708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1" name="Google Shape;991;p33"/>
            <p:cNvSpPr/>
            <p:nvPr/>
          </p:nvSpPr>
          <p:spPr>
            <a:xfrm>
              <a:off x="685809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2" name="Google Shape;992;p33"/>
            <p:cNvSpPr/>
            <p:nvPr/>
          </p:nvSpPr>
          <p:spPr>
            <a:xfrm>
              <a:off x="723909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3" name="Google Shape;993;p33"/>
            <p:cNvSpPr/>
            <p:nvPr/>
          </p:nvSpPr>
          <p:spPr>
            <a:xfrm>
              <a:off x="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4" name="Google Shape;994;p33"/>
            <p:cNvSpPr/>
            <p:nvPr/>
          </p:nvSpPr>
          <p:spPr>
            <a:xfrm>
              <a:off x="38100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5" name="Google Shape;995;p33"/>
            <p:cNvSpPr/>
            <p:nvPr/>
          </p:nvSpPr>
          <p:spPr>
            <a:xfrm>
              <a:off x="76201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6" name="Google Shape;996;p33"/>
            <p:cNvSpPr/>
            <p:nvPr/>
          </p:nvSpPr>
          <p:spPr>
            <a:xfrm>
              <a:off x="114301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7" name="Google Shape;997;p33"/>
            <p:cNvSpPr/>
            <p:nvPr/>
          </p:nvSpPr>
          <p:spPr>
            <a:xfrm>
              <a:off x="152402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8" name="Google Shape;998;p33"/>
            <p:cNvSpPr/>
            <p:nvPr/>
          </p:nvSpPr>
          <p:spPr>
            <a:xfrm>
              <a:off x="190502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9" name="Google Shape;999;p33"/>
            <p:cNvSpPr/>
            <p:nvPr/>
          </p:nvSpPr>
          <p:spPr>
            <a:xfrm>
              <a:off x="228603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0" name="Google Shape;1000;p33"/>
            <p:cNvSpPr/>
            <p:nvPr/>
          </p:nvSpPr>
          <p:spPr>
            <a:xfrm>
              <a:off x="266703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1" name="Google Shape;1001;p33"/>
            <p:cNvSpPr/>
            <p:nvPr/>
          </p:nvSpPr>
          <p:spPr>
            <a:xfrm>
              <a:off x="304804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2" name="Google Shape;1002;p33"/>
            <p:cNvSpPr/>
            <p:nvPr/>
          </p:nvSpPr>
          <p:spPr>
            <a:xfrm>
              <a:off x="342904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3" name="Google Shape;1003;p33"/>
            <p:cNvSpPr/>
            <p:nvPr/>
          </p:nvSpPr>
          <p:spPr>
            <a:xfrm>
              <a:off x="381005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4" name="Google Shape;1004;p33"/>
            <p:cNvSpPr/>
            <p:nvPr/>
          </p:nvSpPr>
          <p:spPr>
            <a:xfrm>
              <a:off x="419105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5" name="Google Shape;1005;p33"/>
            <p:cNvSpPr/>
            <p:nvPr/>
          </p:nvSpPr>
          <p:spPr>
            <a:xfrm>
              <a:off x="457206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6" name="Google Shape;1006;p33"/>
            <p:cNvSpPr/>
            <p:nvPr/>
          </p:nvSpPr>
          <p:spPr>
            <a:xfrm>
              <a:off x="495306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7" name="Google Shape;1007;p33"/>
            <p:cNvSpPr/>
            <p:nvPr/>
          </p:nvSpPr>
          <p:spPr>
            <a:xfrm>
              <a:off x="533407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8" name="Google Shape;1008;p33"/>
            <p:cNvSpPr/>
            <p:nvPr/>
          </p:nvSpPr>
          <p:spPr>
            <a:xfrm>
              <a:off x="571507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9" name="Google Shape;1009;p33"/>
            <p:cNvSpPr/>
            <p:nvPr/>
          </p:nvSpPr>
          <p:spPr>
            <a:xfrm>
              <a:off x="609608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0" name="Google Shape;1010;p33"/>
            <p:cNvSpPr/>
            <p:nvPr/>
          </p:nvSpPr>
          <p:spPr>
            <a:xfrm>
              <a:off x="647708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1" name="Google Shape;1011;p33"/>
            <p:cNvSpPr/>
            <p:nvPr/>
          </p:nvSpPr>
          <p:spPr>
            <a:xfrm>
              <a:off x="685809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2" name="Google Shape;1012;p33"/>
            <p:cNvSpPr/>
            <p:nvPr/>
          </p:nvSpPr>
          <p:spPr>
            <a:xfrm>
              <a:off x="723909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3" name="Google Shape;1013;p33"/>
            <p:cNvSpPr/>
            <p:nvPr/>
          </p:nvSpPr>
          <p:spPr>
            <a:xfrm>
              <a:off x="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4" name="Google Shape;1014;p33"/>
            <p:cNvSpPr/>
            <p:nvPr/>
          </p:nvSpPr>
          <p:spPr>
            <a:xfrm>
              <a:off x="38100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5" name="Google Shape;1015;p33"/>
            <p:cNvSpPr/>
            <p:nvPr/>
          </p:nvSpPr>
          <p:spPr>
            <a:xfrm>
              <a:off x="76201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6" name="Google Shape;1016;p33"/>
            <p:cNvSpPr/>
            <p:nvPr/>
          </p:nvSpPr>
          <p:spPr>
            <a:xfrm>
              <a:off x="114301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7" name="Google Shape;1017;p33"/>
            <p:cNvSpPr/>
            <p:nvPr/>
          </p:nvSpPr>
          <p:spPr>
            <a:xfrm>
              <a:off x="152402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8" name="Google Shape;1018;p33"/>
            <p:cNvSpPr/>
            <p:nvPr/>
          </p:nvSpPr>
          <p:spPr>
            <a:xfrm>
              <a:off x="190502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9" name="Google Shape;1019;p33"/>
            <p:cNvSpPr/>
            <p:nvPr/>
          </p:nvSpPr>
          <p:spPr>
            <a:xfrm>
              <a:off x="228603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0" name="Google Shape;1020;p33"/>
            <p:cNvSpPr/>
            <p:nvPr/>
          </p:nvSpPr>
          <p:spPr>
            <a:xfrm>
              <a:off x="266703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1" name="Google Shape;1021;p33"/>
            <p:cNvSpPr/>
            <p:nvPr/>
          </p:nvSpPr>
          <p:spPr>
            <a:xfrm>
              <a:off x="304804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2" name="Google Shape;1022;p33"/>
            <p:cNvSpPr/>
            <p:nvPr/>
          </p:nvSpPr>
          <p:spPr>
            <a:xfrm>
              <a:off x="342904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3" name="Google Shape;1023;p33"/>
            <p:cNvSpPr/>
            <p:nvPr/>
          </p:nvSpPr>
          <p:spPr>
            <a:xfrm>
              <a:off x="381005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4" name="Google Shape;1024;p33"/>
            <p:cNvSpPr/>
            <p:nvPr/>
          </p:nvSpPr>
          <p:spPr>
            <a:xfrm>
              <a:off x="419105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5" name="Google Shape;1025;p33"/>
            <p:cNvSpPr/>
            <p:nvPr/>
          </p:nvSpPr>
          <p:spPr>
            <a:xfrm>
              <a:off x="457206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6" name="Google Shape;1026;p33"/>
            <p:cNvSpPr/>
            <p:nvPr/>
          </p:nvSpPr>
          <p:spPr>
            <a:xfrm>
              <a:off x="495306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7" name="Google Shape;1027;p33"/>
            <p:cNvSpPr/>
            <p:nvPr/>
          </p:nvSpPr>
          <p:spPr>
            <a:xfrm>
              <a:off x="533407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8" name="Google Shape;1028;p33"/>
            <p:cNvSpPr/>
            <p:nvPr/>
          </p:nvSpPr>
          <p:spPr>
            <a:xfrm>
              <a:off x="571507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9" name="Google Shape;1029;p33"/>
            <p:cNvSpPr/>
            <p:nvPr/>
          </p:nvSpPr>
          <p:spPr>
            <a:xfrm>
              <a:off x="609608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0" name="Google Shape;1030;p33"/>
            <p:cNvSpPr/>
            <p:nvPr/>
          </p:nvSpPr>
          <p:spPr>
            <a:xfrm>
              <a:off x="647708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1" name="Google Shape;1031;p33"/>
            <p:cNvSpPr/>
            <p:nvPr/>
          </p:nvSpPr>
          <p:spPr>
            <a:xfrm>
              <a:off x="685809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2" name="Google Shape;1032;p33"/>
            <p:cNvSpPr/>
            <p:nvPr/>
          </p:nvSpPr>
          <p:spPr>
            <a:xfrm>
              <a:off x="723909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3" name="Google Shape;1033;p33"/>
            <p:cNvSpPr/>
            <p:nvPr/>
          </p:nvSpPr>
          <p:spPr>
            <a:xfrm>
              <a:off x="7620110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4" name="Google Shape;1034;p33"/>
            <p:cNvSpPr/>
            <p:nvPr/>
          </p:nvSpPr>
          <p:spPr>
            <a:xfrm>
              <a:off x="8001115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5" name="Google Shape;1035;p33"/>
            <p:cNvSpPr/>
            <p:nvPr/>
          </p:nvSpPr>
          <p:spPr>
            <a:xfrm>
              <a:off x="8382120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6" name="Google Shape;1036;p33"/>
            <p:cNvSpPr/>
            <p:nvPr/>
          </p:nvSpPr>
          <p:spPr>
            <a:xfrm>
              <a:off x="8763125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7" name="Google Shape;1037;p33"/>
            <p:cNvSpPr/>
            <p:nvPr/>
          </p:nvSpPr>
          <p:spPr>
            <a:xfrm>
              <a:off x="7620110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8" name="Google Shape;1038;p33"/>
            <p:cNvSpPr/>
            <p:nvPr/>
          </p:nvSpPr>
          <p:spPr>
            <a:xfrm>
              <a:off x="8001115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9" name="Google Shape;1039;p33"/>
            <p:cNvSpPr/>
            <p:nvPr/>
          </p:nvSpPr>
          <p:spPr>
            <a:xfrm>
              <a:off x="8382120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0" name="Google Shape;1040;p33"/>
            <p:cNvSpPr/>
            <p:nvPr/>
          </p:nvSpPr>
          <p:spPr>
            <a:xfrm>
              <a:off x="8763125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1" name="Google Shape;1041;p33"/>
            <p:cNvSpPr/>
            <p:nvPr/>
          </p:nvSpPr>
          <p:spPr>
            <a:xfrm>
              <a:off x="7620110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2" name="Google Shape;1042;p33"/>
            <p:cNvSpPr/>
            <p:nvPr/>
          </p:nvSpPr>
          <p:spPr>
            <a:xfrm>
              <a:off x="8001115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3" name="Google Shape;1043;p33"/>
            <p:cNvSpPr/>
            <p:nvPr/>
          </p:nvSpPr>
          <p:spPr>
            <a:xfrm>
              <a:off x="8382120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4" name="Google Shape;1044;p33"/>
            <p:cNvSpPr/>
            <p:nvPr/>
          </p:nvSpPr>
          <p:spPr>
            <a:xfrm>
              <a:off x="8763125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5" name="Google Shape;1045;p33"/>
            <p:cNvSpPr/>
            <p:nvPr/>
          </p:nvSpPr>
          <p:spPr>
            <a:xfrm>
              <a:off x="7620110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6" name="Google Shape;1046;p33"/>
            <p:cNvSpPr/>
            <p:nvPr/>
          </p:nvSpPr>
          <p:spPr>
            <a:xfrm>
              <a:off x="8001115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7" name="Google Shape;1047;p33"/>
            <p:cNvSpPr/>
            <p:nvPr/>
          </p:nvSpPr>
          <p:spPr>
            <a:xfrm>
              <a:off x="8382120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8" name="Google Shape;1048;p33"/>
            <p:cNvSpPr/>
            <p:nvPr/>
          </p:nvSpPr>
          <p:spPr>
            <a:xfrm>
              <a:off x="8763125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9" name="Google Shape;1049;p33"/>
            <p:cNvSpPr/>
            <p:nvPr/>
          </p:nvSpPr>
          <p:spPr>
            <a:xfrm>
              <a:off x="7620110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0" name="Google Shape;1050;p33"/>
            <p:cNvSpPr/>
            <p:nvPr/>
          </p:nvSpPr>
          <p:spPr>
            <a:xfrm>
              <a:off x="8001115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1" name="Google Shape;1051;p33"/>
            <p:cNvSpPr/>
            <p:nvPr/>
          </p:nvSpPr>
          <p:spPr>
            <a:xfrm>
              <a:off x="8382120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2" name="Google Shape;1052;p33"/>
            <p:cNvSpPr/>
            <p:nvPr/>
          </p:nvSpPr>
          <p:spPr>
            <a:xfrm>
              <a:off x="8763125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3" name="Google Shape;1053;p33"/>
            <p:cNvSpPr/>
            <p:nvPr/>
          </p:nvSpPr>
          <p:spPr>
            <a:xfrm>
              <a:off x="7620110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4" name="Google Shape;1054;p33"/>
            <p:cNvSpPr/>
            <p:nvPr/>
          </p:nvSpPr>
          <p:spPr>
            <a:xfrm>
              <a:off x="8001115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5" name="Google Shape;1055;p33"/>
            <p:cNvSpPr/>
            <p:nvPr/>
          </p:nvSpPr>
          <p:spPr>
            <a:xfrm>
              <a:off x="8382120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6" name="Google Shape;1056;p33"/>
            <p:cNvSpPr/>
            <p:nvPr/>
          </p:nvSpPr>
          <p:spPr>
            <a:xfrm>
              <a:off x="8763125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7" name="Google Shape;1057;p33"/>
            <p:cNvSpPr/>
            <p:nvPr/>
          </p:nvSpPr>
          <p:spPr>
            <a:xfrm>
              <a:off x="7620110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8" name="Google Shape;1058;p33"/>
            <p:cNvSpPr/>
            <p:nvPr/>
          </p:nvSpPr>
          <p:spPr>
            <a:xfrm>
              <a:off x="8001115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9" name="Google Shape;1059;p33"/>
            <p:cNvSpPr/>
            <p:nvPr/>
          </p:nvSpPr>
          <p:spPr>
            <a:xfrm>
              <a:off x="8382120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0" name="Google Shape;1060;p33"/>
            <p:cNvSpPr/>
            <p:nvPr/>
          </p:nvSpPr>
          <p:spPr>
            <a:xfrm>
              <a:off x="8763125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1" name="Google Shape;1061;p33"/>
            <p:cNvSpPr/>
            <p:nvPr/>
          </p:nvSpPr>
          <p:spPr>
            <a:xfrm>
              <a:off x="7620110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2" name="Google Shape;1062;p33"/>
            <p:cNvSpPr/>
            <p:nvPr/>
          </p:nvSpPr>
          <p:spPr>
            <a:xfrm>
              <a:off x="8001115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3" name="Google Shape;1063;p33"/>
            <p:cNvSpPr/>
            <p:nvPr/>
          </p:nvSpPr>
          <p:spPr>
            <a:xfrm>
              <a:off x="8382120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4" name="Google Shape;1064;p33"/>
            <p:cNvSpPr/>
            <p:nvPr/>
          </p:nvSpPr>
          <p:spPr>
            <a:xfrm>
              <a:off x="8763125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5" name="Google Shape;1065;p33"/>
            <p:cNvSpPr/>
            <p:nvPr/>
          </p:nvSpPr>
          <p:spPr>
            <a:xfrm>
              <a:off x="7620110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6" name="Google Shape;1066;p33"/>
            <p:cNvSpPr/>
            <p:nvPr/>
          </p:nvSpPr>
          <p:spPr>
            <a:xfrm>
              <a:off x="8001115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7" name="Google Shape;1067;p33"/>
            <p:cNvSpPr/>
            <p:nvPr/>
          </p:nvSpPr>
          <p:spPr>
            <a:xfrm>
              <a:off x="8382120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8" name="Google Shape;1068;p33"/>
            <p:cNvSpPr/>
            <p:nvPr/>
          </p:nvSpPr>
          <p:spPr>
            <a:xfrm>
              <a:off x="8763125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9" name="Google Shape;1069;p33"/>
            <p:cNvSpPr/>
            <p:nvPr/>
          </p:nvSpPr>
          <p:spPr>
            <a:xfrm>
              <a:off x="7620110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0" name="Google Shape;1070;p33"/>
            <p:cNvSpPr/>
            <p:nvPr/>
          </p:nvSpPr>
          <p:spPr>
            <a:xfrm>
              <a:off x="8001115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1" name="Google Shape;1071;p33"/>
            <p:cNvSpPr/>
            <p:nvPr/>
          </p:nvSpPr>
          <p:spPr>
            <a:xfrm>
              <a:off x="8382120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2" name="Google Shape;1072;p33"/>
            <p:cNvSpPr/>
            <p:nvPr/>
          </p:nvSpPr>
          <p:spPr>
            <a:xfrm>
              <a:off x="8763125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3" name="Google Shape;1073;p33"/>
            <p:cNvSpPr/>
            <p:nvPr/>
          </p:nvSpPr>
          <p:spPr>
            <a:xfrm>
              <a:off x="7620110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4" name="Google Shape;1074;p33"/>
            <p:cNvSpPr/>
            <p:nvPr/>
          </p:nvSpPr>
          <p:spPr>
            <a:xfrm>
              <a:off x="8001115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5" name="Google Shape;1075;p33"/>
            <p:cNvSpPr/>
            <p:nvPr/>
          </p:nvSpPr>
          <p:spPr>
            <a:xfrm>
              <a:off x="8382120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6" name="Google Shape;1076;p33"/>
            <p:cNvSpPr/>
            <p:nvPr/>
          </p:nvSpPr>
          <p:spPr>
            <a:xfrm>
              <a:off x="8763125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7" name="Google Shape;1077;p33"/>
            <p:cNvSpPr/>
            <p:nvPr/>
          </p:nvSpPr>
          <p:spPr>
            <a:xfrm>
              <a:off x="7620110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8" name="Google Shape;1078;p33"/>
            <p:cNvSpPr/>
            <p:nvPr/>
          </p:nvSpPr>
          <p:spPr>
            <a:xfrm>
              <a:off x="8001115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9" name="Google Shape;1079;p33"/>
            <p:cNvSpPr/>
            <p:nvPr/>
          </p:nvSpPr>
          <p:spPr>
            <a:xfrm>
              <a:off x="8382120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0" name="Google Shape;1080;p33"/>
            <p:cNvSpPr/>
            <p:nvPr/>
          </p:nvSpPr>
          <p:spPr>
            <a:xfrm>
              <a:off x="8763125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1" name="Google Shape;1081;p33"/>
            <p:cNvSpPr/>
            <p:nvPr/>
          </p:nvSpPr>
          <p:spPr>
            <a:xfrm>
              <a:off x="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2" name="Google Shape;1082;p33"/>
            <p:cNvSpPr/>
            <p:nvPr/>
          </p:nvSpPr>
          <p:spPr>
            <a:xfrm>
              <a:off x="38100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3" name="Google Shape;1083;p33"/>
            <p:cNvSpPr/>
            <p:nvPr/>
          </p:nvSpPr>
          <p:spPr>
            <a:xfrm>
              <a:off x="76201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4" name="Google Shape;1084;p33"/>
            <p:cNvSpPr/>
            <p:nvPr/>
          </p:nvSpPr>
          <p:spPr>
            <a:xfrm>
              <a:off x="114301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5" name="Google Shape;1085;p33"/>
            <p:cNvSpPr/>
            <p:nvPr/>
          </p:nvSpPr>
          <p:spPr>
            <a:xfrm>
              <a:off x="152402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6" name="Google Shape;1086;p33"/>
            <p:cNvSpPr/>
            <p:nvPr/>
          </p:nvSpPr>
          <p:spPr>
            <a:xfrm>
              <a:off x="190502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7" name="Google Shape;1087;p33"/>
            <p:cNvSpPr/>
            <p:nvPr/>
          </p:nvSpPr>
          <p:spPr>
            <a:xfrm>
              <a:off x="228603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8" name="Google Shape;1088;p33"/>
            <p:cNvSpPr/>
            <p:nvPr/>
          </p:nvSpPr>
          <p:spPr>
            <a:xfrm>
              <a:off x="266703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9" name="Google Shape;1089;p33"/>
            <p:cNvSpPr/>
            <p:nvPr/>
          </p:nvSpPr>
          <p:spPr>
            <a:xfrm>
              <a:off x="304804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0" name="Google Shape;1090;p33"/>
            <p:cNvSpPr/>
            <p:nvPr/>
          </p:nvSpPr>
          <p:spPr>
            <a:xfrm>
              <a:off x="342904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1" name="Google Shape;1091;p33"/>
            <p:cNvSpPr/>
            <p:nvPr/>
          </p:nvSpPr>
          <p:spPr>
            <a:xfrm>
              <a:off x="381005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2" name="Google Shape;1092;p33"/>
            <p:cNvSpPr/>
            <p:nvPr/>
          </p:nvSpPr>
          <p:spPr>
            <a:xfrm>
              <a:off x="419105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3" name="Google Shape;1093;p33"/>
            <p:cNvSpPr/>
            <p:nvPr/>
          </p:nvSpPr>
          <p:spPr>
            <a:xfrm>
              <a:off x="457206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4" name="Google Shape;1094;p33"/>
            <p:cNvSpPr/>
            <p:nvPr/>
          </p:nvSpPr>
          <p:spPr>
            <a:xfrm>
              <a:off x="495306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5" name="Google Shape;1095;p33"/>
            <p:cNvSpPr/>
            <p:nvPr/>
          </p:nvSpPr>
          <p:spPr>
            <a:xfrm>
              <a:off x="533407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6" name="Google Shape;1096;p33"/>
            <p:cNvSpPr/>
            <p:nvPr/>
          </p:nvSpPr>
          <p:spPr>
            <a:xfrm>
              <a:off x="571507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7" name="Google Shape;1097;p33"/>
            <p:cNvSpPr/>
            <p:nvPr/>
          </p:nvSpPr>
          <p:spPr>
            <a:xfrm>
              <a:off x="609608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8" name="Google Shape;1098;p33"/>
            <p:cNvSpPr/>
            <p:nvPr/>
          </p:nvSpPr>
          <p:spPr>
            <a:xfrm>
              <a:off x="647708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9" name="Google Shape;1099;p33"/>
            <p:cNvSpPr/>
            <p:nvPr/>
          </p:nvSpPr>
          <p:spPr>
            <a:xfrm>
              <a:off x="685809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0" name="Google Shape;1100;p33"/>
            <p:cNvSpPr/>
            <p:nvPr/>
          </p:nvSpPr>
          <p:spPr>
            <a:xfrm>
              <a:off x="723909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1" name="Google Shape;1101;p33"/>
            <p:cNvSpPr/>
            <p:nvPr/>
          </p:nvSpPr>
          <p:spPr>
            <a:xfrm>
              <a:off x="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2" name="Google Shape;1102;p33"/>
            <p:cNvSpPr/>
            <p:nvPr/>
          </p:nvSpPr>
          <p:spPr>
            <a:xfrm>
              <a:off x="38100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3" name="Google Shape;1103;p33"/>
            <p:cNvSpPr/>
            <p:nvPr/>
          </p:nvSpPr>
          <p:spPr>
            <a:xfrm>
              <a:off x="76201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4" name="Google Shape;1104;p33"/>
            <p:cNvSpPr/>
            <p:nvPr/>
          </p:nvSpPr>
          <p:spPr>
            <a:xfrm>
              <a:off x="114301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5" name="Google Shape;1105;p33"/>
            <p:cNvSpPr/>
            <p:nvPr/>
          </p:nvSpPr>
          <p:spPr>
            <a:xfrm>
              <a:off x="152402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6" name="Google Shape;1106;p33"/>
            <p:cNvSpPr/>
            <p:nvPr/>
          </p:nvSpPr>
          <p:spPr>
            <a:xfrm>
              <a:off x="190502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7" name="Google Shape;1107;p33"/>
            <p:cNvSpPr/>
            <p:nvPr/>
          </p:nvSpPr>
          <p:spPr>
            <a:xfrm>
              <a:off x="228603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8" name="Google Shape;1108;p33"/>
            <p:cNvSpPr/>
            <p:nvPr/>
          </p:nvSpPr>
          <p:spPr>
            <a:xfrm>
              <a:off x="266703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9" name="Google Shape;1109;p33"/>
            <p:cNvSpPr/>
            <p:nvPr/>
          </p:nvSpPr>
          <p:spPr>
            <a:xfrm>
              <a:off x="304804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0" name="Google Shape;1110;p33"/>
            <p:cNvSpPr/>
            <p:nvPr/>
          </p:nvSpPr>
          <p:spPr>
            <a:xfrm>
              <a:off x="342904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1" name="Google Shape;1111;p33"/>
            <p:cNvSpPr/>
            <p:nvPr/>
          </p:nvSpPr>
          <p:spPr>
            <a:xfrm>
              <a:off x="381005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2" name="Google Shape;1112;p33"/>
            <p:cNvSpPr/>
            <p:nvPr/>
          </p:nvSpPr>
          <p:spPr>
            <a:xfrm>
              <a:off x="419105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3" name="Google Shape;1113;p33"/>
            <p:cNvSpPr/>
            <p:nvPr/>
          </p:nvSpPr>
          <p:spPr>
            <a:xfrm>
              <a:off x="457206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4" name="Google Shape;1114;p33"/>
            <p:cNvSpPr/>
            <p:nvPr/>
          </p:nvSpPr>
          <p:spPr>
            <a:xfrm>
              <a:off x="495306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5" name="Google Shape;1115;p33"/>
            <p:cNvSpPr/>
            <p:nvPr/>
          </p:nvSpPr>
          <p:spPr>
            <a:xfrm>
              <a:off x="533407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6" name="Google Shape;1116;p33"/>
            <p:cNvSpPr/>
            <p:nvPr/>
          </p:nvSpPr>
          <p:spPr>
            <a:xfrm>
              <a:off x="571507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7" name="Google Shape;1117;p33"/>
            <p:cNvSpPr/>
            <p:nvPr/>
          </p:nvSpPr>
          <p:spPr>
            <a:xfrm>
              <a:off x="609608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8" name="Google Shape;1118;p33"/>
            <p:cNvSpPr/>
            <p:nvPr/>
          </p:nvSpPr>
          <p:spPr>
            <a:xfrm>
              <a:off x="647708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9" name="Google Shape;1119;p33"/>
            <p:cNvSpPr/>
            <p:nvPr/>
          </p:nvSpPr>
          <p:spPr>
            <a:xfrm>
              <a:off x="685809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0" name="Google Shape;1120;p33"/>
            <p:cNvSpPr/>
            <p:nvPr/>
          </p:nvSpPr>
          <p:spPr>
            <a:xfrm>
              <a:off x="723909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1" name="Google Shape;1121;p33"/>
            <p:cNvSpPr/>
            <p:nvPr/>
          </p:nvSpPr>
          <p:spPr>
            <a:xfrm>
              <a:off x="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2" name="Google Shape;1122;p33"/>
            <p:cNvSpPr/>
            <p:nvPr/>
          </p:nvSpPr>
          <p:spPr>
            <a:xfrm>
              <a:off x="38100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3" name="Google Shape;1123;p33"/>
            <p:cNvSpPr/>
            <p:nvPr/>
          </p:nvSpPr>
          <p:spPr>
            <a:xfrm>
              <a:off x="76201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4" name="Google Shape;1124;p33"/>
            <p:cNvSpPr/>
            <p:nvPr/>
          </p:nvSpPr>
          <p:spPr>
            <a:xfrm>
              <a:off x="114301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5" name="Google Shape;1125;p33"/>
            <p:cNvSpPr/>
            <p:nvPr/>
          </p:nvSpPr>
          <p:spPr>
            <a:xfrm>
              <a:off x="152402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6" name="Google Shape;1126;p33"/>
            <p:cNvSpPr/>
            <p:nvPr/>
          </p:nvSpPr>
          <p:spPr>
            <a:xfrm>
              <a:off x="190502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7" name="Google Shape;1127;p33"/>
            <p:cNvSpPr/>
            <p:nvPr/>
          </p:nvSpPr>
          <p:spPr>
            <a:xfrm>
              <a:off x="228603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8" name="Google Shape;1128;p33"/>
            <p:cNvSpPr/>
            <p:nvPr/>
          </p:nvSpPr>
          <p:spPr>
            <a:xfrm>
              <a:off x="266703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9" name="Google Shape;1129;p33"/>
            <p:cNvSpPr/>
            <p:nvPr/>
          </p:nvSpPr>
          <p:spPr>
            <a:xfrm>
              <a:off x="304804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0" name="Google Shape;1130;p33"/>
            <p:cNvSpPr/>
            <p:nvPr/>
          </p:nvSpPr>
          <p:spPr>
            <a:xfrm>
              <a:off x="342904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1" name="Google Shape;1131;p33"/>
            <p:cNvSpPr/>
            <p:nvPr/>
          </p:nvSpPr>
          <p:spPr>
            <a:xfrm>
              <a:off x="381005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2" name="Google Shape;1132;p33"/>
            <p:cNvSpPr/>
            <p:nvPr/>
          </p:nvSpPr>
          <p:spPr>
            <a:xfrm>
              <a:off x="419105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3" name="Google Shape;1133;p33"/>
            <p:cNvSpPr/>
            <p:nvPr/>
          </p:nvSpPr>
          <p:spPr>
            <a:xfrm>
              <a:off x="457206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4" name="Google Shape;1134;p33"/>
            <p:cNvSpPr/>
            <p:nvPr/>
          </p:nvSpPr>
          <p:spPr>
            <a:xfrm>
              <a:off x="495306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5" name="Google Shape;1135;p33"/>
            <p:cNvSpPr/>
            <p:nvPr/>
          </p:nvSpPr>
          <p:spPr>
            <a:xfrm>
              <a:off x="533407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6" name="Google Shape;1136;p33"/>
            <p:cNvSpPr/>
            <p:nvPr/>
          </p:nvSpPr>
          <p:spPr>
            <a:xfrm>
              <a:off x="571507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7" name="Google Shape;1137;p33"/>
            <p:cNvSpPr/>
            <p:nvPr/>
          </p:nvSpPr>
          <p:spPr>
            <a:xfrm>
              <a:off x="609608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8" name="Google Shape;1138;p33"/>
            <p:cNvSpPr/>
            <p:nvPr/>
          </p:nvSpPr>
          <p:spPr>
            <a:xfrm>
              <a:off x="647708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9" name="Google Shape;1139;p33"/>
            <p:cNvSpPr/>
            <p:nvPr/>
          </p:nvSpPr>
          <p:spPr>
            <a:xfrm>
              <a:off x="685809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0" name="Google Shape;1140;p33"/>
            <p:cNvSpPr/>
            <p:nvPr/>
          </p:nvSpPr>
          <p:spPr>
            <a:xfrm>
              <a:off x="723909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1" name="Google Shape;1141;p33"/>
            <p:cNvSpPr/>
            <p:nvPr/>
          </p:nvSpPr>
          <p:spPr>
            <a:xfrm>
              <a:off x="7620110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2" name="Google Shape;1142;p33"/>
            <p:cNvSpPr/>
            <p:nvPr/>
          </p:nvSpPr>
          <p:spPr>
            <a:xfrm>
              <a:off x="8001115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3" name="Google Shape;1143;p33"/>
            <p:cNvSpPr/>
            <p:nvPr/>
          </p:nvSpPr>
          <p:spPr>
            <a:xfrm>
              <a:off x="8382120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4" name="Google Shape;1144;p33"/>
            <p:cNvSpPr/>
            <p:nvPr/>
          </p:nvSpPr>
          <p:spPr>
            <a:xfrm>
              <a:off x="8763125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5" name="Google Shape;1145;p33"/>
            <p:cNvSpPr/>
            <p:nvPr/>
          </p:nvSpPr>
          <p:spPr>
            <a:xfrm>
              <a:off x="7620110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6" name="Google Shape;1146;p33"/>
            <p:cNvSpPr/>
            <p:nvPr/>
          </p:nvSpPr>
          <p:spPr>
            <a:xfrm>
              <a:off x="8001115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7" name="Google Shape;1147;p33"/>
            <p:cNvSpPr/>
            <p:nvPr/>
          </p:nvSpPr>
          <p:spPr>
            <a:xfrm>
              <a:off x="8382120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8" name="Google Shape;1148;p33"/>
            <p:cNvSpPr/>
            <p:nvPr/>
          </p:nvSpPr>
          <p:spPr>
            <a:xfrm>
              <a:off x="8763125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9" name="Google Shape;1149;p33"/>
            <p:cNvSpPr/>
            <p:nvPr/>
          </p:nvSpPr>
          <p:spPr>
            <a:xfrm>
              <a:off x="7620110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0" name="Google Shape;1150;p33"/>
            <p:cNvSpPr/>
            <p:nvPr/>
          </p:nvSpPr>
          <p:spPr>
            <a:xfrm>
              <a:off x="8001115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1" name="Google Shape;1151;p33"/>
            <p:cNvSpPr/>
            <p:nvPr/>
          </p:nvSpPr>
          <p:spPr>
            <a:xfrm>
              <a:off x="8382120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2" name="Google Shape;1152;p33"/>
            <p:cNvSpPr/>
            <p:nvPr/>
          </p:nvSpPr>
          <p:spPr>
            <a:xfrm>
              <a:off x="8763125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53" name="Google Shape;1153;p33"/>
          <p:cNvSpPr/>
          <p:nvPr/>
        </p:nvSpPr>
        <p:spPr>
          <a:xfrm flipH="1">
            <a:off x="0" y="0"/>
            <a:ext cx="9144000" cy="5143500"/>
          </a:xfrm>
          <a:prstGeom prst="rtTriangle">
            <a:avLst/>
          </a:prstGeom>
          <a:solidFill>
            <a:srgbClr val="005051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54" name="Google Shape;1154;p33"/>
          <p:cNvGrpSpPr/>
          <p:nvPr/>
        </p:nvGrpSpPr>
        <p:grpSpPr>
          <a:xfrm>
            <a:off x="553048" y="535000"/>
            <a:ext cx="8105852" cy="4302000"/>
            <a:chOff x="553048" y="535000"/>
            <a:chExt cx="8105852" cy="4302000"/>
          </a:xfrm>
        </p:grpSpPr>
        <p:sp>
          <p:nvSpPr>
            <p:cNvPr id="1155" name="Google Shape;1155;p33"/>
            <p:cNvSpPr/>
            <p:nvPr/>
          </p:nvSpPr>
          <p:spPr>
            <a:xfrm>
              <a:off x="942300" y="763600"/>
              <a:ext cx="7716600" cy="4073400"/>
            </a:xfrm>
            <a:prstGeom prst="roundRect">
              <a:avLst>
                <a:gd fmla="val 2480" name="adj"/>
              </a:avLst>
            </a:prstGeom>
            <a:solidFill>
              <a:srgbClr val="222828">
                <a:alpha val="2039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6" name="Google Shape;1156;p33"/>
            <p:cNvSpPr/>
            <p:nvPr/>
          </p:nvSpPr>
          <p:spPr>
            <a:xfrm>
              <a:off x="712275" y="535000"/>
              <a:ext cx="7716600" cy="4073400"/>
            </a:xfrm>
            <a:prstGeom prst="roundRect">
              <a:avLst>
                <a:gd fmla="val 248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7" name="Google Shape;1157;p33"/>
            <p:cNvSpPr/>
            <p:nvPr/>
          </p:nvSpPr>
          <p:spPr>
            <a:xfrm>
              <a:off x="848698" y="898261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5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5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8" name="Google Shape;1158;p33"/>
            <p:cNvSpPr/>
            <p:nvPr/>
          </p:nvSpPr>
          <p:spPr>
            <a:xfrm>
              <a:off x="553048" y="931482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19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8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7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9" name="Google Shape;1159;p33"/>
            <p:cNvSpPr/>
            <p:nvPr/>
          </p:nvSpPr>
          <p:spPr>
            <a:xfrm>
              <a:off x="848698" y="1332681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8"/>
                    <a:pt x="0" y="7608"/>
                  </a:cubicBezTo>
                  <a:cubicBezTo>
                    <a:pt x="0" y="11808"/>
                    <a:pt x="3404" y="15212"/>
                    <a:pt x="7604" y="15212"/>
                  </a:cubicBezTo>
                  <a:cubicBezTo>
                    <a:pt x="11804" y="15212"/>
                    <a:pt x="15209" y="11808"/>
                    <a:pt x="15209" y="7608"/>
                  </a:cubicBezTo>
                  <a:cubicBezTo>
                    <a:pt x="15209" y="3408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0" name="Google Shape;1160;p33"/>
            <p:cNvSpPr/>
            <p:nvPr/>
          </p:nvSpPr>
          <p:spPr>
            <a:xfrm>
              <a:off x="553048" y="1365902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71"/>
                    <a:pt x="0" y="1497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9"/>
                  </a:lnTo>
                  <a:cubicBezTo>
                    <a:pt x="23340" y="7948"/>
                    <a:pt x="21591" y="9042"/>
                    <a:pt x="19596" y="9042"/>
                  </a:cubicBezTo>
                  <a:lnTo>
                    <a:pt x="1493" y="9042"/>
                  </a:lnTo>
                  <a:cubicBezTo>
                    <a:pt x="671" y="9042"/>
                    <a:pt x="0" y="9709"/>
                    <a:pt x="0" y="10535"/>
                  </a:cubicBezTo>
                  <a:cubicBezTo>
                    <a:pt x="0" y="11361"/>
                    <a:pt x="671" y="12028"/>
                    <a:pt x="1493" y="12028"/>
                  </a:cubicBezTo>
                  <a:lnTo>
                    <a:pt x="19596" y="12028"/>
                  </a:lnTo>
                  <a:cubicBezTo>
                    <a:pt x="23370" y="12028"/>
                    <a:pt x="26327" y="9688"/>
                    <a:pt x="26327" y="6699"/>
                  </a:cubicBezTo>
                  <a:lnTo>
                    <a:pt x="26327" y="5330"/>
                  </a:lnTo>
                  <a:cubicBezTo>
                    <a:pt x="26327" y="2344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1" name="Google Shape;1161;p33"/>
            <p:cNvSpPr/>
            <p:nvPr/>
          </p:nvSpPr>
          <p:spPr>
            <a:xfrm>
              <a:off x="848698" y="1767184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4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4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2" name="Google Shape;1162;p33"/>
            <p:cNvSpPr/>
            <p:nvPr/>
          </p:nvSpPr>
          <p:spPr>
            <a:xfrm>
              <a:off x="553048" y="1800405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68"/>
                    <a:pt x="0" y="1493"/>
                  </a:cubicBezTo>
                  <a:cubicBezTo>
                    <a:pt x="0" y="2319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5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7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3" name="Google Shape;1163;p33"/>
            <p:cNvSpPr/>
            <p:nvPr/>
          </p:nvSpPr>
          <p:spPr>
            <a:xfrm>
              <a:off x="848698" y="2201603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5"/>
                    <a:pt x="0" y="7608"/>
                  </a:cubicBezTo>
                  <a:cubicBezTo>
                    <a:pt x="0" y="11808"/>
                    <a:pt x="3404" y="15212"/>
                    <a:pt x="7604" y="15212"/>
                  </a:cubicBezTo>
                  <a:cubicBezTo>
                    <a:pt x="11804" y="15212"/>
                    <a:pt x="15209" y="11808"/>
                    <a:pt x="15209" y="7608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4" name="Google Shape;1164;p33"/>
            <p:cNvSpPr/>
            <p:nvPr/>
          </p:nvSpPr>
          <p:spPr>
            <a:xfrm>
              <a:off x="553048" y="2234824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68"/>
                    <a:pt x="0" y="1494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9"/>
                  </a:lnTo>
                  <a:cubicBezTo>
                    <a:pt x="23340" y="7945"/>
                    <a:pt x="21591" y="9039"/>
                    <a:pt x="19596" y="9039"/>
                  </a:cubicBezTo>
                  <a:lnTo>
                    <a:pt x="1493" y="9039"/>
                  </a:lnTo>
                  <a:cubicBezTo>
                    <a:pt x="671" y="9039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9"/>
                  </a:cubicBezTo>
                  <a:lnTo>
                    <a:pt x="26327" y="5330"/>
                  </a:lnTo>
                  <a:cubicBezTo>
                    <a:pt x="26327" y="2341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5" name="Google Shape;1165;p33"/>
            <p:cNvSpPr/>
            <p:nvPr/>
          </p:nvSpPr>
          <p:spPr>
            <a:xfrm>
              <a:off x="848698" y="2636106"/>
              <a:ext cx="317374" cy="317374"/>
            </a:xfrm>
            <a:custGeom>
              <a:rect b="b" l="l" r="r" t="t"/>
              <a:pathLst>
                <a:path extrusionOk="0" h="15209" w="15209">
                  <a:moveTo>
                    <a:pt x="7604" y="0"/>
                  </a:moveTo>
                  <a:cubicBezTo>
                    <a:pt x="3404" y="0"/>
                    <a:pt x="0" y="3404"/>
                    <a:pt x="0" y="7604"/>
                  </a:cubicBezTo>
                  <a:cubicBezTo>
                    <a:pt x="0" y="11805"/>
                    <a:pt x="3404" y="15209"/>
                    <a:pt x="7604" y="15209"/>
                  </a:cubicBezTo>
                  <a:cubicBezTo>
                    <a:pt x="11804" y="15209"/>
                    <a:pt x="15209" y="11805"/>
                    <a:pt x="15209" y="7604"/>
                  </a:cubicBezTo>
                  <a:cubicBezTo>
                    <a:pt x="15209" y="3404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6" name="Google Shape;1166;p33"/>
            <p:cNvSpPr/>
            <p:nvPr/>
          </p:nvSpPr>
          <p:spPr>
            <a:xfrm>
              <a:off x="553048" y="2669265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71"/>
                    <a:pt x="0" y="1496"/>
                  </a:cubicBezTo>
                  <a:cubicBezTo>
                    <a:pt x="0" y="2322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8"/>
                  </a:lnTo>
                  <a:cubicBezTo>
                    <a:pt x="23340" y="7947"/>
                    <a:pt x="21591" y="9041"/>
                    <a:pt x="19596" y="9041"/>
                  </a:cubicBezTo>
                  <a:lnTo>
                    <a:pt x="1493" y="9041"/>
                  </a:lnTo>
                  <a:cubicBezTo>
                    <a:pt x="671" y="9041"/>
                    <a:pt x="0" y="9709"/>
                    <a:pt x="0" y="10534"/>
                  </a:cubicBezTo>
                  <a:cubicBezTo>
                    <a:pt x="0" y="11360"/>
                    <a:pt x="671" y="12028"/>
                    <a:pt x="1493" y="12028"/>
                  </a:cubicBezTo>
                  <a:lnTo>
                    <a:pt x="19596" y="12028"/>
                  </a:lnTo>
                  <a:cubicBezTo>
                    <a:pt x="23370" y="12028"/>
                    <a:pt x="26327" y="9688"/>
                    <a:pt x="26327" y="6698"/>
                  </a:cubicBezTo>
                  <a:lnTo>
                    <a:pt x="26327" y="5330"/>
                  </a:lnTo>
                  <a:cubicBezTo>
                    <a:pt x="26327" y="2343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7" name="Google Shape;1167;p33"/>
            <p:cNvSpPr/>
            <p:nvPr/>
          </p:nvSpPr>
          <p:spPr>
            <a:xfrm>
              <a:off x="848698" y="3070526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5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8" name="Google Shape;1168;p33"/>
            <p:cNvSpPr/>
            <p:nvPr/>
          </p:nvSpPr>
          <p:spPr>
            <a:xfrm>
              <a:off x="553048" y="3103747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20"/>
                    <a:pt x="671" y="2987"/>
                    <a:pt x="1493" y="2987"/>
                  </a:cubicBezTo>
                  <a:lnTo>
                    <a:pt x="19596" y="2987"/>
                  </a:lnTo>
                  <a:cubicBezTo>
                    <a:pt x="21591" y="2987"/>
                    <a:pt x="23340" y="4081"/>
                    <a:pt x="23340" y="5330"/>
                  </a:cubicBezTo>
                  <a:lnTo>
                    <a:pt x="23340" y="6696"/>
                  </a:lnTo>
                  <a:cubicBezTo>
                    <a:pt x="23340" y="7945"/>
                    <a:pt x="21591" y="9039"/>
                    <a:pt x="19596" y="9039"/>
                  </a:cubicBezTo>
                  <a:lnTo>
                    <a:pt x="1493" y="9039"/>
                  </a:lnTo>
                  <a:cubicBezTo>
                    <a:pt x="671" y="9039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6"/>
                  </a:cubicBezTo>
                  <a:lnTo>
                    <a:pt x="26327" y="5330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9" name="Google Shape;1169;p33"/>
            <p:cNvSpPr/>
            <p:nvPr/>
          </p:nvSpPr>
          <p:spPr>
            <a:xfrm>
              <a:off x="848698" y="3504966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7"/>
                    <a:pt x="0" y="7607"/>
                  </a:cubicBezTo>
                  <a:cubicBezTo>
                    <a:pt x="0" y="11807"/>
                    <a:pt x="3404" y="15212"/>
                    <a:pt x="7604" y="15212"/>
                  </a:cubicBezTo>
                  <a:cubicBezTo>
                    <a:pt x="11804" y="15212"/>
                    <a:pt x="15209" y="11807"/>
                    <a:pt x="15209" y="7607"/>
                  </a:cubicBezTo>
                  <a:cubicBezTo>
                    <a:pt x="15209" y="3407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0" name="Google Shape;1170;p33"/>
            <p:cNvSpPr/>
            <p:nvPr/>
          </p:nvSpPr>
          <p:spPr>
            <a:xfrm>
              <a:off x="553048" y="3538167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72"/>
                    <a:pt x="0" y="1497"/>
                  </a:cubicBezTo>
                  <a:cubicBezTo>
                    <a:pt x="0" y="2320"/>
                    <a:pt x="671" y="2991"/>
                    <a:pt x="1493" y="2991"/>
                  </a:cubicBezTo>
                  <a:lnTo>
                    <a:pt x="19596" y="2991"/>
                  </a:lnTo>
                  <a:cubicBezTo>
                    <a:pt x="21591" y="2991"/>
                    <a:pt x="23340" y="4085"/>
                    <a:pt x="23340" y="5331"/>
                  </a:cubicBezTo>
                  <a:lnTo>
                    <a:pt x="23340" y="6699"/>
                  </a:lnTo>
                  <a:cubicBezTo>
                    <a:pt x="23340" y="7948"/>
                    <a:pt x="21591" y="9042"/>
                    <a:pt x="19596" y="9042"/>
                  </a:cubicBezTo>
                  <a:lnTo>
                    <a:pt x="1493" y="9042"/>
                  </a:lnTo>
                  <a:cubicBezTo>
                    <a:pt x="671" y="9042"/>
                    <a:pt x="0" y="9710"/>
                    <a:pt x="0" y="10535"/>
                  </a:cubicBezTo>
                  <a:cubicBezTo>
                    <a:pt x="0" y="11361"/>
                    <a:pt x="671" y="12029"/>
                    <a:pt x="1493" y="12029"/>
                  </a:cubicBezTo>
                  <a:lnTo>
                    <a:pt x="19596" y="12029"/>
                  </a:lnTo>
                  <a:cubicBezTo>
                    <a:pt x="23370" y="12029"/>
                    <a:pt x="26327" y="9689"/>
                    <a:pt x="26327" y="6699"/>
                  </a:cubicBezTo>
                  <a:lnTo>
                    <a:pt x="26327" y="5331"/>
                  </a:lnTo>
                  <a:cubicBezTo>
                    <a:pt x="26327" y="2344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1" name="Google Shape;1171;p33"/>
            <p:cNvSpPr/>
            <p:nvPr/>
          </p:nvSpPr>
          <p:spPr>
            <a:xfrm>
              <a:off x="848698" y="3939449"/>
              <a:ext cx="317374" cy="317395"/>
            </a:xfrm>
            <a:custGeom>
              <a:rect b="b" l="l" r="r" t="t"/>
              <a:pathLst>
                <a:path extrusionOk="0" h="15210" w="15209">
                  <a:moveTo>
                    <a:pt x="7604" y="1"/>
                  </a:moveTo>
                  <a:cubicBezTo>
                    <a:pt x="3404" y="1"/>
                    <a:pt x="0" y="3405"/>
                    <a:pt x="0" y="7605"/>
                  </a:cubicBezTo>
                  <a:cubicBezTo>
                    <a:pt x="0" y="11805"/>
                    <a:pt x="3404" y="15209"/>
                    <a:pt x="7604" y="15209"/>
                  </a:cubicBezTo>
                  <a:cubicBezTo>
                    <a:pt x="11804" y="15209"/>
                    <a:pt x="15209" y="11805"/>
                    <a:pt x="15209" y="7605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2" name="Google Shape;1172;p33"/>
            <p:cNvSpPr/>
            <p:nvPr/>
          </p:nvSpPr>
          <p:spPr>
            <a:xfrm>
              <a:off x="553048" y="3972670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5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73" name="Google Shape;1173;p33"/>
          <p:cNvSpPr txBox="1"/>
          <p:nvPr>
            <p:ph type="title"/>
          </p:nvPr>
        </p:nvSpPr>
        <p:spPr>
          <a:xfrm>
            <a:off x="1270650" y="629375"/>
            <a:ext cx="7020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9pPr>
          </a:lstStyle>
          <a:p/>
        </p:txBody>
      </p:sp>
      <p:sp>
        <p:nvSpPr>
          <p:cNvPr id="1174" name="Google Shape;1174;p33"/>
          <p:cNvSpPr txBox="1"/>
          <p:nvPr>
            <p:ph idx="1" type="subTitle"/>
          </p:nvPr>
        </p:nvSpPr>
        <p:spPr>
          <a:xfrm>
            <a:off x="1270650" y="1202075"/>
            <a:ext cx="70200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b="1">
                <a:solidFill>
                  <a:schemeClr val="accent2"/>
                </a:solidFill>
                <a:highlight>
                  <a:schemeClr val="lt2"/>
                </a:highlight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b="1">
                <a:solidFill>
                  <a:schemeClr val="accent2"/>
                </a:solidFill>
                <a:highlight>
                  <a:schemeClr val="lt2"/>
                </a:highlight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b="1">
                <a:solidFill>
                  <a:schemeClr val="accent2"/>
                </a:solidFill>
                <a:highlight>
                  <a:schemeClr val="lt2"/>
                </a:highlight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b="1">
                <a:solidFill>
                  <a:schemeClr val="accent2"/>
                </a:solidFill>
                <a:highlight>
                  <a:schemeClr val="lt2"/>
                </a:highlight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b="1">
                <a:solidFill>
                  <a:schemeClr val="accent2"/>
                </a:solidFill>
                <a:highlight>
                  <a:schemeClr val="lt2"/>
                </a:highlight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b="1">
                <a:solidFill>
                  <a:schemeClr val="accent2"/>
                </a:solidFill>
                <a:highlight>
                  <a:schemeClr val="lt2"/>
                </a:highlight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b="1">
                <a:solidFill>
                  <a:schemeClr val="accent2"/>
                </a:solidFill>
                <a:highlight>
                  <a:schemeClr val="lt2"/>
                </a:highlight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b="1">
                <a:solidFill>
                  <a:schemeClr val="accent2"/>
                </a:solidFill>
                <a:highlight>
                  <a:schemeClr val="lt2"/>
                </a:highlight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b="1">
                <a:solidFill>
                  <a:schemeClr val="accent2"/>
                </a:solidFill>
                <a:highlight>
                  <a:schemeClr val="lt2"/>
                </a:highlight>
              </a:defRPr>
            </a:lvl9pPr>
          </a:lstStyle>
          <a:p/>
        </p:txBody>
      </p:sp>
      <p:sp>
        <p:nvSpPr>
          <p:cNvPr id="1175" name="Google Shape;1175;p33"/>
          <p:cNvSpPr txBox="1"/>
          <p:nvPr>
            <p:ph idx="2" type="subTitle"/>
          </p:nvPr>
        </p:nvSpPr>
        <p:spPr>
          <a:xfrm>
            <a:off x="1270650" y="1514375"/>
            <a:ext cx="7020000" cy="29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6" name="Google Shape;1176;p33"/>
          <p:cNvSpPr/>
          <p:nvPr/>
        </p:nvSpPr>
        <p:spPr>
          <a:xfrm>
            <a:off x="8428900" y="1041975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0"/>
                </a:moveTo>
                <a:lnTo>
                  <a:pt x="0" y="25897"/>
                </a:lnTo>
                <a:cubicBezTo>
                  <a:pt x="3176" y="25897"/>
                  <a:pt x="5749" y="23323"/>
                  <a:pt x="5749" y="20147"/>
                </a:cubicBezTo>
                <a:lnTo>
                  <a:pt x="5749" y="5752"/>
                </a:lnTo>
                <a:cubicBezTo>
                  <a:pt x="5749" y="2576"/>
                  <a:pt x="3176" y="0"/>
                  <a:pt x="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7" name="Google Shape;1177;p33"/>
          <p:cNvSpPr/>
          <p:nvPr/>
        </p:nvSpPr>
        <p:spPr>
          <a:xfrm>
            <a:off x="8428900" y="2620900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0"/>
                </a:moveTo>
                <a:lnTo>
                  <a:pt x="0" y="25897"/>
                </a:lnTo>
                <a:cubicBezTo>
                  <a:pt x="3176" y="25897"/>
                  <a:pt x="5749" y="23323"/>
                  <a:pt x="5749" y="20148"/>
                </a:cubicBezTo>
                <a:lnTo>
                  <a:pt x="5749" y="5752"/>
                </a:lnTo>
                <a:cubicBezTo>
                  <a:pt x="5749" y="2577"/>
                  <a:pt x="3176" y="0"/>
                  <a:pt x="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8" name="Google Shape;1178;p33"/>
          <p:cNvSpPr/>
          <p:nvPr/>
        </p:nvSpPr>
        <p:spPr>
          <a:xfrm>
            <a:off x="8428900" y="1811900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0"/>
                </a:moveTo>
                <a:lnTo>
                  <a:pt x="0" y="25897"/>
                </a:lnTo>
                <a:cubicBezTo>
                  <a:pt x="3176" y="25897"/>
                  <a:pt x="5749" y="23320"/>
                  <a:pt x="5749" y="20147"/>
                </a:cubicBezTo>
                <a:lnTo>
                  <a:pt x="5749" y="5749"/>
                </a:lnTo>
                <a:cubicBezTo>
                  <a:pt x="5749" y="2574"/>
                  <a:pt x="3176" y="0"/>
                  <a:pt x="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9" name="Google Shape;1179;p33"/>
          <p:cNvSpPr/>
          <p:nvPr/>
        </p:nvSpPr>
        <p:spPr>
          <a:xfrm>
            <a:off x="8428900" y="3454000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1"/>
                </a:moveTo>
                <a:lnTo>
                  <a:pt x="0" y="25897"/>
                </a:lnTo>
                <a:cubicBezTo>
                  <a:pt x="3176" y="25897"/>
                  <a:pt x="5749" y="23323"/>
                  <a:pt x="5749" y="20148"/>
                </a:cubicBezTo>
                <a:lnTo>
                  <a:pt x="5749" y="5752"/>
                </a:lnTo>
                <a:cubicBezTo>
                  <a:pt x="5749" y="2577"/>
                  <a:pt x="3176" y="1"/>
                  <a:pt x="0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bg>
      <p:bgPr>
        <a:solidFill>
          <a:schemeClr val="lt1"/>
        </a:solidFill>
      </p:bgPr>
    </p:bg>
    <p:spTree>
      <p:nvGrpSpPr>
        <p:cNvPr id="1180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1" name="Google Shape;1181;p34"/>
          <p:cNvGrpSpPr/>
          <p:nvPr/>
        </p:nvGrpSpPr>
        <p:grpSpPr>
          <a:xfrm>
            <a:off x="0" y="0"/>
            <a:ext cx="9144125" cy="5143391"/>
            <a:chOff x="0" y="0"/>
            <a:chExt cx="9144125" cy="5143391"/>
          </a:xfrm>
        </p:grpSpPr>
        <p:sp>
          <p:nvSpPr>
            <p:cNvPr id="1182" name="Google Shape;1182;p34"/>
            <p:cNvSpPr/>
            <p:nvPr/>
          </p:nvSpPr>
          <p:spPr>
            <a:xfrm>
              <a:off x="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3" name="Google Shape;1183;p34"/>
            <p:cNvSpPr/>
            <p:nvPr/>
          </p:nvSpPr>
          <p:spPr>
            <a:xfrm>
              <a:off x="38100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4" name="Google Shape;1184;p34"/>
            <p:cNvSpPr/>
            <p:nvPr/>
          </p:nvSpPr>
          <p:spPr>
            <a:xfrm>
              <a:off x="76201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5" name="Google Shape;1185;p34"/>
            <p:cNvSpPr/>
            <p:nvPr/>
          </p:nvSpPr>
          <p:spPr>
            <a:xfrm>
              <a:off x="114301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6" name="Google Shape;1186;p34"/>
            <p:cNvSpPr/>
            <p:nvPr/>
          </p:nvSpPr>
          <p:spPr>
            <a:xfrm>
              <a:off x="152402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7" name="Google Shape;1187;p34"/>
            <p:cNvSpPr/>
            <p:nvPr/>
          </p:nvSpPr>
          <p:spPr>
            <a:xfrm>
              <a:off x="190502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8" name="Google Shape;1188;p34"/>
            <p:cNvSpPr/>
            <p:nvPr/>
          </p:nvSpPr>
          <p:spPr>
            <a:xfrm>
              <a:off x="228603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9" name="Google Shape;1189;p34"/>
            <p:cNvSpPr/>
            <p:nvPr/>
          </p:nvSpPr>
          <p:spPr>
            <a:xfrm>
              <a:off x="266703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0" name="Google Shape;1190;p34"/>
            <p:cNvSpPr/>
            <p:nvPr/>
          </p:nvSpPr>
          <p:spPr>
            <a:xfrm>
              <a:off x="304804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1" name="Google Shape;1191;p34"/>
            <p:cNvSpPr/>
            <p:nvPr/>
          </p:nvSpPr>
          <p:spPr>
            <a:xfrm>
              <a:off x="342904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2" name="Google Shape;1192;p34"/>
            <p:cNvSpPr/>
            <p:nvPr/>
          </p:nvSpPr>
          <p:spPr>
            <a:xfrm>
              <a:off x="381005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3" name="Google Shape;1193;p34"/>
            <p:cNvSpPr/>
            <p:nvPr/>
          </p:nvSpPr>
          <p:spPr>
            <a:xfrm>
              <a:off x="419105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4" name="Google Shape;1194;p34"/>
            <p:cNvSpPr/>
            <p:nvPr/>
          </p:nvSpPr>
          <p:spPr>
            <a:xfrm>
              <a:off x="457206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5" name="Google Shape;1195;p34"/>
            <p:cNvSpPr/>
            <p:nvPr/>
          </p:nvSpPr>
          <p:spPr>
            <a:xfrm>
              <a:off x="495306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6" name="Google Shape;1196;p34"/>
            <p:cNvSpPr/>
            <p:nvPr/>
          </p:nvSpPr>
          <p:spPr>
            <a:xfrm>
              <a:off x="533407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7" name="Google Shape;1197;p34"/>
            <p:cNvSpPr/>
            <p:nvPr/>
          </p:nvSpPr>
          <p:spPr>
            <a:xfrm>
              <a:off x="571507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8" name="Google Shape;1198;p34"/>
            <p:cNvSpPr/>
            <p:nvPr/>
          </p:nvSpPr>
          <p:spPr>
            <a:xfrm>
              <a:off x="609608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9" name="Google Shape;1199;p34"/>
            <p:cNvSpPr/>
            <p:nvPr/>
          </p:nvSpPr>
          <p:spPr>
            <a:xfrm>
              <a:off x="647708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0" name="Google Shape;1200;p34"/>
            <p:cNvSpPr/>
            <p:nvPr/>
          </p:nvSpPr>
          <p:spPr>
            <a:xfrm>
              <a:off x="685809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1" name="Google Shape;1201;p34"/>
            <p:cNvSpPr/>
            <p:nvPr/>
          </p:nvSpPr>
          <p:spPr>
            <a:xfrm>
              <a:off x="723909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2" name="Google Shape;1202;p34"/>
            <p:cNvSpPr/>
            <p:nvPr/>
          </p:nvSpPr>
          <p:spPr>
            <a:xfrm>
              <a:off x="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3" name="Google Shape;1203;p34"/>
            <p:cNvSpPr/>
            <p:nvPr/>
          </p:nvSpPr>
          <p:spPr>
            <a:xfrm>
              <a:off x="38100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4" name="Google Shape;1204;p34"/>
            <p:cNvSpPr/>
            <p:nvPr/>
          </p:nvSpPr>
          <p:spPr>
            <a:xfrm>
              <a:off x="76201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5" name="Google Shape;1205;p34"/>
            <p:cNvSpPr/>
            <p:nvPr/>
          </p:nvSpPr>
          <p:spPr>
            <a:xfrm>
              <a:off x="114301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6" name="Google Shape;1206;p34"/>
            <p:cNvSpPr/>
            <p:nvPr/>
          </p:nvSpPr>
          <p:spPr>
            <a:xfrm>
              <a:off x="152402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7" name="Google Shape;1207;p34"/>
            <p:cNvSpPr/>
            <p:nvPr/>
          </p:nvSpPr>
          <p:spPr>
            <a:xfrm>
              <a:off x="190502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8" name="Google Shape;1208;p34"/>
            <p:cNvSpPr/>
            <p:nvPr/>
          </p:nvSpPr>
          <p:spPr>
            <a:xfrm>
              <a:off x="228603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9" name="Google Shape;1209;p34"/>
            <p:cNvSpPr/>
            <p:nvPr/>
          </p:nvSpPr>
          <p:spPr>
            <a:xfrm>
              <a:off x="266703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0" name="Google Shape;1210;p34"/>
            <p:cNvSpPr/>
            <p:nvPr/>
          </p:nvSpPr>
          <p:spPr>
            <a:xfrm>
              <a:off x="304804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1" name="Google Shape;1211;p34"/>
            <p:cNvSpPr/>
            <p:nvPr/>
          </p:nvSpPr>
          <p:spPr>
            <a:xfrm>
              <a:off x="342904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2" name="Google Shape;1212;p34"/>
            <p:cNvSpPr/>
            <p:nvPr/>
          </p:nvSpPr>
          <p:spPr>
            <a:xfrm>
              <a:off x="381005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3" name="Google Shape;1213;p34"/>
            <p:cNvSpPr/>
            <p:nvPr/>
          </p:nvSpPr>
          <p:spPr>
            <a:xfrm>
              <a:off x="419105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4" name="Google Shape;1214;p34"/>
            <p:cNvSpPr/>
            <p:nvPr/>
          </p:nvSpPr>
          <p:spPr>
            <a:xfrm>
              <a:off x="457206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5" name="Google Shape;1215;p34"/>
            <p:cNvSpPr/>
            <p:nvPr/>
          </p:nvSpPr>
          <p:spPr>
            <a:xfrm>
              <a:off x="495306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6" name="Google Shape;1216;p34"/>
            <p:cNvSpPr/>
            <p:nvPr/>
          </p:nvSpPr>
          <p:spPr>
            <a:xfrm>
              <a:off x="533407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7" name="Google Shape;1217;p34"/>
            <p:cNvSpPr/>
            <p:nvPr/>
          </p:nvSpPr>
          <p:spPr>
            <a:xfrm>
              <a:off x="571507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8" name="Google Shape;1218;p34"/>
            <p:cNvSpPr/>
            <p:nvPr/>
          </p:nvSpPr>
          <p:spPr>
            <a:xfrm>
              <a:off x="609608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9" name="Google Shape;1219;p34"/>
            <p:cNvSpPr/>
            <p:nvPr/>
          </p:nvSpPr>
          <p:spPr>
            <a:xfrm>
              <a:off x="647708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0" name="Google Shape;1220;p34"/>
            <p:cNvSpPr/>
            <p:nvPr/>
          </p:nvSpPr>
          <p:spPr>
            <a:xfrm>
              <a:off x="685809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1" name="Google Shape;1221;p34"/>
            <p:cNvSpPr/>
            <p:nvPr/>
          </p:nvSpPr>
          <p:spPr>
            <a:xfrm>
              <a:off x="723909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2" name="Google Shape;1222;p34"/>
            <p:cNvSpPr/>
            <p:nvPr/>
          </p:nvSpPr>
          <p:spPr>
            <a:xfrm>
              <a:off x="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3" name="Google Shape;1223;p34"/>
            <p:cNvSpPr/>
            <p:nvPr/>
          </p:nvSpPr>
          <p:spPr>
            <a:xfrm>
              <a:off x="38100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4" name="Google Shape;1224;p34"/>
            <p:cNvSpPr/>
            <p:nvPr/>
          </p:nvSpPr>
          <p:spPr>
            <a:xfrm>
              <a:off x="76201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5" name="Google Shape;1225;p34"/>
            <p:cNvSpPr/>
            <p:nvPr/>
          </p:nvSpPr>
          <p:spPr>
            <a:xfrm>
              <a:off x="114301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6" name="Google Shape;1226;p34"/>
            <p:cNvSpPr/>
            <p:nvPr/>
          </p:nvSpPr>
          <p:spPr>
            <a:xfrm>
              <a:off x="152402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7" name="Google Shape;1227;p34"/>
            <p:cNvSpPr/>
            <p:nvPr/>
          </p:nvSpPr>
          <p:spPr>
            <a:xfrm>
              <a:off x="190502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8" name="Google Shape;1228;p34"/>
            <p:cNvSpPr/>
            <p:nvPr/>
          </p:nvSpPr>
          <p:spPr>
            <a:xfrm>
              <a:off x="228603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9" name="Google Shape;1229;p34"/>
            <p:cNvSpPr/>
            <p:nvPr/>
          </p:nvSpPr>
          <p:spPr>
            <a:xfrm>
              <a:off x="266703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0" name="Google Shape;1230;p34"/>
            <p:cNvSpPr/>
            <p:nvPr/>
          </p:nvSpPr>
          <p:spPr>
            <a:xfrm>
              <a:off x="304804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1" name="Google Shape;1231;p34"/>
            <p:cNvSpPr/>
            <p:nvPr/>
          </p:nvSpPr>
          <p:spPr>
            <a:xfrm>
              <a:off x="342904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2" name="Google Shape;1232;p34"/>
            <p:cNvSpPr/>
            <p:nvPr/>
          </p:nvSpPr>
          <p:spPr>
            <a:xfrm>
              <a:off x="381005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3" name="Google Shape;1233;p34"/>
            <p:cNvSpPr/>
            <p:nvPr/>
          </p:nvSpPr>
          <p:spPr>
            <a:xfrm>
              <a:off x="419105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4" name="Google Shape;1234;p34"/>
            <p:cNvSpPr/>
            <p:nvPr/>
          </p:nvSpPr>
          <p:spPr>
            <a:xfrm>
              <a:off x="457206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5" name="Google Shape;1235;p34"/>
            <p:cNvSpPr/>
            <p:nvPr/>
          </p:nvSpPr>
          <p:spPr>
            <a:xfrm>
              <a:off x="495306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6" name="Google Shape;1236;p34"/>
            <p:cNvSpPr/>
            <p:nvPr/>
          </p:nvSpPr>
          <p:spPr>
            <a:xfrm>
              <a:off x="533407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7" name="Google Shape;1237;p34"/>
            <p:cNvSpPr/>
            <p:nvPr/>
          </p:nvSpPr>
          <p:spPr>
            <a:xfrm>
              <a:off x="571507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8" name="Google Shape;1238;p34"/>
            <p:cNvSpPr/>
            <p:nvPr/>
          </p:nvSpPr>
          <p:spPr>
            <a:xfrm>
              <a:off x="609608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9" name="Google Shape;1239;p34"/>
            <p:cNvSpPr/>
            <p:nvPr/>
          </p:nvSpPr>
          <p:spPr>
            <a:xfrm>
              <a:off x="647708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0" name="Google Shape;1240;p34"/>
            <p:cNvSpPr/>
            <p:nvPr/>
          </p:nvSpPr>
          <p:spPr>
            <a:xfrm>
              <a:off x="685809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1" name="Google Shape;1241;p34"/>
            <p:cNvSpPr/>
            <p:nvPr/>
          </p:nvSpPr>
          <p:spPr>
            <a:xfrm>
              <a:off x="723909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2" name="Google Shape;1242;p34"/>
            <p:cNvSpPr/>
            <p:nvPr/>
          </p:nvSpPr>
          <p:spPr>
            <a:xfrm>
              <a:off x="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3" name="Google Shape;1243;p34"/>
            <p:cNvSpPr/>
            <p:nvPr/>
          </p:nvSpPr>
          <p:spPr>
            <a:xfrm>
              <a:off x="38100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4" name="Google Shape;1244;p34"/>
            <p:cNvSpPr/>
            <p:nvPr/>
          </p:nvSpPr>
          <p:spPr>
            <a:xfrm>
              <a:off x="76201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5" name="Google Shape;1245;p34"/>
            <p:cNvSpPr/>
            <p:nvPr/>
          </p:nvSpPr>
          <p:spPr>
            <a:xfrm>
              <a:off x="114301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6" name="Google Shape;1246;p34"/>
            <p:cNvSpPr/>
            <p:nvPr/>
          </p:nvSpPr>
          <p:spPr>
            <a:xfrm>
              <a:off x="152402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7" name="Google Shape;1247;p34"/>
            <p:cNvSpPr/>
            <p:nvPr/>
          </p:nvSpPr>
          <p:spPr>
            <a:xfrm>
              <a:off x="190502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8" name="Google Shape;1248;p34"/>
            <p:cNvSpPr/>
            <p:nvPr/>
          </p:nvSpPr>
          <p:spPr>
            <a:xfrm>
              <a:off x="228603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9" name="Google Shape;1249;p34"/>
            <p:cNvSpPr/>
            <p:nvPr/>
          </p:nvSpPr>
          <p:spPr>
            <a:xfrm>
              <a:off x="266703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0" name="Google Shape;1250;p34"/>
            <p:cNvSpPr/>
            <p:nvPr/>
          </p:nvSpPr>
          <p:spPr>
            <a:xfrm>
              <a:off x="304804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1" name="Google Shape;1251;p34"/>
            <p:cNvSpPr/>
            <p:nvPr/>
          </p:nvSpPr>
          <p:spPr>
            <a:xfrm>
              <a:off x="342904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2" name="Google Shape;1252;p34"/>
            <p:cNvSpPr/>
            <p:nvPr/>
          </p:nvSpPr>
          <p:spPr>
            <a:xfrm>
              <a:off x="381005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3" name="Google Shape;1253;p34"/>
            <p:cNvSpPr/>
            <p:nvPr/>
          </p:nvSpPr>
          <p:spPr>
            <a:xfrm>
              <a:off x="419105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4" name="Google Shape;1254;p34"/>
            <p:cNvSpPr/>
            <p:nvPr/>
          </p:nvSpPr>
          <p:spPr>
            <a:xfrm>
              <a:off x="457206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5" name="Google Shape;1255;p34"/>
            <p:cNvSpPr/>
            <p:nvPr/>
          </p:nvSpPr>
          <p:spPr>
            <a:xfrm>
              <a:off x="495306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6" name="Google Shape;1256;p34"/>
            <p:cNvSpPr/>
            <p:nvPr/>
          </p:nvSpPr>
          <p:spPr>
            <a:xfrm>
              <a:off x="533407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7" name="Google Shape;1257;p34"/>
            <p:cNvSpPr/>
            <p:nvPr/>
          </p:nvSpPr>
          <p:spPr>
            <a:xfrm>
              <a:off x="571507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8" name="Google Shape;1258;p34"/>
            <p:cNvSpPr/>
            <p:nvPr/>
          </p:nvSpPr>
          <p:spPr>
            <a:xfrm>
              <a:off x="609608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9" name="Google Shape;1259;p34"/>
            <p:cNvSpPr/>
            <p:nvPr/>
          </p:nvSpPr>
          <p:spPr>
            <a:xfrm>
              <a:off x="647708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0" name="Google Shape;1260;p34"/>
            <p:cNvSpPr/>
            <p:nvPr/>
          </p:nvSpPr>
          <p:spPr>
            <a:xfrm>
              <a:off x="685809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1" name="Google Shape;1261;p34"/>
            <p:cNvSpPr/>
            <p:nvPr/>
          </p:nvSpPr>
          <p:spPr>
            <a:xfrm>
              <a:off x="723909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2" name="Google Shape;1262;p34"/>
            <p:cNvSpPr/>
            <p:nvPr/>
          </p:nvSpPr>
          <p:spPr>
            <a:xfrm>
              <a:off x="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3" name="Google Shape;1263;p34"/>
            <p:cNvSpPr/>
            <p:nvPr/>
          </p:nvSpPr>
          <p:spPr>
            <a:xfrm>
              <a:off x="38100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4" name="Google Shape;1264;p34"/>
            <p:cNvSpPr/>
            <p:nvPr/>
          </p:nvSpPr>
          <p:spPr>
            <a:xfrm>
              <a:off x="76201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5" name="Google Shape;1265;p34"/>
            <p:cNvSpPr/>
            <p:nvPr/>
          </p:nvSpPr>
          <p:spPr>
            <a:xfrm>
              <a:off x="114301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6" name="Google Shape;1266;p34"/>
            <p:cNvSpPr/>
            <p:nvPr/>
          </p:nvSpPr>
          <p:spPr>
            <a:xfrm>
              <a:off x="152402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7" name="Google Shape;1267;p34"/>
            <p:cNvSpPr/>
            <p:nvPr/>
          </p:nvSpPr>
          <p:spPr>
            <a:xfrm>
              <a:off x="190502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8" name="Google Shape;1268;p34"/>
            <p:cNvSpPr/>
            <p:nvPr/>
          </p:nvSpPr>
          <p:spPr>
            <a:xfrm>
              <a:off x="228603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9" name="Google Shape;1269;p34"/>
            <p:cNvSpPr/>
            <p:nvPr/>
          </p:nvSpPr>
          <p:spPr>
            <a:xfrm>
              <a:off x="266703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0" name="Google Shape;1270;p34"/>
            <p:cNvSpPr/>
            <p:nvPr/>
          </p:nvSpPr>
          <p:spPr>
            <a:xfrm>
              <a:off x="304804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1" name="Google Shape;1271;p34"/>
            <p:cNvSpPr/>
            <p:nvPr/>
          </p:nvSpPr>
          <p:spPr>
            <a:xfrm>
              <a:off x="342904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2" name="Google Shape;1272;p34"/>
            <p:cNvSpPr/>
            <p:nvPr/>
          </p:nvSpPr>
          <p:spPr>
            <a:xfrm>
              <a:off x="381005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3" name="Google Shape;1273;p34"/>
            <p:cNvSpPr/>
            <p:nvPr/>
          </p:nvSpPr>
          <p:spPr>
            <a:xfrm>
              <a:off x="419105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4" name="Google Shape;1274;p34"/>
            <p:cNvSpPr/>
            <p:nvPr/>
          </p:nvSpPr>
          <p:spPr>
            <a:xfrm>
              <a:off x="457206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5" name="Google Shape;1275;p34"/>
            <p:cNvSpPr/>
            <p:nvPr/>
          </p:nvSpPr>
          <p:spPr>
            <a:xfrm>
              <a:off x="495306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6" name="Google Shape;1276;p34"/>
            <p:cNvSpPr/>
            <p:nvPr/>
          </p:nvSpPr>
          <p:spPr>
            <a:xfrm>
              <a:off x="533407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7" name="Google Shape;1277;p34"/>
            <p:cNvSpPr/>
            <p:nvPr/>
          </p:nvSpPr>
          <p:spPr>
            <a:xfrm>
              <a:off x="571507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8" name="Google Shape;1278;p34"/>
            <p:cNvSpPr/>
            <p:nvPr/>
          </p:nvSpPr>
          <p:spPr>
            <a:xfrm>
              <a:off x="609608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9" name="Google Shape;1279;p34"/>
            <p:cNvSpPr/>
            <p:nvPr/>
          </p:nvSpPr>
          <p:spPr>
            <a:xfrm>
              <a:off x="647708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0" name="Google Shape;1280;p34"/>
            <p:cNvSpPr/>
            <p:nvPr/>
          </p:nvSpPr>
          <p:spPr>
            <a:xfrm>
              <a:off x="685809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1" name="Google Shape;1281;p34"/>
            <p:cNvSpPr/>
            <p:nvPr/>
          </p:nvSpPr>
          <p:spPr>
            <a:xfrm>
              <a:off x="723909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2" name="Google Shape;1282;p34"/>
            <p:cNvSpPr/>
            <p:nvPr/>
          </p:nvSpPr>
          <p:spPr>
            <a:xfrm>
              <a:off x="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3" name="Google Shape;1283;p34"/>
            <p:cNvSpPr/>
            <p:nvPr/>
          </p:nvSpPr>
          <p:spPr>
            <a:xfrm>
              <a:off x="38100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4" name="Google Shape;1284;p34"/>
            <p:cNvSpPr/>
            <p:nvPr/>
          </p:nvSpPr>
          <p:spPr>
            <a:xfrm>
              <a:off x="76201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5" name="Google Shape;1285;p34"/>
            <p:cNvSpPr/>
            <p:nvPr/>
          </p:nvSpPr>
          <p:spPr>
            <a:xfrm>
              <a:off x="114301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6" name="Google Shape;1286;p34"/>
            <p:cNvSpPr/>
            <p:nvPr/>
          </p:nvSpPr>
          <p:spPr>
            <a:xfrm>
              <a:off x="152402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7" name="Google Shape;1287;p34"/>
            <p:cNvSpPr/>
            <p:nvPr/>
          </p:nvSpPr>
          <p:spPr>
            <a:xfrm>
              <a:off x="190502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8" name="Google Shape;1288;p34"/>
            <p:cNvSpPr/>
            <p:nvPr/>
          </p:nvSpPr>
          <p:spPr>
            <a:xfrm>
              <a:off x="228603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9" name="Google Shape;1289;p34"/>
            <p:cNvSpPr/>
            <p:nvPr/>
          </p:nvSpPr>
          <p:spPr>
            <a:xfrm>
              <a:off x="266703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0" name="Google Shape;1290;p34"/>
            <p:cNvSpPr/>
            <p:nvPr/>
          </p:nvSpPr>
          <p:spPr>
            <a:xfrm>
              <a:off x="304804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1" name="Google Shape;1291;p34"/>
            <p:cNvSpPr/>
            <p:nvPr/>
          </p:nvSpPr>
          <p:spPr>
            <a:xfrm>
              <a:off x="342904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2" name="Google Shape;1292;p34"/>
            <p:cNvSpPr/>
            <p:nvPr/>
          </p:nvSpPr>
          <p:spPr>
            <a:xfrm>
              <a:off x="381005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3" name="Google Shape;1293;p34"/>
            <p:cNvSpPr/>
            <p:nvPr/>
          </p:nvSpPr>
          <p:spPr>
            <a:xfrm>
              <a:off x="419105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4" name="Google Shape;1294;p34"/>
            <p:cNvSpPr/>
            <p:nvPr/>
          </p:nvSpPr>
          <p:spPr>
            <a:xfrm>
              <a:off x="457206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5" name="Google Shape;1295;p34"/>
            <p:cNvSpPr/>
            <p:nvPr/>
          </p:nvSpPr>
          <p:spPr>
            <a:xfrm>
              <a:off x="495306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6" name="Google Shape;1296;p34"/>
            <p:cNvSpPr/>
            <p:nvPr/>
          </p:nvSpPr>
          <p:spPr>
            <a:xfrm>
              <a:off x="533407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7" name="Google Shape;1297;p34"/>
            <p:cNvSpPr/>
            <p:nvPr/>
          </p:nvSpPr>
          <p:spPr>
            <a:xfrm>
              <a:off x="571507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8" name="Google Shape;1298;p34"/>
            <p:cNvSpPr/>
            <p:nvPr/>
          </p:nvSpPr>
          <p:spPr>
            <a:xfrm>
              <a:off x="609608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9" name="Google Shape;1299;p34"/>
            <p:cNvSpPr/>
            <p:nvPr/>
          </p:nvSpPr>
          <p:spPr>
            <a:xfrm>
              <a:off x="647708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0" name="Google Shape;1300;p34"/>
            <p:cNvSpPr/>
            <p:nvPr/>
          </p:nvSpPr>
          <p:spPr>
            <a:xfrm>
              <a:off x="685809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1" name="Google Shape;1301;p34"/>
            <p:cNvSpPr/>
            <p:nvPr/>
          </p:nvSpPr>
          <p:spPr>
            <a:xfrm>
              <a:off x="723909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2" name="Google Shape;1302;p34"/>
            <p:cNvSpPr/>
            <p:nvPr/>
          </p:nvSpPr>
          <p:spPr>
            <a:xfrm>
              <a:off x="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3" name="Google Shape;1303;p34"/>
            <p:cNvSpPr/>
            <p:nvPr/>
          </p:nvSpPr>
          <p:spPr>
            <a:xfrm>
              <a:off x="38100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4" name="Google Shape;1304;p34"/>
            <p:cNvSpPr/>
            <p:nvPr/>
          </p:nvSpPr>
          <p:spPr>
            <a:xfrm>
              <a:off x="76201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5" name="Google Shape;1305;p34"/>
            <p:cNvSpPr/>
            <p:nvPr/>
          </p:nvSpPr>
          <p:spPr>
            <a:xfrm>
              <a:off x="114301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6" name="Google Shape;1306;p34"/>
            <p:cNvSpPr/>
            <p:nvPr/>
          </p:nvSpPr>
          <p:spPr>
            <a:xfrm>
              <a:off x="152402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7" name="Google Shape;1307;p34"/>
            <p:cNvSpPr/>
            <p:nvPr/>
          </p:nvSpPr>
          <p:spPr>
            <a:xfrm>
              <a:off x="190502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8" name="Google Shape;1308;p34"/>
            <p:cNvSpPr/>
            <p:nvPr/>
          </p:nvSpPr>
          <p:spPr>
            <a:xfrm>
              <a:off x="228603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9" name="Google Shape;1309;p34"/>
            <p:cNvSpPr/>
            <p:nvPr/>
          </p:nvSpPr>
          <p:spPr>
            <a:xfrm>
              <a:off x="266703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0" name="Google Shape;1310;p34"/>
            <p:cNvSpPr/>
            <p:nvPr/>
          </p:nvSpPr>
          <p:spPr>
            <a:xfrm>
              <a:off x="304804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1" name="Google Shape;1311;p34"/>
            <p:cNvSpPr/>
            <p:nvPr/>
          </p:nvSpPr>
          <p:spPr>
            <a:xfrm>
              <a:off x="342904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2" name="Google Shape;1312;p34"/>
            <p:cNvSpPr/>
            <p:nvPr/>
          </p:nvSpPr>
          <p:spPr>
            <a:xfrm>
              <a:off x="381005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3" name="Google Shape;1313;p34"/>
            <p:cNvSpPr/>
            <p:nvPr/>
          </p:nvSpPr>
          <p:spPr>
            <a:xfrm>
              <a:off x="419105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4" name="Google Shape;1314;p34"/>
            <p:cNvSpPr/>
            <p:nvPr/>
          </p:nvSpPr>
          <p:spPr>
            <a:xfrm>
              <a:off x="457206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5" name="Google Shape;1315;p34"/>
            <p:cNvSpPr/>
            <p:nvPr/>
          </p:nvSpPr>
          <p:spPr>
            <a:xfrm>
              <a:off x="495306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6" name="Google Shape;1316;p34"/>
            <p:cNvSpPr/>
            <p:nvPr/>
          </p:nvSpPr>
          <p:spPr>
            <a:xfrm>
              <a:off x="533407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7" name="Google Shape;1317;p34"/>
            <p:cNvSpPr/>
            <p:nvPr/>
          </p:nvSpPr>
          <p:spPr>
            <a:xfrm>
              <a:off x="571507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8" name="Google Shape;1318;p34"/>
            <p:cNvSpPr/>
            <p:nvPr/>
          </p:nvSpPr>
          <p:spPr>
            <a:xfrm>
              <a:off x="609608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9" name="Google Shape;1319;p34"/>
            <p:cNvSpPr/>
            <p:nvPr/>
          </p:nvSpPr>
          <p:spPr>
            <a:xfrm>
              <a:off x="647708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0" name="Google Shape;1320;p34"/>
            <p:cNvSpPr/>
            <p:nvPr/>
          </p:nvSpPr>
          <p:spPr>
            <a:xfrm>
              <a:off x="685809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1" name="Google Shape;1321;p34"/>
            <p:cNvSpPr/>
            <p:nvPr/>
          </p:nvSpPr>
          <p:spPr>
            <a:xfrm>
              <a:off x="723909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2" name="Google Shape;1322;p34"/>
            <p:cNvSpPr/>
            <p:nvPr/>
          </p:nvSpPr>
          <p:spPr>
            <a:xfrm>
              <a:off x="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3" name="Google Shape;1323;p34"/>
            <p:cNvSpPr/>
            <p:nvPr/>
          </p:nvSpPr>
          <p:spPr>
            <a:xfrm>
              <a:off x="38100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4" name="Google Shape;1324;p34"/>
            <p:cNvSpPr/>
            <p:nvPr/>
          </p:nvSpPr>
          <p:spPr>
            <a:xfrm>
              <a:off x="76201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5" name="Google Shape;1325;p34"/>
            <p:cNvSpPr/>
            <p:nvPr/>
          </p:nvSpPr>
          <p:spPr>
            <a:xfrm>
              <a:off x="114301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6" name="Google Shape;1326;p34"/>
            <p:cNvSpPr/>
            <p:nvPr/>
          </p:nvSpPr>
          <p:spPr>
            <a:xfrm>
              <a:off x="152402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7" name="Google Shape;1327;p34"/>
            <p:cNvSpPr/>
            <p:nvPr/>
          </p:nvSpPr>
          <p:spPr>
            <a:xfrm>
              <a:off x="190502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8" name="Google Shape;1328;p34"/>
            <p:cNvSpPr/>
            <p:nvPr/>
          </p:nvSpPr>
          <p:spPr>
            <a:xfrm>
              <a:off x="228603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9" name="Google Shape;1329;p34"/>
            <p:cNvSpPr/>
            <p:nvPr/>
          </p:nvSpPr>
          <p:spPr>
            <a:xfrm>
              <a:off x="266703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0" name="Google Shape;1330;p34"/>
            <p:cNvSpPr/>
            <p:nvPr/>
          </p:nvSpPr>
          <p:spPr>
            <a:xfrm>
              <a:off x="304804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1" name="Google Shape;1331;p34"/>
            <p:cNvSpPr/>
            <p:nvPr/>
          </p:nvSpPr>
          <p:spPr>
            <a:xfrm>
              <a:off x="342904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2" name="Google Shape;1332;p34"/>
            <p:cNvSpPr/>
            <p:nvPr/>
          </p:nvSpPr>
          <p:spPr>
            <a:xfrm>
              <a:off x="381005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3" name="Google Shape;1333;p34"/>
            <p:cNvSpPr/>
            <p:nvPr/>
          </p:nvSpPr>
          <p:spPr>
            <a:xfrm>
              <a:off x="419105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4" name="Google Shape;1334;p34"/>
            <p:cNvSpPr/>
            <p:nvPr/>
          </p:nvSpPr>
          <p:spPr>
            <a:xfrm>
              <a:off x="457206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5" name="Google Shape;1335;p34"/>
            <p:cNvSpPr/>
            <p:nvPr/>
          </p:nvSpPr>
          <p:spPr>
            <a:xfrm>
              <a:off x="495306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6" name="Google Shape;1336;p34"/>
            <p:cNvSpPr/>
            <p:nvPr/>
          </p:nvSpPr>
          <p:spPr>
            <a:xfrm>
              <a:off x="533407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7" name="Google Shape;1337;p34"/>
            <p:cNvSpPr/>
            <p:nvPr/>
          </p:nvSpPr>
          <p:spPr>
            <a:xfrm>
              <a:off x="571507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8" name="Google Shape;1338;p34"/>
            <p:cNvSpPr/>
            <p:nvPr/>
          </p:nvSpPr>
          <p:spPr>
            <a:xfrm>
              <a:off x="609608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9" name="Google Shape;1339;p34"/>
            <p:cNvSpPr/>
            <p:nvPr/>
          </p:nvSpPr>
          <p:spPr>
            <a:xfrm>
              <a:off x="647708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0" name="Google Shape;1340;p34"/>
            <p:cNvSpPr/>
            <p:nvPr/>
          </p:nvSpPr>
          <p:spPr>
            <a:xfrm>
              <a:off x="685809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1" name="Google Shape;1341;p34"/>
            <p:cNvSpPr/>
            <p:nvPr/>
          </p:nvSpPr>
          <p:spPr>
            <a:xfrm>
              <a:off x="723909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2" name="Google Shape;1342;p34"/>
            <p:cNvSpPr/>
            <p:nvPr/>
          </p:nvSpPr>
          <p:spPr>
            <a:xfrm>
              <a:off x="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3" name="Google Shape;1343;p34"/>
            <p:cNvSpPr/>
            <p:nvPr/>
          </p:nvSpPr>
          <p:spPr>
            <a:xfrm>
              <a:off x="38100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4" name="Google Shape;1344;p34"/>
            <p:cNvSpPr/>
            <p:nvPr/>
          </p:nvSpPr>
          <p:spPr>
            <a:xfrm>
              <a:off x="76201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5" name="Google Shape;1345;p34"/>
            <p:cNvSpPr/>
            <p:nvPr/>
          </p:nvSpPr>
          <p:spPr>
            <a:xfrm>
              <a:off x="114301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6" name="Google Shape;1346;p34"/>
            <p:cNvSpPr/>
            <p:nvPr/>
          </p:nvSpPr>
          <p:spPr>
            <a:xfrm>
              <a:off x="152402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7" name="Google Shape;1347;p34"/>
            <p:cNvSpPr/>
            <p:nvPr/>
          </p:nvSpPr>
          <p:spPr>
            <a:xfrm>
              <a:off x="190502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8" name="Google Shape;1348;p34"/>
            <p:cNvSpPr/>
            <p:nvPr/>
          </p:nvSpPr>
          <p:spPr>
            <a:xfrm>
              <a:off x="228603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9" name="Google Shape;1349;p34"/>
            <p:cNvSpPr/>
            <p:nvPr/>
          </p:nvSpPr>
          <p:spPr>
            <a:xfrm>
              <a:off x="266703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0" name="Google Shape;1350;p34"/>
            <p:cNvSpPr/>
            <p:nvPr/>
          </p:nvSpPr>
          <p:spPr>
            <a:xfrm>
              <a:off x="304804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1" name="Google Shape;1351;p34"/>
            <p:cNvSpPr/>
            <p:nvPr/>
          </p:nvSpPr>
          <p:spPr>
            <a:xfrm>
              <a:off x="342904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2" name="Google Shape;1352;p34"/>
            <p:cNvSpPr/>
            <p:nvPr/>
          </p:nvSpPr>
          <p:spPr>
            <a:xfrm>
              <a:off x="381005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3" name="Google Shape;1353;p34"/>
            <p:cNvSpPr/>
            <p:nvPr/>
          </p:nvSpPr>
          <p:spPr>
            <a:xfrm>
              <a:off x="419105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4" name="Google Shape;1354;p34"/>
            <p:cNvSpPr/>
            <p:nvPr/>
          </p:nvSpPr>
          <p:spPr>
            <a:xfrm>
              <a:off x="457206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5" name="Google Shape;1355;p34"/>
            <p:cNvSpPr/>
            <p:nvPr/>
          </p:nvSpPr>
          <p:spPr>
            <a:xfrm>
              <a:off x="495306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6" name="Google Shape;1356;p34"/>
            <p:cNvSpPr/>
            <p:nvPr/>
          </p:nvSpPr>
          <p:spPr>
            <a:xfrm>
              <a:off x="533407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7" name="Google Shape;1357;p34"/>
            <p:cNvSpPr/>
            <p:nvPr/>
          </p:nvSpPr>
          <p:spPr>
            <a:xfrm>
              <a:off x="571507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8" name="Google Shape;1358;p34"/>
            <p:cNvSpPr/>
            <p:nvPr/>
          </p:nvSpPr>
          <p:spPr>
            <a:xfrm>
              <a:off x="609608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9" name="Google Shape;1359;p34"/>
            <p:cNvSpPr/>
            <p:nvPr/>
          </p:nvSpPr>
          <p:spPr>
            <a:xfrm>
              <a:off x="647708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0" name="Google Shape;1360;p34"/>
            <p:cNvSpPr/>
            <p:nvPr/>
          </p:nvSpPr>
          <p:spPr>
            <a:xfrm>
              <a:off x="685809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1" name="Google Shape;1361;p34"/>
            <p:cNvSpPr/>
            <p:nvPr/>
          </p:nvSpPr>
          <p:spPr>
            <a:xfrm>
              <a:off x="723909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2" name="Google Shape;1362;p34"/>
            <p:cNvSpPr/>
            <p:nvPr/>
          </p:nvSpPr>
          <p:spPr>
            <a:xfrm>
              <a:off x="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3" name="Google Shape;1363;p34"/>
            <p:cNvSpPr/>
            <p:nvPr/>
          </p:nvSpPr>
          <p:spPr>
            <a:xfrm>
              <a:off x="38100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4" name="Google Shape;1364;p34"/>
            <p:cNvSpPr/>
            <p:nvPr/>
          </p:nvSpPr>
          <p:spPr>
            <a:xfrm>
              <a:off x="76201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5" name="Google Shape;1365;p34"/>
            <p:cNvSpPr/>
            <p:nvPr/>
          </p:nvSpPr>
          <p:spPr>
            <a:xfrm>
              <a:off x="114301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6" name="Google Shape;1366;p34"/>
            <p:cNvSpPr/>
            <p:nvPr/>
          </p:nvSpPr>
          <p:spPr>
            <a:xfrm>
              <a:off x="152402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7" name="Google Shape;1367;p34"/>
            <p:cNvSpPr/>
            <p:nvPr/>
          </p:nvSpPr>
          <p:spPr>
            <a:xfrm>
              <a:off x="190502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8" name="Google Shape;1368;p34"/>
            <p:cNvSpPr/>
            <p:nvPr/>
          </p:nvSpPr>
          <p:spPr>
            <a:xfrm>
              <a:off x="228603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9" name="Google Shape;1369;p34"/>
            <p:cNvSpPr/>
            <p:nvPr/>
          </p:nvSpPr>
          <p:spPr>
            <a:xfrm>
              <a:off x="266703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0" name="Google Shape;1370;p34"/>
            <p:cNvSpPr/>
            <p:nvPr/>
          </p:nvSpPr>
          <p:spPr>
            <a:xfrm>
              <a:off x="304804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1" name="Google Shape;1371;p34"/>
            <p:cNvSpPr/>
            <p:nvPr/>
          </p:nvSpPr>
          <p:spPr>
            <a:xfrm>
              <a:off x="342904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2" name="Google Shape;1372;p34"/>
            <p:cNvSpPr/>
            <p:nvPr/>
          </p:nvSpPr>
          <p:spPr>
            <a:xfrm>
              <a:off x="381005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3" name="Google Shape;1373;p34"/>
            <p:cNvSpPr/>
            <p:nvPr/>
          </p:nvSpPr>
          <p:spPr>
            <a:xfrm>
              <a:off x="419105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4" name="Google Shape;1374;p34"/>
            <p:cNvSpPr/>
            <p:nvPr/>
          </p:nvSpPr>
          <p:spPr>
            <a:xfrm>
              <a:off x="457206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5" name="Google Shape;1375;p34"/>
            <p:cNvSpPr/>
            <p:nvPr/>
          </p:nvSpPr>
          <p:spPr>
            <a:xfrm>
              <a:off x="495306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6" name="Google Shape;1376;p34"/>
            <p:cNvSpPr/>
            <p:nvPr/>
          </p:nvSpPr>
          <p:spPr>
            <a:xfrm>
              <a:off x="533407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7" name="Google Shape;1377;p34"/>
            <p:cNvSpPr/>
            <p:nvPr/>
          </p:nvSpPr>
          <p:spPr>
            <a:xfrm>
              <a:off x="571507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8" name="Google Shape;1378;p34"/>
            <p:cNvSpPr/>
            <p:nvPr/>
          </p:nvSpPr>
          <p:spPr>
            <a:xfrm>
              <a:off x="609608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9" name="Google Shape;1379;p34"/>
            <p:cNvSpPr/>
            <p:nvPr/>
          </p:nvSpPr>
          <p:spPr>
            <a:xfrm>
              <a:off x="647708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0" name="Google Shape;1380;p34"/>
            <p:cNvSpPr/>
            <p:nvPr/>
          </p:nvSpPr>
          <p:spPr>
            <a:xfrm>
              <a:off x="685809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1" name="Google Shape;1381;p34"/>
            <p:cNvSpPr/>
            <p:nvPr/>
          </p:nvSpPr>
          <p:spPr>
            <a:xfrm>
              <a:off x="723909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2" name="Google Shape;1382;p34"/>
            <p:cNvSpPr/>
            <p:nvPr/>
          </p:nvSpPr>
          <p:spPr>
            <a:xfrm>
              <a:off x="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3" name="Google Shape;1383;p34"/>
            <p:cNvSpPr/>
            <p:nvPr/>
          </p:nvSpPr>
          <p:spPr>
            <a:xfrm>
              <a:off x="38100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4" name="Google Shape;1384;p34"/>
            <p:cNvSpPr/>
            <p:nvPr/>
          </p:nvSpPr>
          <p:spPr>
            <a:xfrm>
              <a:off x="76201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5" name="Google Shape;1385;p34"/>
            <p:cNvSpPr/>
            <p:nvPr/>
          </p:nvSpPr>
          <p:spPr>
            <a:xfrm>
              <a:off x="114301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6" name="Google Shape;1386;p34"/>
            <p:cNvSpPr/>
            <p:nvPr/>
          </p:nvSpPr>
          <p:spPr>
            <a:xfrm>
              <a:off x="152402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7" name="Google Shape;1387;p34"/>
            <p:cNvSpPr/>
            <p:nvPr/>
          </p:nvSpPr>
          <p:spPr>
            <a:xfrm>
              <a:off x="190502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8" name="Google Shape;1388;p34"/>
            <p:cNvSpPr/>
            <p:nvPr/>
          </p:nvSpPr>
          <p:spPr>
            <a:xfrm>
              <a:off x="228603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9" name="Google Shape;1389;p34"/>
            <p:cNvSpPr/>
            <p:nvPr/>
          </p:nvSpPr>
          <p:spPr>
            <a:xfrm>
              <a:off x="266703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0" name="Google Shape;1390;p34"/>
            <p:cNvSpPr/>
            <p:nvPr/>
          </p:nvSpPr>
          <p:spPr>
            <a:xfrm>
              <a:off x="304804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1" name="Google Shape;1391;p34"/>
            <p:cNvSpPr/>
            <p:nvPr/>
          </p:nvSpPr>
          <p:spPr>
            <a:xfrm>
              <a:off x="342904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2" name="Google Shape;1392;p34"/>
            <p:cNvSpPr/>
            <p:nvPr/>
          </p:nvSpPr>
          <p:spPr>
            <a:xfrm>
              <a:off x="381005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3" name="Google Shape;1393;p34"/>
            <p:cNvSpPr/>
            <p:nvPr/>
          </p:nvSpPr>
          <p:spPr>
            <a:xfrm>
              <a:off x="419105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4" name="Google Shape;1394;p34"/>
            <p:cNvSpPr/>
            <p:nvPr/>
          </p:nvSpPr>
          <p:spPr>
            <a:xfrm>
              <a:off x="457206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5" name="Google Shape;1395;p34"/>
            <p:cNvSpPr/>
            <p:nvPr/>
          </p:nvSpPr>
          <p:spPr>
            <a:xfrm>
              <a:off x="495306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6" name="Google Shape;1396;p34"/>
            <p:cNvSpPr/>
            <p:nvPr/>
          </p:nvSpPr>
          <p:spPr>
            <a:xfrm>
              <a:off x="533407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7" name="Google Shape;1397;p34"/>
            <p:cNvSpPr/>
            <p:nvPr/>
          </p:nvSpPr>
          <p:spPr>
            <a:xfrm>
              <a:off x="571507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8" name="Google Shape;1398;p34"/>
            <p:cNvSpPr/>
            <p:nvPr/>
          </p:nvSpPr>
          <p:spPr>
            <a:xfrm>
              <a:off x="609608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9" name="Google Shape;1399;p34"/>
            <p:cNvSpPr/>
            <p:nvPr/>
          </p:nvSpPr>
          <p:spPr>
            <a:xfrm>
              <a:off x="647708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0" name="Google Shape;1400;p34"/>
            <p:cNvSpPr/>
            <p:nvPr/>
          </p:nvSpPr>
          <p:spPr>
            <a:xfrm>
              <a:off x="685809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1" name="Google Shape;1401;p34"/>
            <p:cNvSpPr/>
            <p:nvPr/>
          </p:nvSpPr>
          <p:spPr>
            <a:xfrm>
              <a:off x="723909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2" name="Google Shape;1402;p34"/>
            <p:cNvSpPr/>
            <p:nvPr/>
          </p:nvSpPr>
          <p:spPr>
            <a:xfrm>
              <a:off x="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3" name="Google Shape;1403;p34"/>
            <p:cNvSpPr/>
            <p:nvPr/>
          </p:nvSpPr>
          <p:spPr>
            <a:xfrm>
              <a:off x="38100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4" name="Google Shape;1404;p34"/>
            <p:cNvSpPr/>
            <p:nvPr/>
          </p:nvSpPr>
          <p:spPr>
            <a:xfrm>
              <a:off x="76201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5" name="Google Shape;1405;p34"/>
            <p:cNvSpPr/>
            <p:nvPr/>
          </p:nvSpPr>
          <p:spPr>
            <a:xfrm>
              <a:off x="114301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6" name="Google Shape;1406;p34"/>
            <p:cNvSpPr/>
            <p:nvPr/>
          </p:nvSpPr>
          <p:spPr>
            <a:xfrm>
              <a:off x="152402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7" name="Google Shape;1407;p34"/>
            <p:cNvSpPr/>
            <p:nvPr/>
          </p:nvSpPr>
          <p:spPr>
            <a:xfrm>
              <a:off x="190502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8" name="Google Shape;1408;p34"/>
            <p:cNvSpPr/>
            <p:nvPr/>
          </p:nvSpPr>
          <p:spPr>
            <a:xfrm>
              <a:off x="228603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9" name="Google Shape;1409;p34"/>
            <p:cNvSpPr/>
            <p:nvPr/>
          </p:nvSpPr>
          <p:spPr>
            <a:xfrm>
              <a:off x="266703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0" name="Google Shape;1410;p34"/>
            <p:cNvSpPr/>
            <p:nvPr/>
          </p:nvSpPr>
          <p:spPr>
            <a:xfrm>
              <a:off x="304804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1" name="Google Shape;1411;p34"/>
            <p:cNvSpPr/>
            <p:nvPr/>
          </p:nvSpPr>
          <p:spPr>
            <a:xfrm>
              <a:off x="342904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2" name="Google Shape;1412;p34"/>
            <p:cNvSpPr/>
            <p:nvPr/>
          </p:nvSpPr>
          <p:spPr>
            <a:xfrm>
              <a:off x="381005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3" name="Google Shape;1413;p34"/>
            <p:cNvSpPr/>
            <p:nvPr/>
          </p:nvSpPr>
          <p:spPr>
            <a:xfrm>
              <a:off x="419105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4" name="Google Shape;1414;p34"/>
            <p:cNvSpPr/>
            <p:nvPr/>
          </p:nvSpPr>
          <p:spPr>
            <a:xfrm>
              <a:off x="457206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5" name="Google Shape;1415;p34"/>
            <p:cNvSpPr/>
            <p:nvPr/>
          </p:nvSpPr>
          <p:spPr>
            <a:xfrm>
              <a:off x="495306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6" name="Google Shape;1416;p34"/>
            <p:cNvSpPr/>
            <p:nvPr/>
          </p:nvSpPr>
          <p:spPr>
            <a:xfrm>
              <a:off x="533407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7" name="Google Shape;1417;p34"/>
            <p:cNvSpPr/>
            <p:nvPr/>
          </p:nvSpPr>
          <p:spPr>
            <a:xfrm>
              <a:off x="571507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8" name="Google Shape;1418;p34"/>
            <p:cNvSpPr/>
            <p:nvPr/>
          </p:nvSpPr>
          <p:spPr>
            <a:xfrm>
              <a:off x="609608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9" name="Google Shape;1419;p34"/>
            <p:cNvSpPr/>
            <p:nvPr/>
          </p:nvSpPr>
          <p:spPr>
            <a:xfrm>
              <a:off x="647708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0" name="Google Shape;1420;p34"/>
            <p:cNvSpPr/>
            <p:nvPr/>
          </p:nvSpPr>
          <p:spPr>
            <a:xfrm>
              <a:off x="685809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1" name="Google Shape;1421;p34"/>
            <p:cNvSpPr/>
            <p:nvPr/>
          </p:nvSpPr>
          <p:spPr>
            <a:xfrm>
              <a:off x="723909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2" name="Google Shape;1422;p34"/>
            <p:cNvSpPr/>
            <p:nvPr/>
          </p:nvSpPr>
          <p:spPr>
            <a:xfrm>
              <a:off x="7620110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3" name="Google Shape;1423;p34"/>
            <p:cNvSpPr/>
            <p:nvPr/>
          </p:nvSpPr>
          <p:spPr>
            <a:xfrm>
              <a:off x="8001115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4" name="Google Shape;1424;p34"/>
            <p:cNvSpPr/>
            <p:nvPr/>
          </p:nvSpPr>
          <p:spPr>
            <a:xfrm>
              <a:off x="8382120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5" name="Google Shape;1425;p34"/>
            <p:cNvSpPr/>
            <p:nvPr/>
          </p:nvSpPr>
          <p:spPr>
            <a:xfrm>
              <a:off x="8763125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6" name="Google Shape;1426;p34"/>
            <p:cNvSpPr/>
            <p:nvPr/>
          </p:nvSpPr>
          <p:spPr>
            <a:xfrm>
              <a:off x="7620110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7" name="Google Shape;1427;p34"/>
            <p:cNvSpPr/>
            <p:nvPr/>
          </p:nvSpPr>
          <p:spPr>
            <a:xfrm>
              <a:off x="8001115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8" name="Google Shape;1428;p34"/>
            <p:cNvSpPr/>
            <p:nvPr/>
          </p:nvSpPr>
          <p:spPr>
            <a:xfrm>
              <a:off x="8382120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9" name="Google Shape;1429;p34"/>
            <p:cNvSpPr/>
            <p:nvPr/>
          </p:nvSpPr>
          <p:spPr>
            <a:xfrm>
              <a:off x="8763125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0" name="Google Shape;1430;p34"/>
            <p:cNvSpPr/>
            <p:nvPr/>
          </p:nvSpPr>
          <p:spPr>
            <a:xfrm>
              <a:off x="7620110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1" name="Google Shape;1431;p34"/>
            <p:cNvSpPr/>
            <p:nvPr/>
          </p:nvSpPr>
          <p:spPr>
            <a:xfrm>
              <a:off x="8001115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2" name="Google Shape;1432;p34"/>
            <p:cNvSpPr/>
            <p:nvPr/>
          </p:nvSpPr>
          <p:spPr>
            <a:xfrm>
              <a:off x="8382120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3" name="Google Shape;1433;p34"/>
            <p:cNvSpPr/>
            <p:nvPr/>
          </p:nvSpPr>
          <p:spPr>
            <a:xfrm>
              <a:off x="8763125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4" name="Google Shape;1434;p34"/>
            <p:cNvSpPr/>
            <p:nvPr/>
          </p:nvSpPr>
          <p:spPr>
            <a:xfrm>
              <a:off x="7620110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5" name="Google Shape;1435;p34"/>
            <p:cNvSpPr/>
            <p:nvPr/>
          </p:nvSpPr>
          <p:spPr>
            <a:xfrm>
              <a:off x="8001115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6" name="Google Shape;1436;p34"/>
            <p:cNvSpPr/>
            <p:nvPr/>
          </p:nvSpPr>
          <p:spPr>
            <a:xfrm>
              <a:off x="8382120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7" name="Google Shape;1437;p34"/>
            <p:cNvSpPr/>
            <p:nvPr/>
          </p:nvSpPr>
          <p:spPr>
            <a:xfrm>
              <a:off x="8763125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8" name="Google Shape;1438;p34"/>
            <p:cNvSpPr/>
            <p:nvPr/>
          </p:nvSpPr>
          <p:spPr>
            <a:xfrm>
              <a:off x="7620110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9" name="Google Shape;1439;p34"/>
            <p:cNvSpPr/>
            <p:nvPr/>
          </p:nvSpPr>
          <p:spPr>
            <a:xfrm>
              <a:off x="8001115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0" name="Google Shape;1440;p34"/>
            <p:cNvSpPr/>
            <p:nvPr/>
          </p:nvSpPr>
          <p:spPr>
            <a:xfrm>
              <a:off x="8382120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1" name="Google Shape;1441;p34"/>
            <p:cNvSpPr/>
            <p:nvPr/>
          </p:nvSpPr>
          <p:spPr>
            <a:xfrm>
              <a:off x="8763125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2" name="Google Shape;1442;p34"/>
            <p:cNvSpPr/>
            <p:nvPr/>
          </p:nvSpPr>
          <p:spPr>
            <a:xfrm>
              <a:off x="7620110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3" name="Google Shape;1443;p34"/>
            <p:cNvSpPr/>
            <p:nvPr/>
          </p:nvSpPr>
          <p:spPr>
            <a:xfrm>
              <a:off x="8001115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4" name="Google Shape;1444;p34"/>
            <p:cNvSpPr/>
            <p:nvPr/>
          </p:nvSpPr>
          <p:spPr>
            <a:xfrm>
              <a:off x="8382120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5" name="Google Shape;1445;p34"/>
            <p:cNvSpPr/>
            <p:nvPr/>
          </p:nvSpPr>
          <p:spPr>
            <a:xfrm>
              <a:off x="8763125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6" name="Google Shape;1446;p34"/>
            <p:cNvSpPr/>
            <p:nvPr/>
          </p:nvSpPr>
          <p:spPr>
            <a:xfrm>
              <a:off x="7620110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7" name="Google Shape;1447;p34"/>
            <p:cNvSpPr/>
            <p:nvPr/>
          </p:nvSpPr>
          <p:spPr>
            <a:xfrm>
              <a:off x="8001115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8" name="Google Shape;1448;p34"/>
            <p:cNvSpPr/>
            <p:nvPr/>
          </p:nvSpPr>
          <p:spPr>
            <a:xfrm>
              <a:off x="8382120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9" name="Google Shape;1449;p34"/>
            <p:cNvSpPr/>
            <p:nvPr/>
          </p:nvSpPr>
          <p:spPr>
            <a:xfrm>
              <a:off x="8763125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0" name="Google Shape;1450;p34"/>
            <p:cNvSpPr/>
            <p:nvPr/>
          </p:nvSpPr>
          <p:spPr>
            <a:xfrm>
              <a:off x="7620110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1" name="Google Shape;1451;p34"/>
            <p:cNvSpPr/>
            <p:nvPr/>
          </p:nvSpPr>
          <p:spPr>
            <a:xfrm>
              <a:off x="8001115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2" name="Google Shape;1452;p34"/>
            <p:cNvSpPr/>
            <p:nvPr/>
          </p:nvSpPr>
          <p:spPr>
            <a:xfrm>
              <a:off x="8382120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3" name="Google Shape;1453;p34"/>
            <p:cNvSpPr/>
            <p:nvPr/>
          </p:nvSpPr>
          <p:spPr>
            <a:xfrm>
              <a:off x="8763125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4" name="Google Shape;1454;p34"/>
            <p:cNvSpPr/>
            <p:nvPr/>
          </p:nvSpPr>
          <p:spPr>
            <a:xfrm>
              <a:off x="7620110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5" name="Google Shape;1455;p34"/>
            <p:cNvSpPr/>
            <p:nvPr/>
          </p:nvSpPr>
          <p:spPr>
            <a:xfrm>
              <a:off x="8001115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6" name="Google Shape;1456;p34"/>
            <p:cNvSpPr/>
            <p:nvPr/>
          </p:nvSpPr>
          <p:spPr>
            <a:xfrm>
              <a:off x="8382120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7" name="Google Shape;1457;p34"/>
            <p:cNvSpPr/>
            <p:nvPr/>
          </p:nvSpPr>
          <p:spPr>
            <a:xfrm>
              <a:off x="8763125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8" name="Google Shape;1458;p34"/>
            <p:cNvSpPr/>
            <p:nvPr/>
          </p:nvSpPr>
          <p:spPr>
            <a:xfrm>
              <a:off x="7620110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9" name="Google Shape;1459;p34"/>
            <p:cNvSpPr/>
            <p:nvPr/>
          </p:nvSpPr>
          <p:spPr>
            <a:xfrm>
              <a:off x="8001115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0" name="Google Shape;1460;p34"/>
            <p:cNvSpPr/>
            <p:nvPr/>
          </p:nvSpPr>
          <p:spPr>
            <a:xfrm>
              <a:off x="8382120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1" name="Google Shape;1461;p34"/>
            <p:cNvSpPr/>
            <p:nvPr/>
          </p:nvSpPr>
          <p:spPr>
            <a:xfrm>
              <a:off x="8763125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2" name="Google Shape;1462;p34"/>
            <p:cNvSpPr/>
            <p:nvPr/>
          </p:nvSpPr>
          <p:spPr>
            <a:xfrm>
              <a:off x="7620110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3" name="Google Shape;1463;p34"/>
            <p:cNvSpPr/>
            <p:nvPr/>
          </p:nvSpPr>
          <p:spPr>
            <a:xfrm>
              <a:off x="8001115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4" name="Google Shape;1464;p34"/>
            <p:cNvSpPr/>
            <p:nvPr/>
          </p:nvSpPr>
          <p:spPr>
            <a:xfrm>
              <a:off x="8382120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5" name="Google Shape;1465;p34"/>
            <p:cNvSpPr/>
            <p:nvPr/>
          </p:nvSpPr>
          <p:spPr>
            <a:xfrm>
              <a:off x="8763125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6" name="Google Shape;1466;p34"/>
            <p:cNvSpPr/>
            <p:nvPr/>
          </p:nvSpPr>
          <p:spPr>
            <a:xfrm>
              <a:off x="7620110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7" name="Google Shape;1467;p34"/>
            <p:cNvSpPr/>
            <p:nvPr/>
          </p:nvSpPr>
          <p:spPr>
            <a:xfrm>
              <a:off x="8001115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8" name="Google Shape;1468;p34"/>
            <p:cNvSpPr/>
            <p:nvPr/>
          </p:nvSpPr>
          <p:spPr>
            <a:xfrm>
              <a:off x="8382120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9" name="Google Shape;1469;p34"/>
            <p:cNvSpPr/>
            <p:nvPr/>
          </p:nvSpPr>
          <p:spPr>
            <a:xfrm>
              <a:off x="8763125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0" name="Google Shape;1470;p34"/>
            <p:cNvSpPr/>
            <p:nvPr/>
          </p:nvSpPr>
          <p:spPr>
            <a:xfrm>
              <a:off x="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1" name="Google Shape;1471;p34"/>
            <p:cNvSpPr/>
            <p:nvPr/>
          </p:nvSpPr>
          <p:spPr>
            <a:xfrm>
              <a:off x="38100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2" name="Google Shape;1472;p34"/>
            <p:cNvSpPr/>
            <p:nvPr/>
          </p:nvSpPr>
          <p:spPr>
            <a:xfrm>
              <a:off x="76201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3" name="Google Shape;1473;p34"/>
            <p:cNvSpPr/>
            <p:nvPr/>
          </p:nvSpPr>
          <p:spPr>
            <a:xfrm>
              <a:off x="114301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4" name="Google Shape;1474;p34"/>
            <p:cNvSpPr/>
            <p:nvPr/>
          </p:nvSpPr>
          <p:spPr>
            <a:xfrm>
              <a:off x="152402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5" name="Google Shape;1475;p34"/>
            <p:cNvSpPr/>
            <p:nvPr/>
          </p:nvSpPr>
          <p:spPr>
            <a:xfrm>
              <a:off x="190502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6" name="Google Shape;1476;p34"/>
            <p:cNvSpPr/>
            <p:nvPr/>
          </p:nvSpPr>
          <p:spPr>
            <a:xfrm>
              <a:off x="228603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7" name="Google Shape;1477;p34"/>
            <p:cNvSpPr/>
            <p:nvPr/>
          </p:nvSpPr>
          <p:spPr>
            <a:xfrm>
              <a:off x="266703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8" name="Google Shape;1478;p34"/>
            <p:cNvSpPr/>
            <p:nvPr/>
          </p:nvSpPr>
          <p:spPr>
            <a:xfrm>
              <a:off x="304804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9" name="Google Shape;1479;p34"/>
            <p:cNvSpPr/>
            <p:nvPr/>
          </p:nvSpPr>
          <p:spPr>
            <a:xfrm>
              <a:off x="342904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0" name="Google Shape;1480;p34"/>
            <p:cNvSpPr/>
            <p:nvPr/>
          </p:nvSpPr>
          <p:spPr>
            <a:xfrm>
              <a:off x="381005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1" name="Google Shape;1481;p34"/>
            <p:cNvSpPr/>
            <p:nvPr/>
          </p:nvSpPr>
          <p:spPr>
            <a:xfrm>
              <a:off x="419105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2" name="Google Shape;1482;p34"/>
            <p:cNvSpPr/>
            <p:nvPr/>
          </p:nvSpPr>
          <p:spPr>
            <a:xfrm>
              <a:off x="457206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3" name="Google Shape;1483;p34"/>
            <p:cNvSpPr/>
            <p:nvPr/>
          </p:nvSpPr>
          <p:spPr>
            <a:xfrm>
              <a:off x="495306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4" name="Google Shape;1484;p34"/>
            <p:cNvSpPr/>
            <p:nvPr/>
          </p:nvSpPr>
          <p:spPr>
            <a:xfrm>
              <a:off x="533407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5" name="Google Shape;1485;p34"/>
            <p:cNvSpPr/>
            <p:nvPr/>
          </p:nvSpPr>
          <p:spPr>
            <a:xfrm>
              <a:off x="571507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6" name="Google Shape;1486;p34"/>
            <p:cNvSpPr/>
            <p:nvPr/>
          </p:nvSpPr>
          <p:spPr>
            <a:xfrm>
              <a:off x="609608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7" name="Google Shape;1487;p34"/>
            <p:cNvSpPr/>
            <p:nvPr/>
          </p:nvSpPr>
          <p:spPr>
            <a:xfrm>
              <a:off x="647708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8" name="Google Shape;1488;p34"/>
            <p:cNvSpPr/>
            <p:nvPr/>
          </p:nvSpPr>
          <p:spPr>
            <a:xfrm>
              <a:off x="685809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9" name="Google Shape;1489;p34"/>
            <p:cNvSpPr/>
            <p:nvPr/>
          </p:nvSpPr>
          <p:spPr>
            <a:xfrm>
              <a:off x="723909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0" name="Google Shape;1490;p34"/>
            <p:cNvSpPr/>
            <p:nvPr/>
          </p:nvSpPr>
          <p:spPr>
            <a:xfrm>
              <a:off x="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1" name="Google Shape;1491;p34"/>
            <p:cNvSpPr/>
            <p:nvPr/>
          </p:nvSpPr>
          <p:spPr>
            <a:xfrm>
              <a:off x="38100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2" name="Google Shape;1492;p34"/>
            <p:cNvSpPr/>
            <p:nvPr/>
          </p:nvSpPr>
          <p:spPr>
            <a:xfrm>
              <a:off x="76201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3" name="Google Shape;1493;p34"/>
            <p:cNvSpPr/>
            <p:nvPr/>
          </p:nvSpPr>
          <p:spPr>
            <a:xfrm>
              <a:off x="114301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4" name="Google Shape;1494;p34"/>
            <p:cNvSpPr/>
            <p:nvPr/>
          </p:nvSpPr>
          <p:spPr>
            <a:xfrm>
              <a:off x="152402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5" name="Google Shape;1495;p34"/>
            <p:cNvSpPr/>
            <p:nvPr/>
          </p:nvSpPr>
          <p:spPr>
            <a:xfrm>
              <a:off x="190502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6" name="Google Shape;1496;p34"/>
            <p:cNvSpPr/>
            <p:nvPr/>
          </p:nvSpPr>
          <p:spPr>
            <a:xfrm>
              <a:off x="228603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7" name="Google Shape;1497;p34"/>
            <p:cNvSpPr/>
            <p:nvPr/>
          </p:nvSpPr>
          <p:spPr>
            <a:xfrm>
              <a:off x="266703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8" name="Google Shape;1498;p34"/>
            <p:cNvSpPr/>
            <p:nvPr/>
          </p:nvSpPr>
          <p:spPr>
            <a:xfrm>
              <a:off x="304804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9" name="Google Shape;1499;p34"/>
            <p:cNvSpPr/>
            <p:nvPr/>
          </p:nvSpPr>
          <p:spPr>
            <a:xfrm>
              <a:off x="342904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0" name="Google Shape;1500;p34"/>
            <p:cNvSpPr/>
            <p:nvPr/>
          </p:nvSpPr>
          <p:spPr>
            <a:xfrm>
              <a:off x="381005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1" name="Google Shape;1501;p34"/>
            <p:cNvSpPr/>
            <p:nvPr/>
          </p:nvSpPr>
          <p:spPr>
            <a:xfrm>
              <a:off x="419105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2" name="Google Shape;1502;p34"/>
            <p:cNvSpPr/>
            <p:nvPr/>
          </p:nvSpPr>
          <p:spPr>
            <a:xfrm>
              <a:off x="457206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3" name="Google Shape;1503;p34"/>
            <p:cNvSpPr/>
            <p:nvPr/>
          </p:nvSpPr>
          <p:spPr>
            <a:xfrm>
              <a:off x="495306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4" name="Google Shape;1504;p34"/>
            <p:cNvSpPr/>
            <p:nvPr/>
          </p:nvSpPr>
          <p:spPr>
            <a:xfrm>
              <a:off x="533407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5" name="Google Shape;1505;p34"/>
            <p:cNvSpPr/>
            <p:nvPr/>
          </p:nvSpPr>
          <p:spPr>
            <a:xfrm>
              <a:off x="571507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6" name="Google Shape;1506;p34"/>
            <p:cNvSpPr/>
            <p:nvPr/>
          </p:nvSpPr>
          <p:spPr>
            <a:xfrm>
              <a:off x="609608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7" name="Google Shape;1507;p34"/>
            <p:cNvSpPr/>
            <p:nvPr/>
          </p:nvSpPr>
          <p:spPr>
            <a:xfrm>
              <a:off x="647708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8" name="Google Shape;1508;p34"/>
            <p:cNvSpPr/>
            <p:nvPr/>
          </p:nvSpPr>
          <p:spPr>
            <a:xfrm>
              <a:off x="685809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9" name="Google Shape;1509;p34"/>
            <p:cNvSpPr/>
            <p:nvPr/>
          </p:nvSpPr>
          <p:spPr>
            <a:xfrm>
              <a:off x="723909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0" name="Google Shape;1510;p34"/>
            <p:cNvSpPr/>
            <p:nvPr/>
          </p:nvSpPr>
          <p:spPr>
            <a:xfrm>
              <a:off x="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1" name="Google Shape;1511;p34"/>
            <p:cNvSpPr/>
            <p:nvPr/>
          </p:nvSpPr>
          <p:spPr>
            <a:xfrm>
              <a:off x="38100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2" name="Google Shape;1512;p34"/>
            <p:cNvSpPr/>
            <p:nvPr/>
          </p:nvSpPr>
          <p:spPr>
            <a:xfrm>
              <a:off x="76201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3" name="Google Shape;1513;p34"/>
            <p:cNvSpPr/>
            <p:nvPr/>
          </p:nvSpPr>
          <p:spPr>
            <a:xfrm>
              <a:off x="114301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4" name="Google Shape;1514;p34"/>
            <p:cNvSpPr/>
            <p:nvPr/>
          </p:nvSpPr>
          <p:spPr>
            <a:xfrm>
              <a:off x="152402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5" name="Google Shape;1515;p34"/>
            <p:cNvSpPr/>
            <p:nvPr/>
          </p:nvSpPr>
          <p:spPr>
            <a:xfrm>
              <a:off x="190502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6" name="Google Shape;1516;p34"/>
            <p:cNvSpPr/>
            <p:nvPr/>
          </p:nvSpPr>
          <p:spPr>
            <a:xfrm>
              <a:off x="228603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7" name="Google Shape;1517;p34"/>
            <p:cNvSpPr/>
            <p:nvPr/>
          </p:nvSpPr>
          <p:spPr>
            <a:xfrm>
              <a:off x="266703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8" name="Google Shape;1518;p34"/>
            <p:cNvSpPr/>
            <p:nvPr/>
          </p:nvSpPr>
          <p:spPr>
            <a:xfrm>
              <a:off x="304804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9" name="Google Shape;1519;p34"/>
            <p:cNvSpPr/>
            <p:nvPr/>
          </p:nvSpPr>
          <p:spPr>
            <a:xfrm>
              <a:off x="342904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0" name="Google Shape;1520;p34"/>
            <p:cNvSpPr/>
            <p:nvPr/>
          </p:nvSpPr>
          <p:spPr>
            <a:xfrm>
              <a:off x="381005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1" name="Google Shape;1521;p34"/>
            <p:cNvSpPr/>
            <p:nvPr/>
          </p:nvSpPr>
          <p:spPr>
            <a:xfrm>
              <a:off x="419105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2" name="Google Shape;1522;p34"/>
            <p:cNvSpPr/>
            <p:nvPr/>
          </p:nvSpPr>
          <p:spPr>
            <a:xfrm>
              <a:off x="457206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3" name="Google Shape;1523;p34"/>
            <p:cNvSpPr/>
            <p:nvPr/>
          </p:nvSpPr>
          <p:spPr>
            <a:xfrm>
              <a:off x="495306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4" name="Google Shape;1524;p34"/>
            <p:cNvSpPr/>
            <p:nvPr/>
          </p:nvSpPr>
          <p:spPr>
            <a:xfrm>
              <a:off x="533407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5" name="Google Shape;1525;p34"/>
            <p:cNvSpPr/>
            <p:nvPr/>
          </p:nvSpPr>
          <p:spPr>
            <a:xfrm>
              <a:off x="571507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6" name="Google Shape;1526;p34"/>
            <p:cNvSpPr/>
            <p:nvPr/>
          </p:nvSpPr>
          <p:spPr>
            <a:xfrm>
              <a:off x="609608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7" name="Google Shape;1527;p34"/>
            <p:cNvSpPr/>
            <p:nvPr/>
          </p:nvSpPr>
          <p:spPr>
            <a:xfrm>
              <a:off x="647708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8" name="Google Shape;1528;p34"/>
            <p:cNvSpPr/>
            <p:nvPr/>
          </p:nvSpPr>
          <p:spPr>
            <a:xfrm>
              <a:off x="685809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9" name="Google Shape;1529;p34"/>
            <p:cNvSpPr/>
            <p:nvPr/>
          </p:nvSpPr>
          <p:spPr>
            <a:xfrm>
              <a:off x="723909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0" name="Google Shape;1530;p34"/>
            <p:cNvSpPr/>
            <p:nvPr/>
          </p:nvSpPr>
          <p:spPr>
            <a:xfrm>
              <a:off x="7620110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1" name="Google Shape;1531;p34"/>
            <p:cNvSpPr/>
            <p:nvPr/>
          </p:nvSpPr>
          <p:spPr>
            <a:xfrm>
              <a:off x="8001115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2" name="Google Shape;1532;p34"/>
            <p:cNvSpPr/>
            <p:nvPr/>
          </p:nvSpPr>
          <p:spPr>
            <a:xfrm>
              <a:off x="8382120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3" name="Google Shape;1533;p34"/>
            <p:cNvSpPr/>
            <p:nvPr/>
          </p:nvSpPr>
          <p:spPr>
            <a:xfrm>
              <a:off x="8763125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4" name="Google Shape;1534;p34"/>
            <p:cNvSpPr/>
            <p:nvPr/>
          </p:nvSpPr>
          <p:spPr>
            <a:xfrm>
              <a:off x="7620110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5" name="Google Shape;1535;p34"/>
            <p:cNvSpPr/>
            <p:nvPr/>
          </p:nvSpPr>
          <p:spPr>
            <a:xfrm>
              <a:off x="8001115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6" name="Google Shape;1536;p34"/>
            <p:cNvSpPr/>
            <p:nvPr/>
          </p:nvSpPr>
          <p:spPr>
            <a:xfrm>
              <a:off x="8382120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7" name="Google Shape;1537;p34"/>
            <p:cNvSpPr/>
            <p:nvPr/>
          </p:nvSpPr>
          <p:spPr>
            <a:xfrm>
              <a:off x="8763125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8" name="Google Shape;1538;p34"/>
            <p:cNvSpPr/>
            <p:nvPr/>
          </p:nvSpPr>
          <p:spPr>
            <a:xfrm>
              <a:off x="7620110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9" name="Google Shape;1539;p34"/>
            <p:cNvSpPr/>
            <p:nvPr/>
          </p:nvSpPr>
          <p:spPr>
            <a:xfrm>
              <a:off x="8001115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0" name="Google Shape;1540;p34"/>
            <p:cNvSpPr/>
            <p:nvPr/>
          </p:nvSpPr>
          <p:spPr>
            <a:xfrm>
              <a:off x="8382120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1" name="Google Shape;1541;p34"/>
            <p:cNvSpPr/>
            <p:nvPr/>
          </p:nvSpPr>
          <p:spPr>
            <a:xfrm>
              <a:off x="8763125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42" name="Google Shape;1542;p34"/>
          <p:cNvSpPr/>
          <p:nvPr/>
        </p:nvSpPr>
        <p:spPr>
          <a:xfrm flipH="1">
            <a:off x="0" y="0"/>
            <a:ext cx="9144000" cy="5143500"/>
          </a:xfrm>
          <a:prstGeom prst="rtTriangle">
            <a:avLst/>
          </a:prstGeom>
          <a:solidFill>
            <a:srgbClr val="005051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43" name="Google Shape;1543;p34"/>
          <p:cNvGrpSpPr/>
          <p:nvPr/>
        </p:nvGrpSpPr>
        <p:grpSpPr>
          <a:xfrm>
            <a:off x="553048" y="535000"/>
            <a:ext cx="8105852" cy="4302000"/>
            <a:chOff x="553048" y="535000"/>
            <a:chExt cx="8105852" cy="4302000"/>
          </a:xfrm>
        </p:grpSpPr>
        <p:sp>
          <p:nvSpPr>
            <p:cNvPr id="1544" name="Google Shape;1544;p34"/>
            <p:cNvSpPr/>
            <p:nvPr/>
          </p:nvSpPr>
          <p:spPr>
            <a:xfrm>
              <a:off x="942300" y="763600"/>
              <a:ext cx="7716600" cy="4073400"/>
            </a:xfrm>
            <a:prstGeom prst="roundRect">
              <a:avLst>
                <a:gd fmla="val 2480" name="adj"/>
              </a:avLst>
            </a:prstGeom>
            <a:solidFill>
              <a:srgbClr val="222828">
                <a:alpha val="2039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5" name="Google Shape;1545;p34"/>
            <p:cNvSpPr/>
            <p:nvPr/>
          </p:nvSpPr>
          <p:spPr>
            <a:xfrm>
              <a:off x="712275" y="535000"/>
              <a:ext cx="7716600" cy="4073400"/>
            </a:xfrm>
            <a:prstGeom prst="roundRect">
              <a:avLst>
                <a:gd fmla="val 248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6" name="Google Shape;1546;p34"/>
            <p:cNvSpPr/>
            <p:nvPr/>
          </p:nvSpPr>
          <p:spPr>
            <a:xfrm>
              <a:off x="848698" y="898261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5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5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7" name="Google Shape;1547;p34"/>
            <p:cNvSpPr/>
            <p:nvPr/>
          </p:nvSpPr>
          <p:spPr>
            <a:xfrm>
              <a:off x="553048" y="931482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19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8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7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8" name="Google Shape;1548;p34"/>
            <p:cNvSpPr/>
            <p:nvPr/>
          </p:nvSpPr>
          <p:spPr>
            <a:xfrm>
              <a:off x="848698" y="1332681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8"/>
                    <a:pt x="0" y="7608"/>
                  </a:cubicBezTo>
                  <a:cubicBezTo>
                    <a:pt x="0" y="11808"/>
                    <a:pt x="3404" y="15212"/>
                    <a:pt x="7604" y="15212"/>
                  </a:cubicBezTo>
                  <a:cubicBezTo>
                    <a:pt x="11804" y="15212"/>
                    <a:pt x="15209" y="11808"/>
                    <a:pt x="15209" y="7608"/>
                  </a:cubicBezTo>
                  <a:cubicBezTo>
                    <a:pt x="15209" y="3408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9" name="Google Shape;1549;p34"/>
            <p:cNvSpPr/>
            <p:nvPr/>
          </p:nvSpPr>
          <p:spPr>
            <a:xfrm>
              <a:off x="553048" y="1365902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71"/>
                    <a:pt x="0" y="1497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9"/>
                  </a:lnTo>
                  <a:cubicBezTo>
                    <a:pt x="23340" y="7948"/>
                    <a:pt x="21591" y="9042"/>
                    <a:pt x="19596" y="9042"/>
                  </a:cubicBezTo>
                  <a:lnTo>
                    <a:pt x="1493" y="9042"/>
                  </a:lnTo>
                  <a:cubicBezTo>
                    <a:pt x="671" y="9042"/>
                    <a:pt x="0" y="9709"/>
                    <a:pt x="0" y="10535"/>
                  </a:cubicBezTo>
                  <a:cubicBezTo>
                    <a:pt x="0" y="11361"/>
                    <a:pt x="671" y="12028"/>
                    <a:pt x="1493" y="12028"/>
                  </a:cubicBezTo>
                  <a:lnTo>
                    <a:pt x="19596" y="12028"/>
                  </a:lnTo>
                  <a:cubicBezTo>
                    <a:pt x="23370" y="12028"/>
                    <a:pt x="26327" y="9688"/>
                    <a:pt x="26327" y="6699"/>
                  </a:cubicBezTo>
                  <a:lnTo>
                    <a:pt x="26327" y="5330"/>
                  </a:lnTo>
                  <a:cubicBezTo>
                    <a:pt x="26327" y="2344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0" name="Google Shape;1550;p34"/>
            <p:cNvSpPr/>
            <p:nvPr/>
          </p:nvSpPr>
          <p:spPr>
            <a:xfrm>
              <a:off x="848698" y="1767184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4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4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1" name="Google Shape;1551;p34"/>
            <p:cNvSpPr/>
            <p:nvPr/>
          </p:nvSpPr>
          <p:spPr>
            <a:xfrm>
              <a:off x="553048" y="1800405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68"/>
                    <a:pt x="0" y="1493"/>
                  </a:cubicBezTo>
                  <a:cubicBezTo>
                    <a:pt x="0" y="2319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5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7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2" name="Google Shape;1552;p34"/>
            <p:cNvSpPr/>
            <p:nvPr/>
          </p:nvSpPr>
          <p:spPr>
            <a:xfrm>
              <a:off x="848698" y="2201603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5"/>
                    <a:pt x="0" y="7608"/>
                  </a:cubicBezTo>
                  <a:cubicBezTo>
                    <a:pt x="0" y="11808"/>
                    <a:pt x="3404" y="15212"/>
                    <a:pt x="7604" y="15212"/>
                  </a:cubicBezTo>
                  <a:cubicBezTo>
                    <a:pt x="11804" y="15212"/>
                    <a:pt x="15209" y="11808"/>
                    <a:pt x="15209" y="7608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3" name="Google Shape;1553;p34"/>
            <p:cNvSpPr/>
            <p:nvPr/>
          </p:nvSpPr>
          <p:spPr>
            <a:xfrm>
              <a:off x="553048" y="2234824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68"/>
                    <a:pt x="0" y="1494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9"/>
                  </a:lnTo>
                  <a:cubicBezTo>
                    <a:pt x="23340" y="7945"/>
                    <a:pt x="21591" y="9039"/>
                    <a:pt x="19596" y="9039"/>
                  </a:cubicBezTo>
                  <a:lnTo>
                    <a:pt x="1493" y="9039"/>
                  </a:lnTo>
                  <a:cubicBezTo>
                    <a:pt x="671" y="9039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9"/>
                  </a:cubicBezTo>
                  <a:lnTo>
                    <a:pt x="26327" y="5330"/>
                  </a:lnTo>
                  <a:cubicBezTo>
                    <a:pt x="26327" y="2341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4" name="Google Shape;1554;p34"/>
            <p:cNvSpPr/>
            <p:nvPr/>
          </p:nvSpPr>
          <p:spPr>
            <a:xfrm>
              <a:off x="848698" y="2636106"/>
              <a:ext cx="317374" cy="317374"/>
            </a:xfrm>
            <a:custGeom>
              <a:rect b="b" l="l" r="r" t="t"/>
              <a:pathLst>
                <a:path extrusionOk="0" h="15209" w="15209">
                  <a:moveTo>
                    <a:pt x="7604" y="0"/>
                  </a:moveTo>
                  <a:cubicBezTo>
                    <a:pt x="3404" y="0"/>
                    <a:pt x="0" y="3404"/>
                    <a:pt x="0" y="7604"/>
                  </a:cubicBezTo>
                  <a:cubicBezTo>
                    <a:pt x="0" y="11805"/>
                    <a:pt x="3404" y="15209"/>
                    <a:pt x="7604" y="15209"/>
                  </a:cubicBezTo>
                  <a:cubicBezTo>
                    <a:pt x="11804" y="15209"/>
                    <a:pt x="15209" y="11805"/>
                    <a:pt x="15209" y="7604"/>
                  </a:cubicBezTo>
                  <a:cubicBezTo>
                    <a:pt x="15209" y="3404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5" name="Google Shape;1555;p34"/>
            <p:cNvSpPr/>
            <p:nvPr/>
          </p:nvSpPr>
          <p:spPr>
            <a:xfrm>
              <a:off x="553048" y="2669265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71"/>
                    <a:pt x="0" y="1496"/>
                  </a:cubicBezTo>
                  <a:cubicBezTo>
                    <a:pt x="0" y="2322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8"/>
                  </a:lnTo>
                  <a:cubicBezTo>
                    <a:pt x="23340" y="7947"/>
                    <a:pt x="21591" y="9041"/>
                    <a:pt x="19596" y="9041"/>
                  </a:cubicBezTo>
                  <a:lnTo>
                    <a:pt x="1493" y="9041"/>
                  </a:lnTo>
                  <a:cubicBezTo>
                    <a:pt x="671" y="9041"/>
                    <a:pt x="0" y="9709"/>
                    <a:pt x="0" y="10534"/>
                  </a:cubicBezTo>
                  <a:cubicBezTo>
                    <a:pt x="0" y="11360"/>
                    <a:pt x="671" y="12028"/>
                    <a:pt x="1493" y="12028"/>
                  </a:cubicBezTo>
                  <a:lnTo>
                    <a:pt x="19596" y="12028"/>
                  </a:lnTo>
                  <a:cubicBezTo>
                    <a:pt x="23370" y="12028"/>
                    <a:pt x="26327" y="9688"/>
                    <a:pt x="26327" y="6698"/>
                  </a:cubicBezTo>
                  <a:lnTo>
                    <a:pt x="26327" y="5330"/>
                  </a:lnTo>
                  <a:cubicBezTo>
                    <a:pt x="26327" y="2343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6" name="Google Shape;1556;p34"/>
            <p:cNvSpPr/>
            <p:nvPr/>
          </p:nvSpPr>
          <p:spPr>
            <a:xfrm>
              <a:off x="848698" y="3070526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5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7" name="Google Shape;1557;p34"/>
            <p:cNvSpPr/>
            <p:nvPr/>
          </p:nvSpPr>
          <p:spPr>
            <a:xfrm>
              <a:off x="553048" y="3103747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20"/>
                    <a:pt x="671" y="2987"/>
                    <a:pt x="1493" y="2987"/>
                  </a:cubicBezTo>
                  <a:lnTo>
                    <a:pt x="19596" y="2987"/>
                  </a:lnTo>
                  <a:cubicBezTo>
                    <a:pt x="21591" y="2987"/>
                    <a:pt x="23340" y="4081"/>
                    <a:pt x="23340" y="5330"/>
                  </a:cubicBezTo>
                  <a:lnTo>
                    <a:pt x="23340" y="6696"/>
                  </a:lnTo>
                  <a:cubicBezTo>
                    <a:pt x="23340" y="7945"/>
                    <a:pt x="21591" y="9039"/>
                    <a:pt x="19596" y="9039"/>
                  </a:cubicBezTo>
                  <a:lnTo>
                    <a:pt x="1493" y="9039"/>
                  </a:lnTo>
                  <a:cubicBezTo>
                    <a:pt x="671" y="9039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6"/>
                  </a:cubicBezTo>
                  <a:lnTo>
                    <a:pt x="26327" y="5330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8" name="Google Shape;1558;p34"/>
            <p:cNvSpPr/>
            <p:nvPr/>
          </p:nvSpPr>
          <p:spPr>
            <a:xfrm>
              <a:off x="848698" y="3504966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7"/>
                    <a:pt x="0" y="7607"/>
                  </a:cubicBezTo>
                  <a:cubicBezTo>
                    <a:pt x="0" y="11807"/>
                    <a:pt x="3404" y="15212"/>
                    <a:pt x="7604" y="15212"/>
                  </a:cubicBezTo>
                  <a:cubicBezTo>
                    <a:pt x="11804" y="15212"/>
                    <a:pt x="15209" y="11807"/>
                    <a:pt x="15209" y="7607"/>
                  </a:cubicBezTo>
                  <a:cubicBezTo>
                    <a:pt x="15209" y="3407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9" name="Google Shape;1559;p34"/>
            <p:cNvSpPr/>
            <p:nvPr/>
          </p:nvSpPr>
          <p:spPr>
            <a:xfrm>
              <a:off x="553048" y="3538167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72"/>
                    <a:pt x="0" y="1497"/>
                  </a:cubicBezTo>
                  <a:cubicBezTo>
                    <a:pt x="0" y="2320"/>
                    <a:pt x="671" y="2991"/>
                    <a:pt x="1493" y="2991"/>
                  </a:cubicBezTo>
                  <a:lnTo>
                    <a:pt x="19596" y="2991"/>
                  </a:lnTo>
                  <a:cubicBezTo>
                    <a:pt x="21591" y="2991"/>
                    <a:pt x="23340" y="4085"/>
                    <a:pt x="23340" y="5331"/>
                  </a:cubicBezTo>
                  <a:lnTo>
                    <a:pt x="23340" y="6699"/>
                  </a:lnTo>
                  <a:cubicBezTo>
                    <a:pt x="23340" y="7948"/>
                    <a:pt x="21591" y="9042"/>
                    <a:pt x="19596" y="9042"/>
                  </a:cubicBezTo>
                  <a:lnTo>
                    <a:pt x="1493" y="9042"/>
                  </a:lnTo>
                  <a:cubicBezTo>
                    <a:pt x="671" y="9042"/>
                    <a:pt x="0" y="9710"/>
                    <a:pt x="0" y="10535"/>
                  </a:cubicBezTo>
                  <a:cubicBezTo>
                    <a:pt x="0" y="11361"/>
                    <a:pt x="671" y="12029"/>
                    <a:pt x="1493" y="12029"/>
                  </a:cubicBezTo>
                  <a:lnTo>
                    <a:pt x="19596" y="12029"/>
                  </a:lnTo>
                  <a:cubicBezTo>
                    <a:pt x="23370" y="12029"/>
                    <a:pt x="26327" y="9689"/>
                    <a:pt x="26327" y="6699"/>
                  </a:cubicBezTo>
                  <a:lnTo>
                    <a:pt x="26327" y="5331"/>
                  </a:lnTo>
                  <a:cubicBezTo>
                    <a:pt x="26327" y="2344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0" name="Google Shape;1560;p34"/>
            <p:cNvSpPr/>
            <p:nvPr/>
          </p:nvSpPr>
          <p:spPr>
            <a:xfrm>
              <a:off x="848698" y="3939449"/>
              <a:ext cx="317374" cy="317395"/>
            </a:xfrm>
            <a:custGeom>
              <a:rect b="b" l="l" r="r" t="t"/>
              <a:pathLst>
                <a:path extrusionOk="0" h="15210" w="15209">
                  <a:moveTo>
                    <a:pt x="7604" y="1"/>
                  </a:moveTo>
                  <a:cubicBezTo>
                    <a:pt x="3404" y="1"/>
                    <a:pt x="0" y="3405"/>
                    <a:pt x="0" y="7605"/>
                  </a:cubicBezTo>
                  <a:cubicBezTo>
                    <a:pt x="0" y="11805"/>
                    <a:pt x="3404" y="15209"/>
                    <a:pt x="7604" y="15209"/>
                  </a:cubicBezTo>
                  <a:cubicBezTo>
                    <a:pt x="11804" y="15209"/>
                    <a:pt x="15209" y="11805"/>
                    <a:pt x="15209" y="7605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1" name="Google Shape;1561;p34"/>
            <p:cNvSpPr/>
            <p:nvPr/>
          </p:nvSpPr>
          <p:spPr>
            <a:xfrm>
              <a:off x="553048" y="3972670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5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62" name="Google Shape;1562;p34"/>
          <p:cNvSpPr txBox="1"/>
          <p:nvPr>
            <p:ph type="ctrTitle"/>
          </p:nvPr>
        </p:nvSpPr>
        <p:spPr>
          <a:xfrm>
            <a:off x="2788950" y="685350"/>
            <a:ext cx="3684300" cy="9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63" name="Google Shape;1563;p34"/>
          <p:cNvSpPr txBox="1"/>
          <p:nvPr>
            <p:ph idx="1" type="subTitle"/>
          </p:nvPr>
        </p:nvSpPr>
        <p:spPr>
          <a:xfrm>
            <a:off x="2788950" y="1482750"/>
            <a:ext cx="3684300" cy="12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564" name="Google Shape;1564;p34"/>
          <p:cNvSpPr/>
          <p:nvPr/>
        </p:nvSpPr>
        <p:spPr>
          <a:xfrm>
            <a:off x="1571775" y="3336113"/>
            <a:ext cx="176025" cy="165050"/>
          </a:xfrm>
          <a:custGeom>
            <a:rect b="b" l="l" r="r" t="t"/>
            <a:pathLst>
              <a:path extrusionOk="0" h="6602" w="7041">
                <a:moveTo>
                  <a:pt x="4935" y="1378"/>
                </a:moveTo>
                <a:cubicBezTo>
                  <a:pt x="4939" y="1380"/>
                  <a:pt x="4948" y="1387"/>
                  <a:pt x="4965" y="1400"/>
                </a:cubicBezTo>
                <a:cubicBezTo>
                  <a:pt x="4955" y="1392"/>
                  <a:pt x="4945" y="1385"/>
                  <a:pt x="4935" y="1378"/>
                </a:cubicBezTo>
                <a:close/>
                <a:moveTo>
                  <a:pt x="1630" y="1762"/>
                </a:moveTo>
                <a:lnTo>
                  <a:pt x="1630" y="1762"/>
                </a:lnTo>
                <a:cubicBezTo>
                  <a:pt x="1621" y="1773"/>
                  <a:pt x="1618" y="1778"/>
                  <a:pt x="1618" y="1778"/>
                </a:cubicBezTo>
                <a:cubicBezTo>
                  <a:pt x="1618" y="1778"/>
                  <a:pt x="1623" y="1771"/>
                  <a:pt x="1630" y="1762"/>
                </a:cubicBezTo>
                <a:close/>
                <a:moveTo>
                  <a:pt x="3639" y="986"/>
                </a:moveTo>
                <a:cubicBezTo>
                  <a:pt x="4036" y="986"/>
                  <a:pt x="4418" y="1072"/>
                  <a:pt x="4734" y="1250"/>
                </a:cubicBezTo>
                <a:cubicBezTo>
                  <a:pt x="4786" y="1280"/>
                  <a:pt x="4839" y="1313"/>
                  <a:pt x="4890" y="1347"/>
                </a:cubicBezTo>
                <a:cubicBezTo>
                  <a:pt x="4906" y="1357"/>
                  <a:pt x="4921" y="1367"/>
                  <a:pt x="4935" y="1378"/>
                </a:cubicBezTo>
                <a:lnTo>
                  <a:pt x="4935" y="1378"/>
                </a:lnTo>
                <a:cubicBezTo>
                  <a:pt x="4934" y="1377"/>
                  <a:pt x="4933" y="1376"/>
                  <a:pt x="4933" y="1376"/>
                </a:cubicBezTo>
                <a:lnTo>
                  <a:pt x="4933" y="1376"/>
                </a:lnTo>
                <a:cubicBezTo>
                  <a:pt x="4934" y="1376"/>
                  <a:pt x="4964" y="1397"/>
                  <a:pt x="4972" y="1404"/>
                </a:cubicBezTo>
                <a:cubicBezTo>
                  <a:pt x="5081" y="1495"/>
                  <a:pt x="5182" y="1594"/>
                  <a:pt x="5275" y="1701"/>
                </a:cubicBezTo>
                <a:cubicBezTo>
                  <a:pt x="5296" y="1724"/>
                  <a:pt x="5315" y="1747"/>
                  <a:pt x="5332" y="1771"/>
                </a:cubicBezTo>
                <a:cubicBezTo>
                  <a:pt x="5336" y="1776"/>
                  <a:pt x="5339" y="1780"/>
                  <a:pt x="5342" y="1782"/>
                </a:cubicBezTo>
                <a:lnTo>
                  <a:pt x="5342" y="1782"/>
                </a:lnTo>
                <a:cubicBezTo>
                  <a:pt x="5378" y="1835"/>
                  <a:pt x="5414" y="1889"/>
                  <a:pt x="5446" y="1943"/>
                </a:cubicBezTo>
                <a:cubicBezTo>
                  <a:pt x="5477" y="1994"/>
                  <a:pt x="5507" y="2045"/>
                  <a:pt x="5534" y="2097"/>
                </a:cubicBezTo>
                <a:cubicBezTo>
                  <a:pt x="5548" y="2126"/>
                  <a:pt x="5603" y="2244"/>
                  <a:pt x="5604" y="2244"/>
                </a:cubicBezTo>
                <a:cubicBezTo>
                  <a:pt x="5605" y="2244"/>
                  <a:pt x="5604" y="2244"/>
                  <a:pt x="5604" y="2242"/>
                </a:cubicBezTo>
                <a:lnTo>
                  <a:pt x="5604" y="2242"/>
                </a:lnTo>
                <a:cubicBezTo>
                  <a:pt x="5646" y="2347"/>
                  <a:pt x="5682" y="2454"/>
                  <a:pt x="5711" y="2561"/>
                </a:cubicBezTo>
                <a:cubicBezTo>
                  <a:pt x="5726" y="2620"/>
                  <a:pt x="5741" y="2679"/>
                  <a:pt x="5751" y="2738"/>
                </a:cubicBezTo>
                <a:cubicBezTo>
                  <a:pt x="5756" y="2758"/>
                  <a:pt x="5778" y="2901"/>
                  <a:pt x="5781" y="2901"/>
                </a:cubicBezTo>
                <a:cubicBezTo>
                  <a:pt x="5781" y="2901"/>
                  <a:pt x="5781" y="2892"/>
                  <a:pt x="5779" y="2872"/>
                </a:cubicBezTo>
                <a:lnTo>
                  <a:pt x="5779" y="2872"/>
                </a:lnTo>
                <a:cubicBezTo>
                  <a:pt x="5793" y="2999"/>
                  <a:pt x="5800" y="3127"/>
                  <a:pt x="5800" y="3256"/>
                </a:cubicBezTo>
                <a:cubicBezTo>
                  <a:pt x="5798" y="3323"/>
                  <a:pt x="5796" y="3393"/>
                  <a:pt x="5791" y="3460"/>
                </a:cubicBezTo>
                <a:cubicBezTo>
                  <a:pt x="5787" y="3518"/>
                  <a:pt x="5781" y="3572"/>
                  <a:pt x="5780" y="3582"/>
                </a:cubicBezTo>
                <a:lnTo>
                  <a:pt x="5780" y="3582"/>
                </a:lnTo>
                <a:cubicBezTo>
                  <a:pt x="5759" y="3706"/>
                  <a:pt x="5734" y="3831"/>
                  <a:pt x="5699" y="3953"/>
                </a:cubicBezTo>
                <a:cubicBezTo>
                  <a:pt x="5682" y="4012"/>
                  <a:pt x="5663" y="4069"/>
                  <a:pt x="5642" y="4126"/>
                </a:cubicBezTo>
                <a:cubicBezTo>
                  <a:pt x="5631" y="4155"/>
                  <a:pt x="5621" y="4183"/>
                  <a:pt x="5610" y="4212"/>
                </a:cubicBezTo>
                <a:cubicBezTo>
                  <a:pt x="5606" y="4223"/>
                  <a:pt x="5602" y="4232"/>
                  <a:pt x="5600" y="4238"/>
                </a:cubicBezTo>
                <a:lnTo>
                  <a:pt x="5600" y="4238"/>
                </a:lnTo>
                <a:cubicBezTo>
                  <a:pt x="5597" y="4244"/>
                  <a:pt x="5593" y="4252"/>
                  <a:pt x="5589" y="4261"/>
                </a:cubicBezTo>
                <a:cubicBezTo>
                  <a:pt x="5534" y="4370"/>
                  <a:pt x="5477" y="4478"/>
                  <a:pt x="5412" y="4581"/>
                </a:cubicBezTo>
                <a:cubicBezTo>
                  <a:pt x="5311" y="4737"/>
                  <a:pt x="5324" y="4720"/>
                  <a:pt x="5189" y="4863"/>
                </a:cubicBezTo>
                <a:cubicBezTo>
                  <a:pt x="4814" y="5261"/>
                  <a:pt x="4355" y="5476"/>
                  <a:pt x="3756" y="5573"/>
                </a:cubicBezTo>
                <a:cubicBezTo>
                  <a:pt x="3620" y="5595"/>
                  <a:pt x="3482" y="5605"/>
                  <a:pt x="3344" y="5605"/>
                </a:cubicBezTo>
                <a:cubicBezTo>
                  <a:pt x="2954" y="5605"/>
                  <a:pt x="2572" y="5519"/>
                  <a:pt x="2265" y="5346"/>
                </a:cubicBezTo>
                <a:cubicBezTo>
                  <a:pt x="2214" y="5316"/>
                  <a:pt x="2164" y="5285"/>
                  <a:pt x="2113" y="5253"/>
                </a:cubicBezTo>
                <a:cubicBezTo>
                  <a:pt x="2098" y="5243"/>
                  <a:pt x="2015" y="5180"/>
                  <a:pt x="2013" y="5180"/>
                </a:cubicBezTo>
                <a:lnTo>
                  <a:pt x="2013" y="5180"/>
                </a:lnTo>
                <a:cubicBezTo>
                  <a:pt x="2013" y="5180"/>
                  <a:pt x="2019" y="5186"/>
                  <a:pt x="2037" y="5200"/>
                </a:cubicBezTo>
                <a:cubicBezTo>
                  <a:pt x="1930" y="5114"/>
                  <a:pt x="1831" y="5019"/>
                  <a:pt x="1740" y="4916"/>
                </a:cubicBezTo>
                <a:cubicBezTo>
                  <a:pt x="1728" y="4902"/>
                  <a:pt x="1675" y="4837"/>
                  <a:pt x="1657" y="4816"/>
                </a:cubicBezTo>
                <a:lnTo>
                  <a:pt x="1657" y="4816"/>
                </a:lnTo>
                <a:cubicBezTo>
                  <a:pt x="1647" y="4801"/>
                  <a:pt x="1584" y="4711"/>
                  <a:pt x="1570" y="4688"/>
                </a:cubicBezTo>
                <a:cubicBezTo>
                  <a:pt x="1500" y="4579"/>
                  <a:pt x="1439" y="4465"/>
                  <a:pt x="1382" y="4347"/>
                </a:cubicBezTo>
                <a:cubicBezTo>
                  <a:pt x="1372" y="4327"/>
                  <a:pt x="1369" y="4322"/>
                  <a:pt x="1368" y="4322"/>
                </a:cubicBezTo>
                <a:lnTo>
                  <a:pt x="1368" y="4322"/>
                </a:lnTo>
                <a:cubicBezTo>
                  <a:pt x="1368" y="4322"/>
                  <a:pt x="1368" y="4322"/>
                  <a:pt x="1368" y="4322"/>
                </a:cubicBezTo>
                <a:lnTo>
                  <a:pt x="1368" y="4322"/>
                </a:lnTo>
                <a:cubicBezTo>
                  <a:pt x="1366" y="4315"/>
                  <a:pt x="1360" y="4299"/>
                  <a:pt x="1348" y="4265"/>
                </a:cubicBezTo>
                <a:cubicBezTo>
                  <a:pt x="1329" y="4210"/>
                  <a:pt x="1308" y="4155"/>
                  <a:pt x="1291" y="4101"/>
                </a:cubicBezTo>
                <a:cubicBezTo>
                  <a:pt x="1251" y="3974"/>
                  <a:pt x="1220" y="3848"/>
                  <a:pt x="1197" y="3717"/>
                </a:cubicBezTo>
                <a:cubicBezTo>
                  <a:pt x="1192" y="3696"/>
                  <a:pt x="1179" y="3596"/>
                  <a:pt x="1178" y="3596"/>
                </a:cubicBezTo>
                <a:lnTo>
                  <a:pt x="1178" y="3596"/>
                </a:lnTo>
                <a:cubicBezTo>
                  <a:pt x="1178" y="3596"/>
                  <a:pt x="1179" y="3606"/>
                  <a:pt x="1182" y="3633"/>
                </a:cubicBezTo>
                <a:cubicBezTo>
                  <a:pt x="1173" y="3568"/>
                  <a:pt x="1167" y="3502"/>
                  <a:pt x="1165" y="3437"/>
                </a:cubicBezTo>
                <a:cubicBezTo>
                  <a:pt x="1157" y="3304"/>
                  <a:pt x="1157" y="3174"/>
                  <a:pt x="1165" y="3041"/>
                </a:cubicBezTo>
                <a:cubicBezTo>
                  <a:pt x="1167" y="3011"/>
                  <a:pt x="1179" y="2898"/>
                  <a:pt x="1181" y="2870"/>
                </a:cubicBezTo>
                <a:lnTo>
                  <a:pt x="1181" y="2870"/>
                </a:lnTo>
                <a:cubicBezTo>
                  <a:pt x="1186" y="2847"/>
                  <a:pt x="1203" y="2750"/>
                  <a:pt x="1209" y="2721"/>
                </a:cubicBezTo>
                <a:cubicBezTo>
                  <a:pt x="1239" y="2580"/>
                  <a:pt x="1281" y="2443"/>
                  <a:pt x="1327" y="2306"/>
                </a:cubicBezTo>
                <a:cubicBezTo>
                  <a:pt x="1342" y="2262"/>
                  <a:pt x="1345" y="2248"/>
                  <a:pt x="1346" y="2244"/>
                </a:cubicBezTo>
                <a:lnTo>
                  <a:pt x="1346" y="2244"/>
                </a:lnTo>
                <a:cubicBezTo>
                  <a:pt x="1348" y="2241"/>
                  <a:pt x="1355" y="2229"/>
                  <a:pt x="1376" y="2188"/>
                </a:cubicBezTo>
                <a:cubicBezTo>
                  <a:pt x="1407" y="2125"/>
                  <a:pt x="1439" y="2059"/>
                  <a:pt x="1475" y="1998"/>
                </a:cubicBezTo>
                <a:cubicBezTo>
                  <a:pt x="1511" y="1937"/>
                  <a:pt x="1551" y="1878"/>
                  <a:pt x="1588" y="1819"/>
                </a:cubicBezTo>
                <a:cubicBezTo>
                  <a:pt x="1603" y="1799"/>
                  <a:pt x="1618" y="1779"/>
                  <a:pt x="1632" y="1759"/>
                </a:cubicBezTo>
                <a:lnTo>
                  <a:pt x="1632" y="1759"/>
                </a:lnTo>
                <a:cubicBezTo>
                  <a:pt x="1639" y="1751"/>
                  <a:pt x="1646" y="1741"/>
                  <a:pt x="1654" y="1733"/>
                </a:cubicBezTo>
                <a:cubicBezTo>
                  <a:pt x="1744" y="1632"/>
                  <a:pt x="1839" y="1535"/>
                  <a:pt x="1945" y="1446"/>
                </a:cubicBezTo>
                <a:cubicBezTo>
                  <a:pt x="1949" y="1443"/>
                  <a:pt x="1952" y="1440"/>
                  <a:pt x="1955" y="1437"/>
                </a:cubicBezTo>
                <a:lnTo>
                  <a:pt x="1955" y="1437"/>
                </a:lnTo>
                <a:cubicBezTo>
                  <a:pt x="1958" y="1435"/>
                  <a:pt x="1960" y="1434"/>
                  <a:pt x="1963" y="1431"/>
                </a:cubicBezTo>
                <a:cubicBezTo>
                  <a:pt x="1993" y="1410"/>
                  <a:pt x="2022" y="1389"/>
                  <a:pt x="2054" y="1370"/>
                </a:cubicBezTo>
                <a:cubicBezTo>
                  <a:pt x="2115" y="1328"/>
                  <a:pt x="2180" y="1292"/>
                  <a:pt x="2246" y="1257"/>
                </a:cubicBezTo>
                <a:cubicBezTo>
                  <a:pt x="2372" y="1191"/>
                  <a:pt x="2412" y="1174"/>
                  <a:pt x="2604" y="1120"/>
                </a:cubicBezTo>
                <a:cubicBezTo>
                  <a:pt x="2802" y="1065"/>
                  <a:pt x="2859" y="1059"/>
                  <a:pt x="3023" y="1044"/>
                </a:cubicBezTo>
                <a:cubicBezTo>
                  <a:pt x="3046" y="1042"/>
                  <a:pt x="3069" y="1039"/>
                  <a:pt x="3092" y="1035"/>
                </a:cubicBezTo>
                <a:lnTo>
                  <a:pt x="3092" y="1035"/>
                </a:lnTo>
                <a:cubicBezTo>
                  <a:pt x="3113" y="1033"/>
                  <a:pt x="3134" y="1031"/>
                  <a:pt x="3156" y="1027"/>
                </a:cubicBezTo>
                <a:cubicBezTo>
                  <a:pt x="3317" y="1000"/>
                  <a:pt x="3479" y="986"/>
                  <a:pt x="3639" y="986"/>
                </a:cubicBezTo>
                <a:close/>
                <a:moveTo>
                  <a:pt x="3656" y="0"/>
                </a:moveTo>
                <a:cubicBezTo>
                  <a:pt x="3424" y="0"/>
                  <a:pt x="3191" y="20"/>
                  <a:pt x="2962" y="55"/>
                </a:cubicBezTo>
                <a:lnTo>
                  <a:pt x="2962" y="55"/>
                </a:lnTo>
                <a:cubicBezTo>
                  <a:pt x="1592" y="189"/>
                  <a:pt x="506" y="1128"/>
                  <a:pt x="238" y="2500"/>
                </a:cubicBezTo>
                <a:cubicBezTo>
                  <a:pt x="0" y="3730"/>
                  <a:pt x="360" y="5131"/>
                  <a:pt x="1367" y="5933"/>
                </a:cubicBezTo>
                <a:cubicBezTo>
                  <a:pt x="1934" y="6385"/>
                  <a:pt x="2656" y="6602"/>
                  <a:pt x="3382" y="6602"/>
                </a:cubicBezTo>
                <a:cubicBezTo>
                  <a:pt x="4138" y="6602"/>
                  <a:pt x="4898" y="6367"/>
                  <a:pt x="5494" y="5917"/>
                </a:cubicBezTo>
                <a:cubicBezTo>
                  <a:pt x="6607" y="5078"/>
                  <a:pt x="7041" y="3580"/>
                  <a:pt x="6659" y="2253"/>
                </a:cubicBezTo>
                <a:cubicBezTo>
                  <a:pt x="6453" y="1537"/>
                  <a:pt x="6015" y="905"/>
                  <a:pt x="5393" y="488"/>
                </a:cubicBezTo>
                <a:cubicBezTo>
                  <a:pt x="4872" y="137"/>
                  <a:pt x="4267" y="0"/>
                  <a:pt x="365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5" name="Google Shape;1565;p34"/>
          <p:cNvSpPr/>
          <p:nvPr/>
        </p:nvSpPr>
        <p:spPr>
          <a:xfrm>
            <a:off x="1662000" y="1667050"/>
            <a:ext cx="117525" cy="110100"/>
          </a:xfrm>
          <a:custGeom>
            <a:rect b="b" l="l" r="r" t="t"/>
            <a:pathLst>
              <a:path extrusionOk="0" h="4404" w="4701">
                <a:moveTo>
                  <a:pt x="1951" y="1032"/>
                </a:moveTo>
                <a:cubicBezTo>
                  <a:pt x="1950" y="1033"/>
                  <a:pt x="1949" y="1033"/>
                  <a:pt x="1947" y="1033"/>
                </a:cubicBezTo>
                <a:cubicBezTo>
                  <a:pt x="1948" y="1033"/>
                  <a:pt x="1950" y="1033"/>
                  <a:pt x="1951" y="1032"/>
                </a:cubicBezTo>
                <a:close/>
                <a:moveTo>
                  <a:pt x="2857" y="1059"/>
                </a:moveTo>
                <a:cubicBezTo>
                  <a:pt x="2871" y="1059"/>
                  <a:pt x="2889" y="1066"/>
                  <a:pt x="2907" y="1075"/>
                </a:cubicBezTo>
                <a:lnTo>
                  <a:pt x="2907" y="1075"/>
                </a:lnTo>
                <a:cubicBezTo>
                  <a:pt x="2887" y="1068"/>
                  <a:pt x="2858" y="1059"/>
                  <a:pt x="2857" y="1059"/>
                </a:cubicBezTo>
                <a:close/>
                <a:moveTo>
                  <a:pt x="3091" y="1185"/>
                </a:moveTo>
                <a:cubicBezTo>
                  <a:pt x="3091" y="1185"/>
                  <a:pt x="3091" y="1185"/>
                  <a:pt x="3091" y="1185"/>
                </a:cubicBezTo>
                <a:lnTo>
                  <a:pt x="3091" y="1185"/>
                </a:lnTo>
                <a:cubicBezTo>
                  <a:pt x="3091" y="1185"/>
                  <a:pt x="3091" y="1185"/>
                  <a:pt x="3091" y="1185"/>
                </a:cubicBezTo>
                <a:close/>
                <a:moveTo>
                  <a:pt x="3104" y="1198"/>
                </a:moveTo>
                <a:cubicBezTo>
                  <a:pt x="3111" y="1203"/>
                  <a:pt x="3118" y="1208"/>
                  <a:pt x="3125" y="1213"/>
                </a:cubicBezTo>
                <a:cubicBezTo>
                  <a:pt x="3142" y="1224"/>
                  <a:pt x="3149" y="1229"/>
                  <a:pt x="3148" y="1229"/>
                </a:cubicBezTo>
                <a:cubicBezTo>
                  <a:pt x="3148" y="1229"/>
                  <a:pt x="3121" y="1211"/>
                  <a:pt x="3104" y="1198"/>
                </a:cubicBezTo>
                <a:close/>
                <a:moveTo>
                  <a:pt x="1747" y="3319"/>
                </a:moveTo>
                <a:cubicBezTo>
                  <a:pt x="1767" y="3326"/>
                  <a:pt x="1803" y="3338"/>
                  <a:pt x="1802" y="3338"/>
                </a:cubicBezTo>
                <a:cubicBezTo>
                  <a:pt x="1800" y="3339"/>
                  <a:pt x="1799" y="3339"/>
                  <a:pt x="1797" y="3339"/>
                </a:cubicBezTo>
                <a:cubicBezTo>
                  <a:pt x="1785" y="3339"/>
                  <a:pt x="1766" y="3330"/>
                  <a:pt x="1747" y="3319"/>
                </a:cubicBezTo>
                <a:close/>
                <a:moveTo>
                  <a:pt x="2463" y="3393"/>
                </a:moveTo>
                <a:cubicBezTo>
                  <a:pt x="2461" y="3393"/>
                  <a:pt x="2459" y="3393"/>
                  <a:pt x="2456" y="3393"/>
                </a:cubicBezTo>
                <a:lnTo>
                  <a:pt x="2456" y="3393"/>
                </a:lnTo>
                <a:cubicBezTo>
                  <a:pt x="2459" y="3393"/>
                  <a:pt x="2462" y="3393"/>
                  <a:pt x="2463" y="3393"/>
                </a:cubicBezTo>
                <a:close/>
                <a:moveTo>
                  <a:pt x="2387" y="989"/>
                </a:moveTo>
                <a:cubicBezTo>
                  <a:pt x="2440" y="989"/>
                  <a:pt x="2491" y="989"/>
                  <a:pt x="2541" y="993"/>
                </a:cubicBezTo>
                <a:cubicBezTo>
                  <a:pt x="2560" y="993"/>
                  <a:pt x="2582" y="997"/>
                  <a:pt x="2601" y="998"/>
                </a:cubicBezTo>
                <a:lnTo>
                  <a:pt x="2601" y="998"/>
                </a:lnTo>
                <a:cubicBezTo>
                  <a:pt x="2682" y="1018"/>
                  <a:pt x="2761" y="1029"/>
                  <a:pt x="2840" y="1057"/>
                </a:cubicBezTo>
                <a:cubicBezTo>
                  <a:pt x="2857" y="1061"/>
                  <a:pt x="2876" y="1069"/>
                  <a:pt x="2895" y="1076"/>
                </a:cubicBezTo>
                <a:cubicBezTo>
                  <a:pt x="2906" y="1079"/>
                  <a:pt x="2914" y="1081"/>
                  <a:pt x="2919" y="1082"/>
                </a:cubicBezTo>
                <a:lnTo>
                  <a:pt x="2919" y="1082"/>
                </a:lnTo>
                <a:cubicBezTo>
                  <a:pt x="2944" y="1096"/>
                  <a:pt x="2968" y="1113"/>
                  <a:pt x="2984" y="1122"/>
                </a:cubicBezTo>
                <a:cubicBezTo>
                  <a:pt x="3015" y="1139"/>
                  <a:pt x="3049" y="1160"/>
                  <a:pt x="3080" y="1181"/>
                </a:cubicBezTo>
                <a:cubicBezTo>
                  <a:pt x="3084" y="1184"/>
                  <a:pt x="3088" y="1186"/>
                  <a:pt x="3092" y="1189"/>
                </a:cubicBezTo>
                <a:lnTo>
                  <a:pt x="3092" y="1189"/>
                </a:lnTo>
                <a:cubicBezTo>
                  <a:pt x="3107" y="1217"/>
                  <a:pt x="3258" y="1347"/>
                  <a:pt x="3274" y="1366"/>
                </a:cubicBezTo>
                <a:cubicBezTo>
                  <a:pt x="3278" y="1370"/>
                  <a:pt x="3281" y="1374"/>
                  <a:pt x="3284" y="1378"/>
                </a:cubicBezTo>
                <a:lnTo>
                  <a:pt x="3284" y="1378"/>
                </a:lnTo>
                <a:cubicBezTo>
                  <a:pt x="3304" y="1410"/>
                  <a:pt x="3328" y="1440"/>
                  <a:pt x="3348" y="1474"/>
                </a:cubicBezTo>
                <a:cubicBezTo>
                  <a:pt x="3367" y="1503"/>
                  <a:pt x="3386" y="1535"/>
                  <a:pt x="3403" y="1569"/>
                </a:cubicBezTo>
                <a:cubicBezTo>
                  <a:pt x="3409" y="1579"/>
                  <a:pt x="3414" y="1591"/>
                  <a:pt x="3420" y="1604"/>
                </a:cubicBezTo>
                <a:lnTo>
                  <a:pt x="3420" y="1604"/>
                </a:lnTo>
                <a:cubicBezTo>
                  <a:pt x="3420" y="1602"/>
                  <a:pt x="3420" y="1600"/>
                  <a:pt x="3420" y="1598"/>
                </a:cubicBezTo>
                <a:lnTo>
                  <a:pt x="3420" y="1598"/>
                </a:lnTo>
                <a:cubicBezTo>
                  <a:pt x="3420" y="1600"/>
                  <a:pt x="3420" y="1602"/>
                  <a:pt x="3420" y="1604"/>
                </a:cubicBezTo>
                <a:lnTo>
                  <a:pt x="3420" y="1604"/>
                </a:lnTo>
                <a:cubicBezTo>
                  <a:pt x="3420" y="1604"/>
                  <a:pt x="3420" y="1604"/>
                  <a:pt x="3420" y="1604"/>
                </a:cubicBezTo>
                <a:lnTo>
                  <a:pt x="3420" y="1604"/>
                </a:lnTo>
                <a:cubicBezTo>
                  <a:pt x="3420" y="1621"/>
                  <a:pt x="3423" y="1634"/>
                  <a:pt x="3427" y="1644"/>
                </a:cubicBezTo>
                <a:lnTo>
                  <a:pt x="3427" y="1644"/>
                </a:lnTo>
                <a:cubicBezTo>
                  <a:pt x="3423" y="1630"/>
                  <a:pt x="3420" y="1616"/>
                  <a:pt x="3420" y="1604"/>
                </a:cubicBezTo>
                <a:lnTo>
                  <a:pt x="3420" y="1604"/>
                </a:lnTo>
                <a:cubicBezTo>
                  <a:pt x="3422" y="1608"/>
                  <a:pt x="3424" y="1613"/>
                  <a:pt x="3426" y="1617"/>
                </a:cubicBezTo>
                <a:cubicBezTo>
                  <a:pt x="3442" y="1646"/>
                  <a:pt x="3443" y="1659"/>
                  <a:pt x="3439" y="1659"/>
                </a:cubicBezTo>
                <a:cubicBezTo>
                  <a:pt x="3436" y="1659"/>
                  <a:pt x="3432" y="1654"/>
                  <a:pt x="3427" y="1644"/>
                </a:cubicBezTo>
                <a:lnTo>
                  <a:pt x="3427" y="1644"/>
                </a:lnTo>
                <a:cubicBezTo>
                  <a:pt x="3443" y="1697"/>
                  <a:pt x="3479" y="1760"/>
                  <a:pt x="3491" y="1802"/>
                </a:cubicBezTo>
                <a:cubicBezTo>
                  <a:pt x="3500" y="1838"/>
                  <a:pt x="3508" y="1874"/>
                  <a:pt x="3517" y="1910"/>
                </a:cubicBezTo>
                <a:cubicBezTo>
                  <a:pt x="3521" y="1933"/>
                  <a:pt x="3525" y="1954"/>
                  <a:pt x="3529" y="1977"/>
                </a:cubicBezTo>
                <a:cubicBezTo>
                  <a:pt x="3534" y="2005"/>
                  <a:pt x="3537" y="2015"/>
                  <a:pt x="3538" y="2015"/>
                </a:cubicBezTo>
                <a:cubicBezTo>
                  <a:pt x="3540" y="2015"/>
                  <a:pt x="3530" y="1942"/>
                  <a:pt x="3525" y="1939"/>
                </a:cubicBezTo>
                <a:lnTo>
                  <a:pt x="3525" y="1939"/>
                </a:lnTo>
                <a:cubicBezTo>
                  <a:pt x="3550" y="1954"/>
                  <a:pt x="3538" y="2142"/>
                  <a:pt x="3538" y="2173"/>
                </a:cubicBezTo>
                <a:cubicBezTo>
                  <a:pt x="3538" y="2215"/>
                  <a:pt x="3535" y="2257"/>
                  <a:pt x="3533" y="2297"/>
                </a:cubicBezTo>
                <a:cubicBezTo>
                  <a:pt x="3532" y="2312"/>
                  <a:pt x="3530" y="2326"/>
                  <a:pt x="3529" y="2339"/>
                </a:cubicBezTo>
                <a:lnTo>
                  <a:pt x="3529" y="2339"/>
                </a:lnTo>
                <a:cubicBezTo>
                  <a:pt x="3514" y="2409"/>
                  <a:pt x="3504" y="2477"/>
                  <a:pt x="3483" y="2546"/>
                </a:cubicBezTo>
                <a:cubicBezTo>
                  <a:pt x="3472" y="2582"/>
                  <a:pt x="3462" y="2618"/>
                  <a:pt x="3449" y="2651"/>
                </a:cubicBezTo>
                <a:cubicBezTo>
                  <a:pt x="3445" y="2663"/>
                  <a:pt x="3440" y="2676"/>
                  <a:pt x="3436" y="2688"/>
                </a:cubicBezTo>
                <a:lnTo>
                  <a:pt x="3436" y="2688"/>
                </a:lnTo>
                <a:cubicBezTo>
                  <a:pt x="3398" y="2751"/>
                  <a:pt x="3369" y="2818"/>
                  <a:pt x="3329" y="2881"/>
                </a:cubicBezTo>
                <a:cubicBezTo>
                  <a:pt x="3324" y="2889"/>
                  <a:pt x="3300" y="2922"/>
                  <a:pt x="3284" y="2945"/>
                </a:cubicBezTo>
                <a:lnTo>
                  <a:pt x="3284" y="2945"/>
                </a:lnTo>
                <a:cubicBezTo>
                  <a:pt x="3263" y="2968"/>
                  <a:pt x="3232" y="3005"/>
                  <a:pt x="3224" y="3014"/>
                </a:cubicBezTo>
                <a:cubicBezTo>
                  <a:pt x="3198" y="3041"/>
                  <a:pt x="3171" y="3069"/>
                  <a:pt x="3142" y="3094"/>
                </a:cubicBezTo>
                <a:cubicBezTo>
                  <a:pt x="3127" y="3106"/>
                  <a:pt x="3112" y="3119"/>
                  <a:pt x="3099" y="3132"/>
                </a:cubicBezTo>
                <a:cubicBezTo>
                  <a:pt x="3075" y="3154"/>
                  <a:pt x="3071" y="3163"/>
                  <a:pt x="3076" y="3163"/>
                </a:cubicBezTo>
                <a:cubicBezTo>
                  <a:pt x="3076" y="3163"/>
                  <a:pt x="3077" y="3163"/>
                  <a:pt x="3078" y="3162"/>
                </a:cubicBezTo>
                <a:lnTo>
                  <a:pt x="3078" y="3162"/>
                </a:lnTo>
                <a:cubicBezTo>
                  <a:pt x="3021" y="3203"/>
                  <a:pt x="2923" y="3245"/>
                  <a:pt x="2889" y="3262"/>
                </a:cubicBezTo>
                <a:cubicBezTo>
                  <a:pt x="2863" y="3275"/>
                  <a:pt x="2803" y="3296"/>
                  <a:pt x="2805" y="3296"/>
                </a:cubicBezTo>
                <a:cubicBezTo>
                  <a:pt x="2806" y="3296"/>
                  <a:pt x="2822" y="3291"/>
                  <a:pt x="2866" y="3277"/>
                </a:cubicBezTo>
                <a:lnTo>
                  <a:pt x="2866" y="3277"/>
                </a:lnTo>
                <a:cubicBezTo>
                  <a:pt x="2823" y="3292"/>
                  <a:pt x="2783" y="3309"/>
                  <a:pt x="2741" y="3323"/>
                </a:cubicBezTo>
                <a:cubicBezTo>
                  <a:pt x="2642" y="3355"/>
                  <a:pt x="2541" y="3376"/>
                  <a:pt x="2438" y="3395"/>
                </a:cubicBezTo>
                <a:cubicBezTo>
                  <a:pt x="2437" y="3395"/>
                  <a:pt x="2437" y="3395"/>
                  <a:pt x="2437" y="3395"/>
                </a:cubicBezTo>
                <a:lnTo>
                  <a:pt x="2437" y="3395"/>
                </a:lnTo>
                <a:cubicBezTo>
                  <a:pt x="2416" y="3397"/>
                  <a:pt x="2395" y="3400"/>
                  <a:pt x="2375" y="3401"/>
                </a:cubicBezTo>
                <a:cubicBezTo>
                  <a:pt x="2330" y="3403"/>
                  <a:pt x="2284" y="3406"/>
                  <a:pt x="2240" y="3406"/>
                </a:cubicBezTo>
                <a:cubicBezTo>
                  <a:pt x="2226" y="3406"/>
                  <a:pt x="2211" y="3406"/>
                  <a:pt x="2197" y="3406"/>
                </a:cubicBezTo>
                <a:cubicBezTo>
                  <a:pt x="2163" y="3406"/>
                  <a:pt x="2129" y="3405"/>
                  <a:pt x="2094" y="3403"/>
                </a:cubicBezTo>
                <a:cubicBezTo>
                  <a:pt x="2081" y="3402"/>
                  <a:pt x="2067" y="3400"/>
                  <a:pt x="2054" y="3398"/>
                </a:cubicBezTo>
                <a:lnTo>
                  <a:pt x="2054" y="3398"/>
                </a:lnTo>
                <a:cubicBezTo>
                  <a:pt x="1975" y="3376"/>
                  <a:pt x="1893" y="3365"/>
                  <a:pt x="1814" y="3340"/>
                </a:cubicBezTo>
                <a:cubicBezTo>
                  <a:pt x="1797" y="3334"/>
                  <a:pt x="1778" y="3326"/>
                  <a:pt x="1762" y="3321"/>
                </a:cubicBezTo>
                <a:cubicBezTo>
                  <a:pt x="1752" y="3318"/>
                  <a:pt x="1745" y="3316"/>
                  <a:pt x="1740" y="3315"/>
                </a:cubicBezTo>
                <a:lnTo>
                  <a:pt x="1740" y="3315"/>
                </a:lnTo>
                <a:cubicBezTo>
                  <a:pt x="1716" y="3301"/>
                  <a:pt x="1691" y="3283"/>
                  <a:pt x="1679" y="3277"/>
                </a:cubicBezTo>
                <a:cubicBezTo>
                  <a:pt x="1648" y="3258"/>
                  <a:pt x="1616" y="3241"/>
                  <a:pt x="1587" y="3220"/>
                </a:cubicBezTo>
                <a:cubicBezTo>
                  <a:pt x="1572" y="3210"/>
                  <a:pt x="1557" y="3199"/>
                  <a:pt x="1543" y="3191"/>
                </a:cubicBezTo>
                <a:cubicBezTo>
                  <a:pt x="1525" y="3180"/>
                  <a:pt x="1519" y="3175"/>
                  <a:pt x="1519" y="3175"/>
                </a:cubicBezTo>
                <a:lnTo>
                  <a:pt x="1519" y="3175"/>
                </a:lnTo>
                <a:cubicBezTo>
                  <a:pt x="1518" y="3175"/>
                  <a:pt x="1582" y="3218"/>
                  <a:pt x="1580" y="3218"/>
                </a:cubicBezTo>
                <a:cubicBezTo>
                  <a:pt x="1580" y="3218"/>
                  <a:pt x="1579" y="3218"/>
                  <a:pt x="1578" y="3218"/>
                </a:cubicBezTo>
                <a:cubicBezTo>
                  <a:pt x="1542" y="3218"/>
                  <a:pt x="1420" y="3070"/>
                  <a:pt x="1399" y="3045"/>
                </a:cubicBezTo>
                <a:cubicBezTo>
                  <a:pt x="1384" y="3030"/>
                  <a:pt x="1353" y="2977"/>
                  <a:pt x="1351" y="2977"/>
                </a:cubicBezTo>
                <a:lnTo>
                  <a:pt x="1351" y="2977"/>
                </a:lnTo>
                <a:cubicBezTo>
                  <a:pt x="1350" y="2977"/>
                  <a:pt x="1354" y="2985"/>
                  <a:pt x="1363" y="3005"/>
                </a:cubicBezTo>
                <a:cubicBezTo>
                  <a:pt x="1372" y="3025"/>
                  <a:pt x="1375" y="3032"/>
                  <a:pt x="1374" y="3032"/>
                </a:cubicBezTo>
                <a:cubicBezTo>
                  <a:pt x="1372" y="3032"/>
                  <a:pt x="1335" y="2962"/>
                  <a:pt x="1326" y="2946"/>
                </a:cubicBezTo>
                <a:cubicBezTo>
                  <a:pt x="1285" y="2881"/>
                  <a:pt x="1252" y="2814"/>
                  <a:pt x="1215" y="2746"/>
                </a:cubicBezTo>
                <a:lnTo>
                  <a:pt x="1215" y="2746"/>
                </a:lnTo>
                <a:cubicBezTo>
                  <a:pt x="1214" y="2743"/>
                  <a:pt x="1213" y="2740"/>
                  <a:pt x="1212" y="2736"/>
                </a:cubicBezTo>
                <a:cubicBezTo>
                  <a:pt x="1199" y="2702"/>
                  <a:pt x="1187" y="2668"/>
                  <a:pt x="1176" y="2635"/>
                </a:cubicBezTo>
                <a:cubicBezTo>
                  <a:pt x="1153" y="2559"/>
                  <a:pt x="1132" y="2481"/>
                  <a:pt x="1119" y="2403"/>
                </a:cubicBezTo>
                <a:cubicBezTo>
                  <a:pt x="1119" y="2401"/>
                  <a:pt x="1118" y="2399"/>
                  <a:pt x="1118" y="2397"/>
                </a:cubicBezTo>
                <a:lnTo>
                  <a:pt x="1118" y="2397"/>
                </a:lnTo>
                <a:cubicBezTo>
                  <a:pt x="1122" y="2365"/>
                  <a:pt x="1108" y="2315"/>
                  <a:pt x="1106" y="2283"/>
                </a:cubicBezTo>
                <a:cubicBezTo>
                  <a:pt x="1102" y="2203"/>
                  <a:pt x="1102" y="2123"/>
                  <a:pt x="1106" y="2043"/>
                </a:cubicBezTo>
                <a:cubicBezTo>
                  <a:pt x="1107" y="2033"/>
                  <a:pt x="1110" y="2004"/>
                  <a:pt x="1113" y="1978"/>
                </a:cubicBezTo>
                <a:lnTo>
                  <a:pt x="1113" y="1978"/>
                </a:lnTo>
                <a:cubicBezTo>
                  <a:pt x="1117" y="1953"/>
                  <a:pt x="1123" y="1911"/>
                  <a:pt x="1125" y="1899"/>
                </a:cubicBezTo>
                <a:cubicBezTo>
                  <a:pt x="1144" y="1813"/>
                  <a:pt x="1170" y="1731"/>
                  <a:pt x="1197" y="1647"/>
                </a:cubicBezTo>
                <a:cubicBezTo>
                  <a:pt x="1199" y="1642"/>
                  <a:pt x="1200" y="1637"/>
                  <a:pt x="1201" y="1634"/>
                </a:cubicBezTo>
                <a:lnTo>
                  <a:pt x="1201" y="1634"/>
                </a:lnTo>
                <a:cubicBezTo>
                  <a:pt x="1203" y="1630"/>
                  <a:pt x="1205" y="1626"/>
                  <a:pt x="1208" y="1621"/>
                </a:cubicBezTo>
                <a:cubicBezTo>
                  <a:pt x="1227" y="1583"/>
                  <a:pt x="1246" y="1543"/>
                  <a:pt x="1269" y="1507"/>
                </a:cubicBezTo>
                <a:cubicBezTo>
                  <a:pt x="1290" y="1470"/>
                  <a:pt x="1313" y="1434"/>
                  <a:pt x="1338" y="1398"/>
                </a:cubicBezTo>
                <a:cubicBezTo>
                  <a:pt x="1341" y="1394"/>
                  <a:pt x="1344" y="1390"/>
                  <a:pt x="1346" y="1386"/>
                </a:cubicBezTo>
                <a:lnTo>
                  <a:pt x="1346" y="1386"/>
                </a:lnTo>
                <a:cubicBezTo>
                  <a:pt x="1346" y="1386"/>
                  <a:pt x="1346" y="1386"/>
                  <a:pt x="1347" y="1385"/>
                </a:cubicBezTo>
                <a:cubicBezTo>
                  <a:pt x="1399" y="1329"/>
                  <a:pt x="1454" y="1275"/>
                  <a:pt x="1511" y="1223"/>
                </a:cubicBezTo>
                <a:lnTo>
                  <a:pt x="1511" y="1223"/>
                </a:lnTo>
                <a:cubicBezTo>
                  <a:pt x="1524" y="1213"/>
                  <a:pt x="1537" y="1203"/>
                  <a:pt x="1551" y="1194"/>
                </a:cubicBezTo>
                <a:cubicBezTo>
                  <a:pt x="1589" y="1170"/>
                  <a:pt x="1627" y="1147"/>
                  <a:pt x="1667" y="1126"/>
                </a:cubicBezTo>
                <a:cubicBezTo>
                  <a:pt x="1682" y="1119"/>
                  <a:pt x="1697" y="1111"/>
                  <a:pt x="1712" y="1103"/>
                </a:cubicBezTo>
                <a:lnTo>
                  <a:pt x="1712" y="1103"/>
                </a:lnTo>
                <a:cubicBezTo>
                  <a:pt x="1755" y="1090"/>
                  <a:pt x="1797" y="1075"/>
                  <a:pt x="1840" y="1063"/>
                </a:cubicBezTo>
                <a:cubicBezTo>
                  <a:pt x="1884" y="1050"/>
                  <a:pt x="1928" y="1042"/>
                  <a:pt x="1970" y="1031"/>
                </a:cubicBezTo>
                <a:cubicBezTo>
                  <a:pt x="1976" y="1030"/>
                  <a:pt x="1983" y="1028"/>
                  <a:pt x="1990" y="1026"/>
                </a:cubicBezTo>
                <a:lnTo>
                  <a:pt x="1990" y="1026"/>
                </a:lnTo>
                <a:cubicBezTo>
                  <a:pt x="2008" y="1025"/>
                  <a:pt x="2026" y="1024"/>
                  <a:pt x="2042" y="1023"/>
                </a:cubicBezTo>
                <a:cubicBezTo>
                  <a:pt x="2063" y="1021"/>
                  <a:pt x="2083" y="1018"/>
                  <a:pt x="2104" y="1015"/>
                </a:cubicBezTo>
                <a:lnTo>
                  <a:pt x="2104" y="1015"/>
                </a:lnTo>
                <a:cubicBezTo>
                  <a:pt x="2127" y="1013"/>
                  <a:pt x="2151" y="1010"/>
                  <a:pt x="2175" y="1006"/>
                </a:cubicBezTo>
                <a:cubicBezTo>
                  <a:pt x="2200" y="1002"/>
                  <a:pt x="2223" y="998"/>
                  <a:pt x="2248" y="996"/>
                </a:cubicBezTo>
                <a:lnTo>
                  <a:pt x="2248" y="996"/>
                </a:lnTo>
                <a:cubicBezTo>
                  <a:pt x="2202" y="1002"/>
                  <a:pt x="2186" y="1004"/>
                  <a:pt x="2186" y="1004"/>
                </a:cubicBezTo>
                <a:cubicBezTo>
                  <a:pt x="2187" y="1004"/>
                  <a:pt x="2227" y="999"/>
                  <a:pt x="2246" y="998"/>
                </a:cubicBezTo>
                <a:cubicBezTo>
                  <a:pt x="2293" y="996"/>
                  <a:pt x="2341" y="991"/>
                  <a:pt x="2387" y="989"/>
                </a:cubicBezTo>
                <a:close/>
                <a:moveTo>
                  <a:pt x="2431" y="0"/>
                </a:moveTo>
                <a:cubicBezTo>
                  <a:pt x="2283" y="0"/>
                  <a:pt x="2134" y="12"/>
                  <a:pt x="1987" y="33"/>
                </a:cubicBezTo>
                <a:lnTo>
                  <a:pt x="1987" y="33"/>
                </a:lnTo>
                <a:cubicBezTo>
                  <a:pt x="1519" y="79"/>
                  <a:pt x="1082" y="246"/>
                  <a:pt x="738" y="578"/>
                </a:cubicBezTo>
                <a:cubicBezTo>
                  <a:pt x="443" y="863"/>
                  <a:pt x="236" y="1259"/>
                  <a:pt x="158" y="1661"/>
                </a:cubicBezTo>
                <a:cubicBezTo>
                  <a:pt x="0" y="2477"/>
                  <a:pt x="228" y="3403"/>
                  <a:pt x="896" y="3941"/>
                </a:cubicBezTo>
                <a:cubicBezTo>
                  <a:pt x="1283" y="4251"/>
                  <a:pt x="1777" y="4404"/>
                  <a:pt x="2272" y="4404"/>
                </a:cubicBezTo>
                <a:cubicBezTo>
                  <a:pt x="2762" y="4404"/>
                  <a:pt x="3253" y="4255"/>
                  <a:pt x="3645" y="3962"/>
                </a:cubicBezTo>
                <a:cubicBezTo>
                  <a:pt x="4395" y="3401"/>
                  <a:pt x="4700" y="2409"/>
                  <a:pt x="4443" y="1512"/>
                </a:cubicBezTo>
                <a:cubicBezTo>
                  <a:pt x="4302" y="1025"/>
                  <a:pt x="4003" y="604"/>
                  <a:pt x="3582" y="321"/>
                </a:cubicBezTo>
                <a:cubicBezTo>
                  <a:pt x="3236" y="89"/>
                  <a:pt x="2836" y="0"/>
                  <a:pt x="243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6" name="Google Shape;1566;p34"/>
          <p:cNvSpPr/>
          <p:nvPr/>
        </p:nvSpPr>
        <p:spPr>
          <a:xfrm rot="-4499992">
            <a:off x="1685022" y="4077507"/>
            <a:ext cx="585793" cy="623413"/>
          </a:xfrm>
          <a:custGeom>
            <a:rect b="b" l="l" r="r" t="t"/>
            <a:pathLst>
              <a:path extrusionOk="0" h="29017" w="27269">
                <a:moveTo>
                  <a:pt x="22507" y="0"/>
                </a:moveTo>
                <a:cubicBezTo>
                  <a:pt x="21719" y="0"/>
                  <a:pt x="20932" y="201"/>
                  <a:pt x="20248" y="603"/>
                </a:cubicBezTo>
                <a:cubicBezTo>
                  <a:pt x="20101" y="684"/>
                  <a:pt x="19960" y="774"/>
                  <a:pt x="19827" y="877"/>
                </a:cubicBezTo>
                <a:cubicBezTo>
                  <a:pt x="19689" y="973"/>
                  <a:pt x="19562" y="1080"/>
                  <a:pt x="19439" y="1195"/>
                </a:cubicBezTo>
                <a:cubicBezTo>
                  <a:pt x="19306" y="1313"/>
                  <a:pt x="19214" y="1408"/>
                  <a:pt x="19117" y="1505"/>
                </a:cubicBezTo>
                <a:lnTo>
                  <a:pt x="18821" y="1800"/>
                </a:lnTo>
                <a:lnTo>
                  <a:pt x="17642" y="2975"/>
                </a:lnTo>
                <a:lnTo>
                  <a:pt x="8210" y="12373"/>
                </a:lnTo>
                <a:lnTo>
                  <a:pt x="3494" y="17071"/>
                </a:lnTo>
                <a:lnTo>
                  <a:pt x="2315" y="18246"/>
                </a:lnTo>
                <a:lnTo>
                  <a:pt x="1721" y="18842"/>
                </a:lnTo>
                <a:cubicBezTo>
                  <a:pt x="1504" y="19073"/>
                  <a:pt x="1291" y="19311"/>
                  <a:pt x="1110" y="19576"/>
                </a:cubicBezTo>
                <a:cubicBezTo>
                  <a:pt x="744" y="20099"/>
                  <a:pt x="454" y="20675"/>
                  <a:pt x="267" y="21287"/>
                </a:cubicBezTo>
                <a:cubicBezTo>
                  <a:pt x="86" y="21900"/>
                  <a:pt x="1" y="22538"/>
                  <a:pt x="13" y="23174"/>
                </a:cubicBezTo>
                <a:cubicBezTo>
                  <a:pt x="35" y="24451"/>
                  <a:pt x="496" y="25713"/>
                  <a:pt x="1281" y="26719"/>
                </a:cubicBezTo>
                <a:cubicBezTo>
                  <a:pt x="1679" y="27216"/>
                  <a:pt x="2146" y="27657"/>
                  <a:pt x="2675" y="28015"/>
                </a:cubicBezTo>
                <a:cubicBezTo>
                  <a:pt x="3210" y="28365"/>
                  <a:pt x="3798" y="28634"/>
                  <a:pt x="4413" y="28805"/>
                </a:cubicBezTo>
                <a:cubicBezTo>
                  <a:pt x="4924" y="28947"/>
                  <a:pt x="5453" y="29016"/>
                  <a:pt x="5983" y="29016"/>
                </a:cubicBezTo>
                <a:cubicBezTo>
                  <a:pt x="6728" y="29016"/>
                  <a:pt x="7474" y="28878"/>
                  <a:pt x="8170" y="28610"/>
                </a:cubicBezTo>
                <a:cubicBezTo>
                  <a:pt x="8765" y="28375"/>
                  <a:pt x="9319" y="28045"/>
                  <a:pt x="9814" y="27642"/>
                </a:cubicBezTo>
                <a:lnTo>
                  <a:pt x="10170" y="27323"/>
                </a:lnTo>
                <a:cubicBezTo>
                  <a:pt x="10285" y="27216"/>
                  <a:pt x="10371" y="27125"/>
                  <a:pt x="10472" y="27025"/>
                </a:cubicBezTo>
                <a:lnTo>
                  <a:pt x="11063" y="26437"/>
                </a:lnTo>
                <a:lnTo>
                  <a:pt x="20495" y="17039"/>
                </a:lnTo>
                <a:cubicBezTo>
                  <a:pt x="21385" y="16152"/>
                  <a:pt x="21860" y="15184"/>
                  <a:pt x="21554" y="14878"/>
                </a:cubicBezTo>
                <a:cubicBezTo>
                  <a:pt x="21491" y="14814"/>
                  <a:pt x="21400" y="14784"/>
                  <a:pt x="21287" y="14784"/>
                </a:cubicBezTo>
                <a:cubicBezTo>
                  <a:pt x="20852" y="14784"/>
                  <a:pt x="20096" y="15227"/>
                  <a:pt x="19389" y="15931"/>
                </a:cubicBezTo>
                <a:lnTo>
                  <a:pt x="9957" y="25329"/>
                </a:lnTo>
                <a:lnTo>
                  <a:pt x="9369" y="25916"/>
                </a:lnTo>
                <a:cubicBezTo>
                  <a:pt x="9272" y="26009"/>
                  <a:pt x="9166" y="26121"/>
                  <a:pt x="9079" y="26200"/>
                </a:cubicBezTo>
                <a:lnTo>
                  <a:pt x="8814" y="26439"/>
                </a:lnTo>
                <a:cubicBezTo>
                  <a:pt x="8448" y="26735"/>
                  <a:pt x="8041" y="26978"/>
                  <a:pt x="7603" y="27152"/>
                </a:cubicBezTo>
                <a:cubicBezTo>
                  <a:pt x="7090" y="27349"/>
                  <a:pt x="6538" y="27451"/>
                  <a:pt x="5987" y="27451"/>
                </a:cubicBezTo>
                <a:cubicBezTo>
                  <a:pt x="5595" y="27451"/>
                  <a:pt x="5204" y="27399"/>
                  <a:pt x="4826" y="27294"/>
                </a:cubicBezTo>
                <a:cubicBezTo>
                  <a:pt x="4373" y="27166"/>
                  <a:pt x="3939" y="26970"/>
                  <a:pt x="3544" y="26715"/>
                </a:cubicBezTo>
                <a:cubicBezTo>
                  <a:pt x="3154" y="26449"/>
                  <a:pt x="2808" y="26121"/>
                  <a:pt x="2512" y="25753"/>
                </a:cubicBezTo>
                <a:cubicBezTo>
                  <a:pt x="1935" y="25011"/>
                  <a:pt x="1591" y="24083"/>
                  <a:pt x="1577" y="23138"/>
                </a:cubicBezTo>
                <a:cubicBezTo>
                  <a:pt x="1570" y="22667"/>
                  <a:pt x="1633" y="22194"/>
                  <a:pt x="1764" y="21743"/>
                </a:cubicBezTo>
                <a:cubicBezTo>
                  <a:pt x="1902" y="21291"/>
                  <a:pt x="2118" y="20866"/>
                  <a:pt x="2387" y="20480"/>
                </a:cubicBezTo>
                <a:cubicBezTo>
                  <a:pt x="2520" y="20285"/>
                  <a:pt x="2677" y="20110"/>
                  <a:pt x="2838" y="19937"/>
                </a:cubicBezTo>
                <a:lnTo>
                  <a:pt x="3418" y="19355"/>
                </a:lnTo>
                <a:lnTo>
                  <a:pt x="4597" y="18180"/>
                </a:lnTo>
                <a:lnTo>
                  <a:pt x="9313" y="13480"/>
                </a:lnTo>
                <a:lnTo>
                  <a:pt x="18747" y="4082"/>
                </a:lnTo>
                <a:lnTo>
                  <a:pt x="19926" y="2907"/>
                </a:lnTo>
                <a:lnTo>
                  <a:pt x="20220" y="2615"/>
                </a:lnTo>
                <a:cubicBezTo>
                  <a:pt x="20318" y="2515"/>
                  <a:pt x="20421" y="2412"/>
                  <a:pt x="20497" y="2348"/>
                </a:cubicBezTo>
                <a:cubicBezTo>
                  <a:pt x="20576" y="2273"/>
                  <a:pt x="20660" y="2201"/>
                  <a:pt x="20751" y="2140"/>
                </a:cubicBezTo>
                <a:cubicBezTo>
                  <a:pt x="20836" y="2070"/>
                  <a:pt x="20930" y="2014"/>
                  <a:pt x="21027" y="1961"/>
                </a:cubicBezTo>
                <a:cubicBezTo>
                  <a:pt x="21473" y="1696"/>
                  <a:pt x="21990" y="1565"/>
                  <a:pt x="22507" y="1565"/>
                </a:cubicBezTo>
                <a:cubicBezTo>
                  <a:pt x="22870" y="1565"/>
                  <a:pt x="23232" y="1629"/>
                  <a:pt x="23570" y="1758"/>
                </a:cubicBezTo>
                <a:cubicBezTo>
                  <a:pt x="24397" y="2056"/>
                  <a:pt x="25065" y="2764"/>
                  <a:pt x="25342" y="3593"/>
                </a:cubicBezTo>
                <a:cubicBezTo>
                  <a:pt x="25634" y="4424"/>
                  <a:pt x="25517" y="5384"/>
                  <a:pt x="25051" y="6128"/>
                </a:cubicBezTo>
                <a:cubicBezTo>
                  <a:pt x="24938" y="6315"/>
                  <a:pt x="24797" y="6486"/>
                  <a:pt x="24646" y="6647"/>
                </a:cubicBezTo>
                <a:lnTo>
                  <a:pt x="24063" y="7229"/>
                </a:lnTo>
                <a:lnTo>
                  <a:pt x="22884" y="8404"/>
                </a:lnTo>
                <a:lnTo>
                  <a:pt x="20526" y="10752"/>
                </a:lnTo>
                <a:lnTo>
                  <a:pt x="15811" y="15452"/>
                </a:lnTo>
                <a:lnTo>
                  <a:pt x="11095" y="20150"/>
                </a:lnTo>
                <a:lnTo>
                  <a:pt x="10506" y="20739"/>
                </a:lnTo>
                <a:cubicBezTo>
                  <a:pt x="10283" y="20961"/>
                  <a:pt x="10170" y="21073"/>
                  <a:pt x="10011" y="21174"/>
                </a:cubicBezTo>
                <a:cubicBezTo>
                  <a:pt x="9754" y="21340"/>
                  <a:pt x="9447" y="21423"/>
                  <a:pt x="9141" y="21423"/>
                </a:cubicBezTo>
                <a:cubicBezTo>
                  <a:pt x="9072" y="21423"/>
                  <a:pt x="9004" y="21419"/>
                  <a:pt x="8936" y="21411"/>
                </a:cubicBezTo>
                <a:cubicBezTo>
                  <a:pt x="8184" y="21331"/>
                  <a:pt x="7552" y="20653"/>
                  <a:pt x="7524" y="19898"/>
                </a:cubicBezTo>
                <a:cubicBezTo>
                  <a:pt x="7500" y="19524"/>
                  <a:pt x="7607" y="19142"/>
                  <a:pt x="7834" y="18846"/>
                </a:cubicBezTo>
                <a:cubicBezTo>
                  <a:pt x="7858" y="18806"/>
                  <a:pt x="7890" y="18770"/>
                  <a:pt x="7922" y="18737"/>
                </a:cubicBezTo>
                <a:cubicBezTo>
                  <a:pt x="7951" y="18701"/>
                  <a:pt x="7979" y="18667"/>
                  <a:pt x="8035" y="18611"/>
                </a:cubicBezTo>
                <a:lnTo>
                  <a:pt x="8325" y="18313"/>
                </a:lnTo>
                <a:lnTo>
                  <a:pt x="8906" y="17717"/>
                </a:lnTo>
                <a:lnTo>
                  <a:pt x="11224" y="15333"/>
                </a:lnTo>
                <a:lnTo>
                  <a:pt x="15864" y="10561"/>
                </a:lnTo>
                <a:cubicBezTo>
                  <a:pt x="16739" y="9661"/>
                  <a:pt x="17200" y="8685"/>
                  <a:pt x="16894" y="8380"/>
                </a:cubicBezTo>
                <a:cubicBezTo>
                  <a:pt x="16832" y="8319"/>
                  <a:pt x="16743" y="8290"/>
                  <a:pt x="16633" y="8290"/>
                </a:cubicBezTo>
                <a:cubicBezTo>
                  <a:pt x="16201" y="8290"/>
                  <a:pt x="15448" y="8744"/>
                  <a:pt x="14749" y="9464"/>
                </a:cubicBezTo>
                <a:lnTo>
                  <a:pt x="10105" y="14239"/>
                </a:lnTo>
                <a:lnTo>
                  <a:pt x="7784" y="16627"/>
                </a:lnTo>
                <a:lnTo>
                  <a:pt x="7204" y="17224"/>
                </a:lnTo>
                <a:lnTo>
                  <a:pt x="6914" y="17522"/>
                </a:lnTo>
                <a:cubicBezTo>
                  <a:pt x="6870" y="17566"/>
                  <a:pt x="6806" y="17635"/>
                  <a:pt x="6745" y="17705"/>
                </a:cubicBezTo>
                <a:cubicBezTo>
                  <a:pt x="6685" y="17774"/>
                  <a:pt x="6625" y="17844"/>
                  <a:pt x="6574" y="17920"/>
                </a:cubicBezTo>
                <a:cubicBezTo>
                  <a:pt x="6130" y="18510"/>
                  <a:pt x="5916" y="19262"/>
                  <a:pt x="5963" y="19993"/>
                </a:cubicBezTo>
                <a:cubicBezTo>
                  <a:pt x="6005" y="20725"/>
                  <a:pt x="6307" y="21448"/>
                  <a:pt x="6816" y="21979"/>
                </a:cubicBezTo>
                <a:cubicBezTo>
                  <a:pt x="7313" y="22514"/>
                  <a:pt x="8009" y="22878"/>
                  <a:pt x="8739" y="22963"/>
                </a:cubicBezTo>
                <a:cubicBezTo>
                  <a:pt x="8873" y="22981"/>
                  <a:pt x="9009" y="22989"/>
                  <a:pt x="9144" y="22989"/>
                </a:cubicBezTo>
                <a:cubicBezTo>
                  <a:pt x="9743" y="22989"/>
                  <a:pt x="10342" y="22822"/>
                  <a:pt x="10848" y="22496"/>
                </a:cubicBezTo>
                <a:cubicBezTo>
                  <a:pt x="11003" y="22395"/>
                  <a:pt x="11152" y="22287"/>
                  <a:pt x="11286" y="22162"/>
                </a:cubicBezTo>
                <a:cubicBezTo>
                  <a:pt x="11439" y="22025"/>
                  <a:pt x="11502" y="21951"/>
                  <a:pt x="11612" y="21848"/>
                </a:cubicBezTo>
                <a:lnTo>
                  <a:pt x="12200" y="21260"/>
                </a:lnTo>
                <a:lnTo>
                  <a:pt x="16916" y="16562"/>
                </a:lnTo>
                <a:lnTo>
                  <a:pt x="21632" y="11862"/>
                </a:lnTo>
                <a:lnTo>
                  <a:pt x="23990" y="9514"/>
                </a:lnTo>
                <a:lnTo>
                  <a:pt x="25169" y="8339"/>
                </a:lnTo>
                <a:lnTo>
                  <a:pt x="25763" y="7742"/>
                </a:lnTo>
                <a:cubicBezTo>
                  <a:pt x="25994" y="7502"/>
                  <a:pt x="26206" y="7241"/>
                  <a:pt x="26381" y="6955"/>
                </a:cubicBezTo>
                <a:cubicBezTo>
                  <a:pt x="27093" y="5816"/>
                  <a:pt x="27268" y="4360"/>
                  <a:pt x="26825" y="3092"/>
                </a:cubicBezTo>
                <a:cubicBezTo>
                  <a:pt x="26397" y="1820"/>
                  <a:pt x="25389" y="758"/>
                  <a:pt x="24125" y="295"/>
                </a:cubicBezTo>
                <a:cubicBezTo>
                  <a:pt x="23609" y="98"/>
                  <a:pt x="23058" y="0"/>
                  <a:pt x="22507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67" name="Google Shape;1567;p34"/>
          <p:cNvGrpSpPr/>
          <p:nvPr/>
        </p:nvGrpSpPr>
        <p:grpSpPr>
          <a:xfrm>
            <a:off x="6619738" y="4088531"/>
            <a:ext cx="1055760" cy="753780"/>
            <a:chOff x="3308425" y="649500"/>
            <a:chExt cx="947975" cy="676825"/>
          </a:xfrm>
        </p:grpSpPr>
        <p:sp>
          <p:nvSpPr>
            <p:cNvPr id="1568" name="Google Shape;1568;p34"/>
            <p:cNvSpPr/>
            <p:nvPr/>
          </p:nvSpPr>
          <p:spPr>
            <a:xfrm>
              <a:off x="3308425" y="649500"/>
              <a:ext cx="947975" cy="676275"/>
            </a:xfrm>
            <a:custGeom>
              <a:rect b="b" l="l" r="r" t="t"/>
              <a:pathLst>
                <a:path extrusionOk="0" h="27051" w="37919">
                  <a:moveTo>
                    <a:pt x="12816" y="19976"/>
                  </a:moveTo>
                  <a:cubicBezTo>
                    <a:pt x="12818" y="19976"/>
                    <a:pt x="12821" y="19976"/>
                    <a:pt x="12824" y="19976"/>
                  </a:cubicBezTo>
                  <a:lnTo>
                    <a:pt x="12824" y="19976"/>
                  </a:lnTo>
                  <a:cubicBezTo>
                    <a:pt x="12815" y="19979"/>
                    <a:pt x="12808" y="19979"/>
                    <a:pt x="12804" y="19979"/>
                  </a:cubicBezTo>
                  <a:cubicBezTo>
                    <a:pt x="12796" y="19979"/>
                    <a:pt x="12800" y="19976"/>
                    <a:pt x="12816" y="19976"/>
                  </a:cubicBezTo>
                  <a:close/>
                  <a:moveTo>
                    <a:pt x="23205" y="24113"/>
                  </a:moveTo>
                  <a:cubicBezTo>
                    <a:pt x="23209" y="24113"/>
                    <a:pt x="23211" y="24115"/>
                    <a:pt x="23210" y="24120"/>
                  </a:cubicBezTo>
                  <a:cubicBezTo>
                    <a:pt x="23210" y="24121"/>
                    <a:pt x="23207" y="24122"/>
                    <a:pt x="23199" y="24122"/>
                  </a:cubicBezTo>
                  <a:cubicBezTo>
                    <a:pt x="23195" y="24122"/>
                    <a:pt x="23190" y="24121"/>
                    <a:pt x="23183" y="24121"/>
                  </a:cubicBezTo>
                  <a:lnTo>
                    <a:pt x="23183" y="24121"/>
                  </a:lnTo>
                  <a:cubicBezTo>
                    <a:pt x="23192" y="24116"/>
                    <a:pt x="23200" y="24113"/>
                    <a:pt x="23205" y="24113"/>
                  </a:cubicBezTo>
                  <a:close/>
                  <a:moveTo>
                    <a:pt x="36242" y="1377"/>
                  </a:moveTo>
                  <a:cubicBezTo>
                    <a:pt x="35424" y="2822"/>
                    <a:pt x="34606" y="4266"/>
                    <a:pt x="33786" y="5709"/>
                  </a:cubicBezTo>
                  <a:cubicBezTo>
                    <a:pt x="31759" y="9274"/>
                    <a:pt x="29728" y="12836"/>
                    <a:pt x="27681" y="16390"/>
                  </a:cubicBezTo>
                  <a:cubicBezTo>
                    <a:pt x="26227" y="18914"/>
                    <a:pt x="24824" y="21495"/>
                    <a:pt x="23229" y="23934"/>
                  </a:cubicBezTo>
                  <a:cubicBezTo>
                    <a:pt x="23191" y="23992"/>
                    <a:pt x="23148" y="24050"/>
                    <a:pt x="23106" y="24108"/>
                  </a:cubicBezTo>
                  <a:lnTo>
                    <a:pt x="23106" y="24108"/>
                  </a:lnTo>
                  <a:cubicBezTo>
                    <a:pt x="23088" y="24104"/>
                    <a:pt x="23067" y="24099"/>
                    <a:pt x="23044" y="24092"/>
                  </a:cubicBezTo>
                  <a:cubicBezTo>
                    <a:pt x="22905" y="24054"/>
                    <a:pt x="22768" y="24012"/>
                    <a:pt x="22633" y="23962"/>
                  </a:cubicBezTo>
                  <a:cubicBezTo>
                    <a:pt x="22302" y="23842"/>
                    <a:pt x="21982" y="23692"/>
                    <a:pt x="21664" y="23540"/>
                  </a:cubicBezTo>
                  <a:cubicBezTo>
                    <a:pt x="19793" y="22645"/>
                    <a:pt x="18001" y="21587"/>
                    <a:pt x="16189" y="20578"/>
                  </a:cubicBezTo>
                  <a:cubicBezTo>
                    <a:pt x="15443" y="20163"/>
                    <a:pt x="14697" y="19740"/>
                    <a:pt x="13928" y="19365"/>
                  </a:cubicBezTo>
                  <a:cubicBezTo>
                    <a:pt x="13607" y="19207"/>
                    <a:pt x="13229" y="18985"/>
                    <a:pt x="12857" y="18985"/>
                  </a:cubicBezTo>
                  <a:cubicBezTo>
                    <a:pt x="12737" y="18985"/>
                    <a:pt x="12617" y="19009"/>
                    <a:pt x="12500" y="19066"/>
                  </a:cubicBezTo>
                  <a:cubicBezTo>
                    <a:pt x="12209" y="19207"/>
                    <a:pt x="11959" y="19472"/>
                    <a:pt x="11729" y="19693"/>
                  </a:cubicBezTo>
                  <a:cubicBezTo>
                    <a:pt x="11318" y="20094"/>
                    <a:pt x="10928" y="20513"/>
                    <a:pt x="10534" y="20928"/>
                  </a:cubicBezTo>
                  <a:cubicBezTo>
                    <a:pt x="9428" y="22101"/>
                    <a:pt x="8325" y="23277"/>
                    <a:pt x="7166" y="24400"/>
                  </a:cubicBezTo>
                  <a:cubicBezTo>
                    <a:pt x="6929" y="24629"/>
                    <a:pt x="6690" y="24856"/>
                    <a:pt x="6448" y="25080"/>
                  </a:cubicBezTo>
                  <a:lnTo>
                    <a:pt x="6448" y="25080"/>
                  </a:lnTo>
                  <a:cubicBezTo>
                    <a:pt x="7055" y="22855"/>
                    <a:pt x="7613" y="20617"/>
                    <a:pt x="8177" y="18381"/>
                  </a:cubicBezTo>
                  <a:cubicBezTo>
                    <a:pt x="8331" y="17766"/>
                    <a:pt x="8727" y="16974"/>
                    <a:pt x="8278" y="16415"/>
                  </a:cubicBezTo>
                  <a:cubicBezTo>
                    <a:pt x="7575" y="15537"/>
                    <a:pt x="6292" y="15010"/>
                    <a:pt x="5320" y="14501"/>
                  </a:cubicBezTo>
                  <a:cubicBezTo>
                    <a:pt x="4122" y="13870"/>
                    <a:pt x="2890" y="13287"/>
                    <a:pt x="1708" y="12620"/>
                  </a:cubicBezTo>
                  <a:lnTo>
                    <a:pt x="1708" y="12620"/>
                  </a:lnTo>
                  <a:cubicBezTo>
                    <a:pt x="6998" y="10932"/>
                    <a:pt x="12278" y="9210"/>
                    <a:pt x="17556" y="7490"/>
                  </a:cubicBezTo>
                  <a:cubicBezTo>
                    <a:pt x="23048" y="5699"/>
                    <a:pt x="28536" y="3904"/>
                    <a:pt x="34026" y="2105"/>
                  </a:cubicBezTo>
                  <a:cubicBezTo>
                    <a:pt x="34765" y="1863"/>
                    <a:pt x="35503" y="1620"/>
                    <a:pt x="36242" y="1377"/>
                  </a:cubicBezTo>
                  <a:close/>
                  <a:moveTo>
                    <a:pt x="37319" y="0"/>
                  </a:moveTo>
                  <a:cubicBezTo>
                    <a:pt x="37273" y="0"/>
                    <a:pt x="37225" y="7"/>
                    <a:pt x="37176" y="23"/>
                  </a:cubicBezTo>
                  <a:cubicBezTo>
                    <a:pt x="33967" y="1077"/>
                    <a:pt x="30757" y="2128"/>
                    <a:pt x="27546" y="3179"/>
                  </a:cubicBezTo>
                  <a:cubicBezTo>
                    <a:pt x="21382" y="5195"/>
                    <a:pt x="15218" y="7209"/>
                    <a:pt x="9047" y="9209"/>
                  </a:cubicBezTo>
                  <a:cubicBezTo>
                    <a:pt x="6184" y="10137"/>
                    <a:pt x="3319" y="11064"/>
                    <a:pt x="452" y="11976"/>
                  </a:cubicBezTo>
                  <a:lnTo>
                    <a:pt x="452" y="11976"/>
                  </a:lnTo>
                  <a:cubicBezTo>
                    <a:pt x="371" y="11985"/>
                    <a:pt x="297" y="12018"/>
                    <a:pt x="233" y="12067"/>
                  </a:cubicBezTo>
                  <a:lnTo>
                    <a:pt x="233" y="12067"/>
                  </a:lnTo>
                  <a:cubicBezTo>
                    <a:pt x="111" y="12148"/>
                    <a:pt x="46" y="12272"/>
                    <a:pt x="28" y="12402"/>
                  </a:cubicBezTo>
                  <a:lnTo>
                    <a:pt x="28" y="12402"/>
                  </a:lnTo>
                  <a:cubicBezTo>
                    <a:pt x="0" y="12540"/>
                    <a:pt x="26" y="12688"/>
                    <a:pt x="128" y="12807"/>
                  </a:cubicBezTo>
                  <a:lnTo>
                    <a:pt x="128" y="12807"/>
                  </a:lnTo>
                  <a:cubicBezTo>
                    <a:pt x="180" y="12878"/>
                    <a:pt x="249" y="12934"/>
                    <a:pt x="332" y="12964"/>
                  </a:cubicBezTo>
                  <a:lnTo>
                    <a:pt x="332" y="12964"/>
                  </a:lnTo>
                  <a:cubicBezTo>
                    <a:pt x="1532" y="13711"/>
                    <a:pt x="2813" y="14326"/>
                    <a:pt x="4069" y="14970"/>
                  </a:cubicBezTo>
                  <a:cubicBezTo>
                    <a:pt x="5152" y="15529"/>
                    <a:pt x="6416" y="16055"/>
                    <a:pt x="7339" y="16873"/>
                  </a:cubicBezTo>
                  <a:cubicBezTo>
                    <a:pt x="7383" y="16913"/>
                    <a:pt x="7435" y="16989"/>
                    <a:pt x="7487" y="17027"/>
                  </a:cubicBezTo>
                  <a:lnTo>
                    <a:pt x="7487" y="17027"/>
                  </a:lnTo>
                  <a:cubicBezTo>
                    <a:pt x="7393" y="17359"/>
                    <a:pt x="7319" y="17699"/>
                    <a:pt x="7235" y="18033"/>
                  </a:cubicBezTo>
                  <a:cubicBezTo>
                    <a:pt x="6913" y="19321"/>
                    <a:pt x="6584" y="20606"/>
                    <a:pt x="6254" y="21891"/>
                  </a:cubicBezTo>
                  <a:cubicBezTo>
                    <a:pt x="5860" y="23410"/>
                    <a:pt x="5464" y="24931"/>
                    <a:pt x="5034" y="26439"/>
                  </a:cubicBezTo>
                  <a:cubicBezTo>
                    <a:pt x="4930" y="26803"/>
                    <a:pt x="5214" y="27050"/>
                    <a:pt x="5517" y="27050"/>
                  </a:cubicBezTo>
                  <a:cubicBezTo>
                    <a:pt x="5639" y="27050"/>
                    <a:pt x="5763" y="27011"/>
                    <a:pt x="5866" y="26924"/>
                  </a:cubicBezTo>
                  <a:cubicBezTo>
                    <a:pt x="8247" y="24910"/>
                    <a:pt x="10227" y="22525"/>
                    <a:pt x="12464" y="20370"/>
                  </a:cubicBezTo>
                  <a:cubicBezTo>
                    <a:pt x="12589" y="20250"/>
                    <a:pt x="12713" y="20123"/>
                    <a:pt x="12852" y="20018"/>
                  </a:cubicBezTo>
                  <a:cubicBezTo>
                    <a:pt x="12863" y="20009"/>
                    <a:pt x="12877" y="19999"/>
                    <a:pt x="12890" y="19990"/>
                  </a:cubicBezTo>
                  <a:lnTo>
                    <a:pt x="12890" y="19990"/>
                  </a:lnTo>
                  <a:cubicBezTo>
                    <a:pt x="12900" y="19993"/>
                    <a:pt x="12910" y="19997"/>
                    <a:pt x="12921" y="20001"/>
                  </a:cubicBezTo>
                  <a:cubicBezTo>
                    <a:pt x="13088" y="20068"/>
                    <a:pt x="13031" y="20039"/>
                    <a:pt x="13176" y="20106"/>
                  </a:cubicBezTo>
                  <a:cubicBezTo>
                    <a:pt x="13893" y="20437"/>
                    <a:pt x="14584" y="20827"/>
                    <a:pt x="15275" y="21210"/>
                  </a:cubicBezTo>
                  <a:cubicBezTo>
                    <a:pt x="17105" y="22224"/>
                    <a:pt x="18913" y="23285"/>
                    <a:pt x="20786" y="24217"/>
                  </a:cubicBezTo>
                  <a:cubicBezTo>
                    <a:pt x="21424" y="24535"/>
                    <a:pt x="22098" y="24897"/>
                    <a:pt x="22800" y="25057"/>
                  </a:cubicBezTo>
                  <a:cubicBezTo>
                    <a:pt x="22930" y="25087"/>
                    <a:pt x="23053" y="25105"/>
                    <a:pt x="23169" y="25105"/>
                  </a:cubicBezTo>
                  <a:cubicBezTo>
                    <a:pt x="23448" y="25105"/>
                    <a:pt x="23685" y="25004"/>
                    <a:pt x="23880" y="24741"/>
                  </a:cubicBezTo>
                  <a:cubicBezTo>
                    <a:pt x="24388" y="24059"/>
                    <a:pt x="24801" y="23292"/>
                    <a:pt x="25237" y="22563"/>
                  </a:cubicBezTo>
                  <a:cubicBezTo>
                    <a:pt x="26092" y="21124"/>
                    <a:pt x="26933" y="19677"/>
                    <a:pt x="27771" y="18227"/>
                  </a:cubicBezTo>
                  <a:cubicBezTo>
                    <a:pt x="29844" y="14642"/>
                    <a:pt x="31898" y="11043"/>
                    <a:pt x="33946" y="7443"/>
                  </a:cubicBezTo>
                  <a:cubicBezTo>
                    <a:pt x="35191" y="5254"/>
                    <a:pt x="36493" y="3084"/>
                    <a:pt x="37679" y="860"/>
                  </a:cubicBezTo>
                  <a:cubicBezTo>
                    <a:pt x="37698" y="826"/>
                    <a:pt x="37717" y="790"/>
                    <a:pt x="37738" y="754"/>
                  </a:cubicBezTo>
                  <a:cubicBezTo>
                    <a:pt x="37919" y="436"/>
                    <a:pt x="37673" y="0"/>
                    <a:pt x="373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9" name="Google Shape;1569;p34"/>
            <p:cNvSpPr/>
            <p:nvPr/>
          </p:nvSpPr>
          <p:spPr>
            <a:xfrm>
              <a:off x="3492300" y="863350"/>
              <a:ext cx="474450" cy="278325"/>
            </a:xfrm>
            <a:custGeom>
              <a:rect b="b" l="l" r="r" t="t"/>
              <a:pathLst>
                <a:path extrusionOk="0" h="11133" w="18978">
                  <a:moveTo>
                    <a:pt x="18335" y="1"/>
                  </a:moveTo>
                  <a:cubicBezTo>
                    <a:pt x="18285" y="1"/>
                    <a:pt x="18233" y="10"/>
                    <a:pt x="18179" y="31"/>
                  </a:cubicBezTo>
                  <a:cubicBezTo>
                    <a:pt x="15036" y="1249"/>
                    <a:pt x="11985" y="2675"/>
                    <a:pt x="8954" y="4143"/>
                  </a:cubicBezTo>
                  <a:cubicBezTo>
                    <a:pt x="6184" y="5485"/>
                    <a:pt x="3415" y="6829"/>
                    <a:pt x="534" y="7916"/>
                  </a:cubicBezTo>
                  <a:cubicBezTo>
                    <a:pt x="1" y="8116"/>
                    <a:pt x="152" y="8911"/>
                    <a:pt x="623" y="8911"/>
                  </a:cubicBezTo>
                  <a:cubicBezTo>
                    <a:pt x="678" y="8911"/>
                    <a:pt x="737" y="8900"/>
                    <a:pt x="799" y="8877"/>
                  </a:cubicBezTo>
                  <a:cubicBezTo>
                    <a:pt x="5885" y="6960"/>
                    <a:pt x="10658" y="4331"/>
                    <a:pt x="15633" y="2155"/>
                  </a:cubicBezTo>
                  <a:lnTo>
                    <a:pt x="15633" y="2155"/>
                  </a:lnTo>
                  <a:cubicBezTo>
                    <a:pt x="12206" y="4952"/>
                    <a:pt x="8533" y="7433"/>
                    <a:pt x="5160" y="10303"/>
                  </a:cubicBezTo>
                  <a:cubicBezTo>
                    <a:pt x="4776" y="10629"/>
                    <a:pt x="5131" y="11132"/>
                    <a:pt x="5535" y="11132"/>
                  </a:cubicBezTo>
                  <a:cubicBezTo>
                    <a:pt x="5646" y="11132"/>
                    <a:pt x="5760" y="11095"/>
                    <a:pt x="5863" y="11007"/>
                  </a:cubicBezTo>
                  <a:cubicBezTo>
                    <a:pt x="10016" y="7474"/>
                    <a:pt x="14621" y="4533"/>
                    <a:pt x="18664" y="863"/>
                  </a:cubicBezTo>
                  <a:cubicBezTo>
                    <a:pt x="18977" y="577"/>
                    <a:pt x="18723" y="1"/>
                    <a:pt x="183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0" name="Google Shape;1570;p34"/>
            <p:cNvSpPr/>
            <p:nvPr/>
          </p:nvSpPr>
          <p:spPr>
            <a:xfrm>
              <a:off x="3428775" y="1197550"/>
              <a:ext cx="352850" cy="128775"/>
            </a:xfrm>
            <a:custGeom>
              <a:rect b="b" l="l" r="r" t="t"/>
              <a:pathLst>
                <a:path extrusionOk="0" h="5151" w="14114">
                  <a:moveTo>
                    <a:pt x="13430" y="0"/>
                  </a:moveTo>
                  <a:cubicBezTo>
                    <a:pt x="13384" y="0"/>
                    <a:pt x="13335" y="7"/>
                    <a:pt x="13283" y="21"/>
                  </a:cubicBezTo>
                  <a:cubicBezTo>
                    <a:pt x="8994" y="1241"/>
                    <a:pt x="4865" y="2969"/>
                    <a:pt x="568" y="4169"/>
                  </a:cubicBezTo>
                  <a:cubicBezTo>
                    <a:pt x="1" y="4328"/>
                    <a:pt x="175" y="5151"/>
                    <a:pt x="688" y="5151"/>
                  </a:cubicBezTo>
                  <a:cubicBezTo>
                    <a:pt x="734" y="5151"/>
                    <a:pt x="782" y="5144"/>
                    <a:pt x="833" y="5130"/>
                  </a:cubicBezTo>
                  <a:cubicBezTo>
                    <a:pt x="5131" y="3929"/>
                    <a:pt x="9260" y="2202"/>
                    <a:pt x="13549" y="982"/>
                  </a:cubicBezTo>
                  <a:cubicBezTo>
                    <a:pt x="14113" y="822"/>
                    <a:pt x="13940" y="0"/>
                    <a:pt x="134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71" name="Google Shape;1571;p34"/>
          <p:cNvSpPr/>
          <p:nvPr/>
        </p:nvSpPr>
        <p:spPr>
          <a:xfrm>
            <a:off x="7831725" y="845325"/>
            <a:ext cx="146125" cy="136975"/>
          </a:xfrm>
          <a:custGeom>
            <a:rect b="b" l="l" r="r" t="t"/>
            <a:pathLst>
              <a:path extrusionOk="0" h="5479" w="5845">
                <a:moveTo>
                  <a:pt x="3075" y="4462"/>
                </a:moveTo>
                <a:cubicBezTo>
                  <a:pt x="3073" y="4462"/>
                  <a:pt x="3072" y="4463"/>
                  <a:pt x="3071" y="4463"/>
                </a:cubicBezTo>
                <a:lnTo>
                  <a:pt x="3071" y="4463"/>
                </a:lnTo>
                <a:cubicBezTo>
                  <a:pt x="3072" y="4463"/>
                  <a:pt x="3073" y="4462"/>
                  <a:pt x="3075" y="4462"/>
                </a:cubicBezTo>
                <a:close/>
                <a:moveTo>
                  <a:pt x="3051" y="4466"/>
                </a:moveTo>
                <a:cubicBezTo>
                  <a:pt x="3036" y="4468"/>
                  <a:pt x="3030" y="4469"/>
                  <a:pt x="3030" y="4469"/>
                </a:cubicBezTo>
                <a:cubicBezTo>
                  <a:pt x="3030" y="4469"/>
                  <a:pt x="3040" y="4467"/>
                  <a:pt x="3051" y="4466"/>
                </a:cubicBezTo>
                <a:close/>
                <a:moveTo>
                  <a:pt x="3032" y="988"/>
                </a:moveTo>
                <a:cubicBezTo>
                  <a:pt x="3081" y="988"/>
                  <a:pt x="3130" y="990"/>
                  <a:pt x="3180" y="993"/>
                </a:cubicBezTo>
                <a:cubicBezTo>
                  <a:pt x="3209" y="995"/>
                  <a:pt x="3237" y="997"/>
                  <a:pt x="3266" y="999"/>
                </a:cubicBezTo>
                <a:cubicBezTo>
                  <a:pt x="3274" y="999"/>
                  <a:pt x="3280" y="999"/>
                  <a:pt x="3284" y="1000"/>
                </a:cubicBezTo>
                <a:lnTo>
                  <a:pt x="3284" y="1000"/>
                </a:lnTo>
                <a:cubicBezTo>
                  <a:pt x="3395" y="1021"/>
                  <a:pt x="3505" y="1046"/>
                  <a:pt x="3612" y="1081"/>
                </a:cubicBezTo>
                <a:cubicBezTo>
                  <a:pt x="3641" y="1090"/>
                  <a:pt x="3709" y="1119"/>
                  <a:pt x="3711" y="1119"/>
                </a:cubicBezTo>
                <a:cubicBezTo>
                  <a:pt x="3712" y="1119"/>
                  <a:pt x="3702" y="1114"/>
                  <a:pt x="3673" y="1100"/>
                </a:cubicBezTo>
                <a:lnTo>
                  <a:pt x="3673" y="1100"/>
                </a:lnTo>
                <a:cubicBezTo>
                  <a:pt x="3730" y="1125"/>
                  <a:pt x="3787" y="1153"/>
                  <a:pt x="3841" y="1184"/>
                </a:cubicBezTo>
                <a:cubicBezTo>
                  <a:pt x="3883" y="1208"/>
                  <a:pt x="3923" y="1235"/>
                  <a:pt x="3966" y="1262"/>
                </a:cubicBezTo>
                <a:cubicBezTo>
                  <a:pt x="3985" y="1274"/>
                  <a:pt x="3997" y="1281"/>
                  <a:pt x="4005" y="1285"/>
                </a:cubicBezTo>
                <a:lnTo>
                  <a:pt x="4005" y="1285"/>
                </a:lnTo>
                <a:cubicBezTo>
                  <a:pt x="4007" y="1287"/>
                  <a:pt x="4009" y="1289"/>
                  <a:pt x="4012" y="1292"/>
                </a:cubicBezTo>
                <a:cubicBezTo>
                  <a:pt x="4096" y="1368"/>
                  <a:pt x="4181" y="1443"/>
                  <a:pt x="4254" y="1530"/>
                </a:cubicBezTo>
                <a:cubicBezTo>
                  <a:pt x="4264" y="1542"/>
                  <a:pt x="4273" y="1553"/>
                  <a:pt x="4283" y="1565"/>
                </a:cubicBezTo>
                <a:lnTo>
                  <a:pt x="4283" y="1565"/>
                </a:lnTo>
                <a:cubicBezTo>
                  <a:pt x="4284" y="1566"/>
                  <a:pt x="4285" y="1568"/>
                  <a:pt x="4286" y="1570"/>
                </a:cubicBezTo>
                <a:cubicBezTo>
                  <a:pt x="4315" y="1614"/>
                  <a:pt x="4347" y="1656"/>
                  <a:pt x="4374" y="1703"/>
                </a:cubicBezTo>
                <a:cubicBezTo>
                  <a:pt x="4400" y="1743"/>
                  <a:pt x="4423" y="1785"/>
                  <a:pt x="4444" y="1827"/>
                </a:cubicBezTo>
                <a:cubicBezTo>
                  <a:pt x="4458" y="1852"/>
                  <a:pt x="4499" y="1948"/>
                  <a:pt x="4501" y="1948"/>
                </a:cubicBezTo>
                <a:cubicBezTo>
                  <a:pt x="4501" y="1948"/>
                  <a:pt x="4497" y="1936"/>
                  <a:pt x="4484" y="1903"/>
                </a:cubicBezTo>
                <a:lnTo>
                  <a:pt x="4484" y="1903"/>
                </a:lnTo>
                <a:cubicBezTo>
                  <a:pt x="4520" y="1991"/>
                  <a:pt x="4551" y="2082"/>
                  <a:pt x="4577" y="2174"/>
                </a:cubicBezTo>
                <a:cubicBezTo>
                  <a:pt x="4589" y="2221"/>
                  <a:pt x="4600" y="2267"/>
                  <a:pt x="4610" y="2314"/>
                </a:cubicBezTo>
                <a:cubicBezTo>
                  <a:pt x="4616" y="2344"/>
                  <a:pt x="4628" y="2444"/>
                  <a:pt x="4630" y="2444"/>
                </a:cubicBezTo>
                <a:cubicBezTo>
                  <a:pt x="4631" y="2444"/>
                  <a:pt x="4630" y="2431"/>
                  <a:pt x="4627" y="2396"/>
                </a:cubicBezTo>
                <a:lnTo>
                  <a:pt x="4627" y="2396"/>
                </a:lnTo>
                <a:cubicBezTo>
                  <a:pt x="4636" y="2497"/>
                  <a:pt x="4644" y="2600"/>
                  <a:pt x="4644" y="2703"/>
                </a:cubicBezTo>
                <a:cubicBezTo>
                  <a:pt x="4642" y="2756"/>
                  <a:pt x="4642" y="2811"/>
                  <a:pt x="4638" y="2865"/>
                </a:cubicBezTo>
                <a:cubicBezTo>
                  <a:pt x="4636" y="2887"/>
                  <a:pt x="4632" y="2911"/>
                  <a:pt x="4631" y="2933"/>
                </a:cubicBezTo>
                <a:lnTo>
                  <a:pt x="4631" y="2933"/>
                </a:lnTo>
                <a:cubicBezTo>
                  <a:pt x="4631" y="2933"/>
                  <a:pt x="4631" y="2933"/>
                  <a:pt x="4631" y="2933"/>
                </a:cubicBezTo>
                <a:cubicBezTo>
                  <a:pt x="4614" y="3034"/>
                  <a:pt x="4596" y="3135"/>
                  <a:pt x="4566" y="3234"/>
                </a:cubicBezTo>
                <a:cubicBezTo>
                  <a:pt x="4553" y="3280"/>
                  <a:pt x="4537" y="3327"/>
                  <a:pt x="4522" y="3373"/>
                </a:cubicBezTo>
                <a:cubicBezTo>
                  <a:pt x="4513" y="3396"/>
                  <a:pt x="4503" y="3417"/>
                  <a:pt x="4497" y="3441"/>
                </a:cubicBezTo>
                <a:cubicBezTo>
                  <a:pt x="4496" y="3441"/>
                  <a:pt x="4496" y="3441"/>
                  <a:pt x="4496" y="3441"/>
                </a:cubicBezTo>
                <a:lnTo>
                  <a:pt x="4496" y="3441"/>
                </a:lnTo>
                <a:cubicBezTo>
                  <a:pt x="4494" y="3445"/>
                  <a:pt x="4491" y="3450"/>
                  <a:pt x="4488" y="3455"/>
                </a:cubicBezTo>
                <a:cubicBezTo>
                  <a:pt x="4440" y="3542"/>
                  <a:pt x="4400" y="3630"/>
                  <a:pt x="4347" y="3712"/>
                </a:cubicBezTo>
                <a:cubicBezTo>
                  <a:pt x="4337" y="3727"/>
                  <a:pt x="4283" y="3802"/>
                  <a:pt x="4272" y="3820"/>
                </a:cubicBezTo>
                <a:lnTo>
                  <a:pt x="4272" y="3820"/>
                </a:lnTo>
                <a:cubicBezTo>
                  <a:pt x="4267" y="3826"/>
                  <a:pt x="4263" y="3832"/>
                  <a:pt x="4261" y="3835"/>
                </a:cubicBezTo>
                <a:cubicBezTo>
                  <a:pt x="4235" y="3862"/>
                  <a:pt x="4210" y="3891"/>
                  <a:pt x="4185" y="3919"/>
                </a:cubicBezTo>
                <a:cubicBezTo>
                  <a:pt x="4151" y="3955"/>
                  <a:pt x="4115" y="3990"/>
                  <a:pt x="4077" y="4024"/>
                </a:cubicBezTo>
                <a:cubicBezTo>
                  <a:pt x="4063" y="4037"/>
                  <a:pt x="3977" y="4106"/>
                  <a:pt x="3981" y="4106"/>
                </a:cubicBezTo>
                <a:cubicBezTo>
                  <a:pt x="3982" y="4106"/>
                  <a:pt x="3992" y="4099"/>
                  <a:pt x="4016" y="4081"/>
                </a:cubicBezTo>
                <a:lnTo>
                  <a:pt x="4016" y="4081"/>
                </a:lnTo>
                <a:cubicBezTo>
                  <a:pt x="3919" y="4153"/>
                  <a:pt x="3818" y="4216"/>
                  <a:pt x="3713" y="4271"/>
                </a:cubicBezTo>
                <a:cubicBezTo>
                  <a:pt x="3692" y="4282"/>
                  <a:pt x="3605" y="4320"/>
                  <a:pt x="3609" y="4320"/>
                </a:cubicBezTo>
                <a:cubicBezTo>
                  <a:pt x="3609" y="4320"/>
                  <a:pt x="3609" y="4320"/>
                  <a:pt x="3611" y="4319"/>
                </a:cubicBezTo>
                <a:lnTo>
                  <a:pt x="3611" y="4319"/>
                </a:lnTo>
                <a:cubicBezTo>
                  <a:pt x="3569" y="4335"/>
                  <a:pt x="3527" y="4350"/>
                  <a:pt x="3483" y="4365"/>
                </a:cubicBezTo>
                <a:cubicBezTo>
                  <a:pt x="3353" y="4408"/>
                  <a:pt x="3218" y="4437"/>
                  <a:pt x="3083" y="4460"/>
                </a:cubicBezTo>
                <a:cubicBezTo>
                  <a:pt x="3075" y="4462"/>
                  <a:pt x="3068" y="4463"/>
                  <a:pt x="3062" y="4464"/>
                </a:cubicBezTo>
                <a:lnTo>
                  <a:pt x="3062" y="4464"/>
                </a:lnTo>
                <a:cubicBezTo>
                  <a:pt x="3028" y="4467"/>
                  <a:pt x="2994" y="4471"/>
                  <a:pt x="2959" y="4473"/>
                </a:cubicBezTo>
                <a:cubicBezTo>
                  <a:pt x="2900" y="4477"/>
                  <a:pt x="2841" y="4481"/>
                  <a:pt x="2782" y="4481"/>
                </a:cubicBezTo>
                <a:cubicBezTo>
                  <a:pt x="2718" y="4481"/>
                  <a:pt x="2653" y="4479"/>
                  <a:pt x="2590" y="4475"/>
                </a:cubicBezTo>
                <a:cubicBezTo>
                  <a:pt x="2563" y="4473"/>
                  <a:pt x="2536" y="4471"/>
                  <a:pt x="2509" y="4469"/>
                </a:cubicBezTo>
                <a:lnTo>
                  <a:pt x="2509" y="4469"/>
                </a:lnTo>
                <a:cubicBezTo>
                  <a:pt x="2506" y="4468"/>
                  <a:pt x="2503" y="4467"/>
                  <a:pt x="2499" y="4467"/>
                </a:cubicBezTo>
                <a:cubicBezTo>
                  <a:pt x="2392" y="4445"/>
                  <a:pt x="2287" y="4422"/>
                  <a:pt x="2181" y="4389"/>
                </a:cubicBezTo>
                <a:cubicBezTo>
                  <a:pt x="2154" y="4379"/>
                  <a:pt x="2102" y="4357"/>
                  <a:pt x="2090" y="4352"/>
                </a:cubicBezTo>
                <a:lnTo>
                  <a:pt x="2090" y="4352"/>
                </a:lnTo>
                <a:cubicBezTo>
                  <a:pt x="2048" y="4332"/>
                  <a:pt x="2007" y="4312"/>
                  <a:pt x="1966" y="4290"/>
                </a:cubicBezTo>
                <a:cubicBezTo>
                  <a:pt x="1924" y="4266"/>
                  <a:pt x="1884" y="4241"/>
                  <a:pt x="1844" y="4214"/>
                </a:cubicBezTo>
                <a:cubicBezTo>
                  <a:pt x="1820" y="4198"/>
                  <a:pt x="1770" y="4158"/>
                  <a:pt x="1769" y="4158"/>
                </a:cubicBezTo>
                <a:lnTo>
                  <a:pt x="1769" y="4158"/>
                </a:lnTo>
                <a:cubicBezTo>
                  <a:pt x="1769" y="4158"/>
                  <a:pt x="1769" y="4158"/>
                  <a:pt x="1770" y="4159"/>
                </a:cubicBezTo>
                <a:lnTo>
                  <a:pt x="1770" y="4159"/>
                </a:lnTo>
                <a:cubicBezTo>
                  <a:pt x="1698" y="4097"/>
                  <a:pt x="1630" y="4032"/>
                  <a:pt x="1566" y="3961"/>
                </a:cubicBezTo>
                <a:cubicBezTo>
                  <a:pt x="1559" y="3952"/>
                  <a:pt x="1523" y="3908"/>
                  <a:pt x="1505" y="3886"/>
                </a:cubicBezTo>
                <a:lnTo>
                  <a:pt x="1505" y="3886"/>
                </a:lnTo>
                <a:cubicBezTo>
                  <a:pt x="1487" y="3859"/>
                  <a:pt x="1452" y="3809"/>
                  <a:pt x="1446" y="3799"/>
                </a:cubicBezTo>
                <a:cubicBezTo>
                  <a:pt x="1389" y="3710"/>
                  <a:pt x="1347" y="3618"/>
                  <a:pt x="1296" y="3525"/>
                </a:cubicBezTo>
                <a:cubicBezTo>
                  <a:pt x="1293" y="3520"/>
                  <a:pt x="1291" y="3516"/>
                  <a:pt x="1289" y="3513"/>
                </a:cubicBezTo>
                <a:lnTo>
                  <a:pt x="1289" y="3513"/>
                </a:lnTo>
                <a:cubicBezTo>
                  <a:pt x="1287" y="3505"/>
                  <a:pt x="1284" y="3496"/>
                  <a:pt x="1280" y="3485"/>
                </a:cubicBezTo>
                <a:cubicBezTo>
                  <a:pt x="1263" y="3441"/>
                  <a:pt x="1248" y="3396"/>
                  <a:pt x="1233" y="3352"/>
                </a:cubicBezTo>
                <a:cubicBezTo>
                  <a:pt x="1202" y="3251"/>
                  <a:pt x="1176" y="3150"/>
                  <a:pt x="1157" y="3047"/>
                </a:cubicBezTo>
                <a:cubicBezTo>
                  <a:pt x="1153" y="3023"/>
                  <a:pt x="1148" y="2988"/>
                  <a:pt x="1146" y="2969"/>
                </a:cubicBezTo>
                <a:lnTo>
                  <a:pt x="1146" y="2969"/>
                </a:lnTo>
                <a:cubicBezTo>
                  <a:pt x="1142" y="2928"/>
                  <a:pt x="1138" y="2887"/>
                  <a:pt x="1134" y="2847"/>
                </a:cubicBezTo>
                <a:cubicBezTo>
                  <a:pt x="1128" y="2743"/>
                  <a:pt x="1130" y="2638"/>
                  <a:pt x="1136" y="2533"/>
                </a:cubicBezTo>
                <a:cubicBezTo>
                  <a:pt x="1138" y="2513"/>
                  <a:pt x="1146" y="2433"/>
                  <a:pt x="1149" y="2401"/>
                </a:cubicBezTo>
                <a:lnTo>
                  <a:pt x="1149" y="2401"/>
                </a:lnTo>
                <a:cubicBezTo>
                  <a:pt x="1155" y="2369"/>
                  <a:pt x="1164" y="2316"/>
                  <a:pt x="1166" y="2301"/>
                </a:cubicBezTo>
                <a:cubicBezTo>
                  <a:pt x="1191" y="2189"/>
                  <a:pt x="1225" y="2080"/>
                  <a:pt x="1261" y="1970"/>
                </a:cubicBezTo>
                <a:cubicBezTo>
                  <a:pt x="1267" y="1952"/>
                  <a:pt x="1270" y="1940"/>
                  <a:pt x="1272" y="1933"/>
                </a:cubicBezTo>
                <a:lnTo>
                  <a:pt x="1272" y="1933"/>
                </a:lnTo>
                <a:cubicBezTo>
                  <a:pt x="1276" y="1925"/>
                  <a:pt x="1282" y="1914"/>
                  <a:pt x="1290" y="1898"/>
                </a:cubicBezTo>
                <a:cubicBezTo>
                  <a:pt x="1315" y="1848"/>
                  <a:pt x="1341" y="1797"/>
                  <a:pt x="1370" y="1747"/>
                </a:cubicBezTo>
                <a:cubicBezTo>
                  <a:pt x="1398" y="1698"/>
                  <a:pt x="1429" y="1652"/>
                  <a:pt x="1461" y="1604"/>
                </a:cubicBezTo>
                <a:cubicBezTo>
                  <a:pt x="1470" y="1590"/>
                  <a:pt x="1476" y="1580"/>
                  <a:pt x="1480" y="1574"/>
                </a:cubicBezTo>
                <a:lnTo>
                  <a:pt x="1480" y="1574"/>
                </a:lnTo>
                <a:cubicBezTo>
                  <a:pt x="1484" y="1570"/>
                  <a:pt x="1489" y="1565"/>
                  <a:pt x="1497" y="1557"/>
                </a:cubicBezTo>
                <a:cubicBezTo>
                  <a:pt x="1572" y="1477"/>
                  <a:pt x="1648" y="1401"/>
                  <a:pt x="1728" y="1328"/>
                </a:cubicBezTo>
                <a:cubicBezTo>
                  <a:pt x="1729" y="1327"/>
                  <a:pt x="1729" y="1327"/>
                  <a:pt x="1730" y="1326"/>
                </a:cubicBezTo>
                <a:lnTo>
                  <a:pt x="1730" y="1326"/>
                </a:lnTo>
                <a:cubicBezTo>
                  <a:pt x="1753" y="1312"/>
                  <a:pt x="1774" y="1295"/>
                  <a:pt x="1796" y="1281"/>
                </a:cubicBezTo>
                <a:cubicBezTo>
                  <a:pt x="1846" y="1248"/>
                  <a:pt x="1899" y="1218"/>
                  <a:pt x="1952" y="1191"/>
                </a:cubicBezTo>
                <a:cubicBezTo>
                  <a:pt x="1973" y="1180"/>
                  <a:pt x="1996" y="1170"/>
                  <a:pt x="2015" y="1159"/>
                </a:cubicBezTo>
                <a:cubicBezTo>
                  <a:pt x="2019" y="1157"/>
                  <a:pt x="2023" y="1154"/>
                  <a:pt x="2026" y="1152"/>
                </a:cubicBezTo>
                <a:lnTo>
                  <a:pt x="2026" y="1152"/>
                </a:lnTo>
                <a:cubicBezTo>
                  <a:pt x="2028" y="1152"/>
                  <a:pt x="2030" y="1151"/>
                  <a:pt x="2032" y="1151"/>
                </a:cubicBezTo>
                <a:cubicBezTo>
                  <a:pt x="2093" y="1132"/>
                  <a:pt x="2152" y="1108"/>
                  <a:pt x="2213" y="1092"/>
                </a:cubicBezTo>
                <a:cubicBezTo>
                  <a:pt x="2272" y="1075"/>
                  <a:pt x="2329" y="1064"/>
                  <a:pt x="2388" y="1052"/>
                </a:cubicBezTo>
                <a:cubicBezTo>
                  <a:pt x="2406" y="1047"/>
                  <a:pt x="2452" y="1041"/>
                  <a:pt x="2450" y="1041"/>
                </a:cubicBezTo>
                <a:lnTo>
                  <a:pt x="2450" y="1041"/>
                </a:lnTo>
                <a:cubicBezTo>
                  <a:pt x="2449" y="1041"/>
                  <a:pt x="2434" y="1042"/>
                  <a:pt x="2396" y="1047"/>
                </a:cubicBezTo>
                <a:cubicBezTo>
                  <a:pt x="2438" y="1041"/>
                  <a:pt x="2480" y="1037"/>
                  <a:pt x="2523" y="1035"/>
                </a:cubicBezTo>
                <a:cubicBezTo>
                  <a:pt x="2551" y="1033"/>
                  <a:pt x="2579" y="1028"/>
                  <a:pt x="2607" y="1022"/>
                </a:cubicBezTo>
                <a:lnTo>
                  <a:pt x="2607" y="1022"/>
                </a:lnTo>
                <a:cubicBezTo>
                  <a:pt x="2623" y="1021"/>
                  <a:pt x="2639" y="1018"/>
                  <a:pt x="2655" y="1016"/>
                </a:cubicBezTo>
                <a:cubicBezTo>
                  <a:pt x="2677" y="1012"/>
                  <a:pt x="2699" y="1009"/>
                  <a:pt x="2720" y="1006"/>
                </a:cubicBezTo>
                <a:lnTo>
                  <a:pt x="2720" y="1006"/>
                </a:lnTo>
                <a:cubicBezTo>
                  <a:pt x="2727" y="1005"/>
                  <a:pt x="2777" y="1000"/>
                  <a:pt x="2792" y="999"/>
                </a:cubicBezTo>
                <a:cubicBezTo>
                  <a:pt x="2853" y="995"/>
                  <a:pt x="2917" y="991"/>
                  <a:pt x="2978" y="988"/>
                </a:cubicBezTo>
                <a:cubicBezTo>
                  <a:pt x="2996" y="988"/>
                  <a:pt x="3014" y="988"/>
                  <a:pt x="3032" y="988"/>
                </a:cubicBezTo>
                <a:close/>
                <a:moveTo>
                  <a:pt x="3031" y="0"/>
                </a:moveTo>
                <a:cubicBezTo>
                  <a:pt x="2841" y="0"/>
                  <a:pt x="2651" y="16"/>
                  <a:pt x="2463" y="44"/>
                </a:cubicBezTo>
                <a:lnTo>
                  <a:pt x="2463" y="44"/>
                </a:lnTo>
                <a:cubicBezTo>
                  <a:pt x="1887" y="101"/>
                  <a:pt x="1345" y="305"/>
                  <a:pt x="921" y="715"/>
                </a:cubicBezTo>
                <a:cubicBezTo>
                  <a:pt x="551" y="1073"/>
                  <a:pt x="298" y="1566"/>
                  <a:pt x="199" y="2071"/>
                </a:cubicBezTo>
                <a:cubicBezTo>
                  <a:pt x="1" y="3089"/>
                  <a:pt x="296" y="4250"/>
                  <a:pt x="1128" y="4915"/>
                </a:cubicBezTo>
                <a:cubicBezTo>
                  <a:pt x="1602" y="5295"/>
                  <a:pt x="2207" y="5479"/>
                  <a:pt x="2815" y="5479"/>
                </a:cubicBezTo>
                <a:cubicBezTo>
                  <a:pt x="3435" y="5479"/>
                  <a:pt x="4059" y="5288"/>
                  <a:pt x="4551" y="4917"/>
                </a:cubicBezTo>
                <a:cubicBezTo>
                  <a:pt x="5478" y="4222"/>
                  <a:pt x="5845" y="2981"/>
                  <a:pt x="5529" y="1873"/>
                </a:cubicBezTo>
                <a:cubicBezTo>
                  <a:pt x="5356" y="1275"/>
                  <a:pt x="4989" y="750"/>
                  <a:pt x="4469" y="401"/>
                </a:cubicBezTo>
                <a:cubicBezTo>
                  <a:pt x="4037" y="112"/>
                  <a:pt x="3537" y="0"/>
                  <a:pt x="303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2" name="Google Shape;1572;p34"/>
          <p:cNvSpPr/>
          <p:nvPr/>
        </p:nvSpPr>
        <p:spPr>
          <a:xfrm>
            <a:off x="8069275" y="4207050"/>
            <a:ext cx="117525" cy="110100"/>
          </a:xfrm>
          <a:custGeom>
            <a:rect b="b" l="l" r="r" t="t"/>
            <a:pathLst>
              <a:path extrusionOk="0" h="4404" w="4701">
                <a:moveTo>
                  <a:pt x="1951" y="1032"/>
                </a:moveTo>
                <a:cubicBezTo>
                  <a:pt x="1950" y="1033"/>
                  <a:pt x="1949" y="1033"/>
                  <a:pt x="1947" y="1033"/>
                </a:cubicBezTo>
                <a:cubicBezTo>
                  <a:pt x="1948" y="1033"/>
                  <a:pt x="1950" y="1033"/>
                  <a:pt x="1951" y="1032"/>
                </a:cubicBezTo>
                <a:close/>
                <a:moveTo>
                  <a:pt x="2857" y="1059"/>
                </a:moveTo>
                <a:cubicBezTo>
                  <a:pt x="2871" y="1059"/>
                  <a:pt x="2889" y="1066"/>
                  <a:pt x="2907" y="1075"/>
                </a:cubicBezTo>
                <a:lnTo>
                  <a:pt x="2907" y="1075"/>
                </a:lnTo>
                <a:cubicBezTo>
                  <a:pt x="2887" y="1068"/>
                  <a:pt x="2858" y="1059"/>
                  <a:pt x="2857" y="1059"/>
                </a:cubicBezTo>
                <a:close/>
                <a:moveTo>
                  <a:pt x="3091" y="1185"/>
                </a:moveTo>
                <a:cubicBezTo>
                  <a:pt x="3091" y="1185"/>
                  <a:pt x="3091" y="1185"/>
                  <a:pt x="3091" y="1185"/>
                </a:cubicBezTo>
                <a:lnTo>
                  <a:pt x="3091" y="1185"/>
                </a:lnTo>
                <a:cubicBezTo>
                  <a:pt x="3091" y="1185"/>
                  <a:pt x="3091" y="1185"/>
                  <a:pt x="3091" y="1185"/>
                </a:cubicBezTo>
                <a:close/>
                <a:moveTo>
                  <a:pt x="3104" y="1198"/>
                </a:moveTo>
                <a:cubicBezTo>
                  <a:pt x="3111" y="1203"/>
                  <a:pt x="3118" y="1208"/>
                  <a:pt x="3125" y="1213"/>
                </a:cubicBezTo>
                <a:cubicBezTo>
                  <a:pt x="3142" y="1224"/>
                  <a:pt x="3149" y="1229"/>
                  <a:pt x="3148" y="1229"/>
                </a:cubicBezTo>
                <a:cubicBezTo>
                  <a:pt x="3148" y="1229"/>
                  <a:pt x="3121" y="1211"/>
                  <a:pt x="3104" y="1198"/>
                </a:cubicBezTo>
                <a:close/>
                <a:moveTo>
                  <a:pt x="1747" y="3319"/>
                </a:moveTo>
                <a:cubicBezTo>
                  <a:pt x="1767" y="3326"/>
                  <a:pt x="1803" y="3338"/>
                  <a:pt x="1802" y="3338"/>
                </a:cubicBezTo>
                <a:cubicBezTo>
                  <a:pt x="1800" y="3339"/>
                  <a:pt x="1799" y="3339"/>
                  <a:pt x="1797" y="3339"/>
                </a:cubicBezTo>
                <a:cubicBezTo>
                  <a:pt x="1785" y="3339"/>
                  <a:pt x="1766" y="3330"/>
                  <a:pt x="1747" y="3319"/>
                </a:cubicBezTo>
                <a:close/>
                <a:moveTo>
                  <a:pt x="2463" y="3393"/>
                </a:moveTo>
                <a:cubicBezTo>
                  <a:pt x="2461" y="3393"/>
                  <a:pt x="2459" y="3393"/>
                  <a:pt x="2456" y="3393"/>
                </a:cubicBezTo>
                <a:lnTo>
                  <a:pt x="2456" y="3393"/>
                </a:lnTo>
                <a:cubicBezTo>
                  <a:pt x="2459" y="3393"/>
                  <a:pt x="2462" y="3393"/>
                  <a:pt x="2463" y="3393"/>
                </a:cubicBezTo>
                <a:close/>
                <a:moveTo>
                  <a:pt x="2387" y="989"/>
                </a:moveTo>
                <a:cubicBezTo>
                  <a:pt x="2440" y="989"/>
                  <a:pt x="2491" y="989"/>
                  <a:pt x="2541" y="993"/>
                </a:cubicBezTo>
                <a:cubicBezTo>
                  <a:pt x="2560" y="993"/>
                  <a:pt x="2582" y="997"/>
                  <a:pt x="2601" y="998"/>
                </a:cubicBezTo>
                <a:lnTo>
                  <a:pt x="2601" y="998"/>
                </a:lnTo>
                <a:cubicBezTo>
                  <a:pt x="2682" y="1018"/>
                  <a:pt x="2761" y="1029"/>
                  <a:pt x="2840" y="1057"/>
                </a:cubicBezTo>
                <a:cubicBezTo>
                  <a:pt x="2857" y="1061"/>
                  <a:pt x="2876" y="1069"/>
                  <a:pt x="2895" y="1076"/>
                </a:cubicBezTo>
                <a:cubicBezTo>
                  <a:pt x="2906" y="1079"/>
                  <a:pt x="2914" y="1081"/>
                  <a:pt x="2919" y="1082"/>
                </a:cubicBezTo>
                <a:lnTo>
                  <a:pt x="2919" y="1082"/>
                </a:lnTo>
                <a:cubicBezTo>
                  <a:pt x="2944" y="1096"/>
                  <a:pt x="2968" y="1113"/>
                  <a:pt x="2984" y="1122"/>
                </a:cubicBezTo>
                <a:cubicBezTo>
                  <a:pt x="3015" y="1139"/>
                  <a:pt x="3049" y="1160"/>
                  <a:pt x="3080" y="1181"/>
                </a:cubicBezTo>
                <a:cubicBezTo>
                  <a:pt x="3084" y="1184"/>
                  <a:pt x="3088" y="1186"/>
                  <a:pt x="3092" y="1189"/>
                </a:cubicBezTo>
                <a:lnTo>
                  <a:pt x="3092" y="1189"/>
                </a:lnTo>
                <a:cubicBezTo>
                  <a:pt x="3107" y="1217"/>
                  <a:pt x="3258" y="1347"/>
                  <a:pt x="3274" y="1366"/>
                </a:cubicBezTo>
                <a:cubicBezTo>
                  <a:pt x="3278" y="1370"/>
                  <a:pt x="3281" y="1374"/>
                  <a:pt x="3284" y="1378"/>
                </a:cubicBezTo>
                <a:lnTo>
                  <a:pt x="3284" y="1378"/>
                </a:lnTo>
                <a:cubicBezTo>
                  <a:pt x="3304" y="1410"/>
                  <a:pt x="3328" y="1440"/>
                  <a:pt x="3348" y="1474"/>
                </a:cubicBezTo>
                <a:cubicBezTo>
                  <a:pt x="3367" y="1503"/>
                  <a:pt x="3386" y="1535"/>
                  <a:pt x="3403" y="1569"/>
                </a:cubicBezTo>
                <a:cubicBezTo>
                  <a:pt x="3409" y="1579"/>
                  <a:pt x="3414" y="1591"/>
                  <a:pt x="3420" y="1604"/>
                </a:cubicBezTo>
                <a:lnTo>
                  <a:pt x="3420" y="1604"/>
                </a:lnTo>
                <a:cubicBezTo>
                  <a:pt x="3420" y="1602"/>
                  <a:pt x="3420" y="1600"/>
                  <a:pt x="3420" y="1598"/>
                </a:cubicBezTo>
                <a:lnTo>
                  <a:pt x="3420" y="1598"/>
                </a:lnTo>
                <a:cubicBezTo>
                  <a:pt x="3420" y="1600"/>
                  <a:pt x="3420" y="1602"/>
                  <a:pt x="3420" y="1604"/>
                </a:cubicBezTo>
                <a:lnTo>
                  <a:pt x="3420" y="1604"/>
                </a:lnTo>
                <a:cubicBezTo>
                  <a:pt x="3420" y="1604"/>
                  <a:pt x="3420" y="1604"/>
                  <a:pt x="3420" y="1604"/>
                </a:cubicBezTo>
                <a:lnTo>
                  <a:pt x="3420" y="1604"/>
                </a:lnTo>
                <a:cubicBezTo>
                  <a:pt x="3420" y="1621"/>
                  <a:pt x="3423" y="1634"/>
                  <a:pt x="3427" y="1644"/>
                </a:cubicBezTo>
                <a:lnTo>
                  <a:pt x="3427" y="1644"/>
                </a:lnTo>
                <a:cubicBezTo>
                  <a:pt x="3423" y="1630"/>
                  <a:pt x="3420" y="1616"/>
                  <a:pt x="3420" y="1604"/>
                </a:cubicBezTo>
                <a:lnTo>
                  <a:pt x="3420" y="1604"/>
                </a:lnTo>
                <a:cubicBezTo>
                  <a:pt x="3422" y="1608"/>
                  <a:pt x="3424" y="1613"/>
                  <a:pt x="3426" y="1617"/>
                </a:cubicBezTo>
                <a:cubicBezTo>
                  <a:pt x="3442" y="1646"/>
                  <a:pt x="3443" y="1659"/>
                  <a:pt x="3439" y="1659"/>
                </a:cubicBezTo>
                <a:cubicBezTo>
                  <a:pt x="3436" y="1659"/>
                  <a:pt x="3432" y="1654"/>
                  <a:pt x="3427" y="1644"/>
                </a:cubicBezTo>
                <a:lnTo>
                  <a:pt x="3427" y="1644"/>
                </a:lnTo>
                <a:cubicBezTo>
                  <a:pt x="3443" y="1697"/>
                  <a:pt x="3479" y="1760"/>
                  <a:pt x="3491" y="1802"/>
                </a:cubicBezTo>
                <a:cubicBezTo>
                  <a:pt x="3500" y="1838"/>
                  <a:pt x="3508" y="1874"/>
                  <a:pt x="3517" y="1910"/>
                </a:cubicBezTo>
                <a:cubicBezTo>
                  <a:pt x="3521" y="1933"/>
                  <a:pt x="3525" y="1954"/>
                  <a:pt x="3529" y="1977"/>
                </a:cubicBezTo>
                <a:cubicBezTo>
                  <a:pt x="3534" y="2005"/>
                  <a:pt x="3537" y="2015"/>
                  <a:pt x="3538" y="2015"/>
                </a:cubicBezTo>
                <a:cubicBezTo>
                  <a:pt x="3540" y="2015"/>
                  <a:pt x="3530" y="1942"/>
                  <a:pt x="3525" y="1939"/>
                </a:cubicBezTo>
                <a:lnTo>
                  <a:pt x="3525" y="1939"/>
                </a:lnTo>
                <a:cubicBezTo>
                  <a:pt x="3550" y="1954"/>
                  <a:pt x="3538" y="2142"/>
                  <a:pt x="3538" y="2173"/>
                </a:cubicBezTo>
                <a:cubicBezTo>
                  <a:pt x="3538" y="2215"/>
                  <a:pt x="3535" y="2257"/>
                  <a:pt x="3533" y="2297"/>
                </a:cubicBezTo>
                <a:cubicBezTo>
                  <a:pt x="3532" y="2312"/>
                  <a:pt x="3530" y="2326"/>
                  <a:pt x="3529" y="2339"/>
                </a:cubicBezTo>
                <a:lnTo>
                  <a:pt x="3529" y="2339"/>
                </a:lnTo>
                <a:cubicBezTo>
                  <a:pt x="3514" y="2409"/>
                  <a:pt x="3504" y="2477"/>
                  <a:pt x="3483" y="2546"/>
                </a:cubicBezTo>
                <a:cubicBezTo>
                  <a:pt x="3472" y="2582"/>
                  <a:pt x="3462" y="2618"/>
                  <a:pt x="3449" y="2651"/>
                </a:cubicBezTo>
                <a:cubicBezTo>
                  <a:pt x="3445" y="2663"/>
                  <a:pt x="3440" y="2676"/>
                  <a:pt x="3436" y="2688"/>
                </a:cubicBezTo>
                <a:lnTo>
                  <a:pt x="3436" y="2688"/>
                </a:lnTo>
                <a:cubicBezTo>
                  <a:pt x="3398" y="2751"/>
                  <a:pt x="3369" y="2818"/>
                  <a:pt x="3329" y="2881"/>
                </a:cubicBezTo>
                <a:cubicBezTo>
                  <a:pt x="3324" y="2889"/>
                  <a:pt x="3300" y="2922"/>
                  <a:pt x="3284" y="2945"/>
                </a:cubicBezTo>
                <a:lnTo>
                  <a:pt x="3284" y="2945"/>
                </a:lnTo>
                <a:cubicBezTo>
                  <a:pt x="3263" y="2968"/>
                  <a:pt x="3232" y="3005"/>
                  <a:pt x="3224" y="3014"/>
                </a:cubicBezTo>
                <a:cubicBezTo>
                  <a:pt x="3198" y="3041"/>
                  <a:pt x="3171" y="3069"/>
                  <a:pt x="3142" y="3094"/>
                </a:cubicBezTo>
                <a:cubicBezTo>
                  <a:pt x="3127" y="3106"/>
                  <a:pt x="3112" y="3119"/>
                  <a:pt x="3099" y="3132"/>
                </a:cubicBezTo>
                <a:cubicBezTo>
                  <a:pt x="3075" y="3154"/>
                  <a:pt x="3071" y="3163"/>
                  <a:pt x="3076" y="3163"/>
                </a:cubicBezTo>
                <a:cubicBezTo>
                  <a:pt x="3076" y="3163"/>
                  <a:pt x="3077" y="3163"/>
                  <a:pt x="3078" y="3162"/>
                </a:cubicBezTo>
                <a:lnTo>
                  <a:pt x="3078" y="3162"/>
                </a:lnTo>
                <a:cubicBezTo>
                  <a:pt x="3021" y="3203"/>
                  <a:pt x="2923" y="3245"/>
                  <a:pt x="2889" y="3262"/>
                </a:cubicBezTo>
                <a:cubicBezTo>
                  <a:pt x="2863" y="3275"/>
                  <a:pt x="2803" y="3296"/>
                  <a:pt x="2805" y="3296"/>
                </a:cubicBezTo>
                <a:cubicBezTo>
                  <a:pt x="2806" y="3296"/>
                  <a:pt x="2822" y="3291"/>
                  <a:pt x="2866" y="3277"/>
                </a:cubicBezTo>
                <a:lnTo>
                  <a:pt x="2866" y="3277"/>
                </a:lnTo>
                <a:cubicBezTo>
                  <a:pt x="2823" y="3292"/>
                  <a:pt x="2783" y="3309"/>
                  <a:pt x="2741" y="3323"/>
                </a:cubicBezTo>
                <a:cubicBezTo>
                  <a:pt x="2642" y="3355"/>
                  <a:pt x="2541" y="3376"/>
                  <a:pt x="2438" y="3395"/>
                </a:cubicBezTo>
                <a:cubicBezTo>
                  <a:pt x="2437" y="3395"/>
                  <a:pt x="2437" y="3395"/>
                  <a:pt x="2437" y="3395"/>
                </a:cubicBezTo>
                <a:lnTo>
                  <a:pt x="2437" y="3395"/>
                </a:lnTo>
                <a:cubicBezTo>
                  <a:pt x="2416" y="3397"/>
                  <a:pt x="2395" y="3400"/>
                  <a:pt x="2375" y="3401"/>
                </a:cubicBezTo>
                <a:cubicBezTo>
                  <a:pt x="2330" y="3403"/>
                  <a:pt x="2284" y="3406"/>
                  <a:pt x="2240" y="3406"/>
                </a:cubicBezTo>
                <a:cubicBezTo>
                  <a:pt x="2226" y="3406"/>
                  <a:pt x="2211" y="3406"/>
                  <a:pt x="2197" y="3406"/>
                </a:cubicBezTo>
                <a:cubicBezTo>
                  <a:pt x="2163" y="3406"/>
                  <a:pt x="2129" y="3405"/>
                  <a:pt x="2094" y="3403"/>
                </a:cubicBezTo>
                <a:cubicBezTo>
                  <a:pt x="2081" y="3402"/>
                  <a:pt x="2067" y="3400"/>
                  <a:pt x="2054" y="3398"/>
                </a:cubicBezTo>
                <a:lnTo>
                  <a:pt x="2054" y="3398"/>
                </a:lnTo>
                <a:cubicBezTo>
                  <a:pt x="1975" y="3376"/>
                  <a:pt x="1893" y="3365"/>
                  <a:pt x="1814" y="3340"/>
                </a:cubicBezTo>
                <a:cubicBezTo>
                  <a:pt x="1797" y="3334"/>
                  <a:pt x="1778" y="3326"/>
                  <a:pt x="1762" y="3321"/>
                </a:cubicBezTo>
                <a:cubicBezTo>
                  <a:pt x="1752" y="3318"/>
                  <a:pt x="1745" y="3316"/>
                  <a:pt x="1740" y="3315"/>
                </a:cubicBezTo>
                <a:lnTo>
                  <a:pt x="1740" y="3315"/>
                </a:lnTo>
                <a:cubicBezTo>
                  <a:pt x="1716" y="3301"/>
                  <a:pt x="1691" y="3283"/>
                  <a:pt x="1679" y="3277"/>
                </a:cubicBezTo>
                <a:cubicBezTo>
                  <a:pt x="1648" y="3258"/>
                  <a:pt x="1616" y="3241"/>
                  <a:pt x="1587" y="3220"/>
                </a:cubicBezTo>
                <a:cubicBezTo>
                  <a:pt x="1572" y="3210"/>
                  <a:pt x="1557" y="3199"/>
                  <a:pt x="1543" y="3191"/>
                </a:cubicBezTo>
                <a:cubicBezTo>
                  <a:pt x="1525" y="3180"/>
                  <a:pt x="1519" y="3175"/>
                  <a:pt x="1519" y="3175"/>
                </a:cubicBezTo>
                <a:lnTo>
                  <a:pt x="1519" y="3175"/>
                </a:lnTo>
                <a:cubicBezTo>
                  <a:pt x="1518" y="3175"/>
                  <a:pt x="1582" y="3218"/>
                  <a:pt x="1580" y="3218"/>
                </a:cubicBezTo>
                <a:cubicBezTo>
                  <a:pt x="1580" y="3218"/>
                  <a:pt x="1579" y="3218"/>
                  <a:pt x="1578" y="3218"/>
                </a:cubicBezTo>
                <a:cubicBezTo>
                  <a:pt x="1542" y="3218"/>
                  <a:pt x="1420" y="3070"/>
                  <a:pt x="1399" y="3045"/>
                </a:cubicBezTo>
                <a:cubicBezTo>
                  <a:pt x="1384" y="3030"/>
                  <a:pt x="1353" y="2977"/>
                  <a:pt x="1351" y="2977"/>
                </a:cubicBezTo>
                <a:lnTo>
                  <a:pt x="1351" y="2977"/>
                </a:lnTo>
                <a:cubicBezTo>
                  <a:pt x="1350" y="2977"/>
                  <a:pt x="1354" y="2985"/>
                  <a:pt x="1363" y="3005"/>
                </a:cubicBezTo>
                <a:cubicBezTo>
                  <a:pt x="1372" y="3025"/>
                  <a:pt x="1375" y="3032"/>
                  <a:pt x="1374" y="3032"/>
                </a:cubicBezTo>
                <a:cubicBezTo>
                  <a:pt x="1372" y="3032"/>
                  <a:pt x="1335" y="2962"/>
                  <a:pt x="1326" y="2946"/>
                </a:cubicBezTo>
                <a:cubicBezTo>
                  <a:pt x="1285" y="2881"/>
                  <a:pt x="1252" y="2814"/>
                  <a:pt x="1215" y="2746"/>
                </a:cubicBezTo>
                <a:lnTo>
                  <a:pt x="1215" y="2746"/>
                </a:lnTo>
                <a:cubicBezTo>
                  <a:pt x="1214" y="2743"/>
                  <a:pt x="1213" y="2740"/>
                  <a:pt x="1212" y="2736"/>
                </a:cubicBezTo>
                <a:cubicBezTo>
                  <a:pt x="1199" y="2702"/>
                  <a:pt x="1187" y="2668"/>
                  <a:pt x="1176" y="2635"/>
                </a:cubicBezTo>
                <a:cubicBezTo>
                  <a:pt x="1153" y="2559"/>
                  <a:pt x="1132" y="2481"/>
                  <a:pt x="1119" y="2403"/>
                </a:cubicBezTo>
                <a:cubicBezTo>
                  <a:pt x="1119" y="2401"/>
                  <a:pt x="1118" y="2399"/>
                  <a:pt x="1118" y="2397"/>
                </a:cubicBezTo>
                <a:lnTo>
                  <a:pt x="1118" y="2397"/>
                </a:lnTo>
                <a:cubicBezTo>
                  <a:pt x="1122" y="2365"/>
                  <a:pt x="1108" y="2315"/>
                  <a:pt x="1106" y="2283"/>
                </a:cubicBezTo>
                <a:cubicBezTo>
                  <a:pt x="1102" y="2203"/>
                  <a:pt x="1102" y="2123"/>
                  <a:pt x="1106" y="2043"/>
                </a:cubicBezTo>
                <a:cubicBezTo>
                  <a:pt x="1107" y="2033"/>
                  <a:pt x="1110" y="2004"/>
                  <a:pt x="1113" y="1978"/>
                </a:cubicBezTo>
                <a:lnTo>
                  <a:pt x="1113" y="1978"/>
                </a:lnTo>
                <a:cubicBezTo>
                  <a:pt x="1117" y="1953"/>
                  <a:pt x="1123" y="1911"/>
                  <a:pt x="1125" y="1899"/>
                </a:cubicBezTo>
                <a:cubicBezTo>
                  <a:pt x="1144" y="1813"/>
                  <a:pt x="1170" y="1731"/>
                  <a:pt x="1197" y="1647"/>
                </a:cubicBezTo>
                <a:cubicBezTo>
                  <a:pt x="1199" y="1642"/>
                  <a:pt x="1200" y="1637"/>
                  <a:pt x="1201" y="1634"/>
                </a:cubicBezTo>
                <a:lnTo>
                  <a:pt x="1201" y="1634"/>
                </a:lnTo>
                <a:cubicBezTo>
                  <a:pt x="1203" y="1630"/>
                  <a:pt x="1205" y="1626"/>
                  <a:pt x="1208" y="1621"/>
                </a:cubicBezTo>
                <a:cubicBezTo>
                  <a:pt x="1227" y="1583"/>
                  <a:pt x="1246" y="1543"/>
                  <a:pt x="1269" y="1507"/>
                </a:cubicBezTo>
                <a:cubicBezTo>
                  <a:pt x="1290" y="1470"/>
                  <a:pt x="1313" y="1434"/>
                  <a:pt x="1338" y="1398"/>
                </a:cubicBezTo>
                <a:cubicBezTo>
                  <a:pt x="1341" y="1394"/>
                  <a:pt x="1344" y="1390"/>
                  <a:pt x="1346" y="1386"/>
                </a:cubicBezTo>
                <a:lnTo>
                  <a:pt x="1346" y="1386"/>
                </a:lnTo>
                <a:cubicBezTo>
                  <a:pt x="1346" y="1386"/>
                  <a:pt x="1346" y="1386"/>
                  <a:pt x="1347" y="1385"/>
                </a:cubicBezTo>
                <a:cubicBezTo>
                  <a:pt x="1399" y="1329"/>
                  <a:pt x="1454" y="1275"/>
                  <a:pt x="1511" y="1223"/>
                </a:cubicBezTo>
                <a:lnTo>
                  <a:pt x="1511" y="1223"/>
                </a:lnTo>
                <a:cubicBezTo>
                  <a:pt x="1524" y="1213"/>
                  <a:pt x="1537" y="1203"/>
                  <a:pt x="1551" y="1194"/>
                </a:cubicBezTo>
                <a:cubicBezTo>
                  <a:pt x="1589" y="1170"/>
                  <a:pt x="1627" y="1147"/>
                  <a:pt x="1667" y="1126"/>
                </a:cubicBezTo>
                <a:cubicBezTo>
                  <a:pt x="1682" y="1119"/>
                  <a:pt x="1697" y="1111"/>
                  <a:pt x="1712" y="1103"/>
                </a:cubicBezTo>
                <a:lnTo>
                  <a:pt x="1712" y="1103"/>
                </a:lnTo>
                <a:cubicBezTo>
                  <a:pt x="1755" y="1090"/>
                  <a:pt x="1797" y="1075"/>
                  <a:pt x="1840" y="1063"/>
                </a:cubicBezTo>
                <a:cubicBezTo>
                  <a:pt x="1884" y="1050"/>
                  <a:pt x="1928" y="1042"/>
                  <a:pt x="1970" y="1031"/>
                </a:cubicBezTo>
                <a:cubicBezTo>
                  <a:pt x="1976" y="1030"/>
                  <a:pt x="1983" y="1028"/>
                  <a:pt x="1990" y="1026"/>
                </a:cubicBezTo>
                <a:lnTo>
                  <a:pt x="1990" y="1026"/>
                </a:lnTo>
                <a:cubicBezTo>
                  <a:pt x="2008" y="1025"/>
                  <a:pt x="2026" y="1024"/>
                  <a:pt x="2042" y="1023"/>
                </a:cubicBezTo>
                <a:cubicBezTo>
                  <a:pt x="2063" y="1021"/>
                  <a:pt x="2083" y="1018"/>
                  <a:pt x="2104" y="1015"/>
                </a:cubicBezTo>
                <a:lnTo>
                  <a:pt x="2104" y="1015"/>
                </a:lnTo>
                <a:cubicBezTo>
                  <a:pt x="2127" y="1013"/>
                  <a:pt x="2151" y="1010"/>
                  <a:pt x="2175" y="1006"/>
                </a:cubicBezTo>
                <a:cubicBezTo>
                  <a:pt x="2200" y="1002"/>
                  <a:pt x="2223" y="998"/>
                  <a:pt x="2248" y="996"/>
                </a:cubicBezTo>
                <a:lnTo>
                  <a:pt x="2248" y="996"/>
                </a:lnTo>
                <a:cubicBezTo>
                  <a:pt x="2202" y="1002"/>
                  <a:pt x="2186" y="1004"/>
                  <a:pt x="2186" y="1004"/>
                </a:cubicBezTo>
                <a:cubicBezTo>
                  <a:pt x="2187" y="1004"/>
                  <a:pt x="2227" y="999"/>
                  <a:pt x="2246" y="998"/>
                </a:cubicBezTo>
                <a:cubicBezTo>
                  <a:pt x="2293" y="996"/>
                  <a:pt x="2341" y="991"/>
                  <a:pt x="2387" y="989"/>
                </a:cubicBezTo>
                <a:close/>
                <a:moveTo>
                  <a:pt x="2431" y="0"/>
                </a:moveTo>
                <a:cubicBezTo>
                  <a:pt x="2283" y="0"/>
                  <a:pt x="2134" y="12"/>
                  <a:pt x="1987" y="33"/>
                </a:cubicBezTo>
                <a:lnTo>
                  <a:pt x="1987" y="33"/>
                </a:lnTo>
                <a:cubicBezTo>
                  <a:pt x="1519" y="79"/>
                  <a:pt x="1082" y="246"/>
                  <a:pt x="738" y="578"/>
                </a:cubicBezTo>
                <a:cubicBezTo>
                  <a:pt x="443" y="863"/>
                  <a:pt x="236" y="1259"/>
                  <a:pt x="158" y="1661"/>
                </a:cubicBezTo>
                <a:cubicBezTo>
                  <a:pt x="0" y="2477"/>
                  <a:pt x="228" y="3403"/>
                  <a:pt x="896" y="3941"/>
                </a:cubicBezTo>
                <a:cubicBezTo>
                  <a:pt x="1283" y="4251"/>
                  <a:pt x="1777" y="4404"/>
                  <a:pt x="2272" y="4404"/>
                </a:cubicBezTo>
                <a:cubicBezTo>
                  <a:pt x="2762" y="4404"/>
                  <a:pt x="3253" y="4255"/>
                  <a:pt x="3645" y="3962"/>
                </a:cubicBezTo>
                <a:cubicBezTo>
                  <a:pt x="4395" y="3401"/>
                  <a:pt x="4700" y="2409"/>
                  <a:pt x="4443" y="1512"/>
                </a:cubicBezTo>
                <a:cubicBezTo>
                  <a:pt x="4302" y="1025"/>
                  <a:pt x="4003" y="604"/>
                  <a:pt x="3582" y="321"/>
                </a:cubicBezTo>
                <a:cubicBezTo>
                  <a:pt x="3236" y="89"/>
                  <a:pt x="2836" y="0"/>
                  <a:pt x="243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73" name="Google Shape;1573;p34"/>
          <p:cNvGrpSpPr/>
          <p:nvPr/>
        </p:nvGrpSpPr>
        <p:grpSpPr>
          <a:xfrm flipH="1" rot="-6299880">
            <a:off x="1452565" y="476245"/>
            <a:ext cx="708049" cy="444266"/>
            <a:chOff x="1445125" y="3867675"/>
            <a:chExt cx="803300" cy="502950"/>
          </a:xfrm>
        </p:grpSpPr>
        <p:sp>
          <p:nvSpPr>
            <p:cNvPr id="1574" name="Google Shape;1574;p34"/>
            <p:cNvSpPr/>
            <p:nvPr/>
          </p:nvSpPr>
          <p:spPr>
            <a:xfrm>
              <a:off x="1445125" y="3867675"/>
              <a:ext cx="535450" cy="502950"/>
            </a:xfrm>
            <a:custGeom>
              <a:rect b="b" l="l" r="r" t="t"/>
              <a:pathLst>
                <a:path extrusionOk="0" h="20118" w="21418">
                  <a:moveTo>
                    <a:pt x="5846" y="993"/>
                  </a:moveTo>
                  <a:cubicBezTo>
                    <a:pt x="6726" y="993"/>
                    <a:pt x="7300" y="1814"/>
                    <a:pt x="7545" y="2688"/>
                  </a:cubicBezTo>
                  <a:cubicBezTo>
                    <a:pt x="7686" y="3200"/>
                    <a:pt x="7749" y="3726"/>
                    <a:pt x="7770" y="4255"/>
                  </a:cubicBezTo>
                  <a:cubicBezTo>
                    <a:pt x="7787" y="4700"/>
                    <a:pt x="7676" y="5216"/>
                    <a:pt x="7812" y="5641"/>
                  </a:cubicBezTo>
                  <a:cubicBezTo>
                    <a:pt x="8017" y="6280"/>
                    <a:pt x="8790" y="6621"/>
                    <a:pt x="9352" y="6861"/>
                  </a:cubicBezTo>
                  <a:cubicBezTo>
                    <a:pt x="10899" y="7523"/>
                    <a:pt x="12588" y="7895"/>
                    <a:pt x="14238" y="8195"/>
                  </a:cubicBezTo>
                  <a:cubicBezTo>
                    <a:pt x="14279" y="8202"/>
                    <a:pt x="14320" y="8206"/>
                    <a:pt x="14360" y="8206"/>
                  </a:cubicBezTo>
                  <a:cubicBezTo>
                    <a:pt x="14538" y="8206"/>
                    <a:pt x="14697" y="8128"/>
                    <a:pt x="14800" y="7965"/>
                  </a:cubicBezTo>
                  <a:cubicBezTo>
                    <a:pt x="15658" y="6602"/>
                    <a:pt x="16673" y="5266"/>
                    <a:pt x="17868" y="4181"/>
                  </a:cubicBezTo>
                  <a:cubicBezTo>
                    <a:pt x="18246" y="3837"/>
                    <a:pt x="19055" y="3130"/>
                    <a:pt x="19662" y="3130"/>
                  </a:cubicBezTo>
                  <a:cubicBezTo>
                    <a:pt x="19761" y="3130"/>
                    <a:pt x="19855" y="3149"/>
                    <a:pt x="19941" y="3191"/>
                  </a:cubicBezTo>
                  <a:cubicBezTo>
                    <a:pt x="19972" y="3206"/>
                    <a:pt x="20042" y="3282"/>
                    <a:pt x="20078" y="3334"/>
                  </a:cubicBezTo>
                  <a:cubicBezTo>
                    <a:pt x="20170" y="3474"/>
                    <a:pt x="20200" y="3554"/>
                    <a:pt x="20244" y="3703"/>
                  </a:cubicBezTo>
                  <a:cubicBezTo>
                    <a:pt x="20356" y="4074"/>
                    <a:pt x="20385" y="4459"/>
                    <a:pt x="20391" y="4845"/>
                  </a:cubicBezTo>
                  <a:cubicBezTo>
                    <a:pt x="20434" y="7253"/>
                    <a:pt x="19715" y="9724"/>
                    <a:pt x="18959" y="11987"/>
                  </a:cubicBezTo>
                  <a:cubicBezTo>
                    <a:pt x="18546" y="13223"/>
                    <a:pt x="18074" y="14443"/>
                    <a:pt x="17505" y="15619"/>
                  </a:cubicBezTo>
                  <a:cubicBezTo>
                    <a:pt x="16974" y="16720"/>
                    <a:pt x="16385" y="17795"/>
                    <a:pt x="15472" y="18631"/>
                  </a:cubicBezTo>
                  <a:cubicBezTo>
                    <a:pt x="15279" y="18808"/>
                    <a:pt x="15055" y="19008"/>
                    <a:pt x="14800" y="19090"/>
                  </a:cubicBezTo>
                  <a:cubicBezTo>
                    <a:pt x="14731" y="19114"/>
                    <a:pt x="14679" y="19127"/>
                    <a:pt x="14633" y="19127"/>
                  </a:cubicBezTo>
                  <a:cubicBezTo>
                    <a:pt x="14584" y="19127"/>
                    <a:pt x="14541" y="19112"/>
                    <a:pt x="14491" y="19078"/>
                  </a:cubicBezTo>
                  <a:cubicBezTo>
                    <a:pt x="14179" y="18859"/>
                    <a:pt x="14040" y="18279"/>
                    <a:pt x="13943" y="17913"/>
                  </a:cubicBezTo>
                  <a:cubicBezTo>
                    <a:pt x="13496" y="16204"/>
                    <a:pt x="13420" y="14392"/>
                    <a:pt x="13231" y="12644"/>
                  </a:cubicBezTo>
                  <a:cubicBezTo>
                    <a:pt x="13231" y="12642"/>
                    <a:pt x="13231" y="12641"/>
                    <a:pt x="13230" y="12640"/>
                  </a:cubicBezTo>
                  <a:lnTo>
                    <a:pt x="13230" y="12640"/>
                  </a:lnTo>
                  <a:cubicBezTo>
                    <a:pt x="13241" y="12479"/>
                    <a:pt x="13172" y="12316"/>
                    <a:pt x="12984" y="12214"/>
                  </a:cubicBezTo>
                  <a:cubicBezTo>
                    <a:pt x="12340" y="11860"/>
                    <a:pt x="11598" y="11675"/>
                    <a:pt x="10890" y="11496"/>
                  </a:cubicBezTo>
                  <a:cubicBezTo>
                    <a:pt x="10069" y="11291"/>
                    <a:pt x="9239" y="11119"/>
                    <a:pt x="8404" y="10971"/>
                  </a:cubicBezTo>
                  <a:cubicBezTo>
                    <a:pt x="7943" y="10890"/>
                    <a:pt x="7439" y="10757"/>
                    <a:pt x="6964" y="10757"/>
                  </a:cubicBezTo>
                  <a:cubicBezTo>
                    <a:pt x="6933" y="10757"/>
                    <a:pt x="6903" y="10757"/>
                    <a:pt x="6873" y="10758"/>
                  </a:cubicBezTo>
                  <a:cubicBezTo>
                    <a:pt x="6281" y="10782"/>
                    <a:pt x="5857" y="11237"/>
                    <a:pt x="5518" y="11671"/>
                  </a:cubicBezTo>
                  <a:cubicBezTo>
                    <a:pt x="4848" y="12532"/>
                    <a:pt x="4110" y="13945"/>
                    <a:pt x="2900" y="13945"/>
                  </a:cubicBezTo>
                  <a:cubicBezTo>
                    <a:pt x="2748" y="13945"/>
                    <a:pt x="2589" y="13923"/>
                    <a:pt x="2421" y="13874"/>
                  </a:cubicBezTo>
                  <a:cubicBezTo>
                    <a:pt x="1265" y="13539"/>
                    <a:pt x="1147" y="12161"/>
                    <a:pt x="1191" y="11150"/>
                  </a:cubicBezTo>
                  <a:cubicBezTo>
                    <a:pt x="1259" y="9547"/>
                    <a:pt x="1735" y="7959"/>
                    <a:pt x="2242" y="6446"/>
                  </a:cubicBezTo>
                  <a:cubicBezTo>
                    <a:pt x="2666" y="5186"/>
                    <a:pt x="3155" y="3943"/>
                    <a:pt x="3669" y="2717"/>
                  </a:cubicBezTo>
                  <a:cubicBezTo>
                    <a:pt x="4014" y="1894"/>
                    <a:pt x="4701" y="1150"/>
                    <a:pt x="5619" y="1011"/>
                  </a:cubicBezTo>
                  <a:cubicBezTo>
                    <a:pt x="5697" y="999"/>
                    <a:pt x="5772" y="993"/>
                    <a:pt x="5846" y="993"/>
                  </a:cubicBezTo>
                  <a:close/>
                  <a:moveTo>
                    <a:pt x="5851" y="1"/>
                  </a:moveTo>
                  <a:cubicBezTo>
                    <a:pt x="4753" y="1"/>
                    <a:pt x="3750" y="699"/>
                    <a:pt x="3144" y="1580"/>
                  </a:cubicBezTo>
                  <a:cubicBezTo>
                    <a:pt x="2849" y="2009"/>
                    <a:pt x="2683" y="2515"/>
                    <a:pt x="2487" y="2993"/>
                  </a:cubicBezTo>
                  <a:cubicBezTo>
                    <a:pt x="2217" y="3653"/>
                    <a:pt x="1954" y="4314"/>
                    <a:pt x="1705" y="4982"/>
                  </a:cubicBezTo>
                  <a:cubicBezTo>
                    <a:pt x="1113" y="6581"/>
                    <a:pt x="576" y="8224"/>
                    <a:pt x="323" y="9914"/>
                  </a:cubicBezTo>
                  <a:cubicBezTo>
                    <a:pt x="121" y="11253"/>
                    <a:pt x="1" y="12901"/>
                    <a:pt x="913" y="14026"/>
                  </a:cubicBezTo>
                  <a:cubicBezTo>
                    <a:pt x="1411" y="14639"/>
                    <a:pt x="2111" y="14918"/>
                    <a:pt x="2824" y="14918"/>
                  </a:cubicBezTo>
                  <a:cubicBezTo>
                    <a:pt x="3509" y="14918"/>
                    <a:pt x="4207" y="14660"/>
                    <a:pt x="4751" y="14192"/>
                  </a:cubicBezTo>
                  <a:cubicBezTo>
                    <a:pt x="5371" y="13659"/>
                    <a:pt x="5777" y="12949"/>
                    <a:pt x="6272" y="12311"/>
                  </a:cubicBezTo>
                  <a:cubicBezTo>
                    <a:pt x="6566" y="11931"/>
                    <a:pt x="6732" y="11776"/>
                    <a:pt x="7065" y="11776"/>
                  </a:cubicBezTo>
                  <a:cubicBezTo>
                    <a:pt x="7129" y="11776"/>
                    <a:pt x="7199" y="11782"/>
                    <a:pt x="7277" y="11793"/>
                  </a:cubicBezTo>
                  <a:cubicBezTo>
                    <a:pt x="8166" y="11915"/>
                    <a:pt x="9053" y="12094"/>
                    <a:pt x="9930" y="12292"/>
                  </a:cubicBezTo>
                  <a:cubicBezTo>
                    <a:pt x="10726" y="12472"/>
                    <a:pt x="11550" y="12626"/>
                    <a:pt x="12268" y="12966"/>
                  </a:cubicBezTo>
                  <a:lnTo>
                    <a:pt x="12268" y="12966"/>
                  </a:lnTo>
                  <a:cubicBezTo>
                    <a:pt x="12439" y="14633"/>
                    <a:pt x="12548" y="16332"/>
                    <a:pt x="12930" y="17963"/>
                  </a:cubicBezTo>
                  <a:cubicBezTo>
                    <a:pt x="13136" y="18845"/>
                    <a:pt x="13555" y="20118"/>
                    <a:pt x="14640" y="20118"/>
                  </a:cubicBezTo>
                  <a:cubicBezTo>
                    <a:pt x="14672" y="20118"/>
                    <a:pt x="14706" y="20116"/>
                    <a:pt x="14739" y="20114"/>
                  </a:cubicBezTo>
                  <a:cubicBezTo>
                    <a:pt x="15314" y="20074"/>
                    <a:pt x="15818" y="19674"/>
                    <a:pt x="16220" y="19295"/>
                  </a:cubicBezTo>
                  <a:cubicBezTo>
                    <a:pt x="16778" y="18770"/>
                    <a:pt x="17242" y="18165"/>
                    <a:pt x="17630" y="17506"/>
                  </a:cubicBezTo>
                  <a:cubicBezTo>
                    <a:pt x="18329" y="16326"/>
                    <a:pt x="18879" y="15058"/>
                    <a:pt x="19372" y="13779"/>
                  </a:cubicBezTo>
                  <a:cubicBezTo>
                    <a:pt x="20387" y="11140"/>
                    <a:pt x="21255" y="8266"/>
                    <a:pt x="21379" y="5422"/>
                  </a:cubicBezTo>
                  <a:cubicBezTo>
                    <a:pt x="21417" y="4558"/>
                    <a:pt x="21409" y="3509"/>
                    <a:pt x="20893" y="2768"/>
                  </a:cubicBezTo>
                  <a:cubicBezTo>
                    <a:pt x="20591" y="2334"/>
                    <a:pt x="20167" y="2169"/>
                    <a:pt x="19717" y="2169"/>
                  </a:cubicBezTo>
                  <a:cubicBezTo>
                    <a:pt x="19269" y="2169"/>
                    <a:pt x="18796" y="2332"/>
                    <a:pt x="18392" y="2557"/>
                  </a:cubicBezTo>
                  <a:cubicBezTo>
                    <a:pt x="17206" y="3219"/>
                    <a:pt x="16258" y="4331"/>
                    <a:pt x="15430" y="5382"/>
                  </a:cubicBezTo>
                  <a:cubicBezTo>
                    <a:pt x="14975" y="5959"/>
                    <a:pt x="14535" y="6551"/>
                    <a:pt x="14131" y="7165"/>
                  </a:cubicBezTo>
                  <a:lnTo>
                    <a:pt x="14131" y="7165"/>
                  </a:lnTo>
                  <a:cubicBezTo>
                    <a:pt x="12741" y="6903"/>
                    <a:pt x="11340" y="6572"/>
                    <a:pt x="10022" y="6067"/>
                  </a:cubicBezTo>
                  <a:cubicBezTo>
                    <a:pt x="9692" y="5938"/>
                    <a:pt x="9355" y="5795"/>
                    <a:pt x="9057" y="5599"/>
                  </a:cubicBezTo>
                  <a:cubicBezTo>
                    <a:pt x="8975" y="5544"/>
                    <a:pt x="8902" y="5490"/>
                    <a:pt x="8830" y="5420"/>
                  </a:cubicBezTo>
                  <a:cubicBezTo>
                    <a:pt x="8801" y="5393"/>
                    <a:pt x="8791" y="5386"/>
                    <a:pt x="8788" y="5385"/>
                  </a:cubicBezTo>
                  <a:lnTo>
                    <a:pt x="8788" y="5385"/>
                  </a:lnTo>
                  <a:cubicBezTo>
                    <a:pt x="8787" y="5381"/>
                    <a:pt x="8781" y="5370"/>
                    <a:pt x="8767" y="5346"/>
                  </a:cubicBezTo>
                  <a:cubicBezTo>
                    <a:pt x="8764" y="5342"/>
                    <a:pt x="8761" y="5338"/>
                    <a:pt x="8759" y="5334"/>
                  </a:cubicBezTo>
                  <a:lnTo>
                    <a:pt x="8759" y="5334"/>
                  </a:lnTo>
                  <a:cubicBezTo>
                    <a:pt x="8759" y="5333"/>
                    <a:pt x="8759" y="5331"/>
                    <a:pt x="8758" y="5329"/>
                  </a:cubicBezTo>
                  <a:cubicBezTo>
                    <a:pt x="8680" y="4813"/>
                    <a:pt x="8779" y="4238"/>
                    <a:pt x="8729" y="3712"/>
                  </a:cubicBezTo>
                  <a:cubicBezTo>
                    <a:pt x="8683" y="3244"/>
                    <a:pt x="8611" y="2774"/>
                    <a:pt x="8476" y="2325"/>
                  </a:cubicBezTo>
                  <a:cubicBezTo>
                    <a:pt x="8116" y="1129"/>
                    <a:pt x="7256" y="33"/>
                    <a:pt x="5914" y="2"/>
                  </a:cubicBezTo>
                  <a:cubicBezTo>
                    <a:pt x="5893" y="1"/>
                    <a:pt x="5872" y="1"/>
                    <a:pt x="585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5" name="Google Shape;1575;p34"/>
            <p:cNvSpPr/>
            <p:nvPr/>
          </p:nvSpPr>
          <p:spPr>
            <a:xfrm>
              <a:off x="1903525" y="4088100"/>
              <a:ext cx="344900" cy="185850"/>
            </a:xfrm>
            <a:custGeom>
              <a:rect b="b" l="l" r="r" t="t"/>
              <a:pathLst>
                <a:path extrusionOk="0" h="7434" w="13796">
                  <a:moveTo>
                    <a:pt x="2035" y="1"/>
                  </a:moveTo>
                  <a:cubicBezTo>
                    <a:pt x="1593" y="1"/>
                    <a:pt x="1301" y="661"/>
                    <a:pt x="1777" y="928"/>
                  </a:cubicBezTo>
                  <a:cubicBezTo>
                    <a:pt x="5023" y="2748"/>
                    <a:pt x="8420" y="4238"/>
                    <a:pt x="11476" y="6352"/>
                  </a:cubicBezTo>
                  <a:lnTo>
                    <a:pt x="11476" y="6352"/>
                  </a:lnTo>
                  <a:cubicBezTo>
                    <a:pt x="7847" y="6103"/>
                    <a:pt x="4252" y="5482"/>
                    <a:pt x="636" y="5110"/>
                  </a:cubicBezTo>
                  <a:cubicBezTo>
                    <a:pt x="615" y="5108"/>
                    <a:pt x="596" y="5107"/>
                    <a:pt x="577" y="5107"/>
                  </a:cubicBezTo>
                  <a:cubicBezTo>
                    <a:pt x="0" y="5107"/>
                    <a:pt x="24" y="6045"/>
                    <a:pt x="636" y="6106"/>
                  </a:cubicBezTo>
                  <a:cubicBezTo>
                    <a:pt x="4792" y="6534"/>
                    <a:pt x="8919" y="7290"/>
                    <a:pt x="13101" y="7434"/>
                  </a:cubicBezTo>
                  <a:cubicBezTo>
                    <a:pt x="13106" y="7434"/>
                    <a:pt x="13111" y="7434"/>
                    <a:pt x="13115" y="7434"/>
                  </a:cubicBezTo>
                  <a:cubicBezTo>
                    <a:pt x="13508" y="7434"/>
                    <a:pt x="13796" y="6851"/>
                    <a:pt x="13455" y="6582"/>
                  </a:cubicBezTo>
                  <a:cubicBezTo>
                    <a:pt x="11767" y="5262"/>
                    <a:pt x="9981" y="4109"/>
                    <a:pt x="8087" y="3106"/>
                  </a:cubicBezTo>
                  <a:cubicBezTo>
                    <a:pt x="6157" y="2083"/>
                    <a:pt x="4187" y="1139"/>
                    <a:pt x="2281" y="69"/>
                  </a:cubicBezTo>
                  <a:cubicBezTo>
                    <a:pt x="2197" y="21"/>
                    <a:pt x="2114" y="1"/>
                    <a:pt x="20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6" name="Google Shape;1576;p34"/>
            <p:cNvSpPr/>
            <p:nvPr/>
          </p:nvSpPr>
          <p:spPr>
            <a:xfrm>
              <a:off x="1462675" y="3884050"/>
              <a:ext cx="125100" cy="332450"/>
            </a:xfrm>
            <a:custGeom>
              <a:rect b="b" l="l" r="r" t="t"/>
              <a:pathLst>
                <a:path extrusionOk="0" h="13298" w="5004">
                  <a:moveTo>
                    <a:pt x="4226" y="0"/>
                  </a:moveTo>
                  <a:cubicBezTo>
                    <a:pt x="3978" y="0"/>
                    <a:pt x="3745" y="159"/>
                    <a:pt x="3776" y="478"/>
                  </a:cubicBezTo>
                  <a:cubicBezTo>
                    <a:pt x="3995" y="2762"/>
                    <a:pt x="3470" y="4910"/>
                    <a:pt x="2764" y="7066"/>
                  </a:cubicBezTo>
                  <a:cubicBezTo>
                    <a:pt x="2160" y="8913"/>
                    <a:pt x="1574" y="10906"/>
                    <a:pt x="310" y="12425"/>
                  </a:cubicBezTo>
                  <a:cubicBezTo>
                    <a:pt x="1" y="12799"/>
                    <a:pt x="333" y="13298"/>
                    <a:pt x="690" y="13298"/>
                  </a:cubicBezTo>
                  <a:cubicBezTo>
                    <a:pt x="802" y="13298"/>
                    <a:pt x="916" y="13249"/>
                    <a:pt x="1014" y="13131"/>
                  </a:cubicBezTo>
                  <a:cubicBezTo>
                    <a:pt x="2366" y="11506"/>
                    <a:pt x="3030" y="9452"/>
                    <a:pt x="3679" y="7474"/>
                  </a:cubicBezTo>
                  <a:cubicBezTo>
                    <a:pt x="4424" y="5193"/>
                    <a:pt x="5004" y="2899"/>
                    <a:pt x="4772" y="478"/>
                  </a:cubicBezTo>
                  <a:cubicBezTo>
                    <a:pt x="4741" y="160"/>
                    <a:pt x="4476" y="0"/>
                    <a:pt x="42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77" name="Google Shape;1577;p34"/>
          <p:cNvSpPr/>
          <p:nvPr/>
        </p:nvSpPr>
        <p:spPr>
          <a:xfrm>
            <a:off x="7195525" y="1790875"/>
            <a:ext cx="117525" cy="110100"/>
          </a:xfrm>
          <a:custGeom>
            <a:rect b="b" l="l" r="r" t="t"/>
            <a:pathLst>
              <a:path extrusionOk="0" h="4404" w="4701">
                <a:moveTo>
                  <a:pt x="1951" y="1032"/>
                </a:moveTo>
                <a:cubicBezTo>
                  <a:pt x="1950" y="1033"/>
                  <a:pt x="1949" y="1033"/>
                  <a:pt x="1947" y="1033"/>
                </a:cubicBezTo>
                <a:cubicBezTo>
                  <a:pt x="1948" y="1033"/>
                  <a:pt x="1950" y="1033"/>
                  <a:pt x="1951" y="1032"/>
                </a:cubicBezTo>
                <a:close/>
                <a:moveTo>
                  <a:pt x="2857" y="1059"/>
                </a:moveTo>
                <a:cubicBezTo>
                  <a:pt x="2871" y="1059"/>
                  <a:pt x="2889" y="1066"/>
                  <a:pt x="2907" y="1075"/>
                </a:cubicBezTo>
                <a:lnTo>
                  <a:pt x="2907" y="1075"/>
                </a:lnTo>
                <a:cubicBezTo>
                  <a:pt x="2887" y="1068"/>
                  <a:pt x="2858" y="1059"/>
                  <a:pt x="2857" y="1059"/>
                </a:cubicBezTo>
                <a:close/>
                <a:moveTo>
                  <a:pt x="3091" y="1185"/>
                </a:moveTo>
                <a:cubicBezTo>
                  <a:pt x="3091" y="1185"/>
                  <a:pt x="3091" y="1185"/>
                  <a:pt x="3091" y="1185"/>
                </a:cubicBezTo>
                <a:lnTo>
                  <a:pt x="3091" y="1185"/>
                </a:lnTo>
                <a:cubicBezTo>
                  <a:pt x="3091" y="1185"/>
                  <a:pt x="3091" y="1185"/>
                  <a:pt x="3091" y="1185"/>
                </a:cubicBezTo>
                <a:close/>
                <a:moveTo>
                  <a:pt x="3104" y="1198"/>
                </a:moveTo>
                <a:cubicBezTo>
                  <a:pt x="3111" y="1203"/>
                  <a:pt x="3118" y="1208"/>
                  <a:pt x="3125" y="1213"/>
                </a:cubicBezTo>
                <a:cubicBezTo>
                  <a:pt x="3142" y="1224"/>
                  <a:pt x="3149" y="1229"/>
                  <a:pt x="3148" y="1229"/>
                </a:cubicBezTo>
                <a:cubicBezTo>
                  <a:pt x="3148" y="1229"/>
                  <a:pt x="3121" y="1211"/>
                  <a:pt x="3104" y="1198"/>
                </a:cubicBezTo>
                <a:close/>
                <a:moveTo>
                  <a:pt x="1747" y="3319"/>
                </a:moveTo>
                <a:cubicBezTo>
                  <a:pt x="1767" y="3326"/>
                  <a:pt x="1803" y="3338"/>
                  <a:pt x="1802" y="3338"/>
                </a:cubicBezTo>
                <a:cubicBezTo>
                  <a:pt x="1800" y="3339"/>
                  <a:pt x="1799" y="3339"/>
                  <a:pt x="1797" y="3339"/>
                </a:cubicBezTo>
                <a:cubicBezTo>
                  <a:pt x="1785" y="3339"/>
                  <a:pt x="1766" y="3330"/>
                  <a:pt x="1747" y="3319"/>
                </a:cubicBezTo>
                <a:close/>
                <a:moveTo>
                  <a:pt x="2463" y="3393"/>
                </a:moveTo>
                <a:cubicBezTo>
                  <a:pt x="2461" y="3393"/>
                  <a:pt x="2459" y="3393"/>
                  <a:pt x="2456" y="3393"/>
                </a:cubicBezTo>
                <a:lnTo>
                  <a:pt x="2456" y="3393"/>
                </a:lnTo>
                <a:cubicBezTo>
                  <a:pt x="2459" y="3393"/>
                  <a:pt x="2462" y="3393"/>
                  <a:pt x="2463" y="3393"/>
                </a:cubicBezTo>
                <a:close/>
                <a:moveTo>
                  <a:pt x="2387" y="989"/>
                </a:moveTo>
                <a:cubicBezTo>
                  <a:pt x="2440" y="989"/>
                  <a:pt x="2491" y="989"/>
                  <a:pt x="2541" y="993"/>
                </a:cubicBezTo>
                <a:cubicBezTo>
                  <a:pt x="2560" y="993"/>
                  <a:pt x="2582" y="997"/>
                  <a:pt x="2601" y="998"/>
                </a:cubicBezTo>
                <a:lnTo>
                  <a:pt x="2601" y="998"/>
                </a:lnTo>
                <a:cubicBezTo>
                  <a:pt x="2682" y="1018"/>
                  <a:pt x="2761" y="1029"/>
                  <a:pt x="2840" y="1057"/>
                </a:cubicBezTo>
                <a:cubicBezTo>
                  <a:pt x="2857" y="1061"/>
                  <a:pt x="2876" y="1069"/>
                  <a:pt x="2895" y="1076"/>
                </a:cubicBezTo>
                <a:cubicBezTo>
                  <a:pt x="2906" y="1079"/>
                  <a:pt x="2914" y="1081"/>
                  <a:pt x="2919" y="1082"/>
                </a:cubicBezTo>
                <a:lnTo>
                  <a:pt x="2919" y="1082"/>
                </a:lnTo>
                <a:cubicBezTo>
                  <a:pt x="2944" y="1096"/>
                  <a:pt x="2968" y="1113"/>
                  <a:pt x="2984" y="1122"/>
                </a:cubicBezTo>
                <a:cubicBezTo>
                  <a:pt x="3015" y="1139"/>
                  <a:pt x="3049" y="1160"/>
                  <a:pt x="3080" y="1181"/>
                </a:cubicBezTo>
                <a:cubicBezTo>
                  <a:pt x="3084" y="1184"/>
                  <a:pt x="3088" y="1186"/>
                  <a:pt x="3092" y="1189"/>
                </a:cubicBezTo>
                <a:lnTo>
                  <a:pt x="3092" y="1189"/>
                </a:lnTo>
                <a:cubicBezTo>
                  <a:pt x="3107" y="1217"/>
                  <a:pt x="3258" y="1347"/>
                  <a:pt x="3274" y="1366"/>
                </a:cubicBezTo>
                <a:cubicBezTo>
                  <a:pt x="3278" y="1370"/>
                  <a:pt x="3281" y="1374"/>
                  <a:pt x="3284" y="1378"/>
                </a:cubicBezTo>
                <a:lnTo>
                  <a:pt x="3284" y="1378"/>
                </a:lnTo>
                <a:cubicBezTo>
                  <a:pt x="3304" y="1410"/>
                  <a:pt x="3328" y="1440"/>
                  <a:pt x="3348" y="1474"/>
                </a:cubicBezTo>
                <a:cubicBezTo>
                  <a:pt x="3367" y="1503"/>
                  <a:pt x="3386" y="1535"/>
                  <a:pt x="3403" y="1569"/>
                </a:cubicBezTo>
                <a:cubicBezTo>
                  <a:pt x="3409" y="1579"/>
                  <a:pt x="3414" y="1591"/>
                  <a:pt x="3420" y="1604"/>
                </a:cubicBezTo>
                <a:lnTo>
                  <a:pt x="3420" y="1604"/>
                </a:lnTo>
                <a:cubicBezTo>
                  <a:pt x="3420" y="1602"/>
                  <a:pt x="3420" y="1600"/>
                  <a:pt x="3420" y="1598"/>
                </a:cubicBezTo>
                <a:lnTo>
                  <a:pt x="3420" y="1598"/>
                </a:lnTo>
                <a:cubicBezTo>
                  <a:pt x="3420" y="1600"/>
                  <a:pt x="3420" y="1602"/>
                  <a:pt x="3420" y="1604"/>
                </a:cubicBezTo>
                <a:lnTo>
                  <a:pt x="3420" y="1604"/>
                </a:lnTo>
                <a:cubicBezTo>
                  <a:pt x="3420" y="1604"/>
                  <a:pt x="3420" y="1604"/>
                  <a:pt x="3420" y="1604"/>
                </a:cubicBezTo>
                <a:lnTo>
                  <a:pt x="3420" y="1604"/>
                </a:lnTo>
                <a:cubicBezTo>
                  <a:pt x="3420" y="1621"/>
                  <a:pt x="3423" y="1634"/>
                  <a:pt x="3427" y="1644"/>
                </a:cubicBezTo>
                <a:lnTo>
                  <a:pt x="3427" y="1644"/>
                </a:lnTo>
                <a:cubicBezTo>
                  <a:pt x="3423" y="1630"/>
                  <a:pt x="3420" y="1616"/>
                  <a:pt x="3420" y="1604"/>
                </a:cubicBezTo>
                <a:lnTo>
                  <a:pt x="3420" y="1604"/>
                </a:lnTo>
                <a:cubicBezTo>
                  <a:pt x="3422" y="1608"/>
                  <a:pt x="3424" y="1613"/>
                  <a:pt x="3426" y="1617"/>
                </a:cubicBezTo>
                <a:cubicBezTo>
                  <a:pt x="3442" y="1646"/>
                  <a:pt x="3443" y="1659"/>
                  <a:pt x="3439" y="1659"/>
                </a:cubicBezTo>
                <a:cubicBezTo>
                  <a:pt x="3436" y="1659"/>
                  <a:pt x="3432" y="1654"/>
                  <a:pt x="3427" y="1644"/>
                </a:cubicBezTo>
                <a:lnTo>
                  <a:pt x="3427" y="1644"/>
                </a:lnTo>
                <a:cubicBezTo>
                  <a:pt x="3443" y="1697"/>
                  <a:pt x="3479" y="1760"/>
                  <a:pt x="3491" y="1802"/>
                </a:cubicBezTo>
                <a:cubicBezTo>
                  <a:pt x="3500" y="1838"/>
                  <a:pt x="3508" y="1874"/>
                  <a:pt x="3517" y="1910"/>
                </a:cubicBezTo>
                <a:cubicBezTo>
                  <a:pt x="3521" y="1933"/>
                  <a:pt x="3525" y="1954"/>
                  <a:pt x="3529" y="1977"/>
                </a:cubicBezTo>
                <a:cubicBezTo>
                  <a:pt x="3534" y="2005"/>
                  <a:pt x="3537" y="2015"/>
                  <a:pt x="3538" y="2015"/>
                </a:cubicBezTo>
                <a:cubicBezTo>
                  <a:pt x="3540" y="2015"/>
                  <a:pt x="3530" y="1942"/>
                  <a:pt x="3525" y="1939"/>
                </a:cubicBezTo>
                <a:lnTo>
                  <a:pt x="3525" y="1939"/>
                </a:lnTo>
                <a:cubicBezTo>
                  <a:pt x="3550" y="1954"/>
                  <a:pt x="3538" y="2142"/>
                  <a:pt x="3538" y="2173"/>
                </a:cubicBezTo>
                <a:cubicBezTo>
                  <a:pt x="3538" y="2215"/>
                  <a:pt x="3535" y="2257"/>
                  <a:pt x="3533" y="2297"/>
                </a:cubicBezTo>
                <a:cubicBezTo>
                  <a:pt x="3532" y="2312"/>
                  <a:pt x="3530" y="2326"/>
                  <a:pt x="3529" y="2339"/>
                </a:cubicBezTo>
                <a:lnTo>
                  <a:pt x="3529" y="2339"/>
                </a:lnTo>
                <a:cubicBezTo>
                  <a:pt x="3514" y="2409"/>
                  <a:pt x="3504" y="2477"/>
                  <a:pt x="3483" y="2546"/>
                </a:cubicBezTo>
                <a:cubicBezTo>
                  <a:pt x="3472" y="2582"/>
                  <a:pt x="3462" y="2618"/>
                  <a:pt x="3449" y="2651"/>
                </a:cubicBezTo>
                <a:cubicBezTo>
                  <a:pt x="3445" y="2663"/>
                  <a:pt x="3440" y="2676"/>
                  <a:pt x="3436" y="2688"/>
                </a:cubicBezTo>
                <a:lnTo>
                  <a:pt x="3436" y="2688"/>
                </a:lnTo>
                <a:cubicBezTo>
                  <a:pt x="3398" y="2751"/>
                  <a:pt x="3369" y="2818"/>
                  <a:pt x="3329" y="2881"/>
                </a:cubicBezTo>
                <a:cubicBezTo>
                  <a:pt x="3324" y="2889"/>
                  <a:pt x="3300" y="2922"/>
                  <a:pt x="3284" y="2945"/>
                </a:cubicBezTo>
                <a:lnTo>
                  <a:pt x="3284" y="2945"/>
                </a:lnTo>
                <a:cubicBezTo>
                  <a:pt x="3263" y="2968"/>
                  <a:pt x="3232" y="3005"/>
                  <a:pt x="3224" y="3014"/>
                </a:cubicBezTo>
                <a:cubicBezTo>
                  <a:pt x="3198" y="3041"/>
                  <a:pt x="3171" y="3069"/>
                  <a:pt x="3142" y="3094"/>
                </a:cubicBezTo>
                <a:cubicBezTo>
                  <a:pt x="3127" y="3106"/>
                  <a:pt x="3112" y="3119"/>
                  <a:pt x="3099" y="3132"/>
                </a:cubicBezTo>
                <a:cubicBezTo>
                  <a:pt x="3075" y="3154"/>
                  <a:pt x="3071" y="3163"/>
                  <a:pt x="3076" y="3163"/>
                </a:cubicBezTo>
                <a:cubicBezTo>
                  <a:pt x="3076" y="3163"/>
                  <a:pt x="3077" y="3163"/>
                  <a:pt x="3078" y="3162"/>
                </a:cubicBezTo>
                <a:lnTo>
                  <a:pt x="3078" y="3162"/>
                </a:lnTo>
                <a:cubicBezTo>
                  <a:pt x="3021" y="3203"/>
                  <a:pt x="2923" y="3245"/>
                  <a:pt x="2889" y="3262"/>
                </a:cubicBezTo>
                <a:cubicBezTo>
                  <a:pt x="2863" y="3275"/>
                  <a:pt x="2803" y="3296"/>
                  <a:pt x="2805" y="3296"/>
                </a:cubicBezTo>
                <a:cubicBezTo>
                  <a:pt x="2806" y="3296"/>
                  <a:pt x="2822" y="3291"/>
                  <a:pt x="2866" y="3277"/>
                </a:cubicBezTo>
                <a:lnTo>
                  <a:pt x="2866" y="3277"/>
                </a:lnTo>
                <a:cubicBezTo>
                  <a:pt x="2823" y="3292"/>
                  <a:pt x="2783" y="3309"/>
                  <a:pt x="2741" y="3323"/>
                </a:cubicBezTo>
                <a:cubicBezTo>
                  <a:pt x="2642" y="3355"/>
                  <a:pt x="2541" y="3376"/>
                  <a:pt x="2438" y="3395"/>
                </a:cubicBezTo>
                <a:cubicBezTo>
                  <a:pt x="2437" y="3395"/>
                  <a:pt x="2437" y="3395"/>
                  <a:pt x="2437" y="3395"/>
                </a:cubicBezTo>
                <a:lnTo>
                  <a:pt x="2437" y="3395"/>
                </a:lnTo>
                <a:cubicBezTo>
                  <a:pt x="2416" y="3397"/>
                  <a:pt x="2395" y="3400"/>
                  <a:pt x="2375" y="3401"/>
                </a:cubicBezTo>
                <a:cubicBezTo>
                  <a:pt x="2330" y="3403"/>
                  <a:pt x="2284" y="3406"/>
                  <a:pt x="2240" y="3406"/>
                </a:cubicBezTo>
                <a:cubicBezTo>
                  <a:pt x="2226" y="3406"/>
                  <a:pt x="2211" y="3406"/>
                  <a:pt x="2197" y="3406"/>
                </a:cubicBezTo>
                <a:cubicBezTo>
                  <a:pt x="2163" y="3406"/>
                  <a:pt x="2129" y="3405"/>
                  <a:pt x="2094" y="3403"/>
                </a:cubicBezTo>
                <a:cubicBezTo>
                  <a:pt x="2081" y="3402"/>
                  <a:pt x="2067" y="3400"/>
                  <a:pt x="2054" y="3398"/>
                </a:cubicBezTo>
                <a:lnTo>
                  <a:pt x="2054" y="3398"/>
                </a:lnTo>
                <a:cubicBezTo>
                  <a:pt x="1975" y="3376"/>
                  <a:pt x="1893" y="3365"/>
                  <a:pt x="1814" y="3340"/>
                </a:cubicBezTo>
                <a:cubicBezTo>
                  <a:pt x="1797" y="3334"/>
                  <a:pt x="1778" y="3326"/>
                  <a:pt x="1762" y="3321"/>
                </a:cubicBezTo>
                <a:cubicBezTo>
                  <a:pt x="1752" y="3318"/>
                  <a:pt x="1745" y="3316"/>
                  <a:pt x="1740" y="3315"/>
                </a:cubicBezTo>
                <a:lnTo>
                  <a:pt x="1740" y="3315"/>
                </a:lnTo>
                <a:cubicBezTo>
                  <a:pt x="1716" y="3301"/>
                  <a:pt x="1691" y="3283"/>
                  <a:pt x="1679" y="3277"/>
                </a:cubicBezTo>
                <a:cubicBezTo>
                  <a:pt x="1648" y="3258"/>
                  <a:pt x="1616" y="3241"/>
                  <a:pt x="1587" y="3220"/>
                </a:cubicBezTo>
                <a:cubicBezTo>
                  <a:pt x="1572" y="3210"/>
                  <a:pt x="1557" y="3199"/>
                  <a:pt x="1543" y="3191"/>
                </a:cubicBezTo>
                <a:cubicBezTo>
                  <a:pt x="1525" y="3180"/>
                  <a:pt x="1519" y="3175"/>
                  <a:pt x="1519" y="3175"/>
                </a:cubicBezTo>
                <a:lnTo>
                  <a:pt x="1519" y="3175"/>
                </a:lnTo>
                <a:cubicBezTo>
                  <a:pt x="1518" y="3175"/>
                  <a:pt x="1582" y="3218"/>
                  <a:pt x="1580" y="3218"/>
                </a:cubicBezTo>
                <a:cubicBezTo>
                  <a:pt x="1580" y="3218"/>
                  <a:pt x="1579" y="3218"/>
                  <a:pt x="1578" y="3218"/>
                </a:cubicBezTo>
                <a:cubicBezTo>
                  <a:pt x="1542" y="3218"/>
                  <a:pt x="1420" y="3070"/>
                  <a:pt x="1399" y="3045"/>
                </a:cubicBezTo>
                <a:cubicBezTo>
                  <a:pt x="1384" y="3030"/>
                  <a:pt x="1353" y="2977"/>
                  <a:pt x="1351" y="2977"/>
                </a:cubicBezTo>
                <a:lnTo>
                  <a:pt x="1351" y="2977"/>
                </a:lnTo>
                <a:cubicBezTo>
                  <a:pt x="1350" y="2977"/>
                  <a:pt x="1354" y="2985"/>
                  <a:pt x="1363" y="3005"/>
                </a:cubicBezTo>
                <a:cubicBezTo>
                  <a:pt x="1372" y="3025"/>
                  <a:pt x="1375" y="3032"/>
                  <a:pt x="1374" y="3032"/>
                </a:cubicBezTo>
                <a:cubicBezTo>
                  <a:pt x="1372" y="3032"/>
                  <a:pt x="1335" y="2962"/>
                  <a:pt x="1326" y="2946"/>
                </a:cubicBezTo>
                <a:cubicBezTo>
                  <a:pt x="1285" y="2881"/>
                  <a:pt x="1252" y="2814"/>
                  <a:pt x="1215" y="2746"/>
                </a:cubicBezTo>
                <a:lnTo>
                  <a:pt x="1215" y="2746"/>
                </a:lnTo>
                <a:cubicBezTo>
                  <a:pt x="1214" y="2743"/>
                  <a:pt x="1213" y="2740"/>
                  <a:pt x="1212" y="2736"/>
                </a:cubicBezTo>
                <a:cubicBezTo>
                  <a:pt x="1199" y="2702"/>
                  <a:pt x="1187" y="2668"/>
                  <a:pt x="1176" y="2635"/>
                </a:cubicBezTo>
                <a:cubicBezTo>
                  <a:pt x="1153" y="2559"/>
                  <a:pt x="1132" y="2481"/>
                  <a:pt x="1119" y="2403"/>
                </a:cubicBezTo>
                <a:cubicBezTo>
                  <a:pt x="1119" y="2401"/>
                  <a:pt x="1118" y="2399"/>
                  <a:pt x="1118" y="2397"/>
                </a:cubicBezTo>
                <a:lnTo>
                  <a:pt x="1118" y="2397"/>
                </a:lnTo>
                <a:cubicBezTo>
                  <a:pt x="1122" y="2365"/>
                  <a:pt x="1108" y="2315"/>
                  <a:pt x="1106" y="2283"/>
                </a:cubicBezTo>
                <a:cubicBezTo>
                  <a:pt x="1102" y="2203"/>
                  <a:pt x="1102" y="2123"/>
                  <a:pt x="1106" y="2043"/>
                </a:cubicBezTo>
                <a:cubicBezTo>
                  <a:pt x="1107" y="2033"/>
                  <a:pt x="1110" y="2004"/>
                  <a:pt x="1113" y="1978"/>
                </a:cubicBezTo>
                <a:lnTo>
                  <a:pt x="1113" y="1978"/>
                </a:lnTo>
                <a:cubicBezTo>
                  <a:pt x="1117" y="1953"/>
                  <a:pt x="1123" y="1911"/>
                  <a:pt x="1125" y="1899"/>
                </a:cubicBezTo>
                <a:cubicBezTo>
                  <a:pt x="1144" y="1813"/>
                  <a:pt x="1170" y="1731"/>
                  <a:pt x="1197" y="1647"/>
                </a:cubicBezTo>
                <a:cubicBezTo>
                  <a:pt x="1199" y="1642"/>
                  <a:pt x="1200" y="1637"/>
                  <a:pt x="1201" y="1634"/>
                </a:cubicBezTo>
                <a:lnTo>
                  <a:pt x="1201" y="1634"/>
                </a:lnTo>
                <a:cubicBezTo>
                  <a:pt x="1203" y="1630"/>
                  <a:pt x="1205" y="1626"/>
                  <a:pt x="1208" y="1621"/>
                </a:cubicBezTo>
                <a:cubicBezTo>
                  <a:pt x="1227" y="1583"/>
                  <a:pt x="1246" y="1543"/>
                  <a:pt x="1269" y="1507"/>
                </a:cubicBezTo>
                <a:cubicBezTo>
                  <a:pt x="1290" y="1470"/>
                  <a:pt x="1313" y="1434"/>
                  <a:pt x="1338" y="1398"/>
                </a:cubicBezTo>
                <a:cubicBezTo>
                  <a:pt x="1341" y="1394"/>
                  <a:pt x="1344" y="1390"/>
                  <a:pt x="1346" y="1386"/>
                </a:cubicBezTo>
                <a:lnTo>
                  <a:pt x="1346" y="1386"/>
                </a:lnTo>
                <a:cubicBezTo>
                  <a:pt x="1346" y="1386"/>
                  <a:pt x="1346" y="1386"/>
                  <a:pt x="1347" y="1385"/>
                </a:cubicBezTo>
                <a:cubicBezTo>
                  <a:pt x="1399" y="1329"/>
                  <a:pt x="1454" y="1275"/>
                  <a:pt x="1511" y="1223"/>
                </a:cubicBezTo>
                <a:lnTo>
                  <a:pt x="1511" y="1223"/>
                </a:lnTo>
                <a:cubicBezTo>
                  <a:pt x="1524" y="1213"/>
                  <a:pt x="1537" y="1203"/>
                  <a:pt x="1551" y="1194"/>
                </a:cubicBezTo>
                <a:cubicBezTo>
                  <a:pt x="1589" y="1170"/>
                  <a:pt x="1627" y="1147"/>
                  <a:pt x="1667" y="1126"/>
                </a:cubicBezTo>
                <a:cubicBezTo>
                  <a:pt x="1682" y="1119"/>
                  <a:pt x="1697" y="1111"/>
                  <a:pt x="1712" y="1103"/>
                </a:cubicBezTo>
                <a:lnTo>
                  <a:pt x="1712" y="1103"/>
                </a:lnTo>
                <a:cubicBezTo>
                  <a:pt x="1755" y="1090"/>
                  <a:pt x="1797" y="1075"/>
                  <a:pt x="1840" y="1063"/>
                </a:cubicBezTo>
                <a:cubicBezTo>
                  <a:pt x="1884" y="1050"/>
                  <a:pt x="1928" y="1042"/>
                  <a:pt x="1970" y="1031"/>
                </a:cubicBezTo>
                <a:cubicBezTo>
                  <a:pt x="1976" y="1030"/>
                  <a:pt x="1983" y="1028"/>
                  <a:pt x="1990" y="1026"/>
                </a:cubicBezTo>
                <a:lnTo>
                  <a:pt x="1990" y="1026"/>
                </a:lnTo>
                <a:cubicBezTo>
                  <a:pt x="2008" y="1025"/>
                  <a:pt x="2026" y="1024"/>
                  <a:pt x="2042" y="1023"/>
                </a:cubicBezTo>
                <a:cubicBezTo>
                  <a:pt x="2063" y="1021"/>
                  <a:pt x="2083" y="1018"/>
                  <a:pt x="2104" y="1015"/>
                </a:cubicBezTo>
                <a:lnTo>
                  <a:pt x="2104" y="1015"/>
                </a:lnTo>
                <a:cubicBezTo>
                  <a:pt x="2127" y="1013"/>
                  <a:pt x="2151" y="1010"/>
                  <a:pt x="2175" y="1006"/>
                </a:cubicBezTo>
                <a:cubicBezTo>
                  <a:pt x="2200" y="1002"/>
                  <a:pt x="2223" y="998"/>
                  <a:pt x="2248" y="996"/>
                </a:cubicBezTo>
                <a:lnTo>
                  <a:pt x="2248" y="996"/>
                </a:lnTo>
                <a:cubicBezTo>
                  <a:pt x="2202" y="1002"/>
                  <a:pt x="2186" y="1004"/>
                  <a:pt x="2186" y="1004"/>
                </a:cubicBezTo>
                <a:cubicBezTo>
                  <a:pt x="2187" y="1004"/>
                  <a:pt x="2227" y="999"/>
                  <a:pt x="2246" y="998"/>
                </a:cubicBezTo>
                <a:cubicBezTo>
                  <a:pt x="2293" y="996"/>
                  <a:pt x="2341" y="991"/>
                  <a:pt x="2387" y="989"/>
                </a:cubicBezTo>
                <a:close/>
                <a:moveTo>
                  <a:pt x="2431" y="0"/>
                </a:moveTo>
                <a:cubicBezTo>
                  <a:pt x="2283" y="0"/>
                  <a:pt x="2134" y="12"/>
                  <a:pt x="1987" y="33"/>
                </a:cubicBezTo>
                <a:lnTo>
                  <a:pt x="1987" y="33"/>
                </a:lnTo>
                <a:cubicBezTo>
                  <a:pt x="1519" y="79"/>
                  <a:pt x="1082" y="246"/>
                  <a:pt x="738" y="578"/>
                </a:cubicBezTo>
                <a:cubicBezTo>
                  <a:pt x="443" y="863"/>
                  <a:pt x="236" y="1259"/>
                  <a:pt x="158" y="1661"/>
                </a:cubicBezTo>
                <a:cubicBezTo>
                  <a:pt x="0" y="2477"/>
                  <a:pt x="228" y="3403"/>
                  <a:pt x="896" y="3941"/>
                </a:cubicBezTo>
                <a:cubicBezTo>
                  <a:pt x="1283" y="4251"/>
                  <a:pt x="1777" y="4404"/>
                  <a:pt x="2272" y="4404"/>
                </a:cubicBezTo>
                <a:cubicBezTo>
                  <a:pt x="2762" y="4404"/>
                  <a:pt x="3253" y="4255"/>
                  <a:pt x="3645" y="3962"/>
                </a:cubicBezTo>
                <a:cubicBezTo>
                  <a:pt x="4395" y="3401"/>
                  <a:pt x="4700" y="2409"/>
                  <a:pt x="4443" y="1512"/>
                </a:cubicBezTo>
                <a:cubicBezTo>
                  <a:pt x="4302" y="1025"/>
                  <a:pt x="4003" y="604"/>
                  <a:pt x="3582" y="321"/>
                </a:cubicBezTo>
                <a:cubicBezTo>
                  <a:pt x="3236" y="89"/>
                  <a:pt x="2836" y="0"/>
                  <a:pt x="243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8" name="Google Shape;1578;p34"/>
          <p:cNvSpPr txBox="1"/>
          <p:nvPr/>
        </p:nvSpPr>
        <p:spPr>
          <a:xfrm>
            <a:off x="2788950" y="3241900"/>
            <a:ext cx="3684300" cy="75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" sz="1100" u="none" cap="none" strike="noStrike">
                <a:solidFill>
                  <a:schemeClr val="dk1"/>
                </a:solidFill>
                <a:latin typeface="Gantari"/>
                <a:ea typeface="Gantari"/>
                <a:cs typeface="Gantari"/>
                <a:sym typeface="Gantari"/>
              </a:rPr>
              <a:t>CREDITS: This presentation template was created by </a:t>
            </a:r>
            <a:r>
              <a:rPr b="1" i="0" lang="es" sz="1100" u="none" cap="none" strike="noStrike">
                <a:solidFill>
                  <a:schemeClr val="dk1"/>
                </a:solidFill>
                <a:latin typeface="Gantari"/>
                <a:ea typeface="Gantari"/>
                <a:cs typeface="Gantari"/>
                <a:sym typeface="Gantari"/>
              </a:rPr>
              <a:t>Slidesgo</a:t>
            </a:r>
            <a:r>
              <a:rPr b="0" i="0" lang="es" sz="1100" u="none" cap="none" strike="noStrike">
                <a:solidFill>
                  <a:schemeClr val="dk1"/>
                </a:solidFill>
                <a:latin typeface="Gantari"/>
                <a:ea typeface="Gantari"/>
                <a:cs typeface="Gantari"/>
                <a:sym typeface="Gantari"/>
              </a:rPr>
              <a:t>, including icons by </a:t>
            </a:r>
            <a:r>
              <a:rPr b="1" i="0" lang="es" sz="1100" u="none" cap="none" strike="noStrike">
                <a:solidFill>
                  <a:schemeClr val="dk1"/>
                </a:solidFill>
                <a:latin typeface="Gantari"/>
                <a:ea typeface="Gantari"/>
                <a:cs typeface="Gantari"/>
                <a:sym typeface="Gantari"/>
              </a:rPr>
              <a:t>Flaticon</a:t>
            </a:r>
            <a:r>
              <a:rPr b="0" i="0" lang="es" sz="1100" u="none" cap="none" strike="noStrike">
                <a:solidFill>
                  <a:schemeClr val="dk1"/>
                </a:solidFill>
                <a:latin typeface="Gantari"/>
                <a:ea typeface="Gantari"/>
                <a:cs typeface="Gantari"/>
                <a:sym typeface="Gantari"/>
              </a:rPr>
              <a:t>, infographics &amp; images by</a:t>
            </a:r>
            <a:r>
              <a:rPr b="1" i="0" lang="es" sz="1100" u="none" cap="none" strike="noStrike">
                <a:solidFill>
                  <a:schemeClr val="dk1"/>
                </a:solidFill>
                <a:latin typeface="Gantari"/>
                <a:ea typeface="Gantari"/>
                <a:cs typeface="Gantari"/>
                <a:sym typeface="Gantari"/>
              </a:rPr>
              <a:t> Freepik</a:t>
            </a:r>
            <a:r>
              <a:rPr b="0" i="0" lang="es" sz="1100" u="none" cap="none" strike="noStrike">
                <a:solidFill>
                  <a:schemeClr val="dk1"/>
                </a:solidFill>
                <a:latin typeface="Gantari"/>
                <a:ea typeface="Gantari"/>
                <a:cs typeface="Gantari"/>
                <a:sym typeface="Gantari"/>
              </a:rPr>
              <a:t> and content by Sandra Medina</a:t>
            </a:r>
            <a:endParaRPr b="1" i="0" sz="1100" u="none" cap="none" strike="noStrike">
              <a:solidFill>
                <a:schemeClr val="dk1"/>
              </a:solidFill>
              <a:latin typeface="Gantari"/>
              <a:ea typeface="Gantari"/>
              <a:cs typeface="Gantari"/>
              <a:sym typeface="Ganta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lt1"/>
        </a:solidFill>
      </p:bgPr>
    </p:bg>
    <p:spTree>
      <p:nvGrpSpPr>
        <p:cNvPr id="1579" name="Shape 1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0" name="Google Shape;1580;p35"/>
          <p:cNvGrpSpPr/>
          <p:nvPr/>
        </p:nvGrpSpPr>
        <p:grpSpPr>
          <a:xfrm>
            <a:off x="0" y="0"/>
            <a:ext cx="9144125" cy="5143391"/>
            <a:chOff x="0" y="0"/>
            <a:chExt cx="9144125" cy="5143391"/>
          </a:xfrm>
        </p:grpSpPr>
        <p:sp>
          <p:nvSpPr>
            <p:cNvPr id="1581" name="Google Shape;1581;p35"/>
            <p:cNvSpPr/>
            <p:nvPr/>
          </p:nvSpPr>
          <p:spPr>
            <a:xfrm>
              <a:off x="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2" name="Google Shape;1582;p35"/>
            <p:cNvSpPr/>
            <p:nvPr/>
          </p:nvSpPr>
          <p:spPr>
            <a:xfrm>
              <a:off x="38100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3" name="Google Shape;1583;p35"/>
            <p:cNvSpPr/>
            <p:nvPr/>
          </p:nvSpPr>
          <p:spPr>
            <a:xfrm>
              <a:off x="76201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4" name="Google Shape;1584;p35"/>
            <p:cNvSpPr/>
            <p:nvPr/>
          </p:nvSpPr>
          <p:spPr>
            <a:xfrm>
              <a:off x="114301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5" name="Google Shape;1585;p35"/>
            <p:cNvSpPr/>
            <p:nvPr/>
          </p:nvSpPr>
          <p:spPr>
            <a:xfrm>
              <a:off x="152402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6" name="Google Shape;1586;p35"/>
            <p:cNvSpPr/>
            <p:nvPr/>
          </p:nvSpPr>
          <p:spPr>
            <a:xfrm>
              <a:off x="190502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7" name="Google Shape;1587;p35"/>
            <p:cNvSpPr/>
            <p:nvPr/>
          </p:nvSpPr>
          <p:spPr>
            <a:xfrm>
              <a:off x="228603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8" name="Google Shape;1588;p35"/>
            <p:cNvSpPr/>
            <p:nvPr/>
          </p:nvSpPr>
          <p:spPr>
            <a:xfrm>
              <a:off x="266703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9" name="Google Shape;1589;p35"/>
            <p:cNvSpPr/>
            <p:nvPr/>
          </p:nvSpPr>
          <p:spPr>
            <a:xfrm>
              <a:off x="304804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0" name="Google Shape;1590;p35"/>
            <p:cNvSpPr/>
            <p:nvPr/>
          </p:nvSpPr>
          <p:spPr>
            <a:xfrm>
              <a:off x="342904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1" name="Google Shape;1591;p35"/>
            <p:cNvSpPr/>
            <p:nvPr/>
          </p:nvSpPr>
          <p:spPr>
            <a:xfrm>
              <a:off x="381005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2" name="Google Shape;1592;p35"/>
            <p:cNvSpPr/>
            <p:nvPr/>
          </p:nvSpPr>
          <p:spPr>
            <a:xfrm>
              <a:off x="419105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3" name="Google Shape;1593;p35"/>
            <p:cNvSpPr/>
            <p:nvPr/>
          </p:nvSpPr>
          <p:spPr>
            <a:xfrm>
              <a:off x="457206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4" name="Google Shape;1594;p35"/>
            <p:cNvSpPr/>
            <p:nvPr/>
          </p:nvSpPr>
          <p:spPr>
            <a:xfrm>
              <a:off x="495306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5" name="Google Shape;1595;p35"/>
            <p:cNvSpPr/>
            <p:nvPr/>
          </p:nvSpPr>
          <p:spPr>
            <a:xfrm>
              <a:off x="533407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6" name="Google Shape;1596;p35"/>
            <p:cNvSpPr/>
            <p:nvPr/>
          </p:nvSpPr>
          <p:spPr>
            <a:xfrm>
              <a:off x="571507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7" name="Google Shape;1597;p35"/>
            <p:cNvSpPr/>
            <p:nvPr/>
          </p:nvSpPr>
          <p:spPr>
            <a:xfrm>
              <a:off x="609608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8" name="Google Shape;1598;p35"/>
            <p:cNvSpPr/>
            <p:nvPr/>
          </p:nvSpPr>
          <p:spPr>
            <a:xfrm>
              <a:off x="647708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9" name="Google Shape;1599;p35"/>
            <p:cNvSpPr/>
            <p:nvPr/>
          </p:nvSpPr>
          <p:spPr>
            <a:xfrm>
              <a:off x="685809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0" name="Google Shape;1600;p35"/>
            <p:cNvSpPr/>
            <p:nvPr/>
          </p:nvSpPr>
          <p:spPr>
            <a:xfrm>
              <a:off x="723909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1" name="Google Shape;1601;p35"/>
            <p:cNvSpPr/>
            <p:nvPr/>
          </p:nvSpPr>
          <p:spPr>
            <a:xfrm>
              <a:off x="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2" name="Google Shape;1602;p35"/>
            <p:cNvSpPr/>
            <p:nvPr/>
          </p:nvSpPr>
          <p:spPr>
            <a:xfrm>
              <a:off x="38100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3" name="Google Shape;1603;p35"/>
            <p:cNvSpPr/>
            <p:nvPr/>
          </p:nvSpPr>
          <p:spPr>
            <a:xfrm>
              <a:off x="76201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4" name="Google Shape;1604;p35"/>
            <p:cNvSpPr/>
            <p:nvPr/>
          </p:nvSpPr>
          <p:spPr>
            <a:xfrm>
              <a:off x="114301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5" name="Google Shape;1605;p35"/>
            <p:cNvSpPr/>
            <p:nvPr/>
          </p:nvSpPr>
          <p:spPr>
            <a:xfrm>
              <a:off x="152402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6" name="Google Shape;1606;p35"/>
            <p:cNvSpPr/>
            <p:nvPr/>
          </p:nvSpPr>
          <p:spPr>
            <a:xfrm>
              <a:off x="190502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7" name="Google Shape;1607;p35"/>
            <p:cNvSpPr/>
            <p:nvPr/>
          </p:nvSpPr>
          <p:spPr>
            <a:xfrm>
              <a:off x="228603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8" name="Google Shape;1608;p35"/>
            <p:cNvSpPr/>
            <p:nvPr/>
          </p:nvSpPr>
          <p:spPr>
            <a:xfrm>
              <a:off x="266703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9" name="Google Shape;1609;p35"/>
            <p:cNvSpPr/>
            <p:nvPr/>
          </p:nvSpPr>
          <p:spPr>
            <a:xfrm>
              <a:off x="304804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0" name="Google Shape;1610;p35"/>
            <p:cNvSpPr/>
            <p:nvPr/>
          </p:nvSpPr>
          <p:spPr>
            <a:xfrm>
              <a:off x="342904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1" name="Google Shape;1611;p35"/>
            <p:cNvSpPr/>
            <p:nvPr/>
          </p:nvSpPr>
          <p:spPr>
            <a:xfrm>
              <a:off x="381005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2" name="Google Shape;1612;p35"/>
            <p:cNvSpPr/>
            <p:nvPr/>
          </p:nvSpPr>
          <p:spPr>
            <a:xfrm>
              <a:off x="419105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3" name="Google Shape;1613;p35"/>
            <p:cNvSpPr/>
            <p:nvPr/>
          </p:nvSpPr>
          <p:spPr>
            <a:xfrm>
              <a:off x="457206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4" name="Google Shape;1614;p35"/>
            <p:cNvSpPr/>
            <p:nvPr/>
          </p:nvSpPr>
          <p:spPr>
            <a:xfrm>
              <a:off x="495306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5" name="Google Shape;1615;p35"/>
            <p:cNvSpPr/>
            <p:nvPr/>
          </p:nvSpPr>
          <p:spPr>
            <a:xfrm>
              <a:off x="533407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6" name="Google Shape;1616;p35"/>
            <p:cNvSpPr/>
            <p:nvPr/>
          </p:nvSpPr>
          <p:spPr>
            <a:xfrm>
              <a:off x="571507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7" name="Google Shape;1617;p35"/>
            <p:cNvSpPr/>
            <p:nvPr/>
          </p:nvSpPr>
          <p:spPr>
            <a:xfrm>
              <a:off x="609608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8" name="Google Shape;1618;p35"/>
            <p:cNvSpPr/>
            <p:nvPr/>
          </p:nvSpPr>
          <p:spPr>
            <a:xfrm>
              <a:off x="647708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9" name="Google Shape;1619;p35"/>
            <p:cNvSpPr/>
            <p:nvPr/>
          </p:nvSpPr>
          <p:spPr>
            <a:xfrm>
              <a:off x="685809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0" name="Google Shape;1620;p35"/>
            <p:cNvSpPr/>
            <p:nvPr/>
          </p:nvSpPr>
          <p:spPr>
            <a:xfrm>
              <a:off x="723909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1" name="Google Shape;1621;p35"/>
            <p:cNvSpPr/>
            <p:nvPr/>
          </p:nvSpPr>
          <p:spPr>
            <a:xfrm>
              <a:off x="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2" name="Google Shape;1622;p35"/>
            <p:cNvSpPr/>
            <p:nvPr/>
          </p:nvSpPr>
          <p:spPr>
            <a:xfrm>
              <a:off x="38100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3" name="Google Shape;1623;p35"/>
            <p:cNvSpPr/>
            <p:nvPr/>
          </p:nvSpPr>
          <p:spPr>
            <a:xfrm>
              <a:off x="76201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4" name="Google Shape;1624;p35"/>
            <p:cNvSpPr/>
            <p:nvPr/>
          </p:nvSpPr>
          <p:spPr>
            <a:xfrm>
              <a:off x="114301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5" name="Google Shape;1625;p35"/>
            <p:cNvSpPr/>
            <p:nvPr/>
          </p:nvSpPr>
          <p:spPr>
            <a:xfrm>
              <a:off x="152402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6" name="Google Shape;1626;p35"/>
            <p:cNvSpPr/>
            <p:nvPr/>
          </p:nvSpPr>
          <p:spPr>
            <a:xfrm>
              <a:off x="190502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7" name="Google Shape;1627;p35"/>
            <p:cNvSpPr/>
            <p:nvPr/>
          </p:nvSpPr>
          <p:spPr>
            <a:xfrm>
              <a:off x="228603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8" name="Google Shape;1628;p35"/>
            <p:cNvSpPr/>
            <p:nvPr/>
          </p:nvSpPr>
          <p:spPr>
            <a:xfrm>
              <a:off x="266703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9" name="Google Shape;1629;p35"/>
            <p:cNvSpPr/>
            <p:nvPr/>
          </p:nvSpPr>
          <p:spPr>
            <a:xfrm>
              <a:off x="304804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0" name="Google Shape;1630;p35"/>
            <p:cNvSpPr/>
            <p:nvPr/>
          </p:nvSpPr>
          <p:spPr>
            <a:xfrm>
              <a:off x="342904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1" name="Google Shape;1631;p35"/>
            <p:cNvSpPr/>
            <p:nvPr/>
          </p:nvSpPr>
          <p:spPr>
            <a:xfrm>
              <a:off x="381005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2" name="Google Shape;1632;p35"/>
            <p:cNvSpPr/>
            <p:nvPr/>
          </p:nvSpPr>
          <p:spPr>
            <a:xfrm>
              <a:off x="419105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3" name="Google Shape;1633;p35"/>
            <p:cNvSpPr/>
            <p:nvPr/>
          </p:nvSpPr>
          <p:spPr>
            <a:xfrm>
              <a:off x="457206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4" name="Google Shape;1634;p35"/>
            <p:cNvSpPr/>
            <p:nvPr/>
          </p:nvSpPr>
          <p:spPr>
            <a:xfrm>
              <a:off x="495306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5" name="Google Shape;1635;p35"/>
            <p:cNvSpPr/>
            <p:nvPr/>
          </p:nvSpPr>
          <p:spPr>
            <a:xfrm>
              <a:off x="533407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6" name="Google Shape;1636;p35"/>
            <p:cNvSpPr/>
            <p:nvPr/>
          </p:nvSpPr>
          <p:spPr>
            <a:xfrm>
              <a:off x="571507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7" name="Google Shape;1637;p35"/>
            <p:cNvSpPr/>
            <p:nvPr/>
          </p:nvSpPr>
          <p:spPr>
            <a:xfrm>
              <a:off x="609608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8" name="Google Shape;1638;p35"/>
            <p:cNvSpPr/>
            <p:nvPr/>
          </p:nvSpPr>
          <p:spPr>
            <a:xfrm>
              <a:off x="647708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9" name="Google Shape;1639;p35"/>
            <p:cNvSpPr/>
            <p:nvPr/>
          </p:nvSpPr>
          <p:spPr>
            <a:xfrm>
              <a:off x="685809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0" name="Google Shape;1640;p35"/>
            <p:cNvSpPr/>
            <p:nvPr/>
          </p:nvSpPr>
          <p:spPr>
            <a:xfrm>
              <a:off x="723909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1" name="Google Shape;1641;p35"/>
            <p:cNvSpPr/>
            <p:nvPr/>
          </p:nvSpPr>
          <p:spPr>
            <a:xfrm>
              <a:off x="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2" name="Google Shape;1642;p35"/>
            <p:cNvSpPr/>
            <p:nvPr/>
          </p:nvSpPr>
          <p:spPr>
            <a:xfrm>
              <a:off x="38100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3" name="Google Shape;1643;p35"/>
            <p:cNvSpPr/>
            <p:nvPr/>
          </p:nvSpPr>
          <p:spPr>
            <a:xfrm>
              <a:off x="76201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4" name="Google Shape;1644;p35"/>
            <p:cNvSpPr/>
            <p:nvPr/>
          </p:nvSpPr>
          <p:spPr>
            <a:xfrm>
              <a:off x="114301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5" name="Google Shape;1645;p35"/>
            <p:cNvSpPr/>
            <p:nvPr/>
          </p:nvSpPr>
          <p:spPr>
            <a:xfrm>
              <a:off x="152402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6" name="Google Shape;1646;p35"/>
            <p:cNvSpPr/>
            <p:nvPr/>
          </p:nvSpPr>
          <p:spPr>
            <a:xfrm>
              <a:off x="190502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7" name="Google Shape;1647;p35"/>
            <p:cNvSpPr/>
            <p:nvPr/>
          </p:nvSpPr>
          <p:spPr>
            <a:xfrm>
              <a:off x="228603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8" name="Google Shape;1648;p35"/>
            <p:cNvSpPr/>
            <p:nvPr/>
          </p:nvSpPr>
          <p:spPr>
            <a:xfrm>
              <a:off x="266703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9" name="Google Shape;1649;p35"/>
            <p:cNvSpPr/>
            <p:nvPr/>
          </p:nvSpPr>
          <p:spPr>
            <a:xfrm>
              <a:off x="304804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0" name="Google Shape;1650;p35"/>
            <p:cNvSpPr/>
            <p:nvPr/>
          </p:nvSpPr>
          <p:spPr>
            <a:xfrm>
              <a:off x="342904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1" name="Google Shape;1651;p35"/>
            <p:cNvSpPr/>
            <p:nvPr/>
          </p:nvSpPr>
          <p:spPr>
            <a:xfrm>
              <a:off x="381005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2" name="Google Shape;1652;p35"/>
            <p:cNvSpPr/>
            <p:nvPr/>
          </p:nvSpPr>
          <p:spPr>
            <a:xfrm>
              <a:off x="419105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3" name="Google Shape;1653;p35"/>
            <p:cNvSpPr/>
            <p:nvPr/>
          </p:nvSpPr>
          <p:spPr>
            <a:xfrm>
              <a:off x="457206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4" name="Google Shape;1654;p35"/>
            <p:cNvSpPr/>
            <p:nvPr/>
          </p:nvSpPr>
          <p:spPr>
            <a:xfrm>
              <a:off x="495306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5" name="Google Shape;1655;p35"/>
            <p:cNvSpPr/>
            <p:nvPr/>
          </p:nvSpPr>
          <p:spPr>
            <a:xfrm>
              <a:off x="533407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6" name="Google Shape;1656;p35"/>
            <p:cNvSpPr/>
            <p:nvPr/>
          </p:nvSpPr>
          <p:spPr>
            <a:xfrm>
              <a:off x="571507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7" name="Google Shape;1657;p35"/>
            <p:cNvSpPr/>
            <p:nvPr/>
          </p:nvSpPr>
          <p:spPr>
            <a:xfrm>
              <a:off x="609608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8" name="Google Shape;1658;p35"/>
            <p:cNvSpPr/>
            <p:nvPr/>
          </p:nvSpPr>
          <p:spPr>
            <a:xfrm>
              <a:off x="647708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9" name="Google Shape;1659;p35"/>
            <p:cNvSpPr/>
            <p:nvPr/>
          </p:nvSpPr>
          <p:spPr>
            <a:xfrm>
              <a:off x="685809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0" name="Google Shape;1660;p35"/>
            <p:cNvSpPr/>
            <p:nvPr/>
          </p:nvSpPr>
          <p:spPr>
            <a:xfrm>
              <a:off x="723909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1" name="Google Shape;1661;p35"/>
            <p:cNvSpPr/>
            <p:nvPr/>
          </p:nvSpPr>
          <p:spPr>
            <a:xfrm>
              <a:off x="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2" name="Google Shape;1662;p35"/>
            <p:cNvSpPr/>
            <p:nvPr/>
          </p:nvSpPr>
          <p:spPr>
            <a:xfrm>
              <a:off x="38100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3" name="Google Shape;1663;p35"/>
            <p:cNvSpPr/>
            <p:nvPr/>
          </p:nvSpPr>
          <p:spPr>
            <a:xfrm>
              <a:off x="76201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4" name="Google Shape;1664;p35"/>
            <p:cNvSpPr/>
            <p:nvPr/>
          </p:nvSpPr>
          <p:spPr>
            <a:xfrm>
              <a:off x="114301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5" name="Google Shape;1665;p35"/>
            <p:cNvSpPr/>
            <p:nvPr/>
          </p:nvSpPr>
          <p:spPr>
            <a:xfrm>
              <a:off x="152402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6" name="Google Shape;1666;p35"/>
            <p:cNvSpPr/>
            <p:nvPr/>
          </p:nvSpPr>
          <p:spPr>
            <a:xfrm>
              <a:off x="190502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7" name="Google Shape;1667;p35"/>
            <p:cNvSpPr/>
            <p:nvPr/>
          </p:nvSpPr>
          <p:spPr>
            <a:xfrm>
              <a:off x="228603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8" name="Google Shape;1668;p35"/>
            <p:cNvSpPr/>
            <p:nvPr/>
          </p:nvSpPr>
          <p:spPr>
            <a:xfrm>
              <a:off x="266703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9" name="Google Shape;1669;p35"/>
            <p:cNvSpPr/>
            <p:nvPr/>
          </p:nvSpPr>
          <p:spPr>
            <a:xfrm>
              <a:off x="304804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0" name="Google Shape;1670;p35"/>
            <p:cNvSpPr/>
            <p:nvPr/>
          </p:nvSpPr>
          <p:spPr>
            <a:xfrm>
              <a:off x="342904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1" name="Google Shape;1671;p35"/>
            <p:cNvSpPr/>
            <p:nvPr/>
          </p:nvSpPr>
          <p:spPr>
            <a:xfrm>
              <a:off x="381005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2" name="Google Shape;1672;p35"/>
            <p:cNvSpPr/>
            <p:nvPr/>
          </p:nvSpPr>
          <p:spPr>
            <a:xfrm>
              <a:off x="419105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3" name="Google Shape;1673;p35"/>
            <p:cNvSpPr/>
            <p:nvPr/>
          </p:nvSpPr>
          <p:spPr>
            <a:xfrm>
              <a:off x="457206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4" name="Google Shape;1674;p35"/>
            <p:cNvSpPr/>
            <p:nvPr/>
          </p:nvSpPr>
          <p:spPr>
            <a:xfrm>
              <a:off x="495306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5" name="Google Shape;1675;p35"/>
            <p:cNvSpPr/>
            <p:nvPr/>
          </p:nvSpPr>
          <p:spPr>
            <a:xfrm>
              <a:off x="533407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6" name="Google Shape;1676;p35"/>
            <p:cNvSpPr/>
            <p:nvPr/>
          </p:nvSpPr>
          <p:spPr>
            <a:xfrm>
              <a:off x="571507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7" name="Google Shape;1677;p35"/>
            <p:cNvSpPr/>
            <p:nvPr/>
          </p:nvSpPr>
          <p:spPr>
            <a:xfrm>
              <a:off x="609608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8" name="Google Shape;1678;p35"/>
            <p:cNvSpPr/>
            <p:nvPr/>
          </p:nvSpPr>
          <p:spPr>
            <a:xfrm>
              <a:off x="647708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9" name="Google Shape;1679;p35"/>
            <p:cNvSpPr/>
            <p:nvPr/>
          </p:nvSpPr>
          <p:spPr>
            <a:xfrm>
              <a:off x="685809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0" name="Google Shape;1680;p35"/>
            <p:cNvSpPr/>
            <p:nvPr/>
          </p:nvSpPr>
          <p:spPr>
            <a:xfrm>
              <a:off x="723909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1" name="Google Shape;1681;p35"/>
            <p:cNvSpPr/>
            <p:nvPr/>
          </p:nvSpPr>
          <p:spPr>
            <a:xfrm>
              <a:off x="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2" name="Google Shape;1682;p35"/>
            <p:cNvSpPr/>
            <p:nvPr/>
          </p:nvSpPr>
          <p:spPr>
            <a:xfrm>
              <a:off x="38100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3" name="Google Shape;1683;p35"/>
            <p:cNvSpPr/>
            <p:nvPr/>
          </p:nvSpPr>
          <p:spPr>
            <a:xfrm>
              <a:off x="76201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4" name="Google Shape;1684;p35"/>
            <p:cNvSpPr/>
            <p:nvPr/>
          </p:nvSpPr>
          <p:spPr>
            <a:xfrm>
              <a:off x="114301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5" name="Google Shape;1685;p35"/>
            <p:cNvSpPr/>
            <p:nvPr/>
          </p:nvSpPr>
          <p:spPr>
            <a:xfrm>
              <a:off x="152402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6" name="Google Shape;1686;p35"/>
            <p:cNvSpPr/>
            <p:nvPr/>
          </p:nvSpPr>
          <p:spPr>
            <a:xfrm>
              <a:off x="190502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7" name="Google Shape;1687;p35"/>
            <p:cNvSpPr/>
            <p:nvPr/>
          </p:nvSpPr>
          <p:spPr>
            <a:xfrm>
              <a:off x="228603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8" name="Google Shape;1688;p35"/>
            <p:cNvSpPr/>
            <p:nvPr/>
          </p:nvSpPr>
          <p:spPr>
            <a:xfrm>
              <a:off x="266703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9" name="Google Shape;1689;p35"/>
            <p:cNvSpPr/>
            <p:nvPr/>
          </p:nvSpPr>
          <p:spPr>
            <a:xfrm>
              <a:off x="304804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0" name="Google Shape;1690;p35"/>
            <p:cNvSpPr/>
            <p:nvPr/>
          </p:nvSpPr>
          <p:spPr>
            <a:xfrm>
              <a:off x="342904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1" name="Google Shape;1691;p35"/>
            <p:cNvSpPr/>
            <p:nvPr/>
          </p:nvSpPr>
          <p:spPr>
            <a:xfrm>
              <a:off x="381005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2" name="Google Shape;1692;p35"/>
            <p:cNvSpPr/>
            <p:nvPr/>
          </p:nvSpPr>
          <p:spPr>
            <a:xfrm>
              <a:off x="419105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3" name="Google Shape;1693;p35"/>
            <p:cNvSpPr/>
            <p:nvPr/>
          </p:nvSpPr>
          <p:spPr>
            <a:xfrm>
              <a:off x="457206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4" name="Google Shape;1694;p35"/>
            <p:cNvSpPr/>
            <p:nvPr/>
          </p:nvSpPr>
          <p:spPr>
            <a:xfrm>
              <a:off x="495306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5" name="Google Shape;1695;p35"/>
            <p:cNvSpPr/>
            <p:nvPr/>
          </p:nvSpPr>
          <p:spPr>
            <a:xfrm>
              <a:off x="533407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6" name="Google Shape;1696;p35"/>
            <p:cNvSpPr/>
            <p:nvPr/>
          </p:nvSpPr>
          <p:spPr>
            <a:xfrm>
              <a:off x="571507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7" name="Google Shape;1697;p35"/>
            <p:cNvSpPr/>
            <p:nvPr/>
          </p:nvSpPr>
          <p:spPr>
            <a:xfrm>
              <a:off x="609608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8" name="Google Shape;1698;p35"/>
            <p:cNvSpPr/>
            <p:nvPr/>
          </p:nvSpPr>
          <p:spPr>
            <a:xfrm>
              <a:off x="647708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9" name="Google Shape;1699;p35"/>
            <p:cNvSpPr/>
            <p:nvPr/>
          </p:nvSpPr>
          <p:spPr>
            <a:xfrm>
              <a:off x="685809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0" name="Google Shape;1700;p35"/>
            <p:cNvSpPr/>
            <p:nvPr/>
          </p:nvSpPr>
          <p:spPr>
            <a:xfrm>
              <a:off x="723909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1" name="Google Shape;1701;p35"/>
            <p:cNvSpPr/>
            <p:nvPr/>
          </p:nvSpPr>
          <p:spPr>
            <a:xfrm>
              <a:off x="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2" name="Google Shape;1702;p35"/>
            <p:cNvSpPr/>
            <p:nvPr/>
          </p:nvSpPr>
          <p:spPr>
            <a:xfrm>
              <a:off x="38100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3" name="Google Shape;1703;p35"/>
            <p:cNvSpPr/>
            <p:nvPr/>
          </p:nvSpPr>
          <p:spPr>
            <a:xfrm>
              <a:off x="76201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4" name="Google Shape;1704;p35"/>
            <p:cNvSpPr/>
            <p:nvPr/>
          </p:nvSpPr>
          <p:spPr>
            <a:xfrm>
              <a:off x="114301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5" name="Google Shape;1705;p35"/>
            <p:cNvSpPr/>
            <p:nvPr/>
          </p:nvSpPr>
          <p:spPr>
            <a:xfrm>
              <a:off x="152402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6" name="Google Shape;1706;p35"/>
            <p:cNvSpPr/>
            <p:nvPr/>
          </p:nvSpPr>
          <p:spPr>
            <a:xfrm>
              <a:off x="190502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7" name="Google Shape;1707;p35"/>
            <p:cNvSpPr/>
            <p:nvPr/>
          </p:nvSpPr>
          <p:spPr>
            <a:xfrm>
              <a:off x="228603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8" name="Google Shape;1708;p35"/>
            <p:cNvSpPr/>
            <p:nvPr/>
          </p:nvSpPr>
          <p:spPr>
            <a:xfrm>
              <a:off x="266703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9" name="Google Shape;1709;p35"/>
            <p:cNvSpPr/>
            <p:nvPr/>
          </p:nvSpPr>
          <p:spPr>
            <a:xfrm>
              <a:off x="304804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0" name="Google Shape;1710;p35"/>
            <p:cNvSpPr/>
            <p:nvPr/>
          </p:nvSpPr>
          <p:spPr>
            <a:xfrm>
              <a:off x="342904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1" name="Google Shape;1711;p35"/>
            <p:cNvSpPr/>
            <p:nvPr/>
          </p:nvSpPr>
          <p:spPr>
            <a:xfrm>
              <a:off x="381005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2" name="Google Shape;1712;p35"/>
            <p:cNvSpPr/>
            <p:nvPr/>
          </p:nvSpPr>
          <p:spPr>
            <a:xfrm>
              <a:off x="419105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3" name="Google Shape;1713;p35"/>
            <p:cNvSpPr/>
            <p:nvPr/>
          </p:nvSpPr>
          <p:spPr>
            <a:xfrm>
              <a:off x="457206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4" name="Google Shape;1714;p35"/>
            <p:cNvSpPr/>
            <p:nvPr/>
          </p:nvSpPr>
          <p:spPr>
            <a:xfrm>
              <a:off x="495306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5" name="Google Shape;1715;p35"/>
            <p:cNvSpPr/>
            <p:nvPr/>
          </p:nvSpPr>
          <p:spPr>
            <a:xfrm>
              <a:off x="533407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6" name="Google Shape;1716;p35"/>
            <p:cNvSpPr/>
            <p:nvPr/>
          </p:nvSpPr>
          <p:spPr>
            <a:xfrm>
              <a:off x="571507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7" name="Google Shape;1717;p35"/>
            <p:cNvSpPr/>
            <p:nvPr/>
          </p:nvSpPr>
          <p:spPr>
            <a:xfrm>
              <a:off x="609608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8" name="Google Shape;1718;p35"/>
            <p:cNvSpPr/>
            <p:nvPr/>
          </p:nvSpPr>
          <p:spPr>
            <a:xfrm>
              <a:off x="647708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9" name="Google Shape;1719;p35"/>
            <p:cNvSpPr/>
            <p:nvPr/>
          </p:nvSpPr>
          <p:spPr>
            <a:xfrm>
              <a:off x="685809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0" name="Google Shape;1720;p35"/>
            <p:cNvSpPr/>
            <p:nvPr/>
          </p:nvSpPr>
          <p:spPr>
            <a:xfrm>
              <a:off x="723909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1" name="Google Shape;1721;p35"/>
            <p:cNvSpPr/>
            <p:nvPr/>
          </p:nvSpPr>
          <p:spPr>
            <a:xfrm>
              <a:off x="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2" name="Google Shape;1722;p35"/>
            <p:cNvSpPr/>
            <p:nvPr/>
          </p:nvSpPr>
          <p:spPr>
            <a:xfrm>
              <a:off x="38100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3" name="Google Shape;1723;p35"/>
            <p:cNvSpPr/>
            <p:nvPr/>
          </p:nvSpPr>
          <p:spPr>
            <a:xfrm>
              <a:off x="76201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4" name="Google Shape;1724;p35"/>
            <p:cNvSpPr/>
            <p:nvPr/>
          </p:nvSpPr>
          <p:spPr>
            <a:xfrm>
              <a:off x="114301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5" name="Google Shape;1725;p35"/>
            <p:cNvSpPr/>
            <p:nvPr/>
          </p:nvSpPr>
          <p:spPr>
            <a:xfrm>
              <a:off x="152402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6" name="Google Shape;1726;p35"/>
            <p:cNvSpPr/>
            <p:nvPr/>
          </p:nvSpPr>
          <p:spPr>
            <a:xfrm>
              <a:off x="190502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7" name="Google Shape;1727;p35"/>
            <p:cNvSpPr/>
            <p:nvPr/>
          </p:nvSpPr>
          <p:spPr>
            <a:xfrm>
              <a:off x="228603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8" name="Google Shape;1728;p35"/>
            <p:cNvSpPr/>
            <p:nvPr/>
          </p:nvSpPr>
          <p:spPr>
            <a:xfrm>
              <a:off x="266703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9" name="Google Shape;1729;p35"/>
            <p:cNvSpPr/>
            <p:nvPr/>
          </p:nvSpPr>
          <p:spPr>
            <a:xfrm>
              <a:off x="304804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0" name="Google Shape;1730;p35"/>
            <p:cNvSpPr/>
            <p:nvPr/>
          </p:nvSpPr>
          <p:spPr>
            <a:xfrm>
              <a:off x="342904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1" name="Google Shape;1731;p35"/>
            <p:cNvSpPr/>
            <p:nvPr/>
          </p:nvSpPr>
          <p:spPr>
            <a:xfrm>
              <a:off x="381005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2" name="Google Shape;1732;p35"/>
            <p:cNvSpPr/>
            <p:nvPr/>
          </p:nvSpPr>
          <p:spPr>
            <a:xfrm>
              <a:off x="419105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3" name="Google Shape;1733;p35"/>
            <p:cNvSpPr/>
            <p:nvPr/>
          </p:nvSpPr>
          <p:spPr>
            <a:xfrm>
              <a:off x="457206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4" name="Google Shape;1734;p35"/>
            <p:cNvSpPr/>
            <p:nvPr/>
          </p:nvSpPr>
          <p:spPr>
            <a:xfrm>
              <a:off x="495306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5" name="Google Shape;1735;p35"/>
            <p:cNvSpPr/>
            <p:nvPr/>
          </p:nvSpPr>
          <p:spPr>
            <a:xfrm>
              <a:off x="533407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6" name="Google Shape;1736;p35"/>
            <p:cNvSpPr/>
            <p:nvPr/>
          </p:nvSpPr>
          <p:spPr>
            <a:xfrm>
              <a:off x="571507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7" name="Google Shape;1737;p35"/>
            <p:cNvSpPr/>
            <p:nvPr/>
          </p:nvSpPr>
          <p:spPr>
            <a:xfrm>
              <a:off x="609608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8" name="Google Shape;1738;p35"/>
            <p:cNvSpPr/>
            <p:nvPr/>
          </p:nvSpPr>
          <p:spPr>
            <a:xfrm>
              <a:off x="647708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9" name="Google Shape;1739;p35"/>
            <p:cNvSpPr/>
            <p:nvPr/>
          </p:nvSpPr>
          <p:spPr>
            <a:xfrm>
              <a:off x="685809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0" name="Google Shape;1740;p35"/>
            <p:cNvSpPr/>
            <p:nvPr/>
          </p:nvSpPr>
          <p:spPr>
            <a:xfrm>
              <a:off x="723909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1" name="Google Shape;1741;p35"/>
            <p:cNvSpPr/>
            <p:nvPr/>
          </p:nvSpPr>
          <p:spPr>
            <a:xfrm>
              <a:off x="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2" name="Google Shape;1742;p35"/>
            <p:cNvSpPr/>
            <p:nvPr/>
          </p:nvSpPr>
          <p:spPr>
            <a:xfrm>
              <a:off x="38100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3" name="Google Shape;1743;p35"/>
            <p:cNvSpPr/>
            <p:nvPr/>
          </p:nvSpPr>
          <p:spPr>
            <a:xfrm>
              <a:off x="76201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4" name="Google Shape;1744;p35"/>
            <p:cNvSpPr/>
            <p:nvPr/>
          </p:nvSpPr>
          <p:spPr>
            <a:xfrm>
              <a:off x="114301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5" name="Google Shape;1745;p35"/>
            <p:cNvSpPr/>
            <p:nvPr/>
          </p:nvSpPr>
          <p:spPr>
            <a:xfrm>
              <a:off x="152402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6" name="Google Shape;1746;p35"/>
            <p:cNvSpPr/>
            <p:nvPr/>
          </p:nvSpPr>
          <p:spPr>
            <a:xfrm>
              <a:off x="190502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7" name="Google Shape;1747;p35"/>
            <p:cNvSpPr/>
            <p:nvPr/>
          </p:nvSpPr>
          <p:spPr>
            <a:xfrm>
              <a:off x="228603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8" name="Google Shape;1748;p35"/>
            <p:cNvSpPr/>
            <p:nvPr/>
          </p:nvSpPr>
          <p:spPr>
            <a:xfrm>
              <a:off x="266703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9" name="Google Shape;1749;p35"/>
            <p:cNvSpPr/>
            <p:nvPr/>
          </p:nvSpPr>
          <p:spPr>
            <a:xfrm>
              <a:off x="304804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0" name="Google Shape;1750;p35"/>
            <p:cNvSpPr/>
            <p:nvPr/>
          </p:nvSpPr>
          <p:spPr>
            <a:xfrm>
              <a:off x="342904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1" name="Google Shape;1751;p35"/>
            <p:cNvSpPr/>
            <p:nvPr/>
          </p:nvSpPr>
          <p:spPr>
            <a:xfrm>
              <a:off x="381005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2" name="Google Shape;1752;p35"/>
            <p:cNvSpPr/>
            <p:nvPr/>
          </p:nvSpPr>
          <p:spPr>
            <a:xfrm>
              <a:off x="419105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3" name="Google Shape;1753;p35"/>
            <p:cNvSpPr/>
            <p:nvPr/>
          </p:nvSpPr>
          <p:spPr>
            <a:xfrm>
              <a:off x="457206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4" name="Google Shape;1754;p35"/>
            <p:cNvSpPr/>
            <p:nvPr/>
          </p:nvSpPr>
          <p:spPr>
            <a:xfrm>
              <a:off x="495306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5" name="Google Shape;1755;p35"/>
            <p:cNvSpPr/>
            <p:nvPr/>
          </p:nvSpPr>
          <p:spPr>
            <a:xfrm>
              <a:off x="533407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6" name="Google Shape;1756;p35"/>
            <p:cNvSpPr/>
            <p:nvPr/>
          </p:nvSpPr>
          <p:spPr>
            <a:xfrm>
              <a:off x="571507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7" name="Google Shape;1757;p35"/>
            <p:cNvSpPr/>
            <p:nvPr/>
          </p:nvSpPr>
          <p:spPr>
            <a:xfrm>
              <a:off x="609608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8" name="Google Shape;1758;p35"/>
            <p:cNvSpPr/>
            <p:nvPr/>
          </p:nvSpPr>
          <p:spPr>
            <a:xfrm>
              <a:off x="647708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9" name="Google Shape;1759;p35"/>
            <p:cNvSpPr/>
            <p:nvPr/>
          </p:nvSpPr>
          <p:spPr>
            <a:xfrm>
              <a:off x="685809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0" name="Google Shape;1760;p35"/>
            <p:cNvSpPr/>
            <p:nvPr/>
          </p:nvSpPr>
          <p:spPr>
            <a:xfrm>
              <a:off x="723909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1" name="Google Shape;1761;p35"/>
            <p:cNvSpPr/>
            <p:nvPr/>
          </p:nvSpPr>
          <p:spPr>
            <a:xfrm>
              <a:off x="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2" name="Google Shape;1762;p35"/>
            <p:cNvSpPr/>
            <p:nvPr/>
          </p:nvSpPr>
          <p:spPr>
            <a:xfrm>
              <a:off x="38100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3" name="Google Shape;1763;p35"/>
            <p:cNvSpPr/>
            <p:nvPr/>
          </p:nvSpPr>
          <p:spPr>
            <a:xfrm>
              <a:off x="76201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4" name="Google Shape;1764;p35"/>
            <p:cNvSpPr/>
            <p:nvPr/>
          </p:nvSpPr>
          <p:spPr>
            <a:xfrm>
              <a:off x="114301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5" name="Google Shape;1765;p35"/>
            <p:cNvSpPr/>
            <p:nvPr/>
          </p:nvSpPr>
          <p:spPr>
            <a:xfrm>
              <a:off x="152402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6" name="Google Shape;1766;p35"/>
            <p:cNvSpPr/>
            <p:nvPr/>
          </p:nvSpPr>
          <p:spPr>
            <a:xfrm>
              <a:off x="190502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7" name="Google Shape;1767;p35"/>
            <p:cNvSpPr/>
            <p:nvPr/>
          </p:nvSpPr>
          <p:spPr>
            <a:xfrm>
              <a:off x="228603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8" name="Google Shape;1768;p35"/>
            <p:cNvSpPr/>
            <p:nvPr/>
          </p:nvSpPr>
          <p:spPr>
            <a:xfrm>
              <a:off x="266703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9" name="Google Shape;1769;p35"/>
            <p:cNvSpPr/>
            <p:nvPr/>
          </p:nvSpPr>
          <p:spPr>
            <a:xfrm>
              <a:off x="304804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0" name="Google Shape;1770;p35"/>
            <p:cNvSpPr/>
            <p:nvPr/>
          </p:nvSpPr>
          <p:spPr>
            <a:xfrm>
              <a:off x="342904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1" name="Google Shape;1771;p35"/>
            <p:cNvSpPr/>
            <p:nvPr/>
          </p:nvSpPr>
          <p:spPr>
            <a:xfrm>
              <a:off x="381005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2" name="Google Shape;1772;p35"/>
            <p:cNvSpPr/>
            <p:nvPr/>
          </p:nvSpPr>
          <p:spPr>
            <a:xfrm>
              <a:off x="419105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3" name="Google Shape;1773;p35"/>
            <p:cNvSpPr/>
            <p:nvPr/>
          </p:nvSpPr>
          <p:spPr>
            <a:xfrm>
              <a:off x="457206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4" name="Google Shape;1774;p35"/>
            <p:cNvSpPr/>
            <p:nvPr/>
          </p:nvSpPr>
          <p:spPr>
            <a:xfrm>
              <a:off x="495306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5" name="Google Shape;1775;p35"/>
            <p:cNvSpPr/>
            <p:nvPr/>
          </p:nvSpPr>
          <p:spPr>
            <a:xfrm>
              <a:off x="533407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6" name="Google Shape;1776;p35"/>
            <p:cNvSpPr/>
            <p:nvPr/>
          </p:nvSpPr>
          <p:spPr>
            <a:xfrm>
              <a:off x="571507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7" name="Google Shape;1777;p35"/>
            <p:cNvSpPr/>
            <p:nvPr/>
          </p:nvSpPr>
          <p:spPr>
            <a:xfrm>
              <a:off x="609608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8" name="Google Shape;1778;p35"/>
            <p:cNvSpPr/>
            <p:nvPr/>
          </p:nvSpPr>
          <p:spPr>
            <a:xfrm>
              <a:off x="647708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9" name="Google Shape;1779;p35"/>
            <p:cNvSpPr/>
            <p:nvPr/>
          </p:nvSpPr>
          <p:spPr>
            <a:xfrm>
              <a:off x="685809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0" name="Google Shape;1780;p35"/>
            <p:cNvSpPr/>
            <p:nvPr/>
          </p:nvSpPr>
          <p:spPr>
            <a:xfrm>
              <a:off x="723909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1" name="Google Shape;1781;p35"/>
            <p:cNvSpPr/>
            <p:nvPr/>
          </p:nvSpPr>
          <p:spPr>
            <a:xfrm>
              <a:off x="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2" name="Google Shape;1782;p35"/>
            <p:cNvSpPr/>
            <p:nvPr/>
          </p:nvSpPr>
          <p:spPr>
            <a:xfrm>
              <a:off x="38100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3" name="Google Shape;1783;p35"/>
            <p:cNvSpPr/>
            <p:nvPr/>
          </p:nvSpPr>
          <p:spPr>
            <a:xfrm>
              <a:off x="76201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4" name="Google Shape;1784;p35"/>
            <p:cNvSpPr/>
            <p:nvPr/>
          </p:nvSpPr>
          <p:spPr>
            <a:xfrm>
              <a:off x="114301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5" name="Google Shape;1785;p35"/>
            <p:cNvSpPr/>
            <p:nvPr/>
          </p:nvSpPr>
          <p:spPr>
            <a:xfrm>
              <a:off x="152402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6" name="Google Shape;1786;p35"/>
            <p:cNvSpPr/>
            <p:nvPr/>
          </p:nvSpPr>
          <p:spPr>
            <a:xfrm>
              <a:off x="190502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7" name="Google Shape;1787;p35"/>
            <p:cNvSpPr/>
            <p:nvPr/>
          </p:nvSpPr>
          <p:spPr>
            <a:xfrm>
              <a:off x="228603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8" name="Google Shape;1788;p35"/>
            <p:cNvSpPr/>
            <p:nvPr/>
          </p:nvSpPr>
          <p:spPr>
            <a:xfrm>
              <a:off x="266703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9" name="Google Shape;1789;p35"/>
            <p:cNvSpPr/>
            <p:nvPr/>
          </p:nvSpPr>
          <p:spPr>
            <a:xfrm>
              <a:off x="304804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0" name="Google Shape;1790;p35"/>
            <p:cNvSpPr/>
            <p:nvPr/>
          </p:nvSpPr>
          <p:spPr>
            <a:xfrm>
              <a:off x="342904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1" name="Google Shape;1791;p35"/>
            <p:cNvSpPr/>
            <p:nvPr/>
          </p:nvSpPr>
          <p:spPr>
            <a:xfrm>
              <a:off x="381005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2" name="Google Shape;1792;p35"/>
            <p:cNvSpPr/>
            <p:nvPr/>
          </p:nvSpPr>
          <p:spPr>
            <a:xfrm>
              <a:off x="419105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3" name="Google Shape;1793;p35"/>
            <p:cNvSpPr/>
            <p:nvPr/>
          </p:nvSpPr>
          <p:spPr>
            <a:xfrm>
              <a:off x="457206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4" name="Google Shape;1794;p35"/>
            <p:cNvSpPr/>
            <p:nvPr/>
          </p:nvSpPr>
          <p:spPr>
            <a:xfrm>
              <a:off x="495306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5" name="Google Shape;1795;p35"/>
            <p:cNvSpPr/>
            <p:nvPr/>
          </p:nvSpPr>
          <p:spPr>
            <a:xfrm>
              <a:off x="533407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6" name="Google Shape;1796;p35"/>
            <p:cNvSpPr/>
            <p:nvPr/>
          </p:nvSpPr>
          <p:spPr>
            <a:xfrm>
              <a:off x="571507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7" name="Google Shape;1797;p35"/>
            <p:cNvSpPr/>
            <p:nvPr/>
          </p:nvSpPr>
          <p:spPr>
            <a:xfrm>
              <a:off x="609608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8" name="Google Shape;1798;p35"/>
            <p:cNvSpPr/>
            <p:nvPr/>
          </p:nvSpPr>
          <p:spPr>
            <a:xfrm>
              <a:off x="647708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9" name="Google Shape;1799;p35"/>
            <p:cNvSpPr/>
            <p:nvPr/>
          </p:nvSpPr>
          <p:spPr>
            <a:xfrm>
              <a:off x="685809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0" name="Google Shape;1800;p35"/>
            <p:cNvSpPr/>
            <p:nvPr/>
          </p:nvSpPr>
          <p:spPr>
            <a:xfrm>
              <a:off x="723909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1" name="Google Shape;1801;p35"/>
            <p:cNvSpPr/>
            <p:nvPr/>
          </p:nvSpPr>
          <p:spPr>
            <a:xfrm>
              <a:off x="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2" name="Google Shape;1802;p35"/>
            <p:cNvSpPr/>
            <p:nvPr/>
          </p:nvSpPr>
          <p:spPr>
            <a:xfrm>
              <a:off x="38100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3" name="Google Shape;1803;p35"/>
            <p:cNvSpPr/>
            <p:nvPr/>
          </p:nvSpPr>
          <p:spPr>
            <a:xfrm>
              <a:off x="76201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4" name="Google Shape;1804;p35"/>
            <p:cNvSpPr/>
            <p:nvPr/>
          </p:nvSpPr>
          <p:spPr>
            <a:xfrm>
              <a:off x="114301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5" name="Google Shape;1805;p35"/>
            <p:cNvSpPr/>
            <p:nvPr/>
          </p:nvSpPr>
          <p:spPr>
            <a:xfrm>
              <a:off x="152402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6" name="Google Shape;1806;p35"/>
            <p:cNvSpPr/>
            <p:nvPr/>
          </p:nvSpPr>
          <p:spPr>
            <a:xfrm>
              <a:off x="190502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7" name="Google Shape;1807;p35"/>
            <p:cNvSpPr/>
            <p:nvPr/>
          </p:nvSpPr>
          <p:spPr>
            <a:xfrm>
              <a:off x="228603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8" name="Google Shape;1808;p35"/>
            <p:cNvSpPr/>
            <p:nvPr/>
          </p:nvSpPr>
          <p:spPr>
            <a:xfrm>
              <a:off x="266703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9" name="Google Shape;1809;p35"/>
            <p:cNvSpPr/>
            <p:nvPr/>
          </p:nvSpPr>
          <p:spPr>
            <a:xfrm>
              <a:off x="304804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0" name="Google Shape;1810;p35"/>
            <p:cNvSpPr/>
            <p:nvPr/>
          </p:nvSpPr>
          <p:spPr>
            <a:xfrm>
              <a:off x="342904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1" name="Google Shape;1811;p35"/>
            <p:cNvSpPr/>
            <p:nvPr/>
          </p:nvSpPr>
          <p:spPr>
            <a:xfrm>
              <a:off x="381005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2" name="Google Shape;1812;p35"/>
            <p:cNvSpPr/>
            <p:nvPr/>
          </p:nvSpPr>
          <p:spPr>
            <a:xfrm>
              <a:off x="419105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3" name="Google Shape;1813;p35"/>
            <p:cNvSpPr/>
            <p:nvPr/>
          </p:nvSpPr>
          <p:spPr>
            <a:xfrm>
              <a:off x="457206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4" name="Google Shape;1814;p35"/>
            <p:cNvSpPr/>
            <p:nvPr/>
          </p:nvSpPr>
          <p:spPr>
            <a:xfrm>
              <a:off x="495306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5" name="Google Shape;1815;p35"/>
            <p:cNvSpPr/>
            <p:nvPr/>
          </p:nvSpPr>
          <p:spPr>
            <a:xfrm>
              <a:off x="533407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6" name="Google Shape;1816;p35"/>
            <p:cNvSpPr/>
            <p:nvPr/>
          </p:nvSpPr>
          <p:spPr>
            <a:xfrm>
              <a:off x="571507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7" name="Google Shape;1817;p35"/>
            <p:cNvSpPr/>
            <p:nvPr/>
          </p:nvSpPr>
          <p:spPr>
            <a:xfrm>
              <a:off x="609608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8" name="Google Shape;1818;p35"/>
            <p:cNvSpPr/>
            <p:nvPr/>
          </p:nvSpPr>
          <p:spPr>
            <a:xfrm>
              <a:off x="647708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9" name="Google Shape;1819;p35"/>
            <p:cNvSpPr/>
            <p:nvPr/>
          </p:nvSpPr>
          <p:spPr>
            <a:xfrm>
              <a:off x="685809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0" name="Google Shape;1820;p35"/>
            <p:cNvSpPr/>
            <p:nvPr/>
          </p:nvSpPr>
          <p:spPr>
            <a:xfrm>
              <a:off x="723909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1" name="Google Shape;1821;p35"/>
            <p:cNvSpPr/>
            <p:nvPr/>
          </p:nvSpPr>
          <p:spPr>
            <a:xfrm>
              <a:off x="7620110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2" name="Google Shape;1822;p35"/>
            <p:cNvSpPr/>
            <p:nvPr/>
          </p:nvSpPr>
          <p:spPr>
            <a:xfrm>
              <a:off x="8001115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3" name="Google Shape;1823;p35"/>
            <p:cNvSpPr/>
            <p:nvPr/>
          </p:nvSpPr>
          <p:spPr>
            <a:xfrm>
              <a:off x="8382120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4" name="Google Shape;1824;p35"/>
            <p:cNvSpPr/>
            <p:nvPr/>
          </p:nvSpPr>
          <p:spPr>
            <a:xfrm>
              <a:off x="8763125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5" name="Google Shape;1825;p35"/>
            <p:cNvSpPr/>
            <p:nvPr/>
          </p:nvSpPr>
          <p:spPr>
            <a:xfrm>
              <a:off x="7620110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6" name="Google Shape;1826;p35"/>
            <p:cNvSpPr/>
            <p:nvPr/>
          </p:nvSpPr>
          <p:spPr>
            <a:xfrm>
              <a:off x="8001115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7" name="Google Shape;1827;p35"/>
            <p:cNvSpPr/>
            <p:nvPr/>
          </p:nvSpPr>
          <p:spPr>
            <a:xfrm>
              <a:off x="8382120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8" name="Google Shape;1828;p35"/>
            <p:cNvSpPr/>
            <p:nvPr/>
          </p:nvSpPr>
          <p:spPr>
            <a:xfrm>
              <a:off x="8763125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9" name="Google Shape;1829;p35"/>
            <p:cNvSpPr/>
            <p:nvPr/>
          </p:nvSpPr>
          <p:spPr>
            <a:xfrm>
              <a:off x="7620110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0" name="Google Shape;1830;p35"/>
            <p:cNvSpPr/>
            <p:nvPr/>
          </p:nvSpPr>
          <p:spPr>
            <a:xfrm>
              <a:off x="8001115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1" name="Google Shape;1831;p35"/>
            <p:cNvSpPr/>
            <p:nvPr/>
          </p:nvSpPr>
          <p:spPr>
            <a:xfrm>
              <a:off x="8382120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2" name="Google Shape;1832;p35"/>
            <p:cNvSpPr/>
            <p:nvPr/>
          </p:nvSpPr>
          <p:spPr>
            <a:xfrm>
              <a:off x="8763125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3" name="Google Shape;1833;p35"/>
            <p:cNvSpPr/>
            <p:nvPr/>
          </p:nvSpPr>
          <p:spPr>
            <a:xfrm>
              <a:off x="7620110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4" name="Google Shape;1834;p35"/>
            <p:cNvSpPr/>
            <p:nvPr/>
          </p:nvSpPr>
          <p:spPr>
            <a:xfrm>
              <a:off x="8001115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5" name="Google Shape;1835;p35"/>
            <p:cNvSpPr/>
            <p:nvPr/>
          </p:nvSpPr>
          <p:spPr>
            <a:xfrm>
              <a:off x="8382120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6" name="Google Shape;1836;p35"/>
            <p:cNvSpPr/>
            <p:nvPr/>
          </p:nvSpPr>
          <p:spPr>
            <a:xfrm>
              <a:off x="8763125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7" name="Google Shape;1837;p35"/>
            <p:cNvSpPr/>
            <p:nvPr/>
          </p:nvSpPr>
          <p:spPr>
            <a:xfrm>
              <a:off x="7620110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8" name="Google Shape;1838;p35"/>
            <p:cNvSpPr/>
            <p:nvPr/>
          </p:nvSpPr>
          <p:spPr>
            <a:xfrm>
              <a:off x="8001115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9" name="Google Shape;1839;p35"/>
            <p:cNvSpPr/>
            <p:nvPr/>
          </p:nvSpPr>
          <p:spPr>
            <a:xfrm>
              <a:off x="8382120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0" name="Google Shape;1840;p35"/>
            <p:cNvSpPr/>
            <p:nvPr/>
          </p:nvSpPr>
          <p:spPr>
            <a:xfrm>
              <a:off x="8763125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1" name="Google Shape;1841;p35"/>
            <p:cNvSpPr/>
            <p:nvPr/>
          </p:nvSpPr>
          <p:spPr>
            <a:xfrm>
              <a:off x="7620110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2" name="Google Shape;1842;p35"/>
            <p:cNvSpPr/>
            <p:nvPr/>
          </p:nvSpPr>
          <p:spPr>
            <a:xfrm>
              <a:off x="8001115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3" name="Google Shape;1843;p35"/>
            <p:cNvSpPr/>
            <p:nvPr/>
          </p:nvSpPr>
          <p:spPr>
            <a:xfrm>
              <a:off x="8382120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4" name="Google Shape;1844;p35"/>
            <p:cNvSpPr/>
            <p:nvPr/>
          </p:nvSpPr>
          <p:spPr>
            <a:xfrm>
              <a:off x="8763125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5" name="Google Shape;1845;p35"/>
            <p:cNvSpPr/>
            <p:nvPr/>
          </p:nvSpPr>
          <p:spPr>
            <a:xfrm>
              <a:off x="7620110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6" name="Google Shape;1846;p35"/>
            <p:cNvSpPr/>
            <p:nvPr/>
          </p:nvSpPr>
          <p:spPr>
            <a:xfrm>
              <a:off x="8001115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7" name="Google Shape;1847;p35"/>
            <p:cNvSpPr/>
            <p:nvPr/>
          </p:nvSpPr>
          <p:spPr>
            <a:xfrm>
              <a:off x="8382120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8" name="Google Shape;1848;p35"/>
            <p:cNvSpPr/>
            <p:nvPr/>
          </p:nvSpPr>
          <p:spPr>
            <a:xfrm>
              <a:off x="8763125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9" name="Google Shape;1849;p35"/>
            <p:cNvSpPr/>
            <p:nvPr/>
          </p:nvSpPr>
          <p:spPr>
            <a:xfrm>
              <a:off x="7620110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0" name="Google Shape;1850;p35"/>
            <p:cNvSpPr/>
            <p:nvPr/>
          </p:nvSpPr>
          <p:spPr>
            <a:xfrm>
              <a:off x="8001115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1" name="Google Shape;1851;p35"/>
            <p:cNvSpPr/>
            <p:nvPr/>
          </p:nvSpPr>
          <p:spPr>
            <a:xfrm>
              <a:off x="8382120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2" name="Google Shape;1852;p35"/>
            <p:cNvSpPr/>
            <p:nvPr/>
          </p:nvSpPr>
          <p:spPr>
            <a:xfrm>
              <a:off x="8763125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3" name="Google Shape;1853;p35"/>
            <p:cNvSpPr/>
            <p:nvPr/>
          </p:nvSpPr>
          <p:spPr>
            <a:xfrm>
              <a:off x="7620110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4" name="Google Shape;1854;p35"/>
            <p:cNvSpPr/>
            <p:nvPr/>
          </p:nvSpPr>
          <p:spPr>
            <a:xfrm>
              <a:off x="8001115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5" name="Google Shape;1855;p35"/>
            <p:cNvSpPr/>
            <p:nvPr/>
          </p:nvSpPr>
          <p:spPr>
            <a:xfrm>
              <a:off x="8382120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6" name="Google Shape;1856;p35"/>
            <p:cNvSpPr/>
            <p:nvPr/>
          </p:nvSpPr>
          <p:spPr>
            <a:xfrm>
              <a:off x="8763125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7" name="Google Shape;1857;p35"/>
            <p:cNvSpPr/>
            <p:nvPr/>
          </p:nvSpPr>
          <p:spPr>
            <a:xfrm>
              <a:off x="7620110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8" name="Google Shape;1858;p35"/>
            <p:cNvSpPr/>
            <p:nvPr/>
          </p:nvSpPr>
          <p:spPr>
            <a:xfrm>
              <a:off x="8001115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9" name="Google Shape;1859;p35"/>
            <p:cNvSpPr/>
            <p:nvPr/>
          </p:nvSpPr>
          <p:spPr>
            <a:xfrm>
              <a:off x="8382120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0" name="Google Shape;1860;p35"/>
            <p:cNvSpPr/>
            <p:nvPr/>
          </p:nvSpPr>
          <p:spPr>
            <a:xfrm>
              <a:off x="8763125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1" name="Google Shape;1861;p35"/>
            <p:cNvSpPr/>
            <p:nvPr/>
          </p:nvSpPr>
          <p:spPr>
            <a:xfrm>
              <a:off x="7620110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2" name="Google Shape;1862;p35"/>
            <p:cNvSpPr/>
            <p:nvPr/>
          </p:nvSpPr>
          <p:spPr>
            <a:xfrm>
              <a:off x="8001115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3" name="Google Shape;1863;p35"/>
            <p:cNvSpPr/>
            <p:nvPr/>
          </p:nvSpPr>
          <p:spPr>
            <a:xfrm>
              <a:off x="8382120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4" name="Google Shape;1864;p35"/>
            <p:cNvSpPr/>
            <p:nvPr/>
          </p:nvSpPr>
          <p:spPr>
            <a:xfrm>
              <a:off x="8763125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5" name="Google Shape;1865;p35"/>
            <p:cNvSpPr/>
            <p:nvPr/>
          </p:nvSpPr>
          <p:spPr>
            <a:xfrm>
              <a:off x="7620110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6" name="Google Shape;1866;p35"/>
            <p:cNvSpPr/>
            <p:nvPr/>
          </p:nvSpPr>
          <p:spPr>
            <a:xfrm>
              <a:off x="8001115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7" name="Google Shape;1867;p35"/>
            <p:cNvSpPr/>
            <p:nvPr/>
          </p:nvSpPr>
          <p:spPr>
            <a:xfrm>
              <a:off x="8382120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8" name="Google Shape;1868;p35"/>
            <p:cNvSpPr/>
            <p:nvPr/>
          </p:nvSpPr>
          <p:spPr>
            <a:xfrm>
              <a:off x="8763125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9" name="Google Shape;1869;p35"/>
            <p:cNvSpPr/>
            <p:nvPr/>
          </p:nvSpPr>
          <p:spPr>
            <a:xfrm>
              <a:off x="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0" name="Google Shape;1870;p35"/>
            <p:cNvSpPr/>
            <p:nvPr/>
          </p:nvSpPr>
          <p:spPr>
            <a:xfrm>
              <a:off x="38100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1" name="Google Shape;1871;p35"/>
            <p:cNvSpPr/>
            <p:nvPr/>
          </p:nvSpPr>
          <p:spPr>
            <a:xfrm>
              <a:off x="76201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2" name="Google Shape;1872;p35"/>
            <p:cNvSpPr/>
            <p:nvPr/>
          </p:nvSpPr>
          <p:spPr>
            <a:xfrm>
              <a:off x="114301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3" name="Google Shape;1873;p35"/>
            <p:cNvSpPr/>
            <p:nvPr/>
          </p:nvSpPr>
          <p:spPr>
            <a:xfrm>
              <a:off x="152402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4" name="Google Shape;1874;p35"/>
            <p:cNvSpPr/>
            <p:nvPr/>
          </p:nvSpPr>
          <p:spPr>
            <a:xfrm>
              <a:off x="190502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5" name="Google Shape;1875;p35"/>
            <p:cNvSpPr/>
            <p:nvPr/>
          </p:nvSpPr>
          <p:spPr>
            <a:xfrm>
              <a:off x="228603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6" name="Google Shape;1876;p35"/>
            <p:cNvSpPr/>
            <p:nvPr/>
          </p:nvSpPr>
          <p:spPr>
            <a:xfrm>
              <a:off x="266703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7" name="Google Shape;1877;p35"/>
            <p:cNvSpPr/>
            <p:nvPr/>
          </p:nvSpPr>
          <p:spPr>
            <a:xfrm>
              <a:off x="304804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8" name="Google Shape;1878;p35"/>
            <p:cNvSpPr/>
            <p:nvPr/>
          </p:nvSpPr>
          <p:spPr>
            <a:xfrm>
              <a:off x="342904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9" name="Google Shape;1879;p35"/>
            <p:cNvSpPr/>
            <p:nvPr/>
          </p:nvSpPr>
          <p:spPr>
            <a:xfrm>
              <a:off x="381005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0" name="Google Shape;1880;p35"/>
            <p:cNvSpPr/>
            <p:nvPr/>
          </p:nvSpPr>
          <p:spPr>
            <a:xfrm>
              <a:off x="419105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1" name="Google Shape;1881;p35"/>
            <p:cNvSpPr/>
            <p:nvPr/>
          </p:nvSpPr>
          <p:spPr>
            <a:xfrm>
              <a:off x="457206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2" name="Google Shape;1882;p35"/>
            <p:cNvSpPr/>
            <p:nvPr/>
          </p:nvSpPr>
          <p:spPr>
            <a:xfrm>
              <a:off x="495306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3" name="Google Shape;1883;p35"/>
            <p:cNvSpPr/>
            <p:nvPr/>
          </p:nvSpPr>
          <p:spPr>
            <a:xfrm>
              <a:off x="533407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4" name="Google Shape;1884;p35"/>
            <p:cNvSpPr/>
            <p:nvPr/>
          </p:nvSpPr>
          <p:spPr>
            <a:xfrm>
              <a:off x="571507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5" name="Google Shape;1885;p35"/>
            <p:cNvSpPr/>
            <p:nvPr/>
          </p:nvSpPr>
          <p:spPr>
            <a:xfrm>
              <a:off x="609608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6" name="Google Shape;1886;p35"/>
            <p:cNvSpPr/>
            <p:nvPr/>
          </p:nvSpPr>
          <p:spPr>
            <a:xfrm>
              <a:off x="647708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7" name="Google Shape;1887;p35"/>
            <p:cNvSpPr/>
            <p:nvPr/>
          </p:nvSpPr>
          <p:spPr>
            <a:xfrm>
              <a:off x="685809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8" name="Google Shape;1888;p35"/>
            <p:cNvSpPr/>
            <p:nvPr/>
          </p:nvSpPr>
          <p:spPr>
            <a:xfrm>
              <a:off x="723909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9" name="Google Shape;1889;p35"/>
            <p:cNvSpPr/>
            <p:nvPr/>
          </p:nvSpPr>
          <p:spPr>
            <a:xfrm>
              <a:off x="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0" name="Google Shape;1890;p35"/>
            <p:cNvSpPr/>
            <p:nvPr/>
          </p:nvSpPr>
          <p:spPr>
            <a:xfrm>
              <a:off x="38100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1" name="Google Shape;1891;p35"/>
            <p:cNvSpPr/>
            <p:nvPr/>
          </p:nvSpPr>
          <p:spPr>
            <a:xfrm>
              <a:off x="76201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2" name="Google Shape;1892;p35"/>
            <p:cNvSpPr/>
            <p:nvPr/>
          </p:nvSpPr>
          <p:spPr>
            <a:xfrm>
              <a:off x="114301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3" name="Google Shape;1893;p35"/>
            <p:cNvSpPr/>
            <p:nvPr/>
          </p:nvSpPr>
          <p:spPr>
            <a:xfrm>
              <a:off x="152402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4" name="Google Shape;1894;p35"/>
            <p:cNvSpPr/>
            <p:nvPr/>
          </p:nvSpPr>
          <p:spPr>
            <a:xfrm>
              <a:off x="190502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5" name="Google Shape;1895;p35"/>
            <p:cNvSpPr/>
            <p:nvPr/>
          </p:nvSpPr>
          <p:spPr>
            <a:xfrm>
              <a:off x="228603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6" name="Google Shape;1896;p35"/>
            <p:cNvSpPr/>
            <p:nvPr/>
          </p:nvSpPr>
          <p:spPr>
            <a:xfrm>
              <a:off x="266703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7" name="Google Shape;1897;p35"/>
            <p:cNvSpPr/>
            <p:nvPr/>
          </p:nvSpPr>
          <p:spPr>
            <a:xfrm>
              <a:off x="304804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8" name="Google Shape;1898;p35"/>
            <p:cNvSpPr/>
            <p:nvPr/>
          </p:nvSpPr>
          <p:spPr>
            <a:xfrm>
              <a:off x="342904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9" name="Google Shape;1899;p35"/>
            <p:cNvSpPr/>
            <p:nvPr/>
          </p:nvSpPr>
          <p:spPr>
            <a:xfrm>
              <a:off x="381005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0" name="Google Shape;1900;p35"/>
            <p:cNvSpPr/>
            <p:nvPr/>
          </p:nvSpPr>
          <p:spPr>
            <a:xfrm>
              <a:off x="419105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1" name="Google Shape;1901;p35"/>
            <p:cNvSpPr/>
            <p:nvPr/>
          </p:nvSpPr>
          <p:spPr>
            <a:xfrm>
              <a:off x="457206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2" name="Google Shape;1902;p35"/>
            <p:cNvSpPr/>
            <p:nvPr/>
          </p:nvSpPr>
          <p:spPr>
            <a:xfrm>
              <a:off x="495306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3" name="Google Shape;1903;p35"/>
            <p:cNvSpPr/>
            <p:nvPr/>
          </p:nvSpPr>
          <p:spPr>
            <a:xfrm>
              <a:off x="533407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4" name="Google Shape;1904;p35"/>
            <p:cNvSpPr/>
            <p:nvPr/>
          </p:nvSpPr>
          <p:spPr>
            <a:xfrm>
              <a:off x="571507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5" name="Google Shape;1905;p35"/>
            <p:cNvSpPr/>
            <p:nvPr/>
          </p:nvSpPr>
          <p:spPr>
            <a:xfrm>
              <a:off x="609608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6" name="Google Shape;1906;p35"/>
            <p:cNvSpPr/>
            <p:nvPr/>
          </p:nvSpPr>
          <p:spPr>
            <a:xfrm>
              <a:off x="647708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7" name="Google Shape;1907;p35"/>
            <p:cNvSpPr/>
            <p:nvPr/>
          </p:nvSpPr>
          <p:spPr>
            <a:xfrm>
              <a:off x="685809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8" name="Google Shape;1908;p35"/>
            <p:cNvSpPr/>
            <p:nvPr/>
          </p:nvSpPr>
          <p:spPr>
            <a:xfrm>
              <a:off x="723909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9" name="Google Shape;1909;p35"/>
            <p:cNvSpPr/>
            <p:nvPr/>
          </p:nvSpPr>
          <p:spPr>
            <a:xfrm>
              <a:off x="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0" name="Google Shape;1910;p35"/>
            <p:cNvSpPr/>
            <p:nvPr/>
          </p:nvSpPr>
          <p:spPr>
            <a:xfrm>
              <a:off x="38100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1" name="Google Shape;1911;p35"/>
            <p:cNvSpPr/>
            <p:nvPr/>
          </p:nvSpPr>
          <p:spPr>
            <a:xfrm>
              <a:off x="76201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2" name="Google Shape;1912;p35"/>
            <p:cNvSpPr/>
            <p:nvPr/>
          </p:nvSpPr>
          <p:spPr>
            <a:xfrm>
              <a:off x="114301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3" name="Google Shape;1913;p35"/>
            <p:cNvSpPr/>
            <p:nvPr/>
          </p:nvSpPr>
          <p:spPr>
            <a:xfrm>
              <a:off x="152402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4" name="Google Shape;1914;p35"/>
            <p:cNvSpPr/>
            <p:nvPr/>
          </p:nvSpPr>
          <p:spPr>
            <a:xfrm>
              <a:off x="190502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5" name="Google Shape;1915;p35"/>
            <p:cNvSpPr/>
            <p:nvPr/>
          </p:nvSpPr>
          <p:spPr>
            <a:xfrm>
              <a:off x="228603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6" name="Google Shape;1916;p35"/>
            <p:cNvSpPr/>
            <p:nvPr/>
          </p:nvSpPr>
          <p:spPr>
            <a:xfrm>
              <a:off x="266703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7" name="Google Shape;1917;p35"/>
            <p:cNvSpPr/>
            <p:nvPr/>
          </p:nvSpPr>
          <p:spPr>
            <a:xfrm>
              <a:off x="304804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8" name="Google Shape;1918;p35"/>
            <p:cNvSpPr/>
            <p:nvPr/>
          </p:nvSpPr>
          <p:spPr>
            <a:xfrm>
              <a:off x="342904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9" name="Google Shape;1919;p35"/>
            <p:cNvSpPr/>
            <p:nvPr/>
          </p:nvSpPr>
          <p:spPr>
            <a:xfrm>
              <a:off x="381005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0" name="Google Shape;1920;p35"/>
            <p:cNvSpPr/>
            <p:nvPr/>
          </p:nvSpPr>
          <p:spPr>
            <a:xfrm>
              <a:off x="419105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1" name="Google Shape;1921;p35"/>
            <p:cNvSpPr/>
            <p:nvPr/>
          </p:nvSpPr>
          <p:spPr>
            <a:xfrm>
              <a:off x="457206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2" name="Google Shape;1922;p35"/>
            <p:cNvSpPr/>
            <p:nvPr/>
          </p:nvSpPr>
          <p:spPr>
            <a:xfrm>
              <a:off x="495306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3" name="Google Shape;1923;p35"/>
            <p:cNvSpPr/>
            <p:nvPr/>
          </p:nvSpPr>
          <p:spPr>
            <a:xfrm>
              <a:off x="533407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4" name="Google Shape;1924;p35"/>
            <p:cNvSpPr/>
            <p:nvPr/>
          </p:nvSpPr>
          <p:spPr>
            <a:xfrm>
              <a:off x="571507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5" name="Google Shape;1925;p35"/>
            <p:cNvSpPr/>
            <p:nvPr/>
          </p:nvSpPr>
          <p:spPr>
            <a:xfrm>
              <a:off x="609608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6" name="Google Shape;1926;p35"/>
            <p:cNvSpPr/>
            <p:nvPr/>
          </p:nvSpPr>
          <p:spPr>
            <a:xfrm>
              <a:off x="647708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7" name="Google Shape;1927;p35"/>
            <p:cNvSpPr/>
            <p:nvPr/>
          </p:nvSpPr>
          <p:spPr>
            <a:xfrm>
              <a:off x="685809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8" name="Google Shape;1928;p35"/>
            <p:cNvSpPr/>
            <p:nvPr/>
          </p:nvSpPr>
          <p:spPr>
            <a:xfrm>
              <a:off x="723909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9" name="Google Shape;1929;p35"/>
            <p:cNvSpPr/>
            <p:nvPr/>
          </p:nvSpPr>
          <p:spPr>
            <a:xfrm>
              <a:off x="7620110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0" name="Google Shape;1930;p35"/>
            <p:cNvSpPr/>
            <p:nvPr/>
          </p:nvSpPr>
          <p:spPr>
            <a:xfrm>
              <a:off x="8001115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1" name="Google Shape;1931;p35"/>
            <p:cNvSpPr/>
            <p:nvPr/>
          </p:nvSpPr>
          <p:spPr>
            <a:xfrm>
              <a:off x="8382120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2" name="Google Shape;1932;p35"/>
            <p:cNvSpPr/>
            <p:nvPr/>
          </p:nvSpPr>
          <p:spPr>
            <a:xfrm>
              <a:off x="8763125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3" name="Google Shape;1933;p35"/>
            <p:cNvSpPr/>
            <p:nvPr/>
          </p:nvSpPr>
          <p:spPr>
            <a:xfrm>
              <a:off x="7620110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4" name="Google Shape;1934;p35"/>
            <p:cNvSpPr/>
            <p:nvPr/>
          </p:nvSpPr>
          <p:spPr>
            <a:xfrm>
              <a:off x="8001115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5" name="Google Shape;1935;p35"/>
            <p:cNvSpPr/>
            <p:nvPr/>
          </p:nvSpPr>
          <p:spPr>
            <a:xfrm>
              <a:off x="8382120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6" name="Google Shape;1936;p35"/>
            <p:cNvSpPr/>
            <p:nvPr/>
          </p:nvSpPr>
          <p:spPr>
            <a:xfrm>
              <a:off x="8763125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7" name="Google Shape;1937;p35"/>
            <p:cNvSpPr/>
            <p:nvPr/>
          </p:nvSpPr>
          <p:spPr>
            <a:xfrm>
              <a:off x="7620110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8" name="Google Shape;1938;p35"/>
            <p:cNvSpPr/>
            <p:nvPr/>
          </p:nvSpPr>
          <p:spPr>
            <a:xfrm>
              <a:off x="8001115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9" name="Google Shape;1939;p35"/>
            <p:cNvSpPr/>
            <p:nvPr/>
          </p:nvSpPr>
          <p:spPr>
            <a:xfrm>
              <a:off x="8382120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0" name="Google Shape;1940;p35"/>
            <p:cNvSpPr/>
            <p:nvPr/>
          </p:nvSpPr>
          <p:spPr>
            <a:xfrm>
              <a:off x="8763125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41" name="Google Shape;1941;p35"/>
          <p:cNvSpPr/>
          <p:nvPr/>
        </p:nvSpPr>
        <p:spPr>
          <a:xfrm flipH="1">
            <a:off x="0" y="0"/>
            <a:ext cx="9144000" cy="5143500"/>
          </a:xfrm>
          <a:prstGeom prst="rtTriangle">
            <a:avLst/>
          </a:prstGeom>
          <a:solidFill>
            <a:srgbClr val="005051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42" name="Google Shape;1942;p35"/>
          <p:cNvGrpSpPr/>
          <p:nvPr/>
        </p:nvGrpSpPr>
        <p:grpSpPr>
          <a:xfrm>
            <a:off x="553048" y="535000"/>
            <a:ext cx="8105852" cy="4302000"/>
            <a:chOff x="553048" y="535000"/>
            <a:chExt cx="8105852" cy="4302000"/>
          </a:xfrm>
        </p:grpSpPr>
        <p:sp>
          <p:nvSpPr>
            <p:cNvPr id="1943" name="Google Shape;1943;p35"/>
            <p:cNvSpPr/>
            <p:nvPr/>
          </p:nvSpPr>
          <p:spPr>
            <a:xfrm>
              <a:off x="942300" y="763600"/>
              <a:ext cx="7716600" cy="4073400"/>
            </a:xfrm>
            <a:prstGeom prst="roundRect">
              <a:avLst>
                <a:gd fmla="val 2480" name="adj"/>
              </a:avLst>
            </a:prstGeom>
            <a:solidFill>
              <a:srgbClr val="222828">
                <a:alpha val="2039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4" name="Google Shape;1944;p35"/>
            <p:cNvSpPr/>
            <p:nvPr/>
          </p:nvSpPr>
          <p:spPr>
            <a:xfrm>
              <a:off x="712275" y="535000"/>
              <a:ext cx="7716600" cy="4073400"/>
            </a:xfrm>
            <a:prstGeom prst="roundRect">
              <a:avLst>
                <a:gd fmla="val 248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5" name="Google Shape;1945;p35"/>
            <p:cNvSpPr/>
            <p:nvPr/>
          </p:nvSpPr>
          <p:spPr>
            <a:xfrm>
              <a:off x="848698" y="898261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5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5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6" name="Google Shape;1946;p35"/>
            <p:cNvSpPr/>
            <p:nvPr/>
          </p:nvSpPr>
          <p:spPr>
            <a:xfrm>
              <a:off x="553048" y="931482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19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8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7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7" name="Google Shape;1947;p35"/>
            <p:cNvSpPr/>
            <p:nvPr/>
          </p:nvSpPr>
          <p:spPr>
            <a:xfrm>
              <a:off x="848698" y="1332681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8"/>
                    <a:pt x="0" y="7608"/>
                  </a:cubicBezTo>
                  <a:cubicBezTo>
                    <a:pt x="0" y="11808"/>
                    <a:pt x="3404" y="15212"/>
                    <a:pt x="7604" y="15212"/>
                  </a:cubicBezTo>
                  <a:cubicBezTo>
                    <a:pt x="11804" y="15212"/>
                    <a:pt x="15209" y="11808"/>
                    <a:pt x="15209" y="7608"/>
                  </a:cubicBezTo>
                  <a:cubicBezTo>
                    <a:pt x="15209" y="3408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8" name="Google Shape;1948;p35"/>
            <p:cNvSpPr/>
            <p:nvPr/>
          </p:nvSpPr>
          <p:spPr>
            <a:xfrm>
              <a:off x="553048" y="1365902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71"/>
                    <a:pt x="0" y="1497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9"/>
                  </a:lnTo>
                  <a:cubicBezTo>
                    <a:pt x="23340" y="7948"/>
                    <a:pt x="21591" y="9042"/>
                    <a:pt x="19596" y="9042"/>
                  </a:cubicBezTo>
                  <a:lnTo>
                    <a:pt x="1493" y="9042"/>
                  </a:lnTo>
                  <a:cubicBezTo>
                    <a:pt x="671" y="9042"/>
                    <a:pt x="0" y="9709"/>
                    <a:pt x="0" y="10535"/>
                  </a:cubicBezTo>
                  <a:cubicBezTo>
                    <a:pt x="0" y="11361"/>
                    <a:pt x="671" y="12028"/>
                    <a:pt x="1493" y="12028"/>
                  </a:cubicBezTo>
                  <a:lnTo>
                    <a:pt x="19596" y="12028"/>
                  </a:lnTo>
                  <a:cubicBezTo>
                    <a:pt x="23370" y="12028"/>
                    <a:pt x="26327" y="9688"/>
                    <a:pt x="26327" y="6699"/>
                  </a:cubicBezTo>
                  <a:lnTo>
                    <a:pt x="26327" y="5330"/>
                  </a:lnTo>
                  <a:cubicBezTo>
                    <a:pt x="26327" y="2344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9" name="Google Shape;1949;p35"/>
            <p:cNvSpPr/>
            <p:nvPr/>
          </p:nvSpPr>
          <p:spPr>
            <a:xfrm>
              <a:off x="848698" y="1767184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4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4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0" name="Google Shape;1950;p35"/>
            <p:cNvSpPr/>
            <p:nvPr/>
          </p:nvSpPr>
          <p:spPr>
            <a:xfrm>
              <a:off x="553048" y="1800405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68"/>
                    <a:pt x="0" y="1493"/>
                  </a:cubicBezTo>
                  <a:cubicBezTo>
                    <a:pt x="0" y="2319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5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7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1" name="Google Shape;1951;p35"/>
            <p:cNvSpPr/>
            <p:nvPr/>
          </p:nvSpPr>
          <p:spPr>
            <a:xfrm>
              <a:off x="848698" y="2201603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5"/>
                    <a:pt x="0" y="7608"/>
                  </a:cubicBezTo>
                  <a:cubicBezTo>
                    <a:pt x="0" y="11808"/>
                    <a:pt x="3404" y="15212"/>
                    <a:pt x="7604" y="15212"/>
                  </a:cubicBezTo>
                  <a:cubicBezTo>
                    <a:pt x="11804" y="15212"/>
                    <a:pt x="15209" y="11808"/>
                    <a:pt x="15209" y="7608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2" name="Google Shape;1952;p35"/>
            <p:cNvSpPr/>
            <p:nvPr/>
          </p:nvSpPr>
          <p:spPr>
            <a:xfrm>
              <a:off x="553048" y="2234824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68"/>
                    <a:pt x="0" y="1494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9"/>
                  </a:lnTo>
                  <a:cubicBezTo>
                    <a:pt x="23340" y="7945"/>
                    <a:pt x="21591" y="9039"/>
                    <a:pt x="19596" y="9039"/>
                  </a:cubicBezTo>
                  <a:lnTo>
                    <a:pt x="1493" y="9039"/>
                  </a:lnTo>
                  <a:cubicBezTo>
                    <a:pt x="671" y="9039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9"/>
                  </a:cubicBezTo>
                  <a:lnTo>
                    <a:pt x="26327" y="5330"/>
                  </a:lnTo>
                  <a:cubicBezTo>
                    <a:pt x="26327" y="2341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3" name="Google Shape;1953;p35"/>
            <p:cNvSpPr/>
            <p:nvPr/>
          </p:nvSpPr>
          <p:spPr>
            <a:xfrm>
              <a:off x="848698" y="2636106"/>
              <a:ext cx="317374" cy="317374"/>
            </a:xfrm>
            <a:custGeom>
              <a:rect b="b" l="l" r="r" t="t"/>
              <a:pathLst>
                <a:path extrusionOk="0" h="15209" w="15209">
                  <a:moveTo>
                    <a:pt x="7604" y="0"/>
                  </a:moveTo>
                  <a:cubicBezTo>
                    <a:pt x="3404" y="0"/>
                    <a:pt x="0" y="3404"/>
                    <a:pt x="0" y="7604"/>
                  </a:cubicBezTo>
                  <a:cubicBezTo>
                    <a:pt x="0" y="11805"/>
                    <a:pt x="3404" y="15209"/>
                    <a:pt x="7604" y="15209"/>
                  </a:cubicBezTo>
                  <a:cubicBezTo>
                    <a:pt x="11804" y="15209"/>
                    <a:pt x="15209" y="11805"/>
                    <a:pt x="15209" y="7604"/>
                  </a:cubicBezTo>
                  <a:cubicBezTo>
                    <a:pt x="15209" y="3404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4" name="Google Shape;1954;p35"/>
            <p:cNvSpPr/>
            <p:nvPr/>
          </p:nvSpPr>
          <p:spPr>
            <a:xfrm>
              <a:off x="553048" y="2669265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71"/>
                    <a:pt x="0" y="1496"/>
                  </a:cubicBezTo>
                  <a:cubicBezTo>
                    <a:pt x="0" y="2322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8"/>
                  </a:lnTo>
                  <a:cubicBezTo>
                    <a:pt x="23340" y="7947"/>
                    <a:pt x="21591" y="9041"/>
                    <a:pt x="19596" y="9041"/>
                  </a:cubicBezTo>
                  <a:lnTo>
                    <a:pt x="1493" y="9041"/>
                  </a:lnTo>
                  <a:cubicBezTo>
                    <a:pt x="671" y="9041"/>
                    <a:pt x="0" y="9709"/>
                    <a:pt x="0" y="10534"/>
                  </a:cubicBezTo>
                  <a:cubicBezTo>
                    <a:pt x="0" y="11360"/>
                    <a:pt x="671" y="12028"/>
                    <a:pt x="1493" y="12028"/>
                  </a:cubicBezTo>
                  <a:lnTo>
                    <a:pt x="19596" y="12028"/>
                  </a:lnTo>
                  <a:cubicBezTo>
                    <a:pt x="23370" y="12028"/>
                    <a:pt x="26327" y="9688"/>
                    <a:pt x="26327" y="6698"/>
                  </a:cubicBezTo>
                  <a:lnTo>
                    <a:pt x="26327" y="5330"/>
                  </a:lnTo>
                  <a:cubicBezTo>
                    <a:pt x="26327" y="2343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5" name="Google Shape;1955;p35"/>
            <p:cNvSpPr/>
            <p:nvPr/>
          </p:nvSpPr>
          <p:spPr>
            <a:xfrm>
              <a:off x="848698" y="3070526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5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6" name="Google Shape;1956;p35"/>
            <p:cNvSpPr/>
            <p:nvPr/>
          </p:nvSpPr>
          <p:spPr>
            <a:xfrm>
              <a:off x="553048" y="3103747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20"/>
                    <a:pt x="671" y="2987"/>
                    <a:pt x="1493" y="2987"/>
                  </a:cubicBezTo>
                  <a:lnTo>
                    <a:pt x="19596" y="2987"/>
                  </a:lnTo>
                  <a:cubicBezTo>
                    <a:pt x="21591" y="2987"/>
                    <a:pt x="23340" y="4081"/>
                    <a:pt x="23340" y="5330"/>
                  </a:cubicBezTo>
                  <a:lnTo>
                    <a:pt x="23340" y="6696"/>
                  </a:lnTo>
                  <a:cubicBezTo>
                    <a:pt x="23340" y="7945"/>
                    <a:pt x="21591" y="9039"/>
                    <a:pt x="19596" y="9039"/>
                  </a:cubicBezTo>
                  <a:lnTo>
                    <a:pt x="1493" y="9039"/>
                  </a:lnTo>
                  <a:cubicBezTo>
                    <a:pt x="671" y="9039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6"/>
                  </a:cubicBezTo>
                  <a:lnTo>
                    <a:pt x="26327" y="5330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7" name="Google Shape;1957;p35"/>
            <p:cNvSpPr/>
            <p:nvPr/>
          </p:nvSpPr>
          <p:spPr>
            <a:xfrm>
              <a:off x="848698" y="3504966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7"/>
                    <a:pt x="0" y="7607"/>
                  </a:cubicBezTo>
                  <a:cubicBezTo>
                    <a:pt x="0" y="11807"/>
                    <a:pt x="3404" y="15212"/>
                    <a:pt x="7604" y="15212"/>
                  </a:cubicBezTo>
                  <a:cubicBezTo>
                    <a:pt x="11804" y="15212"/>
                    <a:pt x="15209" y="11807"/>
                    <a:pt x="15209" y="7607"/>
                  </a:cubicBezTo>
                  <a:cubicBezTo>
                    <a:pt x="15209" y="3407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8" name="Google Shape;1958;p35"/>
            <p:cNvSpPr/>
            <p:nvPr/>
          </p:nvSpPr>
          <p:spPr>
            <a:xfrm>
              <a:off x="553048" y="3538167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72"/>
                    <a:pt x="0" y="1497"/>
                  </a:cubicBezTo>
                  <a:cubicBezTo>
                    <a:pt x="0" y="2320"/>
                    <a:pt x="671" y="2991"/>
                    <a:pt x="1493" y="2991"/>
                  </a:cubicBezTo>
                  <a:lnTo>
                    <a:pt x="19596" y="2991"/>
                  </a:lnTo>
                  <a:cubicBezTo>
                    <a:pt x="21591" y="2991"/>
                    <a:pt x="23340" y="4085"/>
                    <a:pt x="23340" y="5331"/>
                  </a:cubicBezTo>
                  <a:lnTo>
                    <a:pt x="23340" y="6699"/>
                  </a:lnTo>
                  <a:cubicBezTo>
                    <a:pt x="23340" y="7948"/>
                    <a:pt x="21591" y="9042"/>
                    <a:pt x="19596" y="9042"/>
                  </a:cubicBezTo>
                  <a:lnTo>
                    <a:pt x="1493" y="9042"/>
                  </a:lnTo>
                  <a:cubicBezTo>
                    <a:pt x="671" y="9042"/>
                    <a:pt x="0" y="9710"/>
                    <a:pt x="0" y="10535"/>
                  </a:cubicBezTo>
                  <a:cubicBezTo>
                    <a:pt x="0" y="11361"/>
                    <a:pt x="671" y="12029"/>
                    <a:pt x="1493" y="12029"/>
                  </a:cubicBezTo>
                  <a:lnTo>
                    <a:pt x="19596" y="12029"/>
                  </a:lnTo>
                  <a:cubicBezTo>
                    <a:pt x="23370" y="12029"/>
                    <a:pt x="26327" y="9689"/>
                    <a:pt x="26327" y="6699"/>
                  </a:cubicBezTo>
                  <a:lnTo>
                    <a:pt x="26327" y="5331"/>
                  </a:lnTo>
                  <a:cubicBezTo>
                    <a:pt x="26327" y="2344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9" name="Google Shape;1959;p35"/>
            <p:cNvSpPr/>
            <p:nvPr/>
          </p:nvSpPr>
          <p:spPr>
            <a:xfrm>
              <a:off x="848698" y="3939449"/>
              <a:ext cx="317374" cy="317395"/>
            </a:xfrm>
            <a:custGeom>
              <a:rect b="b" l="l" r="r" t="t"/>
              <a:pathLst>
                <a:path extrusionOk="0" h="15210" w="15209">
                  <a:moveTo>
                    <a:pt x="7604" y="1"/>
                  </a:moveTo>
                  <a:cubicBezTo>
                    <a:pt x="3404" y="1"/>
                    <a:pt x="0" y="3405"/>
                    <a:pt x="0" y="7605"/>
                  </a:cubicBezTo>
                  <a:cubicBezTo>
                    <a:pt x="0" y="11805"/>
                    <a:pt x="3404" y="15209"/>
                    <a:pt x="7604" y="15209"/>
                  </a:cubicBezTo>
                  <a:cubicBezTo>
                    <a:pt x="11804" y="15209"/>
                    <a:pt x="15209" y="11805"/>
                    <a:pt x="15209" y="7605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0" name="Google Shape;1960;p35"/>
            <p:cNvSpPr/>
            <p:nvPr/>
          </p:nvSpPr>
          <p:spPr>
            <a:xfrm>
              <a:off x="553048" y="3972670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5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61" name="Google Shape;1961;p35"/>
          <p:cNvSpPr txBox="1"/>
          <p:nvPr>
            <p:ph type="title"/>
          </p:nvPr>
        </p:nvSpPr>
        <p:spPr>
          <a:xfrm>
            <a:off x="3116850" y="1880650"/>
            <a:ext cx="4541400" cy="1353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62" name="Google Shape;1962;p35"/>
          <p:cNvSpPr txBox="1"/>
          <p:nvPr>
            <p:ph idx="2" type="title"/>
          </p:nvPr>
        </p:nvSpPr>
        <p:spPr>
          <a:xfrm>
            <a:off x="1810950" y="2150850"/>
            <a:ext cx="11535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963" name="Google Shape;1963;p35"/>
          <p:cNvSpPr/>
          <p:nvPr/>
        </p:nvSpPr>
        <p:spPr>
          <a:xfrm>
            <a:off x="8428900" y="1041975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0"/>
                </a:moveTo>
                <a:lnTo>
                  <a:pt x="0" y="25897"/>
                </a:lnTo>
                <a:cubicBezTo>
                  <a:pt x="3176" y="25897"/>
                  <a:pt x="5749" y="23323"/>
                  <a:pt x="5749" y="20147"/>
                </a:cubicBezTo>
                <a:lnTo>
                  <a:pt x="5749" y="5752"/>
                </a:lnTo>
                <a:cubicBezTo>
                  <a:pt x="5749" y="2576"/>
                  <a:pt x="3176" y="0"/>
                  <a:pt x="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4" name="Google Shape;1964;p35"/>
          <p:cNvSpPr/>
          <p:nvPr/>
        </p:nvSpPr>
        <p:spPr>
          <a:xfrm>
            <a:off x="8428900" y="2620900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0"/>
                </a:moveTo>
                <a:lnTo>
                  <a:pt x="0" y="25897"/>
                </a:lnTo>
                <a:cubicBezTo>
                  <a:pt x="3176" y="25897"/>
                  <a:pt x="5749" y="23323"/>
                  <a:pt x="5749" y="20148"/>
                </a:cubicBezTo>
                <a:lnTo>
                  <a:pt x="5749" y="5752"/>
                </a:lnTo>
                <a:cubicBezTo>
                  <a:pt x="5749" y="2577"/>
                  <a:pt x="3176" y="0"/>
                  <a:pt x="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5" name="Google Shape;1965;p35"/>
          <p:cNvSpPr/>
          <p:nvPr/>
        </p:nvSpPr>
        <p:spPr>
          <a:xfrm>
            <a:off x="8428900" y="1811900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0"/>
                </a:moveTo>
                <a:lnTo>
                  <a:pt x="0" y="25897"/>
                </a:lnTo>
                <a:cubicBezTo>
                  <a:pt x="3176" y="25897"/>
                  <a:pt x="5749" y="23320"/>
                  <a:pt x="5749" y="20147"/>
                </a:cubicBezTo>
                <a:lnTo>
                  <a:pt x="5749" y="5749"/>
                </a:lnTo>
                <a:cubicBezTo>
                  <a:pt x="5749" y="2574"/>
                  <a:pt x="3176" y="0"/>
                  <a:pt x="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6" name="Google Shape;1966;p35"/>
          <p:cNvSpPr/>
          <p:nvPr/>
        </p:nvSpPr>
        <p:spPr>
          <a:xfrm>
            <a:off x="8428900" y="3454000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1"/>
                </a:moveTo>
                <a:lnTo>
                  <a:pt x="0" y="25897"/>
                </a:lnTo>
                <a:cubicBezTo>
                  <a:pt x="3176" y="25897"/>
                  <a:pt x="5749" y="23323"/>
                  <a:pt x="5749" y="20148"/>
                </a:cubicBezTo>
                <a:lnTo>
                  <a:pt x="5749" y="5752"/>
                </a:lnTo>
                <a:cubicBezTo>
                  <a:pt x="5749" y="2577"/>
                  <a:pt x="3176" y="1"/>
                  <a:pt x="0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7" name="Google Shape;1967;p35"/>
          <p:cNvSpPr/>
          <p:nvPr/>
        </p:nvSpPr>
        <p:spPr>
          <a:xfrm rot="-900008">
            <a:off x="1715274" y="4153738"/>
            <a:ext cx="585793" cy="623413"/>
          </a:xfrm>
          <a:custGeom>
            <a:rect b="b" l="l" r="r" t="t"/>
            <a:pathLst>
              <a:path extrusionOk="0" h="29017" w="27269">
                <a:moveTo>
                  <a:pt x="22507" y="0"/>
                </a:moveTo>
                <a:cubicBezTo>
                  <a:pt x="21719" y="0"/>
                  <a:pt x="20932" y="201"/>
                  <a:pt x="20248" y="603"/>
                </a:cubicBezTo>
                <a:cubicBezTo>
                  <a:pt x="20101" y="684"/>
                  <a:pt x="19960" y="774"/>
                  <a:pt x="19827" y="877"/>
                </a:cubicBezTo>
                <a:cubicBezTo>
                  <a:pt x="19689" y="973"/>
                  <a:pt x="19562" y="1080"/>
                  <a:pt x="19439" y="1195"/>
                </a:cubicBezTo>
                <a:cubicBezTo>
                  <a:pt x="19306" y="1313"/>
                  <a:pt x="19214" y="1408"/>
                  <a:pt x="19117" y="1505"/>
                </a:cubicBezTo>
                <a:lnTo>
                  <a:pt x="18821" y="1800"/>
                </a:lnTo>
                <a:lnTo>
                  <a:pt x="17642" y="2975"/>
                </a:lnTo>
                <a:lnTo>
                  <a:pt x="8210" y="12373"/>
                </a:lnTo>
                <a:lnTo>
                  <a:pt x="3494" y="17071"/>
                </a:lnTo>
                <a:lnTo>
                  <a:pt x="2315" y="18246"/>
                </a:lnTo>
                <a:lnTo>
                  <a:pt x="1721" y="18842"/>
                </a:lnTo>
                <a:cubicBezTo>
                  <a:pt x="1504" y="19073"/>
                  <a:pt x="1291" y="19311"/>
                  <a:pt x="1110" y="19576"/>
                </a:cubicBezTo>
                <a:cubicBezTo>
                  <a:pt x="744" y="20099"/>
                  <a:pt x="454" y="20675"/>
                  <a:pt x="267" y="21287"/>
                </a:cubicBezTo>
                <a:cubicBezTo>
                  <a:pt x="86" y="21900"/>
                  <a:pt x="1" y="22538"/>
                  <a:pt x="13" y="23174"/>
                </a:cubicBezTo>
                <a:cubicBezTo>
                  <a:pt x="35" y="24451"/>
                  <a:pt x="496" y="25713"/>
                  <a:pt x="1281" y="26719"/>
                </a:cubicBezTo>
                <a:cubicBezTo>
                  <a:pt x="1679" y="27216"/>
                  <a:pt x="2146" y="27657"/>
                  <a:pt x="2675" y="28015"/>
                </a:cubicBezTo>
                <a:cubicBezTo>
                  <a:pt x="3210" y="28365"/>
                  <a:pt x="3798" y="28634"/>
                  <a:pt x="4413" y="28805"/>
                </a:cubicBezTo>
                <a:cubicBezTo>
                  <a:pt x="4924" y="28947"/>
                  <a:pt x="5453" y="29016"/>
                  <a:pt x="5983" y="29016"/>
                </a:cubicBezTo>
                <a:cubicBezTo>
                  <a:pt x="6728" y="29016"/>
                  <a:pt x="7474" y="28878"/>
                  <a:pt x="8170" y="28610"/>
                </a:cubicBezTo>
                <a:cubicBezTo>
                  <a:pt x="8765" y="28375"/>
                  <a:pt x="9319" y="28045"/>
                  <a:pt x="9814" y="27642"/>
                </a:cubicBezTo>
                <a:lnTo>
                  <a:pt x="10170" y="27323"/>
                </a:lnTo>
                <a:cubicBezTo>
                  <a:pt x="10285" y="27216"/>
                  <a:pt x="10371" y="27125"/>
                  <a:pt x="10472" y="27025"/>
                </a:cubicBezTo>
                <a:lnTo>
                  <a:pt x="11063" y="26437"/>
                </a:lnTo>
                <a:lnTo>
                  <a:pt x="20495" y="17039"/>
                </a:lnTo>
                <a:cubicBezTo>
                  <a:pt x="21385" y="16152"/>
                  <a:pt x="21860" y="15184"/>
                  <a:pt x="21554" y="14878"/>
                </a:cubicBezTo>
                <a:cubicBezTo>
                  <a:pt x="21491" y="14814"/>
                  <a:pt x="21400" y="14784"/>
                  <a:pt x="21287" y="14784"/>
                </a:cubicBezTo>
                <a:cubicBezTo>
                  <a:pt x="20852" y="14784"/>
                  <a:pt x="20096" y="15227"/>
                  <a:pt x="19389" y="15931"/>
                </a:cubicBezTo>
                <a:lnTo>
                  <a:pt x="9957" y="25329"/>
                </a:lnTo>
                <a:lnTo>
                  <a:pt x="9369" y="25916"/>
                </a:lnTo>
                <a:cubicBezTo>
                  <a:pt x="9272" y="26009"/>
                  <a:pt x="9166" y="26121"/>
                  <a:pt x="9079" y="26200"/>
                </a:cubicBezTo>
                <a:lnTo>
                  <a:pt x="8814" y="26439"/>
                </a:lnTo>
                <a:cubicBezTo>
                  <a:pt x="8448" y="26735"/>
                  <a:pt x="8041" y="26978"/>
                  <a:pt x="7603" y="27152"/>
                </a:cubicBezTo>
                <a:cubicBezTo>
                  <a:pt x="7090" y="27349"/>
                  <a:pt x="6538" y="27451"/>
                  <a:pt x="5987" y="27451"/>
                </a:cubicBezTo>
                <a:cubicBezTo>
                  <a:pt x="5595" y="27451"/>
                  <a:pt x="5204" y="27399"/>
                  <a:pt x="4826" y="27294"/>
                </a:cubicBezTo>
                <a:cubicBezTo>
                  <a:pt x="4373" y="27166"/>
                  <a:pt x="3939" y="26970"/>
                  <a:pt x="3544" y="26715"/>
                </a:cubicBezTo>
                <a:cubicBezTo>
                  <a:pt x="3154" y="26449"/>
                  <a:pt x="2808" y="26121"/>
                  <a:pt x="2512" y="25753"/>
                </a:cubicBezTo>
                <a:cubicBezTo>
                  <a:pt x="1935" y="25011"/>
                  <a:pt x="1591" y="24083"/>
                  <a:pt x="1577" y="23138"/>
                </a:cubicBezTo>
                <a:cubicBezTo>
                  <a:pt x="1570" y="22667"/>
                  <a:pt x="1633" y="22194"/>
                  <a:pt x="1764" y="21743"/>
                </a:cubicBezTo>
                <a:cubicBezTo>
                  <a:pt x="1902" y="21291"/>
                  <a:pt x="2118" y="20866"/>
                  <a:pt x="2387" y="20480"/>
                </a:cubicBezTo>
                <a:cubicBezTo>
                  <a:pt x="2520" y="20285"/>
                  <a:pt x="2677" y="20110"/>
                  <a:pt x="2838" y="19937"/>
                </a:cubicBezTo>
                <a:lnTo>
                  <a:pt x="3418" y="19355"/>
                </a:lnTo>
                <a:lnTo>
                  <a:pt x="4597" y="18180"/>
                </a:lnTo>
                <a:lnTo>
                  <a:pt x="9313" y="13480"/>
                </a:lnTo>
                <a:lnTo>
                  <a:pt x="18747" y="4082"/>
                </a:lnTo>
                <a:lnTo>
                  <a:pt x="19926" y="2907"/>
                </a:lnTo>
                <a:lnTo>
                  <a:pt x="20220" y="2615"/>
                </a:lnTo>
                <a:cubicBezTo>
                  <a:pt x="20318" y="2515"/>
                  <a:pt x="20421" y="2412"/>
                  <a:pt x="20497" y="2348"/>
                </a:cubicBezTo>
                <a:cubicBezTo>
                  <a:pt x="20576" y="2273"/>
                  <a:pt x="20660" y="2201"/>
                  <a:pt x="20751" y="2140"/>
                </a:cubicBezTo>
                <a:cubicBezTo>
                  <a:pt x="20836" y="2070"/>
                  <a:pt x="20930" y="2014"/>
                  <a:pt x="21027" y="1961"/>
                </a:cubicBezTo>
                <a:cubicBezTo>
                  <a:pt x="21473" y="1696"/>
                  <a:pt x="21990" y="1565"/>
                  <a:pt x="22507" y="1565"/>
                </a:cubicBezTo>
                <a:cubicBezTo>
                  <a:pt x="22870" y="1565"/>
                  <a:pt x="23232" y="1629"/>
                  <a:pt x="23570" y="1758"/>
                </a:cubicBezTo>
                <a:cubicBezTo>
                  <a:pt x="24397" y="2056"/>
                  <a:pt x="25065" y="2764"/>
                  <a:pt x="25342" y="3593"/>
                </a:cubicBezTo>
                <a:cubicBezTo>
                  <a:pt x="25634" y="4424"/>
                  <a:pt x="25517" y="5384"/>
                  <a:pt x="25051" y="6128"/>
                </a:cubicBezTo>
                <a:cubicBezTo>
                  <a:pt x="24938" y="6315"/>
                  <a:pt x="24797" y="6486"/>
                  <a:pt x="24646" y="6647"/>
                </a:cubicBezTo>
                <a:lnTo>
                  <a:pt x="24063" y="7229"/>
                </a:lnTo>
                <a:lnTo>
                  <a:pt x="22884" y="8404"/>
                </a:lnTo>
                <a:lnTo>
                  <a:pt x="20526" y="10752"/>
                </a:lnTo>
                <a:lnTo>
                  <a:pt x="15811" y="15452"/>
                </a:lnTo>
                <a:lnTo>
                  <a:pt x="11095" y="20150"/>
                </a:lnTo>
                <a:lnTo>
                  <a:pt x="10506" y="20739"/>
                </a:lnTo>
                <a:cubicBezTo>
                  <a:pt x="10283" y="20961"/>
                  <a:pt x="10170" y="21073"/>
                  <a:pt x="10011" y="21174"/>
                </a:cubicBezTo>
                <a:cubicBezTo>
                  <a:pt x="9754" y="21340"/>
                  <a:pt x="9447" y="21423"/>
                  <a:pt x="9141" y="21423"/>
                </a:cubicBezTo>
                <a:cubicBezTo>
                  <a:pt x="9072" y="21423"/>
                  <a:pt x="9004" y="21419"/>
                  <a:pt x="8936" y="21411"/>
                </a:cubicBezTo>
                <a:cubicBezTo>
                  <a:pt x="8184" y="21331"/>
                  <a:pt x="7552" y="20653"/>
                  <a:pt x="7524" y="19898"/>
                </a:cubicBezTo>
                <a:cubicBezTo>
                  <a:pt x="7500" y="19524"/>
                  <a:pt x="7607" y="19142"/>
                  <a:pt x="7834" y="18846"/>
                </a:cubicBezTo>
                <a:cubicBezTo>
                  <a:pt x="7858" y="18806"/>
                  <a:pt x="7890" y="18770"/>
                  <a:pt x="7922" y="18737"/>
                </a:cubicBezTo>
                <a:cubicBezTo>
                  <a:pt x="7951" y="18701"/>
                  <a:pt x="7979" y="18667"/>
                  <a:pt x="8035" y="18611"/>
                </a:cubicBezTo>
                <a:lnTo>
                  <a:pt x="8325" y="18313"/>
                </a:lnTo>
                <a:lnTo>
                  <a:pt x="8906" y="17717"/>
                </a:lnTo>
                <a:lnTo>
                  <a:pt x="11224" y="15333"/>
                </a:lnTo>
                <a:lnTo>
                  <a:pt x="15864" y="10561"/>
                </a:lnTo>
                <a:cubicBezTo>
                  <a:pt x="16739" y="9661"/>
                  <a:pt x="17200" y="8685"/>
                  <a:pt x="16894" y="8380"/>
                </a:cubicBezTo>
                <a:cubicBezTo>
                  <a:pt x="16832" y="8319"/>
                  <a:pt x="16743" y="8290"/>
                  <a:pt x="16633" y="8290"/>
                </a:cubicBezTo>
                <a:cubicBezTo>
                  <a:pt x="16201" y="8290"/>
                  <a:pt x="15448" y="8744"/>
                  <a:pt x="14749" y="9464"/>
                </a:cubicBezTo>
                <a:lnTo>
                  <a:pt x="10105" y="14239"/>
                </a:lnTo>
                <a:lnTo>
                  <a:pt x="7784" y="16627"/>
                </a:lnTo>
                <a:lnTo>
                  <a:pt x="7204" y="17224"/>
                </a:lnTo>
                <a:lnTo>
                  <a:pt x="6914" y="17522"/>
                </a:lnTo>
                <a:cubicBezTo>
                  <a:pt x="6870" y="17566"/>
                  <a:pt x="6806" y="17635"/>
                  <a:pt x="6745" y="17705"/>
                </a:cubicBezTo>
                <a:cubicBezTo>
                  <a:pt x="6685" y="17774"/>
                  <a:pt x="6625" y="17844"/>
                  <a:pt x="6574" y="17920"/>
                </a:cubicBezTo>
                <a:cubicBezTo>
                  <a:pt x="6130" y="18510"/>
                  <a:pt x="5916" y="19262"/>
                  <a:pt x="5963" y="19993"/>
                </a:cubicBezTo>
                <a:cubicBezTo>
                  <a:pt x="6005" y="20725"/>
                  <a:pt x="6307" y="21448"/>
                  <a:pt x="6816" y="21979"/>
                </a:cubicBezTo>
                <a:cubicBezTo>
                  <a:pt x="7313" y="22514"/>
                  <a:pt x="8009" y="22878"/>
                  <a:pt x="8739" y="22963"/>
                </a:cubicBezTo>
                <a:cubicBezTo>
                  <a:pt x="8873" y="22981"/>
                  <a:pt x="9009" y="22989"/>
                  <a:pt x="9144" y="22989"/>
                </a:cubicBezTo>
                <a:cubicBezTo>
                  <a:pt x="9743" y="22989"/>
                  <a:pt x="10342" y="22822"/>
                  <a:pt x="10848" y="22496"/>
                </a:cubicBezTo>
                <a:cubicBezTo>
                  <a:pt x="11003" y="22395"/>
                  <a:pt x="11152" y="22287"/>
                  <a:pt x="11286" y="22162"/>
                </a:cubicBezTo>
                <a:cubicBezTo>
                  <a:pt x="11439" y="22025"/>
                  <a:pt x="11502" y="21951"/>
                  <a:pt x="11612" y="21848"/>
                </a:cubicBezTo>
                <a:lnTo>
                  <a:pt x="12200" y="21260"/>
                </a:lnTo>
                <a:lnTo>
                  <a:pt x="16916" y="16562"/>
                </a:lnTo>
                <a:lnTo>
                  <a:pt x="21632" y="11862"/>
                </a:lnTo>
                <a:lnTo>
                  <a:pt x="23990" y="9514"/>
                </a:lnTo>
                <a:lnTo>
                  <a:pt x="25169" y="8339"/>
                </a:lnTo>
                <a:lnTo>
                  <a:pt x="25763" y="7742"/>
                </a:lnTo>
                <a:cubicBezTo>
                  <a:pt x="25994" y="7502"/>
                  <a:pt x="26206" y="7241"/>
                  <a:pt x="26381" y="6955"/>
                </a:cubicBezTo>
                <a:cubicBezTo>
                  <a:pt x="27093" y="5816"/>
                  <a:pt x="27268" y="4360"/>
                  <a:pt x="26825" y="3092"/>
                </a:cubicBezTo>
                <a:cubicBezTo>
                  <a:pt x="26397" y="1820"/>
                  <a:pt x="25389" y="758"/>
                  <a:pt x="24125" y="295"/>
                </a:cubicBezTo>
                <a:cubicBezTo>
                  <a:pt x="23609" y="98"/>
                  <a:pt x="23058" y="0"/>
                  <a:pt x="2250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8" name="Google Shape;1968;p35"/>
          <p:cNvSpPr/>
          <p:nvPr/>
        </p:nvSpPr>
        <p:spPr>
          <a:xfrm>
            <a:off x="5588200" y="1064375"/>
            <a:ext cx="388400" cy="411925"/>
          </a:xfrm>
          <a:custGeom>
            <a:rect b="b" l="l" r="r" t="t"/>
            <a:pathLst>
              <a:path extrusionOk="0" h="16477" w="15536">
                <a:moveTo>
                  <a:pt x="6847" y="1663"/>
                </a:moveTo>
                <a:cubicBezTo>
                  <a:pt x="7694" y="2699"/>
                  <a:pt x="8474" y="3796"/>
                  <a:pt x="9217" y="4915"/>
                </a:cubicBezTo>
                <a:lnTo>
                  <a:pt x="9217" y="4915"/>
                </a:lnTo>
                <a:cubicBezTo>
                  <a:pt x="8312" y="5132"/>
                  <a:pt x="7406" y="5345"/>
                  <a:pt x="6499" y="5555"/>
                </a:cubicBezTo>
                <a:lnTo>
                  <a:pt x="6499" y="5555"/>
                </a:lnTo>
                <a:cubicBezTo>
                  <a:pt x="6577" y="4254"/>
                  <a:pt x="6686" y="2956"/>
                  <a:pt x="6847" y="1663"/>
                </a:cubicBezTo>
                <a:close/>
                <a:moveTo>
                  <a:pt x="13631" y="4832"/>
                </a:moveTo>
                <a:cubicBezTo>
                  <a:pt x="13054" y="5635"/>
                  <a:pt x="12464" y="6428"/>
                  <a:pt x="11865" y="7213"/>
                </a:cubicBezTo>
                <a:lnTo>
                  <a:pt x="11865" y="7213"/>
                </a:lnTo>
                <a:cubicBezTo>
                  <a:pt x="11783" y="7081"/>
                  <a:pt x="11700" y="6949"/>
                  <a:pt x="11617" y="6817"/>
                </a:cubicBezTo>
                <a:cubicBezTo>
                  <a:pt x="11353" y="6396"/>
                  <a:pt x="11086" y="5973"/>
                  <a:pt x="10816" y="5552"/>
                </a:cubicBezTo>
                <a:lnTo>
                  <a:pt x="10816" y="5552"/>
                </a:lnTo>
                <a:cubicBezTo>
                  <a:pt x="11756" y="5320"/>
                  <a:pt x="12695" y="5082"/>
                  <a:pt x="13631" y="4832"/>
                </a:cubicBezTo>
                <a:close/>
                <a:moveTo>
                  <a:pt x="5447" y="6821"/>
                </a:moveTo>
                <a:lnTo>
                  <a:pt x="5447" y="6821"/>
                </a:lnTo>
                <a:cubicBezTo>
                  <a:pt x="5412" y="7578"/>
                  <a:pt x="5383" y="8337"/>
                  <a:pt x="5358" y="9095"/>
                </a:cubicBezTo>
                <a:lnTo>
                  <a:pt x="5358" y="9095"/>
                </a:lnTo>
                <a:cubicBezTo>
                  <a:pt x="4278" y="8603"/>
                  <a:pt x="3200" y="8103"/>
                  <a:pt x="2127" y="7595"/>
                </a:cubicBezTo>
                <a:lnTo>
                  <a:pt x="2127" y="7595"/>
                </a:lnTo>
                <a:cubicBezTo>
                  <a:pt x="3233" y="7333"/>
                  <a:pt x="4340" y="7077"/>
                  <a:pt x="5447" y="6821"/>
                </a:cubicBezTo>
                <a:close/>
                <a:moveTo>
                  <a:pt x="9795" y="5801"/>
                </a:moveTo>
                <a:cubicBezTo>
                  <a:pt x="10147" y="6347"/>
                  <a:pt x="10492" y="6896"/>
                  <a:pt x="10833" y="7443"/>
                </a:cubicBezTo>
                <a:cubicBezTo>
                  <a:pt x="10961" y="7647"/>
                  <a:pt x="11089" y="7852"/>
                  <a:pt x="11216" y="8057"/>
                </a:cubicBezTo>
                <a:lnTo>
                  <a:pt x="11216" y="8057"/>
                </a:lnTo>
                <a:cubicBezTo>
                  <a:pt x="10515" y="8963"/>
                  <a:pt x="9804" y="9861"/>
                  <a:pt x="9090" y="10757"/>
                </a:cubicBezTo>
                <a:lnTo>
                  <a:pt x="9090" y="10757"/>
                </a:lnTo>
                <a:cubicBezTo>
                  <a:pt x="8168" y="10356"/>
                  <a:pt x="7249" y="9949"/>
                  <a:pt x="6332" y="9536"/>
                </a:cubicBezTo>
                <a:lnTo>
                  <a:pt x="6332" y="9536"/>
                </a:lnTo>
                <a:cubicBezTo>
                  <a:pt x="6362" y="8553"/>
                  <a:pt x="6396" y="7571"/>
                  <a:pt x="6443" y="6590"/>
                </a:cubicBezTo>
                <a:lnTo>
                  <a:pt x="6443" y="6590"/>
                </a:lnTo>
                <a:cubicBezTo>
                  <a:pt x="7562" y="6331"/>
                  <a:pt x="8679" y="6070"/>
                  <a:pt x="9795" y="5801"/>
                </a:cubicBezTo>
                <a:close/>
                <a:moveTo>
                  <a:pt x="11771" y="8958"/>
                </a:moveTo>
                <a:cubicBezTo>
                  <a:pt x="12536" y="10214"/>
                  <a:pt x="13278" y="11491"/>
                  <a:pt x="13947" y="12799"/>
                </a:cubicBezTo>
                <a:lnTo>
                  <a:pt x="13947" y="12799"/>
                </a:lnTo>
                <a:cubicBezTo>
                  <a:pt x="12637" y="12267"/>
                  <a:pt x="11332" y="11721"/>
                  <a:pt x="10032" y="11163"/>
                </a:cubicBezTo>
                <a:lnTo>
                  <a:pt x="10032" y="11163"/>
                </a:lnTo>
                <a:cubicBezTo>
                  <a:pt x="10616" y="10431"/>
                  <a:pt x="11196" y="9697"/>
                  <a:pt x="11771" y="8958"/>
                </a:cubicBezTo>
                <a:close/>
                <a:moveTo>
                  <a:pt x="6300" y="10607"/>
                </a:moveTo>
                <a:cubicBezTo>
                  <a:pt x="7016" y="10927"/>
                  <a:pt x="7732" y="11244"/>
                  <a:pt x="8451" y="11557"/>
                </a:cubicBezTo>
                <a:lnTo>
                  <a:pt x="8451" y="11557"/>
                </a:lnTo>
                <a:cubicBezTo>
                  <a:pt x="7691" y="12508"/>
                  <a:pt x="6929" y="13457"/>
                  <a:pt x="6174" y="14413"/>
                </a:cubicBezTo>
                <a:lnTo>
                  <a:pt x="6174" y="14413"/>
                </a:lnTo>
                <a:cubicBezTo>
                  <a:pt x="6229" y="13146"/>
                  <a:pt x="6264" y="11877"/>
                  <a:pt x="6300" y="10607"/>
                </a:cubicBezTo>
                <a:close/>
                <a:moveTo>
                  <a:pt x="6513" y="1"/>
                </a:moveTo>
                <a:cubicBezTo>
                  <a:pt x="6290" y="1"/>
                  <a:pt x="6060" y="131"/>
                  <a:pt x="6026" y="362"/>
                </a:cubicBezTo>
                <a:cubicBezTo>
                  <a:pt x="5760" y="2163"/>
                  <a:pt x="5604" y="3972"/>
                  <a:pt x="5501" y="5786"/>
                </a:cubicBezTo>
                <a:lnTo>
                  <a:pt x="5501" y="5786"/>
                </a:lnTo>
                <a:cubicBezTo>
                  <a:pt x="3837" y="6171"/>
                  <a:pt x="2172" y="6555"/>
                  <a:pt x="511" y="6958"/>
                </a:cubicBezTo>
                <a:cubicBezTo>
                  <a:pt x="115" y="7055"/>
                  <a:pt x="1" y="7681"/>
                  <a:pt x="393" y="7868"/>
                </a:cubicBezTo>
                <a:cubicBezTo>
                  <a:pt x="2028" y="8652"/>
                  <a:pt x="3672" y="9419"/>
                  <a:pt x="5324" y="10167"/>
                </a:cubicBezTo>
                <a:lnTo>
                  <a:pt x="5324" y="10167"/>
                </a:lnTo>
                <a:cubicBezTo>
                  <a:pt x="5265" y="12097"/>
                  <a:pt x="5213" y="14027"/>
                  <a:pt x="5099" y="15951"/>
                </a:cubicBezTo>
                <a:cubicBezTo>
                  <a:pt x="5085" y="16196"/>
                  <a:pt x="5221" y="16347"/>
                  <a:pt x="5397" y="16404"/>
                </a:cubicBezTo>
                <a:lnTo>
                  <a:pt x="5397" y="16404"/>
                </a:lnTo>
                <a:cubicBezTo>
                  <a:pt x="5468" y="16450"/>
                  <a:pt x="5548" y="16477"/>
                  <a:pt x="5628" y="16477"/>
                </a:cubicBezTo>
                <a:cubicBezTo>
                  <a:pt x="5740" y="16477"/>
                  <a:pt x="5853" y="16426"/>
                  <a:pt x="5948" y="16303"/>
                </a:cubicBezTo>
                <a:cubicBezTo>
                  <a:pt x="7084" y="14845"/>
                  <a:pt x="8241" y="13406"/>
                  <a:pt x="9393" y="11965"/>
                </a:cubicBezTo>
                <a:lnTo>
                  <a:pt x="9393" y="11965"/>
                </a:lnTo>
                <a:cubicBezTo>
                  <a:pt x="11196" y="12741"/>
                  <a:pt x="13009" y="13494"/>
                  <a:pt x="14832" y="14222"/>
                </a:cubicBezTo>
                <a:cubicBezTo>
                  <a:pt x="14891" y="14245"/>
                  <a:pt x="14947" y="14256"/>
                  <a:pt x="14999" y="14256"/>
                </a:cubicBezTo>
                <a:cubicBezTo>
                  <a:pt x="15344" y="14256"/>
                  <a:pt x="15535" y="13791"/>
                  <a:pt x="15394" y="13491"/>
                </a:cubicBezTo>
                <a:cubicBezTo>
                  <a:pt x="14529" y="11640"/>
                  <a:pt x="13496" y="9859"/>
                  <a:pt x="12424" y="8114"/>
                </a:cubicBezTo>
                <a:lnTo>
                  <a:pt x="12424" y="8114"/>
                </a:lnTo>
                <a:cubicBezTo>
                  <a:pt x="13397" y="6844"/>
                  <a:pt x="14350" y="5557"/>
                  <a:pt x="15264" y="4238"/>
                </a:cubicBezTo>
                <a:cubicBezTo>
                  <a:pt x="15493" y="3909"/>
                  <a:pt x="15177" y="3491"/>
                  <a:pt x="14822" y="3491"/>
                </a:cubicBezTo>
                <a:cubicBezTo>
                  <a:pt x="14782" y="3491"/>
                  <a:pt x="14741" y="3496"/>
                  <a:pt x="14701" y="3507"/>
                </a:cubicBezTo>
                <a:cubicBezTo>
                  <a:pt x="13221" y="3921"/>
                  <a:pt x="11733" y="4302"/>
                  <a:pt x="10242" y="4667"/>
                </a:cubicBezTo>
                <a:lnTo>
                  <a:pt x="10242" y="4667"/>
                </a:lnTo>
                <a:cubicBezTo>
                  <a:pt x="9206" y="3091"/>
                  <a:pt x="8105" y="1549"/>
                  <a:pt x="6860" y="143"/>
                </a:cubicBezTo>
                <a:cubicBezTo>
                  <a:pt x="6774" y="46"/>
                  <a:pt x="6645" y="1"/>
                  <a:pt x="6513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9" name="Google Shape;1969;p35"/>
          <p:cNvSpPr/>
          <p:nvPr/>
        </p:nvSpPr>
        <p:spPr>
          <a:xfrm>
            <a:off x="7974050" y="786950"/>
            <a:ext cx="176025" cy="165050"/>
          </a:xfrm>
          <a:custGeom>
            <a:rect b="b" l="l" r="r" t="t"/>
            <a:pathLst>
              <a:path extrusionOk="0" h="6602" w="7041">
                <a:moveTo>
                  <a:pt x="4935" y="1378"/>
                </a:moveTo>
                <a:cubicBezTo>
                  <a:pt x="4939" y="1380"/>
                  <a:pt x="4948" y="1387"/>
                  <a:pt x="4965" y="1400"/>
                </a:cubicBezTo>
                <a:cubicBezTo>
                  <a:pt x="4955" y="1392"/>
                  <a:pt x="4945" y="1385"/>
                  <a:pt x="4935" y="1378"/>
                </a:cubicBezTo>
                <a:close/>
                <a:moveTo>
                  <a:pt x="1630" y="1762"/>
                </a:moveTo>
                <a:lnTo>
                  <a:pt x="1630" y="1762"/>
                </a:lnTo>
                <a:cubicBezTo>
                  <a:pt x="1621" y="1773"/>
                  <a:pt x="1618" y="1778"/>
                  <a:pt x="1618" y="1778"/>
                </a:cubicBezTo>
                <a:cubicBezTo>
                  <a:pt x="1618" y="1778"/>
                  <a:pt x="1623" y="1771"/>
                  <a:pt x="1630" y="1762"/>
                </a:cubicBezTo>
                <a:close/>
                <a:moveTo>
                  <a:pt x="3639" y="986"/>
                </a:moveTo>
                <a:cubicBezTo>
                  <a:pt x="4036" y="986"/>
                  <a:pt x="4418" y="1072"/>
                  <a:pt x="4734" y="1250"/>
                </a:cubicBezTo>
                <a:cubicBezTo>
                  <a:pt x="4786" y="1280"/>
                  <a:pt x="4839" y="1313"/>
                  <a:pt x="4890" y="1347"/>
                </a:cubicBezTo>
                <a:cubicBezTo>
                  <a:pt x="4906" y="1357"/>
                  <a:pt x="4921" y="1367"/>
                  <a:pt x="4935" y="1378"/>
                </a:cubicBezTo>
                <a:lnTo>
                  <a:pt x="4935" y="1378"/>
                </a:lnTo>
                <a:cubicBezTo>
                  <a:pt x="4934" y="1377"/>
                  <a:pt x="4933" y="1376"/>
                  <a:pt x="4933" y="1376"/>
                </a:cubicBezTo>
                <a:lnTo>
                  <a:pt x="4933" y="1376"/>
                </a:lnTo>
                <a:cubicBezTo>
                  <a:pt x="4934" y="1376"/>
                  <a:pt x="4964" y="1397"/>
                  <a:pt x="4972" y="1404"/>
                </a:cubicBezTo>
                <a:cubicBezTo>
                  <a:pt x="5081" y="1495"/>
                  <a:pt x="5182" y="1594"/>
                  <a:pt x="5275" y="1701"/>
                </a:cubicBezTo>
                <a:cubicBezTo>
                  <a:pt x="5296" y="1724"/>
                  <a:pt x="5315" y="1747"/>
                  <a:pt x="5332" y="1771"/>
                </a:cubicBezTo>
                <a:cubicBezTo>
                  <a:pt x="5336" y="1776"/>
                  <a:pt x="5339" y="1780"/>
                  <a:pt x="5342" y="1782"/>
                </a:cubicBezTo>
                <a:lnTo>
                  <a:pt x="5342" y="1782"/>
                </a:lnTo>
                <a:cubicBezTo>
                  <a:pt x="5378" y="1835"/>
                  <a:pt x="5414" y="1889"/>
                  <a:pt x="5446" y="1943"/>
                </a:cubicBezTo>
                <a:cubicBezTo>
                  <a:pt x="5477" y="1994"/>
                  <a:pt x="5507" y="2045"/>
                  <a:pt x="5534" y="2097"/>
                </a:cubicBezTo>
                <a:cubicBezTo>
                  <a:pt x="5548" y="2126"/>
                  <a:pt x="5603" y="2244"/>
                  <a:pt x="5604" y="2244"/>
                </a:cubicBezTo>
                <a:cubicBezTo>
                  <a:pt x="5605" y="2244"/>
                  <a:pt x="5604" y="2244"/>
                  <a:pt x="5604" y="2242"/>
                </a:cubicBezTo>
                <a:lnTo>
                  <a:pt x="5604" y="2242"/>
                </a:lnTo>
                <a:cubicBezTo>
                  <a:pt x="5646" y="2347"/>
                  <a:pt x="5682" y="2454"/>
                  <a:pt x="5711" y="2561"/>
                </a:cubicBezTo>
                <a:cubicBezTo>
                  <a:pt x="5726" y="2620"/>
                  <a:pt x="5741" y="2679"/>
                  <a:pt x="5751" y="2738"/>
                </a:cubicBezTo>
                <a:cubicBezTo>
                  <a:pt x="5756" y="2758"/>
                  <a:pt x="5778" y="2901"/>
                  <a:pt x="5781" y="2901"/>
                </a:cubicBezTo>
                <a:cubicBezTo>
                  <a:pt x="5781" y="2901"/>
                  <a:pt x="5781" y="2892"/>
                  <a:pt x="5779" y="2872"/>
                </a:cubicBezTo>
                <a:lnTo>
                  <a:pt x="5779" y="2872"/>
                </a:lnTo>
                <a:cubicBezTo>
                  <a:pt x="5793" y="2999"/>
                  <a:pt x="5800" y="3127"/>
                  <a:pt x="5800" y="3256"/>
                </a:cubicBezTo>
                <a:cubicBezTo>
                  <a:pt x="5798" y="3323"/>
                  <a:pt x="5796" y="3393"/>
                  <a:pt x="5791" y="3460"/>
                </a:cubicBezTo>
                <a:cubicBezTo>
                  <a:pt x="5787" y="3518"/>
                  <a:pt x="5781" y="3572"/>
                  <a:pt x="5780" y="3582"/>
                </a:cubicBezTo>
                <a:lnTo>
                  <a:pt x="5780" y="3582"/>
                </a:lnTo>
                <a:cubicBezTo>
                  <a:pt x="5759" y="3706"/>
                  <a:pt x="5734" y="3831"/>
                  <a:pt x="5699" y="3953"/>
                </a:cubicBezTo>
                <a:cubicBezTo>
                  <a:pt x="5682" y="4012"/>
                  <a:pt x="5663" y="4069"/>
                  <a:pt x="5642" y="4126"/>
                </a:cubicBezTo>
                <a:cubicBezTo>
                  <a:pt x="5631" y="4155"/>
                  <a:pt x="5621" y="4183"/>
                  <a:pt x="5610" y="4212"/>
                </a:cubicBezTo>
                <a:cubicBezTo>
                  <a:pt x="5606" y="4223"/>
                  <a:pt x="5602" y="4232"/>
                  <a:pt x="5600" y="4238"/>
                </a:cubicBezTo>
                <a:lnTo>
                  <a:pt x="5600" y="4238"/>
                </a:lnTo>
                <a:cubicBezTo>
                  <a:pt x="5597" y="4244"/>
                  <a:pt x="5593" y="4252"/>
                  <a:pt x="5589" y="4261"/>
                </a:cubicBezTo>
                <a:cubicBezTo>
                  <a:pt x="5534" y="4370"/>
                  <a:pt x="5477" y="4478"/>
                  <a:pt x="5412" y="4581"/>
                </a:cubicBezTo>
                <a:cubicBezTo>
                  <a:pt x="5311" y="4737"/>
                  <a:pt x="5324" y="4720"/>
                  <a:pt x="5189" y="4863"/>
                </a:cubicBezTo>
                <a:cubicBezTo>
                  <a:pt x="4814" y="5261"/>
                  <a:pt x="4355" y="5476"/>
                  <a:pt x="3756" y="5573"/>
                </a:cubicBezTo>
                <a:cubicBezTo>
                  <a:pt x="3620" y="5595"/>
                  <a:pt x="3482" y="5605"/>
                  <a:pt x="3344" y="5605"/>
                </a:cubicBezTo>
                <a:cubicBezTo>
                  <a:pt x="2954" y="5605"/>
                  <a:pt x="2572" y="5519"/>
                  <a:pt x="2265" y="5346"/>
                </a:cubicBezTo>
                <a:cubicBezTo>
                  <a:pt x="2214" y="5316"/>
                  <a:pt x="2164" y="5285"/>
                  <a:pt x="2113" y="5253"/>
                </a:cubicBezTo>
                <a:cubicBezTo>
                  <a:pt x="2098" y="5243"/>
                  <a:pt x="2015" y="5180"/>
                  <a:pt x="2013" y="5180"/>
                </a:cubicBezTo>
                <a:lnTo>
                  <a:pt x="2013" y="5180"/>
                </a:lnTo>
                <a:cubicBezTo>
                  <a:pt x="2013" y="5180"/>
                  <a:pt x="2019" y="5186"/>
                  <a:pt x="2037" y="5200"/>
                </a:cubicBezTo>
                <a:cubicBezTo>
                  <a:pt x="1930" y="5114"/>
                  <a:pt x="1831" y="5019"/>
                  <a:pt x="1740" y="4916"/>
                </a:cubicBezTo>
                <a:cubicBezTo>
                  <a:pt x="1728" y="4902"/>
                  <a:pt x="1675" y="4837"/>
                  <a:pt x="1657" y="4816"/>
                </a:cubicBezTo>
                <a:lnTo>
                  <a:pt x="1657" y="4816"/>
                </a:lnTo>
                <a:cubicBezTo>
                  <a:pt x="1647" y="4801"/>
                  <a:pt x="1584" y="4711"/>
                  <a:pt x="1570" y="4688"/>
                </a:cubicBezTo>
                <a:cubicBezTo>
                  <a:pt x="1500" y="4579"/>
                  <a:pt x="1439" y="4465"/>
                  <a:pt x="1382" y="4347"/>
                </a:cubicBezTo>
                <a:cubicBezTo>
                  <a:pt x="1372" y="4327"/>
                  <a:pt x="1369" y="4322"/>
                  <a:pt x="1368" y="4322"/>
                </a:cubicBezTo>
                <a:lnTo>
                  <a:pt x="1368" y="4322"/>
                </a:lnTo>
                <a:cubicBezTo>
                  <a:pt x="1368" y="4322"/>
                  <a:pt x="1368" y="4322"/>
                  <a:pt x="1368" y="4322"/>
                </a:cubicBezTo>
                <a:lnTo>
                  <a:pt x="1368" y="4322"/>
                </a:lnTo>
                <a:cubicBezTo>
                  <a:pt x="1366" y="4315"/>
                  <a:pt x="1360" y="4299"/>
                  <a:pt x="1348" y="4265"/>
                </a:cubicBezTo>
                <a:cubicBezTo>
                  <a:pt x="1329" y="4210"/>
                  <a:pt x="1308" y="4155"/>
                  <a:pt x="1291" y="4101"/>
                </a:cubicBezTo>
                <a:cubicBezTo>
                  <a:pt x="1251" y="3974"/>
                  <a:pt x="1220" y="3848"/>
                  <a:pt x="1197" y="3717"/>
                </a:cubicBezTo>
                <a:cubicBezTo>
                  <a:pt x="1192" y="3696"/>
                  <a:pt x="1179" y="3596"/>
                  <a:pt x="1178" y="3596"/>
                </a:cubicBezTo>
                <a:lnTo>
                  <a:pt x="1178" y="3596"/>
                </a:lnTo>
                <a:cubicBezTo>
                  <a:pt x="1178" y="3596"/>
                  <a:pt x="1179" y="3606"/>
                  <a:pt x="1182" y="3633"/>
                </a:cubicBezTo>
                <a:cubicBezTo>
                  <a:pt x="1173" y="3568"/>
                  <a:pt x="1167" y="3502"/>
                  <a:pt x="1165" y="3437"/>
                </a:cubicBezTo>
                <a:cubicBezTo>
                  <a:pt x="1157" y="3304"/>
                  <a:pt x="1157" y="3174"/>
                  <a:pt x="1165" y="3041"/>
                </a:cubicBezTo>
                <a:cubicBezTo>
                  <a:pt x="1167" y="3011"/>
                  <a:pt x="1179" y="2898"/>
                  <a:pt x="1181" y="2870"/>
                </a:cubicBezTo>
                <a:lnTo>
                  <a:pt x="1181" y="2870"/>
                </a:lnTo>
                <a:cubicBezTo>
                  <a:pt x="1186" y="2847"/>
                  <a:pt x="1203" y="2750"/>
                  <a:pt x="1209" y="2721"/>
                </a:cubicBezTo>
                <a:cubicBezTo>
                  <a:pt x="1239" y="2580"/>
                  <a:pt x="1281" y="2443"/>
                  <a:pt x="1327" y="2306"/>
                </a:cubicBezTo>
                <a:cubicBezTo>
                  <a:pt x="1342" y="2262"/>
                  <a:pt x="1345" y="2248"/>
                  <a:pt x="1346" y="2244"/>
                </a:cubicBezTo>
                <a:lnTo>
                  <a:pt x="1346" y="2244"/>
                </a:lnTo>
                <a:cubicBezTo>
                  <a:pt x="1348" y="2241"/>
                  <a:pt x="1355" y="2229"/>
                  <a:pt x="1376" y="2188"/>
                </a:cubicBezTo>
                <a:cubicBezTo>
                  <a:pt x="1407" y="2125"/>
                  <a:pt x="1439" y="2059"/>
                  <a:pt x="1475" y="1998"/>
                </a:cubicBezTo>
                <a:cubicBezTo>
                  <a:pt x="1511" y="1937"/>
                  <a:pt x="1551" y="1878"/>
                  <a:pt x="1588" y="1819"/>
                </a:cubicBezTo>
                <a:cubicBezTo>
                  <a:pt x="1603" y="1799"/>
                  <a:pt x="1618" y="1779"/>
                  <a:pt x="1632" y="1759"/>
                </a:cubicBezTo>
                <a:lnTo>
                  <a:pt x="1632" y="1759"/>
                </a:lnTo>
                <a:cubicBezTo>
                  <a:pt x="1639" y="1751"/>
                  <a:pt x="1646" y="1741"/>
                  <a:pt x="1654" y="1733"/>
                </a:cubicBezTo>
                <a:cubicBezTo>
                  <a:pt x="1744" y="1632"/>
                  <a:pt x="1839" y="1535"/>
                  <a:pt x="1945" y="1446"/>
                </a:cubicBezTo>
                <a:cubicBezTo>
                  <a:pt x="1949" y="1443"/>
                  <a:pt x="1952" y="1440"/>
                  <a:pt x="1955" y="1437"/>
                </a:cubicBezTo>
                <a:lnTo>
                  <a:pt x="1955" y="1437"/>
                </a:lnTo>
                <a:cubicBezTo>
                  <a:pt x="1958" y="1435"/>
                  <a:pt x="1960" y="1434"/>
                  <a:pt x="1963" y="1431"/>
                </a:cubicBezTo>
                <a:cubicBezTo>
                  <a:pt x="1993" y="1410"/>
                  <a:pt x="2022" y="1389"/>
                  <a:pt x="2054" y="1370"/>
                </a:cubicBezTo>
                <a:cubicBezTo>
                  <a:pt x="2115" y="1328"/>
                  <a:pt x="2180" y="1292"/>
                  <a:pt x="2246" y="1257"/>
                </a:cubicBezTo>
                <a:cubicBezTo>
                  <a:pt x="2372" y="1191"/>
                  <a:pt x="2412" y="1174"/>
                  <a:pt x="2604" y="1120"/>
                </a:cubicBezTo>
                <a:cubicBezTo>
                  <a:pt x="2802" y="1065"/>
                  <a:pt x="2859" y="1059"/>
                  <a:pt x="3023" y="1044"/>
                </a:cubicBezTo>
                <a:cubicBezTo>
                  <a:pt x="3046" y="1042"/>
                  <a:pt x="3069" y="1039"/>
                  <a:pt x="3092" y="1035"/>
                </a:cubicBezTo>
                <a:lnTo>
                  <a:pt x="3092" y="1035"/>
                </a:lnTo>
                <a:cubicBezTo>
                  <a:pt x="3113" y="1033"/>
                  <a:pt x="3134" y="1031"/>
                  <a:pt x="3156" y="1027"/>
                </a:cubicBezTo>
                <a:cubicBezTo>
                  <a:pt x="3317" y="1000"/>
                  <a:pt x="3479" y="986"/>
                  <a:pt x="3639" y="986"/>
                </a:cubicBezTo>
                <a:close/>
                <a:moveTo>
                  <a:pt x="3656" y="0"/>
                </a:moveTo>
                <a:cubicBezTo>
                  <a:pt x="3424" y="0"/>
                  <a:pt x="3191" y="20"/>
                  <a:pt x="2962" y="55"/>
                </a:cubicBezTo>
                <a:lnTo>
                  <a:pt x="2962" y="55"/>
                </a:lnTo>
                <a:cubicBezTo>
                  <a:pt x="1592" y="189"/>
                  <a:pt x="506" y="1128"/>
                  <a:pt x="238" y="2500"/>
                </a:cubicBezTo>
                <a:cubicBezTo>
                  <a:pt x="0" y="3730"/>
                  <a:pt x="360" y="5131"/>
                  <a:pt x="1367" y="5933"/>
                </a:cubicBezTo>
                <a:cubicBezTo>
                  <a:pt x="1934" y="6385"/>
                  <a:pt x="2656" y="6602"/>
                  <a:pt x="3382" y="6602"/>
                </a:cubicBezTo>
                <a:cubicBezTo>
                  <a:pt x="4138" y="6602"/>
                  <a:pt x="4898" y="6367"/>
                  <a:pt x="5494" y="5917"/>
                </a:cubicBezTo>
                <a:cubicBezTo>
                  <a:pt x="6607" y="5078"/>
                  <a:pt x="7041" y="3580"/>
                  <a:pt x="6659" y="2253"/>
                </a:cubicBezTo>
                <a:cubicBezTo>
                  <a:pt x="6453" y="1537"/>
                  <a:pt x="6015" y="905"/>
                  <a:pt x="5393" y="488"/>
                </a:cubicBezTo>
                <a:cubicBezTo>
                  <a:pt x="4872" y="137"/>
                  <a:pt x="4267" y="0"/>
                  <a:pt x="365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0" name="Google Shape;1970;p35"/>
          <p:cNvSpPr/>
          <p:nvPr/>
        </p:nvSpPr>
        <p:spPr>
          <a:xfrm>
            <a:off x="1644575" y="3671325"/>
            <a:ext cx="117525" cy="110100"/>
          </a:xfrm>
          <a:custGeom>
            <a:rect b="b" l="l" r="r" t="t"/>
            <a:pathLst>
              <a:path extrusionOk="0" h="4404" w="4701">
                <a:moveTo>
                  <a:pt x="1951" y="1032"/>
                </a:moveTo>
                <a:cubicBezTo>
                  <a:pt x="1950" y="1033"/>
                  <a:pt x="1949" y="1033"/>
                  <a:pt x="1947" y="1033"/>
                </a:cubicBezTo>
                <a:cubicBezTo>
                  <a:pt x="1948" y="1033"/>
                  <a:pt x="1950" y="1033"/>
                  <a:pt x="1951" y="1032"/>
                </a:cubicBezTo>
                <a:close/>
                <a:moveTo>
                  <a:pt x="2857" y="1059"/>
                </a:moveTo>
                <a:cubicBezTo>
                  <a:pt x="2871" y="1059"/>
                  <a:pt x="2889" y="1066"/>
                  <a:pt x="2907" y="1075"/>
                </a:cubicBezTo>
                <a:lnTo>
                  <a:pt x="2907" y="1075"/>
                </a:lnTo>
                <a:cubicBezTo>
                  <a:pt x="2887" y="1068"/>
                  <a:pt x="2858" y="1059"/>
                  <a:pt x="2857" y="1059"/>
                </a:cubicBezTo>
                <a:close/>
                <a:moveTo>
                  <a:pt x="3091" y="1185"/>
                </a:moveTo>
                <a:cubicBezTo>
                  <a:pt x="3091" y="1185"/>
                  <a:pt x="3091" y="1185"/>
                  <a:pt x="3091" y="1185"/>
                </a:cubicBezTo>
                <a:lnTo>
                  <a:pt x="3091" y="1185"/>
                </a:lnTo>
                <a:cubicBezTo>
                  <a:pt x="3091" y="1185"/>
                  <a:pt x="3091" y="1185"/>
                  <a:pt x="3091" y="1185"/>
                </a:cubicBezTo>
                <a:close/>
                <a:moveTo>
                  <a:pt x="3104" y="1198"/>
                </a:moveTo>
                <a:cubicBezTo>
                  <a:pt x="3111" y="1203"/>
                  <a:pt x="3118" y="1208"/>
                  <a:pt x="3125" y="1213"/>
                </a:cubicBezTo>
                <a:cubicBezTo>
                  <a:pt x="3142" y="1224"/>
                  <a:pt x="3149" y="1229"/>
                  <a:pt x="3148" y="1229"/>
                </a:cubicBezTo>
                <a:cubicBezTo>
                  <a:pt x="3148" y="1229"/>
                  <a:pt x="3121" y="1211"/>
                  <a:pt x="3104" y="1198"/>
                </a:cubicBezTo>
                <a:close/>
                <a:moveTo>
                  <a:pt x="1747" y="3319"/>
                </a:moveTo>
                <a:cubicBezTo>
                  <a:pt x="1767" y="3326"/>
                  <a:pt x="1803" y="3338"/>
                  <a:pt x="1802" y="3338"/>
                </a:cubicBezTo>
                <a:cubicBezTo>
                  <a:pt x="1800" y="3339"/>
                  <a:pt x="1799" y="3339"/>
                  <a:pt x="1797" y="3339"/>
                </a:cubicBezTo>
                <a:cubicBezTo>
                  <a:pt x="1785" y="3339"/>
                  <a:pt x="1766" y="3330"/>
                  <a:pt x="1747" y="3319"/>
                </a:cubicBezTo>
                <a:close/>
                <a:moveTo>
                  <a:pt x="2463" y="3393"/>
                </a:moveTo>
                <a:cubicBezTo>
                  <a:pt x="2461" y="3393"/>
                  <a:pt x="2459" y="3393"/>
                  <a:pt x="2456" y="3393"/>
                </a:cubicBezTo>
                <a:lnTo>
                  <a:pt x="2456" y="3393"/>
                </a:lnTo>
                <a:cubicBezTo>
                  <a:pt x="2459" y="3393"/>
                  <a:pt x="2462" y="3393"/>
                  <a:pt x="2463" y="3393"/>
                </a:cubicBezTo>
                <a:close/>
                <a:moveTo>
                  <a:pt x="2387" y="989"/>
                </a:moveTo>
                <a:cubicBezTo>
                  <a:pt x="2440" y="989"/>
                  <a:pt x="2491" y="989"/>
                  <a:pt x="2541" y="993"/>
                </a:cubicBezTo>
                <a:cubicBezTo>
                  <a:pt x="2560" y="993"/>
                  <a:pt x="2582" y="997"/>
                  <a:pt x="2601" y="998"/>
                </a:cubicBezTo>
                <a:lnTo>
                  <a:pt x="2601" y="998"/>
                </a:lnTo>
                <a:cubicBezTo>
                  <a:pt x="2682" y="1018"/>
                  <a:pt x="2761" y="1029"/>
                  <a:pt x="2840" y="1057"/>
                </a:cubicBezTo>
                <a:cubicBezTo>
                  <a:pt x="2857" y="1061"/>
                  <a:pt x="2876" y="1069"/>
                  <a:pt x="2895" y="1076"/>
                </a:cubicBezTo>
                <a:cubicBezTo>
                  <a:pt x="2906" y="1079"/>
                  <a:pt x="2914" y="1081"/>
                  <a:pt x="2919" y="1082"/>
                </a:cubicBezTo>
                <a:lnTo>
                  <a:pt x="2919" y="1082"/>
                </a:lnTo>
                <a:cubicBezTo>
                  <a:pt x="2944" y="1096"/>
                  <a:pt x="2968" y="1113"/>
                  <a:pt x="2984" y="1122"/>
                </a:cubicBezTo>
                <a:cubicBezTo>
                  <a:pt x="3015" y="1139"/>
                  <a:pt x="3049" y="1160"/>
                  <a:pt x="3080" y="1181"/>
                </a:cubicBezTo>
                <a:cubicBezTo>
                  <a:pt x="3084" y="1184"/>
                  <a:pt x="3088" y="1186"/>
                  <a:pt x="3092" y="1189"/>
                </a:cubicBezTo>
                <a:lnTo>
                  <a:pt x="3092" y="1189"/>
                </a:lnTo>
                <a:cubicBezTo>
                  <a:pt x="3107" y="1217"/>
                  <a:pt x="3258" y="1347"/>
                  <a:pt x="3274" y="1366"/>
                </a:cubicBezTo>
                <a:cubicBezTo>
                  <a:pt x="3278" y="1370"/>
                  <a:pt x="3281" y="1374"/>
                  <a:pt x="3284" y="1378"/>
                </a:cubicBezTo>
                <a:lnTo>
                  <a:pt x="3284" y="1378"/>
                </a:lnTo>
                <a:cubicBezTo>
                  <a:pt x="3304" y="1410"/>
                  <a:pt x="3328" y="1440"/>
                  <a:pt x="3348" y="1474"/>
                </a:cubicBezTo>
                <a:cubicBezTo>
                  <a:pt x="3367" y="1503"/>
                  <a:pt x="3386" y="1535"/>
                  <a:pt x="3403" y="1569"/>
                </a:cubicBezTo>
                <a:cubicBezTo>
                  <a:pt x="3409" y="1579"/>
                  <a:pt x="3414" y="1591"/>
                  <a:pt x="3420" y="1604"/>
                </a:cubicBezTo>
                <a:lnTo>
                  <a:pt x="3420" y="1604"/>
                </a:lnTo>
                <a:cubicBezTo>
                  <a:pt x="3420" y="1602"/>
                  <a:pt x="3420" y="1600"/>
                  <a:pt x="3420" y="1598"/>
                </a:cubicBezTo>
                <a:lnTo>
                  <a:pt x="3420" y="1598"/>
                </a:lnTo>
                <a:cubicBezTo>
                  <a:pt x="3420" y="1600"/>
                  <a:pt x="3420" y="1602"/>
                  <a:pt x="3420" y="1604"/>
                </a:cubicBezTo>
                <a:lnTo>
                  <a:pt x="3420" y="1604"/>
                </a:lnTo>
                <a:cubicBezTo>
                  <a:pt x="3420" y="1604"/>
                  <a:pt x="3420" y="1604"/>
                  <a:pt x="3420" y="1604"/>
                </a:cubicBezTo>
                <a:lnTo>
                  <a:pt x="3420" y="1604"/>
                </a:lnTo>
                <a:cubicBezTo>
                  <a:pt x="3420" y="1621"/>
                  <a:pt x="3423" y="1634"/>
                  <a:pt x="3427" y="1644"/>
                </a:cubicBezTo>
                <a:lnTo>
                  <a:pt x="3427" y="1644"/>
                </a:lnTo>
                <a:cubicBezTo>
                  <a:pt x="3423" y="1630"/>
                  <a:pt x="3420" y="1616"/>
                  <a:pt x="3420" y="1604"/>
                </a:cubicBezTo>
                <a:lnTo>
                  <a:pt x="3420" y="1604"/>
                </a:lnTo>
                <a:cubicBezTo>
                  <a:pt x="3422" y="1608"/>
                  <a:pt x="3424" y="1613"/>
                  <a:pt x="3426" y="1617"/>
                </a:cubicBezTo>
                <a:cubicBezTo>
                  <a:pt x="3442" y="1646"/>
                  <a:pt x="3443" y="1659"/>
                  <a:pt x="3439" y="1659"/>
                </a:cubicBezTo>
                <a:cubicBezTo>
                  <a:pt x="3436" y="1659"/>
                  <a:pt x="3432" y="1654"/>
                  <a:pt x="3427" y="1644"/>
                </a:cubicBezTo>
                <a:lnTo>
                  <a:pt x="3427" y="1644"/>
                </a:lnTo>
                <a:cubicBezTo>
                  <a:pt x="3443" y="1697"/>
                  <a:pt x="3479" y="1760"/>
                  <a:pt x="3491" y="1802"/>
                </a:cubicBezTo>
                <a:cubicBezTo>
                  <a:pt x="3500" y="1838"/>
                  <a:pt x="3508" y="1874"/>
                  <a:pt x="3517" y="1910"/>
                </a:cubicBezTo>
                <a:cubicBezTo>
                  <a:pt x="3521" y="1933"/>
                  <a:pt x="3525" y="1954"/>
                  <a:pt x="3529" y="1977"/>
                </a:cubicBezTo>
                <a:cubicBezTo>
                  <a:pt x="3534" y="2005"/>
                  <a:pt x="3537" y="2015"/>
                  <a:pt x="3538" y="2015"/>
                </a:cubicBezTo>
                <a:cubicBezTo>
                  <a:pt x="3540" y="2015"/>
                  <a:pt x="3530" y="1942"/>
                  <a:pt x="3525" y="1939"/>
                </a:cubicBezTo>
                <a:lnTo>
                  <a:pt x="3525" y="1939"/>
                </a:lnTo>
                <a:cubicBezTo>
                  <a:pt x="3550" y="1954"/>
                  <a:pt x="3538" y="2142"/>
                  <a:pt x="3538" y="2173"/>
                </a:cubicBezTo>
                <a:cubicBezTo>
                  <a:pt x="3538" y="2215"/>
                  <a:pt x="3535" y="2257"/>
                  <a:pt x="3533" y="2297"/>
                </a:cubicBezTo>
                <a:cubicBezTo>
                  <a:pt x="3532" y="2312"/>
                  <a:pt x="3530" y="2326"/>
                  <a:pt x="3529" y="2339"/>
                </a:cubicBezTo>
                <a:lnTo>
                  <a:pt x="3529" y="2339"/>
                </a:lnTo>
                <a:cubicBezTo>
                  <a:pt x="3514" y="2409"/>
                  <a:pt x="3504" y="2477"/>
                  <a:pt x="3483" y="2546"/>
                </a:cubicBezTo>
                <a:cubicBezTo>
                  <a:pt x="3472" y="2582"/>
                  <a:pt x="3462" y="2618"/>
                  <a:pt x="3449" y="2651"/>
                </a:cubicBezTo>
                <a:cubicBezTo>
                  <a:pt x="3445" y="2663"/>
                  <a:pt x="3440" y="2676"/>
                  <a:pt x="3436" y="2688"/>
                </a:cubicBezTo>
                <a:lnTo>
                  <a:pt x="3436" y="2688"/>
                </a:lnTo>
                <a:cubicBezTo>
                  <a:pt x="3398" y="2751"/>
                  <a:pt x="3369" y="2818"/>
                  <a:pt x="3329" y="2881"/>
                </a:cubicBezTo>
                <a:cubicBezTo>
                  <a:pt x="3324" y="2889"/>
                  <a:pt x="3300" y="2922"/>
                  <a:pt x="3284" y="2945"/>
                </a:cubicBezTo>
                <a:lnTo>
                  <a:pt x="3284" y="2945"/>
                </a:lnTo>
                <a:cubicBezTo>
                  <a:pt x="3263" y="2968"/>
                  <a:pt x="3232" y="3005"/>
                  <a:pt x="3224" y="3014"/>
                </a:cubicBezTo>
                <a:cubicBezTo>
                  <a:pt x="3198" y="3041"/>
                  <a:pt x="3171" y="3069"/>
                  <a:pt x="3142" y="3094"/>
                </a:cubicBezTo>
                <a:cubicBezTo>
                  <a:pt x="3127" y="3106"/>
                  <a:pt x="3112" y="3119"/>
                  <a:pt x="3099" y="3132"/>
                </a:cubicBezTo>
                <a:cubicBezTo>
                  <a:pt x="3075" y="3154"/>
                  <a:pt x="3071" y="3163"/>
                  <a:pt x="3076" y="3163"/>
                </a:cubicBezTo>
                <a:cubicBezTo>
                  <a:pt x="3076" y="3163"/>
                  <a:pt x="3077" y="3163"/>
                  <a:pt x="3078" y="3162"/>
                </a:cubicBezTo>
                <a:lnTo>
                  <a:pt x="3078" y="3162"/>
                </a:lnTo>
                <a:cubicBezTo>
                  <a:pt x="3021" y="3203"/>
                  <a:pt x="2923" y="3245"/>
                  <a:pt x="2889" y="3262"/>
                </a:cubicBezTo>
                <a:cubicBezTo>
                  <a:pt x="2863" y="3275"/>
                  <a:pt x="2803" y="3296"/>
                  <a:pt x="2805" y="3296"/>
                </a:cubicBezTo>
                <a:cubicBezTo>
                  <a:pt x="2806" y="3296"/>
                  <a:pt x="2822" y="3291"/>
                  <a:pt x="2866" y="3277"/>
                </a:cubicBezTo>
                <a:lnTo>
                  <a:pt x="2866" y="3277"/>
                </a:lnTo>
                <a:cubicBezTo>
                  <a:pt x="2823" y="3292"/>
                  <a:pt x="2783" y="3309"/>
                  <a:pt x="2741" y="3323"/>
                </a:cubicBezTo>
                <a:cubicBezTo>
                  <a:pt x="2642" y="3355"/>
                  <a:pt x="2541" y="3376"/>
                  <a:pt x="2438" y="3395"/>
                </a:cubicBezTo>
                <a:cubicBezTo>
                  <a:pt x="2437" y="3395"/>
                  <a:pt x="2437" y="3395"/>
                  <a:pt x="2437" y="3395"/>
                </a:cubicBezTo>
                <a:lnTo>
                  <a:pt x="2437" y="3395"/>
                </a:lnTo>
                <a:cubicBezTo>
                  <a:pt x="2416" y="3397"/>
                  <a:pt x="2395" y="3400"/>
                  <a:pt x="2375" y="3401"/>
                </a:cubicBezTo>
                <a:cubicBezTo>
                  <a:pt x="2330" y="3403"/>
                  <a:pt x="2284" y="3406"/>
                  <a:pt x="2240" y="3406"/>
                </a:cubicBezTo>
                <a:cubicBezTo>
                  <a:pt x="2226" y="3406"/>
                  <a:pt x="2211" y="3406"/>
                  <a:pt x="2197" y="3406"/>
                </a:cubicBezTo>
                <a:cubicBezTo>
                  <a:pt x="2163" y="3406"/>
                  <a:pt x="2129" y="3405"/>
                  <a:pt x="2094" y="3403"/>
                </a:cubicBezTo>
                <a:cubicBezTo>
                  <a:pt x="2081" y="3402"/>
                  <a:pt x="2067" y="3400"/>
                  <a:pt x="2054" y="3398"/>
                </a:cubicBezTo>
                <a:lnTo>
                  <a:pt x="2054" y="3398"/>
                </a:lnTo>
                <a:cubicBezTo>
                  <a:pt x="1975" y="3376"/>
                  <a:pt x="1893" y="3365"/>
                  <a:pt x="1814" y="3340"/>
                </a:cubicBezTo>
                <a:cubicBezTo>
                  <a:pt x="1797" y="3334"/>
                  <a:pt x="1778" y="3326"/>
                  <a:pt x="1762" y="3321"/>
                </a:cubicBezTo>
                <a:cubicBezTo>
                  <a:pt x="1752" y="3318"/>
                  <a:pt x="1745" y="3316"/>
                  <a:pt x="1740" y="3315"/>
                </a:cubicBezTo>
                <a:lnTo>
                  <a:pt x="1740" y="3315"/>
                </a:lnTo>
                <a:cubicBezTo>
                  <a:pt x="1716" y="3301"/>
                  <a:pt x="1691" y="3283"/>
                  <a:pt x="1679" y="3277"/>
                </a:cubicBezTo>
                <a:cubicBezTo>
                  <a:pt x="1648" y="3258"/>
                  <a:pt x="1616" y="3241"/>
                  <a:pt x="1587" y="3220"/>
                </a:cubicBezTo>
                <a:cubicBezTo>
                  <a:pt x="1572" y="3210"/>
                  <a:pt x="1557" y="3199"/>
                  <a:pt x="1543" y="3191"/>
                </a:cubicBezTo>
                <a:cubicBezTo>
                  <a:pt x="1525" y="3180"/>
                  <a:pt x="1519" y="3175"/>
                  <a:pt x="1519" y="3175"/>
                </a:cubicBezTo>
                <a:lnTo>
                  <a:pt x="1519" y="3175"/>
                </a:lnTo>
                <a:cubicBezTo>
                  <a:pt x="1518" y="3175"/>
                  <a:pt x="1582" y="3218"/>
                  <a:pt x="1580" y="3218"/>
                </a:cubicBezTo>
                <a:cubicBezTo>
                  <a:pt x="1580" y="3218"/>
                  <a:pt x="1579" y="3218"/>
                  <a:pt x="1578" y="3218"/>
                </a:cubicBezTo>
                <a:cubicBezTo>
                  <a:pt x="1542" y="3218"/>
                  <a:pt x="1420" y="3070"/>
                  <a:pt x="1399" y="3045"/>
                </a:cubicBezTo>
                <a:cubicBezTo>
                  <a:pt x="1384" y="3030"/>
                  <a:pt x="1353" y="2977"/>
                  <a:pt x="1351" y="2977"/>
                </a:cubicBezTo>
                <a:lnTo>
                  <a:pt x="1351" y="2977"/>
                </a:lnTo>
                <a:cubicBezTo>
                  <a:pt x="1350" y="2977"/>
                  <a:pt x="1354" y="2985"/>
                  <a:pt x="1363" y="3005"/>
                </a:cubicBezTo>
                <a:cubicBezTo>
                  <a:pt x="1372" y="3025"/>
                  <a:pt x="1375" y="3032"/>
                  <a:pt x="1374" y="3032"/>
                </a:cubicBezTo>
                <a:cubicBezTo>
                  <a:pt x="1372" y="3032"/>
                  <a:pt x="1335" y="2962"/>
                  <a:pt x="1326" y="2946"/>
                </a:cubicBezTo>
                <a:cubicBezTo>
                  <a:pt x="1285" y="2881"/>
                  <a:pt x="1252" y="2814"/>
                  <a:pt x="1215" y="2746"/>
                </a:cubicBezTo>
                <a:lnTo>
                  <a:pt x="1215" y="2746"/>
                </a:lnTo>
                <a:cubicBezTo>
                  <a:pt x="1214" y="2743"/>
                  <a:pt x="1213" y="2740"/>
                  <a:pt x="1212" y="2736"/>
                </a:cubicBezTo>
                <a:cubicBezTo>
                  <a:pt x="1199" y="2702"/>
                  <a:pt x="1187" y="2668"/>
                  <a:pt x="1176" y="2635"/>
                </a:cubicBezTo>
                <a:cubicBezTo>
                  <a:pt x="1153" y="2559"/>
                  <a:pt x="1132" y="2481"/>
                  <a:pt x="1119" y="2403"/>
                </a:cubicBezTo>
                <a:cubicBezTo>
                  <a:pt x="1119" y="2401"/>
                  <a:pt x="1118" y="2399"/>
                  <a:pt x="1118" y="2397"/>
                </a:cubicBezTo>
                <a:lnTo>
                  <a:pt x="1118" y="2397"/>
                </a:lnTo>
                <a:cubicBezTo>
                  <a:pt x="1122" y="2365"/>
                  <a:pt x="1108" y="2315"/>
                  <a:pt x="1106" y="2283"/>
                </a:cubicBezTo>
                <a:cubicBezTo>
                  <a:pt x="1102" y="2203"/>
                  <a:pt x="1102" y="2123"/>
                  <a:pt x="1106" y="2043"/>
                </a:cubicBezTo>
                <a:cubicBezTo>
                  <a:pt x="1107" y="2033"/>
                  <a:pt x="1110" y="2004"/>
                  <a:pt x="1113" y="1978"/>
                </a:cubicBezTo>
                <a:lnTo>
                  <a:pt x="1113" y="1978"/>
                </a:lnTo>
                <a:cubicBezTo>
                  <a:pt x="1117" y="1953"/>
                  <a:pt x="1123" y="1911"/>
                  <a:pt x="1125" y="1899"/>
                </a:cubicBezTo>
                <a:cubicBezTo>
                  <a:pt x="1144" y="1813"/>
                  <a:pt x="1170" y="1731"/>
                  <a:pt x="1197" y="1647"/>
                </a:cubicBezTo>
                <a:cubicBezTo>
                  <a:pt x="1199" y="1642"/>
                  <a:pt x="1200" y="1637"/>
                  <a:pt x="1201" y="1634"/>
                </a:cubicBezTo>
                <a:lnTo>
                  <a:pt x="1201" y="1634"/>
                </a:lnTo>
                <a:cubicBezTo>
                  <a:pt x="1203" y="1630"/>
                  <a:pt x="1205" y="1626"/>
                  <a:pt x="1208" y="1621"/>
                </a:cubicBezTo>
                <a:cubicBezTo>
                  <a:pt x="1227" y="1583"/>
                  <a:pt x="1246" y="1543"/>
                  <a:pt x="1269" y="1507"/>
                </a:cubicBezTo>
                <a:cubicBezTo>
                  <a:pt x="1290" y="1470"/>
                  <a:pt x="1313" y="1434"/>
                  <a:pt x="1338" y="1398"/>
                </a:cubicBezTo>
                <a:cubicBezTo>
                  <a:pt x="1341" y="1394"/>
                  <a:pt x="1344" y="1390"/>
                  <a:pt x="1346" y="1386"/>
                </a:cubicBezTo>
                <a:lnTo>
                  <a:pt x="1346" y="1386"/>
                </a:lnTo>
                <a:cubicBezTo>
                  <a:pt x="1346" y="1386"/>
                  <a:pt x="1346" y="1386"/>
                  <a:pt x="1347" y="1385"/>
                </a:cubicBezTo>
                <a:cubicBezTo>
                  <a:pt x="1399" y="1329"/>
                  <a:pt x="1454" y="1275"/>
                  <a:pt x="1511" y="1223"/>
                </a:cubicBezTo>
                <a:lnTo>
                  <a:pt x="1511" y="1223"/>
                </a:lnTo>
                <a:cubicBezTo>
                  <a:pt x="1524" y="1213"/>
                  <a:pt x="1537" y="1203"/>
                  <a:pt x="1551" y="1194"/>
                </a:cubicBezTo>
                <a:cubicBezTo>
                  <a:pt x="1589" y="1170"/>
                  <a:pt x="1627" y="1147"/>
                  <a:pt x="1667" y="1126"/>
                </a:cubicBezTo>
                <a:cubicBezTo>
                  <a:pt x="1682" y="1119"/>
                  <a:pt x="1697" y="1111"/>
                  <a:pt x="1712" y="1103"/>
                </a:cubicBezTo>
                <a:lnTo>
                  <a:pt x="1712" y="1103"/>
                </a:lnTo>
                <a:cubicBezTo>
                  <a:pt x="1755" y="1090"/>
                  <a:pt x="1797" y="1075"/>
                  <a:pt x="1840" y="1063"/>
                </a:cubicBezTo>
                <a:cubicBezTo>
                  <a:pt x="1884" y="1050"/>
                  <a:pt x="1928" y="1042"/>
                  <a:pt x="1970" y="1031"/>
                </a:cubicBezTo>
                <a:cubicBezTo>
                  <a:pt x="1976" y="1030"/>
                  <a:pt x="1983" y="1028"/>
                  <a:pt x="1990" y="1026"/>
                </a:cubicBezTo>
                <a:lnTo>
                  <a:pt x="1990" y="1026"/>
                </a:lnTo>
                <a:cubicBezTo>
                  <a:pt x="2008" y="1025"/>
                  <a:pt x="2026" y="1024"/>
                  <a:pt x="2042" y="1023"/>
                </a:cubicBezTo>
                <a:cubicBezTo>
                  <a:pt x="2063" y="1021"/>
                  <a:pt x="2083" y="1018"/>
                  <a:pt x="2104" y="1015"/>
                </a:cubicBezTo>
                <a:lnTo>
                  <a:pt x="2104" y="1015"/>
                </a:lnTo>
                <a:cubicBezTo>
                  <a:pt x="2127" y="1013"/>
                  <a:pt x="2151" y="1010"/>
                  <a:pt x="2175" y="1006"/>
                </a:cubicBezTo>
                <a:cubicBezTo>
                  <a:pt x="2200" y="1002"/>
                  <a:pt x="2223" y="998"/>
                  <a:pt x="2248" y="996"/>
                </a:cubicBezTo>
                <a:lnTo>
                  <a:pt x="2248" y="996"/>
                </a:lnTo>
                <a:cubicBezTo>
                  <a:pt x="2202" y="1002"/>
                  <a:pt x="2186" y="1004"/>
                  <a:pt x="2186" y="1004"/>
                </a:cubicBezTo>
                <a:cubicBezTo>
                  <a:pt x="2187" y="1004"/>
                  <a:pt x="2227" y="999"/>
                  <a:pt x="2246" y="998"/>
                </a:cubicBezTo>
                <a:cubicBezTo>
                  <a:pt x="2293" y="996"/>
                  <a:pt x="2341" y="991"/>
                  <a:pt x="2387" y="989"/>
                </a:cubicBezTo>
                <a:close/>
                <a:moveTo>
                  <a:pt x="2431" y="0"/>
                </a:moveTo>
                <a:cubicBezTo>
                  <a:pt x="2283" y="0"/>
                  <a:pt x="2134" y="12"/>
                  <a:pt x="1987" y="33"/>
                </a:cubicBezTo>
                <a:lnTo>
                  <a:pt x="1987" y="33"/>
                </a:lnTo>
                <a:cubicBezTo>
                  <a:pt x="1519" y="79"/>
                  <a:pt x="1082" y="246"/>
                  <a:pt x="738" y="578"/>
                </a:cubicBezTo>
                <a:cubicBezTo>
                  <a:pt x="443" y="863"/>
                  <a:pt x="236" y="1259"/>
                  <a:pt x="158" y="1661"/>
                </a:cubicBezTo>
                <a:cubicBezTo>
                  <a:pt x="0" y="2477"/>
                  <a:pt x="228" y="3403"/>
                  <a:pt x="896" y="3941"/>
                </a:cubicBezTo>
                <a:cubicBezTo>
                  <a:pt x="1283" y="4251"/>
                  <a:pt x="1777" y="4404"/>
                  <a:pt x="2272" y="4404"/>
                </a:cubicBezTo>
                <a:cubicBezTo>
                  <a:pt x="2762" y="4404"/>
                  <a:pt x="3253" y="4255"/>
                  <a:pt x="3645" y="3962"/>
                </a:cubicBezTo>
                <a:cubicBezTo>
                  <a:pt x="4395" y="3401"/>
                  <a:pt x="4700" y="2409"/>
                  <a:pt x="4443" y="1512"/>
                </a:cubicBezTo>
                <a:cubicBezTo>
                  <a:pt x="4302" y="1025"/>
                  <a:pt x="4003" y="604"/>
                  <a:pt x="3582" y="321"/>
                </a:cubicBezTo>
                <a:cubicBezTo>
                  <a:pt x="3236" y="89"/>
                  <a:pt x="2836" y="0"/>
                  <a:pt x="243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1" name="Google Shape;1971;p35"/>
          <p:cNvSpPr/>
          <p:nvPr/>
        </p:nvSpPr>
        <p:spPr>
          <a:xfrm>
            <a:off x="2845800" y="4088550"/>
            <a:ext cx="176025" cy="165050"/>
          </a:xfrm>
          <a:custGeom>
            <a:rect b="b" l="l" r="r" t="t"/>
            <a:pathLst>
              <a:path extrusionOk="0" h="6602" w="7041">
                <a:moveTo>
                  <a:pt x="4935" y="1378"/>
                </a:moveTo>
                <a:cubicBezTo>
                  <a:pt x="4939" y="1380"/>
                  <a:pt x="4948" y="1387"/>
                  <a:pt x="4965" y="1400"/>
                </a:cubicBezTo>
                <a:cubicBezTo>
                  <a:pt x="4955" y="1392"/>
                  <a:pt x="4945" y="1385"/>
                  <a:pt x="4935" y="1378"/>
                </a:cubicBezTo>
                <a:close/>
                <a:moveTo>
                  <a:pt x="1630" y="1762"/>
                </a:moveTo>
                <a:lnTo>
                  <a:pt x="1630" y="1762"/>
                </a:lnTo>
                <a:cubicBezTo>
                  <a:pt x="1621" y="1773"/>
                  <a:pt x="1618" y="1778"/>
                  <a:pt x="1618" y="1778"/>
                </a:cubicBezTo>
                <a:cubicBezTo>
                  <a:pt x="1618" y="1778"/>
                  <a:pt x="1623" y="1771"/>
                  <a:pt x="1630" y="1762"/>
                </a:cubicBezTo>
                <a:close/>
                <a:moveTo>
                  <a:pt x="3639" y="986"/>
                </a:moveTo>
                <a:cubicBezTo>
                  <a:pt x="4036" y="986"/>
                  <a:pt x="4418" y="1072"/>
                  <a:pt x="4734" y="1250"/>
                </a:cubicBezTo>
                <a:cubicBezTo>
                  <a:pt x="4786" y="1280"/>
                  <a:pt x="4839" y="1313"/>
                  <a:pt x="4890" y="1347"/>
                </a:cubicBezTo>
                <a:cubicBezTo>
                  <a:pt x="4906" y="1357"/>
                  <a:pt x="4921" y="1367"/>
                  <a:pt x="4935" y="1378"/>
                </a:cubicBezTo>
                <a:lnTo>
                  <a:pt x="4935" y="1378"/>
                </a:lnTo>
                <a:cubicBezTo>
                  <a:pt x="4934" y="1377"/>
                  <a:pt x="4933" y="1376"/>
                  <a:pt x="4933" y="1376"/>
                </a:cubicBezTo>
                <a:lnTo>
                  <a:pt x="4933" y="1376"/>
                </a:lnTo>
                <a:cubicBezTo>
                  <a:pt x="4934" y="1376"/>
                  <a:pt x="4964" y="1397"/>
                  <a:pt x="4972" y="1404"/>
                </a:cubicBezTo>
                <a:cubicBezTo>
                  <a:pt x="5081" y="1495"/>
                  <a:pt x="5182" y="1594"/>
                  <a:pt x="5275" y="1701"/>
                </a:cubicBezTo>
                <a:cubicBezTo>
                  <a:pt x="5296" y="1724"/>
                  <a:pt x="5315" y="1747"/>
                  <a:pt x="5332" y="1771"/>
                </a:cubicBezTo>
                <a:cubicBezTo>
                  <a:pt x="5336" y="1776"/>
                  <a:pt x="5339" y="1780"/>
                  <a:pt x="5342" y="1782"/>
                </a:cubicBezTo>
                <a:lnTo>
                  <a:pt x="5342" y="1782"/>
                </a:lnTo>
                <a:cubicBezTo>
                  <a:pt x="5378" y="1835"/>
                  <a:pt x="5414" y="1889"/>
                  <a:pt x="5446" y="1943"/>
                </a:cubicBezTo>
                <a:cubicBezTo>
                  <a:pt x="5477" y="1994"/>
                  <a:pt x="5507" y="2045"/>
                  <a:pt x="5534" y="2097"/>
                </a:cubicBezTo>
                <a:cubicBezTo>
                  <a:pt x="5548" y="2126"/>
                  <a:pt x="5603" y="2244"/>
                  <a:pt x="5604" y="2244"/>
                </a:cubicBezTo>
                <a:cubicBezTo>
                  <a:pt x="5605" y="2244"/>
                  <a:pt x="5604" y="2244"/>
                  <a:pt x="5604" y="2242"/>
                </a:cubicBezTo>
                <a:lnTo>
                  <a:pt x="5604" y="2242"/>
                </a:lnTo>
                <a:cubicBezTo>
                  <a:pt x="5646" y="2347"/>
                  <a:pt x="5682" y="2454"/>
                  <a:pt x="5711" y="2561"/>
                </a:cubicBezTo>
                <a:cubicBezTo>
                  <a:pt x="5726" y="2620"/>
                  <a:pt x="5741" y="2679"/>
                  <a:pt x="5751" y="2738"/>
                </a:cubicBezTo>
                <a:cubicBezTo>
                  <a:pt x="5756" y="2758"/>
                  <a:pt x="5778" y="2901"/>
                  <a:pt x="5781" y="2901"/>
                </a:cubicBezTo>
                <a:cubicBezTo>
                  <a:pt x="5781" y="2901"/>
                  <a:pt x="5781" y="2892"/>
                  <a:pt x="5779" y="2872"/>
                </a:cubicBezTo>
                <a:lnTo>
                  <a:pt x="5779" y="2872"/>
                </a:lnTo>
                <a:cubicBezTo>
                  <a:pt x="5793" y="2999"/>
                  <a:pt x="5800" y="3127"/>
                  <a:pt x="5800" y="3256"/>
                </a:cubicBezTo>
                <a:cubicBezTo>
                  <a:pt x="5798" y="3323"/>
                  <a:pt x="5796" y="3393"/>
                  <a:pt x="5791" y="3460"/>
                </a:cubicBezTo>
                <a:cubicBezTo>
                  <a:pt x="5787" y="3518"/>
                  <a:pt x="5781" y="3572"/>
                  <a:pt x="5780" y="3582"/>
                </a:cubicBezTo>
                <a:lnTo>
                  <a:pt x="5780" y="3582"/>
                </a:lnTo>
                <a:cubicBezTo>
                  <a:pt x="5759" y="3706"/>
                  <a:pt x="5734" y="3831"/>
                  <a:pt x="5699" y="3953"/>
                </a:cubicBezTo>
                <a:cubicBezTo>
                  <a:pt x="5682" y="4012"/>
                  <a:pt x="5663" y="4069"/>
                  <a:pt x="5642" y="4126"/>
                </a:cubicBezTo>
                <a:cubicBezTo>
                  <a:pt x="5631" y="4155"/>
                  <a:pt x="5621" y="4183"/>
                  <a:pt x="5610" y="4212"/>
                </a:cubicBezTo>
                <a:cubicBezTo>
                  <a:pt x="5606" y="4223"/>
                  <a:pt x="5602" y="4232"/>
                  <a:pt x="5600" y="4238"/>
                </a:cubicBezTo>
                <a:lnTo>
                  <a:pt x="5600" y="4238"/>
                </a:lnTo>
                <a:cubicBezTo>
                  <a:pt x="5597" y="4244"/>
                  <a:pt x="5593" y="4252"/>
                  <a:pt x="5589" y="4261"/>
                </a:cubicBezTo>
                <a:cubicBezTo>
                  <a:pt x="5534" y="4370"/>
                  <a:pt x="5477" y="4478"/>
                  <a:pt x="5412" y="4581"/>
                </a:cubicBezTo>
                <a:cubicBezTo>
                  <a:pt x="5311" y="4737"/>
                  <a:pt x="5324" y="4720"/>
                  <a:pt x="5189" y="4863"/>
                </a:cubicBezTo>
                <a:cubicBezTo>
                  <a:pt x="4814" y="5261"/>
                  <a:pt x="4355" y="5476"/>
                  <a:pt x="3756" y="5573"/>
                </a:cubicBezTo>
                <a:cubicBezTo>
                  <a:pt x="3620" y="5595"/>
                  <a:pt x="3482" y="5605"/>
                  <a:pt x="3344" y="5605"/>
                </a:cubicBezTo>
                <a:cubicBezTo>
                  <a:pt x="2954" y="5605"/>
                  <a:pt x="2572" y="5519"/>
                  <a:pt x="2265" y="5346"/>
                </a:cubicBezTo>
                <a:cubicBezTo>
                  <a:pt x="2214" y="5316"/>
                  <a:pt x="2164" y="5285"/>
                  <a:pt x="2113" y="5253"/>
                </a:cubicBezTo>
                <a:cubicBezTo>
                  <a:pt x="2098" y="5243"/>
                  <a:pt x="2015" y="5180"/>
                  <a:pt x="2013" y="5180"/>
                </a:cubicBezTo>
                <a:lnTo>
                  <a:pt x="2013" y="5180"/>
                </a:lnTo>
                <a:cubicBezTo>
                  <a:pt x="2013" y="5180"/>
                  <a:pt x="2019" y="5186"/>
                  <a:pt x="2037" y="5200"/>
                </a:cubicBezTo>
                <a:cubicBezTo>
                  <a:pt x="1930" y="5114"/>
                  <a:pt x="1831" y="5019"/>
                  <a:pt x="1740" y="4916"/>
                </a:cubicBezTo>
                <a:cubicBezTo>
                  <a:pt x="1728" y="4902"/>
                  <a:pt x="1675" y="4837"/>
                  <a:pt x="1657" y="4816"/>
                </a:cubicBezTo>
                <a:lnTo>
                  <a:pt x="1657" y="4816"/>
                </a:lnTo>
                <a:cubicBezTo>
                  <a:pt x="1647" y="4801"/>
                  <a:pt x="1584" y="4711"/>
                  <a:pt x="1570" y="4688"/>
                </a:cubicBezTo>
                <a:cubicBezTo>
                  <a:pt x="1500" y="4579"/>
                  <a:pt x="1439" y="4465"/>
                  <a:pt x="1382" y="4347"/>
                </a:cubicBezTo>
                <a:cubicBezTo>
                  <a:pt x="1372" y="4327"/>
                  <a:pt x="1369" y="4322"/>
                  <a:pt x="1368" y="4322"/>
                </a:cubicBezTo>
                <a:lnTo>
                  <a:pt x="1368" y="4322"/>
                </a:lnTo>
                <a:cubicBezTo>
                  <a:pt x="1368" y="4322"/>
                  <a:pt x="1368" y="4322"/>
                  <a:pt x="1368" y="4322"/>
                </a:cubicBezTo>
                <a:lnTo>
                  <a:pt x="1368" y="4322"/>
                </a:lnTo>
                <a:cubicBezTo>
                  <a:pt x="1366" y="4315"/>
                  <a:pt x="1360" y="4299"/>
                  <a:pt x="1348" y="4265"/>
                </a:cubicBezTo>
                <a:cubicBezTo>
                  <a:pt x="1329" y="4210"/>
                  <a:pt x="1308" y="4155"/>
                  <a:pt x="1291" y="4101"/>
                </a:cubicBezTo>
                <a:cubicBezTo>
                  <a:pt x="1251" y="3974"/>
                  <a:pt x="1220" y="3848"/>
                  <a:pt x="1197" y="3717"/>
                </a:cubicBezTo>
                <a:cubicBezTo>
                  <a:pt x="1192" y="3696"/>
                  <a:pt x="1179" y="3596"/>
                  <a:pt x="1178" y="3596"/>
                </a:cubicBezTo>
                <a:lnTo>
                  <a:pt x="1178" y="3596"/>
                </a:lnTo>
                <a:cubicBezTo>
                  <a:pt x="1178" y="3596"/>
                  <a:pt x="1179" y="3606"/>
                  <a:pt x="1182" y="3633"/>
                </a:cubicBezTo>
                <a:cubicBezTo>
                  <a:pt x="1173" y="3568"/>
                  <a:pt x="1167" y="3502"/>
                  <a:pt x="1165" y="3437"/>
                </a:cubicBezTo>
                <a:cubicBezTo>
                  <a:pt x="1157" y="3304"/>
                  <a:pt x="1157" y="3174"/>
                  <a:pt x="1165" y="3041"/>
                </a:cubicBezTo>
                <a:cubicBezTo>
                  <a:pt x="1167" y="3011"/>
                  <a:pt x="1179" y="2898"/>
                  <a:pt x="1181" y="2870"/>
                </a:cubicBezTo>
                <a:lnTo>
                  <a:pt x="1181" y="2870"/>
                </a:lnTo>
                <a:cubicBezTo>
                  <a:pt x="1186" y="2847"/>
                  <a:pt x="1203" y="2750"/>
                  <a:pt x="1209" y="2721"/>
                </a:cubicBezTo>
                <a:cubicBezTo>
                  <a:pt x="1239" y="2580"/>
                  <a:pt x="1281" y="2443"/>
                  <a:pt x="1327" y="2306"/>
                </a:cubicBezTo>
                <a:cubicBezTo>
                  <a:pt x="1342" y="2262"/>
                  <a:pt x="1345" y="2248"/>
                  <a:pt x="1346" y="2244"/>
                </a:cubicBezTo>
                <a:lnTo>
                  <a:pt x="1346" y="2244"/>
                </a:lnTo>
                <a:cubicBezTo>
                  <a:pt x="1348" y="2241"/>
                  <a:pt x="1355" y="2229"/>
                  <a:pt x="1376" y="2188"/>
                </a:cubicBezTo>
                <a:cubicBezTo>
                  <a:pt x="1407" y="2125"/>
                  <a:pt x="1439" y="2059"/>
                  <a:pt x="1475" y="1998"/>
                </a:cubicBezTo>
                <a:cubicBezTo>
                  <a:pt x="1511" y="1937"/>
                  <a:pt x="1551" y="1878"/>
                  <a:pt x="1588" y="1819"/>
                </a:cubicBezTo>
                <a:cubicBezTo>
                  <a:pt x="1603" y="1799"/>
                  <a:pt x="1618" y="1779"/>
                  <a:pt x="1632" y="1759"/>
                </a:cubicBezTo>
                <a:lnTo>
                  <a:pt x="1632" y="1759"/>
                </a:lnTo>
                <a:cubicBezTo>
                  <a:pt x="1639" y="1751"/>
                  <a:pt x="1646" y="1741"/>
                  <a:pt x="1654" y="1733"/>
                </a:cubicBezTo>
                <a:cubicBezTo>
                  <a:pt x="1744" y="1632"/>
                  <a:pt x="1839" y="1535"/>
                  <a:pt x="1945" y="1446"/>
                </a:cubicBezTo>
                <a:cubicBezTo>
                  <a:pt x="1949" y="1443"/>
                  <a:pt x="1952" y="1440"/>
                  <a:pt x="1955" y="1437"/>
                </a:cubicBezTo>
                <a:lnTo>
                  <a:pt x="1955" y="1437"/>
                </a:lnTo>
                <a:cubicBezTo>
                  <a:pt x="1958" y="1435"/>
                  <a:pt x="1960" y="1434"/>
                  <a:pt x="1963" y="1431"/>
                </a:cubicBezTo>
                <a:cubicBezTo>
                  <a:pt x="1993" y="1410"/>
                  <a:pt x="2022" y="1389"/>
                  <a:pt x="2054" y="1370"/>
                </a:cubicBezTo>
                <a:cubicBezTo>
                  <a:pt x="2115" y="1328"/>
                  <a:pt x="2180" y="1292"/>
                  <a:pt x="2246" y="1257"/>
                </a:cubicBezTo>
                <a:cubicBezTo>
                  <a:pt x="2372" y="1191"/>
                  <a:pt x="2412" y="1174"/>
                  <a:pt x="2604" y="1120"/>
                </a:cubicBezTo>
                <a:cubicBezTo>
                  <a:pt x="2802" y="1065"/>
                  <a:pt x="2859" y="1059"/>
                  <a:pt x="3023" y="1044"/>
                </a:cubicBezTo>
                <a:cubicBezTo>
                  <a:pt x="3046" y="1042"/>
                  <a:pt x="3069" y="1039"/>
                  <a:pt x="3092" y="1035"/>
                </a:cubicBezTo>
                <a:lnTo>
                  <a:pt x="3092" y="1035"/>
                </a:lnTo>
                <a:cubicBezTo>
                  <a:pt x="3113" y="1033"/>
                  <a:pt x="3134" y="1031"/>
                  <a:pt x="3156" y="1027"/>
                </a:cubicBezTo>
                <a:cubicBezTo>
                  <a:pt x="3317" y="1000"/>
                  <a:pt x="3479" y="986"/>
                  <a:pt x="3639" y="986"/>
                </a:cubicBezTo>
                <a:close/>
                <a:moveTo>
                  <a:pt x="3656" y="0"/>
                </a:moveTo>
                <a:cubicBezTo>
                  <a:pt x="3424" y="0"/>
                  <a:pt x="3191" y="20"/>
                  <a:pt x="2962" y="55"/>
                </a:cubicBezTo>
                <a:lnTo>
                  <a:pt x="2962" y="55"/>
                </a:lnTo>
                <a:cubicBezTo>
                  <a:pt x="1592" y="189"/>
                  <a:pt x="506" y="1128"/>
                  <a:pt x="238" y="2500"/>
                </a:cubicBezTo>
                <a:cubicBezTo>
                  <a:pt x="0" y="3730"/>
                  <a:pt x="360" y="5131"/>
                  <a:pt x="1367" y="5933"/>
                </a:cubicBezTo>
                <a:cubicBezTo>
                  <a:pt x="1934" y="6385"/>
                  <a:pt x="2656" y="6602"/>
                  <a:pt x="3382" y="6602"/>
                </a:cubicBezTo>
                <a:cubicBezTo>
                  <a:pt x="4138" y="6602"/>
                  <a:pt x="4898" y="6367"/>
                  <a:pt x="5494" y="5917"/>
                </a:cubicBezTo>
                <a:cubicBezTo>
                  <a:pt x="6607" y="5078"/>
                  <a:pt x="7041" y="3580"/>
                  <a:pt x="6659" y="2253"/>
                </a:cubicBezTo>
                <a:cubicBezTo>
                  <a:pt x="6453" y="1537"/>
                  <a:pt x="6015" y="905"/>
                  <a:pt x="5393" y="488"/>
                </a:cubicBezTo>
                <a:cubicBezTo>
                  <a:pt x="4872" y="137"/>
                  <a:pt x="4267" y="0"/>
                  <a:pt x="365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72" name="Google Shape;1972;p35"/>
          <p:cNvGrpSpPr/>
          <p:nvPr/>
        </p:nvGrpSpPr>
        <p:grpSpPr>
          <a:xfrm>
            <a:off x="6294838" y="4058031"/>
            <a:ext cx="1055760" cy="753780"/>
            <a:chOff x="3308425" y="649500"/>
            <a:chExt cx="947975" cy="676825"/>
          </a:xfrm>
        </p:grpSpPr>
        <p:sp>
          <p:nvSpPr>
            <p:cNvPr id="1973" name="Google Shape;1973;p35"/>
            <p:cNvSpPr/>
            <p:nvPr/>
          </p:nvSpPr>
          <p:spPr>
            <a:xfrm>
              <a:off x="3308425" y="649500"/>
              <a:ext cx="947975" cy="676275"/>
            </a:xfrm>
            <a:custGeom>
              <a:rect b="b" l="l" r="r" t="t"/>
              <a:pathLst>
                <a:path extrusionOk="0" h="27051" w="37919">
                  <a:moveTo>
                    <a:pt x="12816" y="19976"/>
                  </a:moveTo>
                  <a:cubicBezTo>
                    <a:pt x="12818" y="19976"/>
                    <a:pt x="12821" y="19976"/>
                    <a:pt x="12824" y="19976"/>
                  </a:cubicBezTo>
                  <a:lnTo>
                    <a:pt x="12824" y="19976"/>
                  </a:lnTo>
                  <a:cubicBezTo>
                    <a:pt x="12815" y="19979"/>
                    <a:pt x="12808" y="19979"/>
                    <a:pt x="12804" y="19979"/>
                  </a:cubicBezTo>
                  <a:cubicBezTo>
                    <a:pt x="12796" y="19979"/>
                    <a:pt x="12800" y="19976"/>
                    <a:pt x="12816" y="19976"/>
                  </a:cubicBezTo>
                  <a:close/>
                  <a:moveTo>
                    <a:pt x="23205" y="24113"/>
                  </a:moveTo>
                  <a:cubicBezTo>
                    <a:pt x="23209" y="24113"/>
                    <a:pt x="23211" y="24115"/>
                    <a:pt x="23210" y="24120"/>
                  </a:cubicBezTo>
                  <a:cubicBezTo>
                    <a:pt x="23210" y="24121"/>
                    <a:pt x="23207" y="24122"/>
                    <a:pt x="23199" y="24122"/>
                  </a:cubicBezTo>
                  <a:cubicBezTo>
                    <a:pt x="23195" y="24122"/>
                    <a:pt x="23190" y="24121"/>
                    <a:pt x="23183" y="24121"/>
                  </a:cubicBezTo>
                  <a:lnTo>
                    <a:pt x="23183" y="24121"/>
                  </a:lnTo>
                  <a:cubicBezTo>
                    <a:pt x="23192" y="24116"/>
                    <a:pt x="23200" y="24113"/>
                    <a:pt x="23205" y="24113"/>
                  </a:cubicBezTo>
                  <a:close/>
                  <a:moveTo>
                    <a:pt x="36242" y="1377"/>
                  </a:moveTo>
                  <a:cubicBezTo>
                    <a:pt x="35424" y="2822"/>
                    <a:pt x="34606" y="4266"/>
                    <a:pt x="33786" y="5709"/>
                  </a:cubicBezTo>
                  <a:cubicBezTo>
                    <a:pt x="31759" y="9274"/>
                    <a:pt x="29728" y="12836"/>
                    <a:pt x="27681" y="16390"/>
                  </a:cubicBezTo>
                  <a:cubicBezTo>
                    <a:pt x="26227" y="18914"/>
                    <a:pt x="24824" y="21495"/>
                    <a:pt x="23229" y="23934"/>
                  </a:cubicBezTo>
                  <a:cubicBezTo>
                    <a:pt x="23191" y="23992"/>
                    <a:pt x="23148" y="24050"/>
                    <a:pt x="23106" y="24108"/>
                  </a:cubicBezTo>
                  <a:lnTo>
                    <a:pt x="23106" y="24108"/>
                  </a:lnTo>
                  <a:cubicBezTo>
                    <a:pt x="23088" y="24104"/>
                    <a:pt x="23067" y="24099"/>
                    <a:pt x="23044" y="24092"/>
                  </a:cubicBezTo>
                  <a:cubicBezTo>
                    <a:pt x="22905" y="24054"/>
                    <a:pt x="22768" y="24012"/>
                    <a:pt x="22633" y="23962"/>
                  </a:cubicBezTo>
                  <a:cubicBezTo>
                    <a:pt x="22302" y="23842"/>
                    <a:pt x="21982" y="23692"/>
                    <a:pt x="21664" y="23540"/>
                  </a:cubicBezTo>
                  <a:cubicBezTo>
                    <a:pt x="19793" y="22645"/>
                    <a:pt x="18001" y="21587"/>
                    <a:pt x="16189" y="20578"/>
                  </a:cubicBezTo>
                  <a:cubicBezTo>
                    <a:pt x="15443" y="20163"/>
                    <a:pt x="14697" y="19740"/>
                    <a:pt x="13928" y="19365"/>
                  </a:cubicBezTo>
                  <a:cubicBezTo>
                    <a:pt x="13607" y="19207"/>
                    <a:pt x="13229" y="18985"/>
                    <a:pt x="12857" y="18985"/>
                  </a:cubicBezTo>
                  <a:cubicBezTo>
                    <a:pt x="12737" y="18985"/>
                    <a:pt x="12617" y="19009"/>
                    <a:pt x="12500" y="19066"/>
                  </a:cubicBezTo>
                  <a:cubicBezTo>
                    <a:pt x="12209" y="19207"/>
                    <a:pt x="11959" y="19472"/>
                    <a:pt x="11729" y="19693"/>
                  </a:cubicBezTo>
                  <a:cubicBezTo>
                    <a:pt x="11318" y="20094"/>
                    <a:pt x="10928" y="20513"/>
                    <a:pt x="10534" y="20928"/>
                  </a:cubicBezTo>
                  <a:cubicBezTo>
                    <a:pt x="9428" y="22101"/>
                    <a:pt x="8325" y="23277"/>
                    <a:pt x="7166" y="24400"/>
                  </a:cubicBezTo>
                  <a:cubicBezTo>
                    <a:pt x="6929" y="24629"/>
                    <a:pt x="6690" y="24856"/>
                    <a:pt x="6448" y="25080"/>
                  </a:cubicBezTo>
                  <a:lnTo>
                    <a:pt x="6448" y="25080"/>
                  </a:lnTo>
                  <a:cubicBezTo>
                    <a:pt x="7055" y="22855"/>
                    <a:pt x="7613" y="20617"/>
                    <a:pt x="8177" y="18381"/>
                  </a:cubicBezTo>
                  <a:cubicBezTo>
                    <a:pt x="8331" y="17766"/>
                    <a:pt x="8727" y="16974"/>
                    <a:pt x="8278" y="16415"/>
                  </a:cubicBezTo>
                  <a:cubicBezTo>
                    <a:pt x="7575" y="15537"/>
                    <a:pt x="6292" y="15010"/>
                    <a:pt x="5320" y="14501"/>
                  </a:cubicBezTo>
                  <a:cubicBezTo>
                    <a:pt x="4122" y="13870"/>
                    <a:pt x="2890" y="13287"/>
                    <a:pt x="1708" y="12620"/>
                  </a:cubicBezTo>
                  <a:lnTo>
                    <a:pt x="1708" y="12620"/>
                  </a:lnTo>
                  <a:cubicBezTo>
                    <a:pt x="6998" y="10932"/>
                    <a:pt x="12278" y="9210"/>
                    <a:pt x="17556" y="7490"/>
                  </a:cubicBezTo>
                  <a:cubicBezTo>
                    <a:pt x="23048" y="5699"/>
                    <a:pt x="28536" y="3904"/>
                    <a:pt x="34026" y="2105"/>
                  </a:cubicBezTo>
                  <a:cubicBezTo>
                    <a:pt x="34765" y="1863"/>
                    <a:pt x="35503" y="1620"/>
                    <a:pt x="36242" y="1377"/>
                  </a:cubicBezTo>
                  <a:close/>
                  <a:moveTo>
                    <a:pt x="37319" y="0"/>
                  </a:moveTo>
                  <a:cubicBezTo>
                    <a:pt x="37273" y="0"/>
                    <a:pt x="37225" y="7"/>
                    <a:pt x="37176" y="23"/>
                  </a:cubicBezTo>
                  <a:cubicBezTo>
                    <a:pt x="33967" y="1077"/>
                    <a:pt x="30757" y="2128"/>
                    <a:pt x="27546" y="3179"/>
                  </a:cubicBezTo>
                  <a:cubicBezTo>
                    <a:pt x="21382" y="5195"/>
                    <a:pt x="15218" y="7209"/>
                    <a:pt x="9047" y="9209"/>
                  </a:cubicBezTo>
                  <a:cubicBezTo>
                    <a:pt x="6184" y="10137"/>
                    <a:pt x="3319" y="11064"/>
                    <a:pt x="452" y="11976"/>
                  </a:cubicBezTo>
                  <a:lnTo>
                    <a:pt x="452" y="11976"/>
                  </a:lnTo>
                  <a:cubicBezTo>
                    <a:pt x="371" y="11985"/>
                    <a:pt x="297" y="12018"/>
                    <a:pt x="233" y="12067"/>
                  </a:cubicBezTo>
                  <a:lnTo>
                    <a:pt x="233" y="12067"/>
                  </a:lnTo>
                  <a:cubicBezTo>
                    <a:pt x="111" y="12148"/>
                    <a:pt x="46" y="12272"/>
                    <a:pt x="28" y="12402"/>
                  </a:cubicBezTo>
                  <a:lnTo>
                    <a:pt x="28" y="12402"/>
                  </a:lnTo>
                  <a:cubicBezTo>
                    <a:pt x="0" y="12540"/>
                    <a:pt x="26" y="12688"/>
                    <a:pt x="128" y="12807"/>
                  </a:cubicBezTo>
                  <a:lnTo>
                    <a:pt x="128" y="12807"/>
                  </a:lnTo>
                  <a:cubicBezTo>
                    <a:pt x="180" y="12878"/>
                    <a:pt x="249" y="12934"/>
                    <a:pt x="332" y="12964"/>
                  </a:cubicBezTo>
                  <a:lnTo>
                    <a:pt x="332" y="12964"/>
                  </a:lnTo>
                  <a:cubicBezTo>
                    <a:pt x="1532" y="13711"/>
                    <a:pt x="2813" y="14326"/>
                    <a:pt x="4069" y="14970"/>
                  </a:cubicBezTo>
                  <a:cubicBezTo>
                    <a:pt x="5152" y="15529"/>
                    <a:pt x="6416" y="16055"/>
                    <a:pt x="7339" y="16873"/>
                  </a:cubicBezTo>
                  <a:cubicBezTo>
                    <a:pt x="7383" y="16913"/>
                    <a:pt x="7435" y="16989"/>
                    <a:pt x="7487" y="17027"/>
                  </a:cubicBezTo>
                  <a:lnTo>
                    <a:pt x="7487" y="17027"/>
                  </a:lnTo>
                  <a:cubicBezTo>
                    <a:pt x="7393" y="17359"/>
                    <a:pt x="7319" y="17699"/>
                    <a:pt x="7235" y="18033"/>
                  </a:cubicBezTo>
                  <a:cubicBezTo>
                    <a:pt x="6913" y="19321"/>
                    <a:pt x="6584" y="20606"/>
                    <a:pt x="6254" y="21891"/>
                  </a:cubicBezTo>
                  <a:cubicBezTo>
                    <a:pt x="5860" y="23410"/>
                    <a:pt x="5464" y="24931"/>
                    <a:pt x="5034" y="26439"/>
                  </a:cubicBezTo>
                  <a:cubicBezTo>
                    <a:pt x="4930" y="26803"/>
                    <a:pt x="5214" y="27050"/>
                    <a:pt x="5517" y="27050"/>
                  </a:cubicBezTo>
                  <a:cubicBezTo>
                    <a:pt x="5639" y="27050"/>
                    <a:pt x="5763" y="27011"/>
                    <a:pt x="5866" y="26924"/>
                  </a:cubicBezTo>
                  <a:cubicBezTo>
                    <a:pt x="8247" y="24910"/>
                    <a:pt x="10227" y="22525"/>
                    <a:pt x="12464" y="20370"/>
                  </a:cubicBezTo>
                  <a:cubicBezTo>
                    <a:pt x="12589" y="20250"/>
                    <a:pt x="12713" y="20123"/>
                    <a:pt x="12852" y="20018"/>
                  </a:cubicBezTo>
                  <a:cubicBezTo>
                    <a:pt x="12863" y="20009"/>
                    <a:pt x="12877" y="19999"/>
                    <a:pt x="12890" y="19990"/>
                  </a:cubicBezTo>
                  <a:lnTo>
                    <a:pt x="12890" y="19990"/>
                  </a:lnTo>
                  <a:cubicBezTo>
                    <a:pt x="12900" y="19993"/>
                    <a:pt x="12910" y="19997"/>
                    <a:pt x="12921" y="20001"/>
                  </a:cubicBezTo>
                  <a:cubicBezTo>
                    <a:pt x="13088" y="20068"/>
                    <a:pt x="13031" y="20039"/>
                    <a:pt x="13176" y="20106"/>
                  </a:cubicBezTo>
                  <a:cubicBezTo>
                    <a:pt x="13893" y="20437"/>
                    <a:pt x="14584" y="20827"/>
                    <a:pt x="15275" y="21210"/>
                  </a:cubicBezTo>
                  <a:cubicBezTo>
                    <a:pt x="17105" y="22224"/>
                    <a:pt x="18913" y="23285"/>
                    <a:pt x="20786" y="24217"/>
                  </a:cubicBezTo>
                  <a:cubicBezTo>
                    <a:pt x="21424" y="24535"/>
                    <a:pt x="22098" y="24897"/>
                    <a:pt x="22800" y="25057"/>
                  </a:cubicBezTo>
                  <a:cubicBezTo>
                    <a:pt x="22930" y="25087"/>
                    <a:pt x="23053" y="25105"/>
                    <a:pt x="23169" y="25105"/>
                  </a:cubicBezTo>
                  <a:cubicBezTo>
                    <a:pt x="23448" y="25105"/>
                    <a:pt x="23685" y="25004"/>
                    <a:pt x="23880" y="24741"/>
                  </a:cubicBezTo>
                  <a:cubicBezTo>
                    <a:pt x="24388" y="24059"/>
                    <a:pt x="24801" y="23292"/>
                    <a:pt x="25237" y="22563"/>
                  </a:cubicBezTo>
                  <a:cubicBezTo>
                    <a:pt x="26092" y="21124"/>
                    <a:pt x="26933" y="19677"/>
                    <a:pt x="27771" y="18227"/>
                  </a:cubicBezTo>
                  <a:cubicBezTo>
                    <a:pt x="29844" y="14642"/>
                    <a:pt x="31898" y="11043"/>
                    <a:pt x="33946" y="7443"/>
                  </a:cubicBezTo>
                  <a:cubicBezTo>
                    <a:pt x="35191" y="5254"/>
                    <a:pt x="36493" y="3084"/>
                    <a:pt x="37679" y="860"/>
                  </a:cubicBezTo>
                  <a:cubicBezTo>
                    <a:pt x="37698" y="826"/>
                    <a:pt x="37717" y="790"/>
                    <a:pt x="37738" y="754"/>
                  </a:cubicBezTo>
                  <a:cubicBezTo>
                    <a:pt x="37919" y="436"/>
                    <a:pt x="37673" y="0"/>
                    <a:pt x="373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4" name="Google Shape;1974;p35"/>
            <p:cNvSpPr/>
            <p:nvPr/>
          </p:nvSpPr>
          <p:spPr>
            <a:xfrm>
              <a:off x="3492300" y="863350"/>
              <a:ext cx="474450" cy="278325"/>
            </a:xfrm>
            <a:custGeom>
              <a:rect b="b" l="l" r="r" t="t"/>
              <a:pathLst>
                <a:path extrusionOk="0" h="11133" w="18978">
                  <a:moveTo>
                    <a:pt x="18335" y="1"/>
                  </a:moveTo>
                  <a:cubicBezTo>
                    <a:pt x="18285" y="1"/>
                    <a:pt x="18233" y="10"/>
                    <a:pt x="18179" y="31"/>
                  </a:cubicBezTo>
                  <a:cubicBezTo>
                    <a:pt x="15036" y="1249"/>
                    <a:pt x="11985" y="2675"/>
                    <a:pt x="8954" y="4143"/>
                  </a:cubicBezTo>
                  <a:cubicBezTo>
                    <a:pt x="6184" y="5485"/>
                    <a:pt x="3415" y="6829"/>
                    <a:pt x="534" y="7916"/>
                  </a:cubicBezTo>
                  <a:cubicBezTo>
                    <a:pt x="1" y="8116"/>
                    <a:pt x="152" y="8911"/>
                    <a:pt x="623" y="8911"/>
                  </a:cubicBezTo>
                  <a:cubicBezTo>
                    <a:pt x="678" y="8911"/>
                    <a:pt x="737" y="8900"/>
                    <a:pt x="799" y="8877"/>
                  </a:cubicBezTo>
                  <a:cubicBezTo>
                    <a:pt x="5885" y="6960"/>
                    <a:pt x="10658" y="4331"/>
                    <a:pt x="15633" y="2155"/>
                  </a:cubicBezTo>
                  <a:lnTo>
                    <a:pt x="15633" y="2155"/>
                  </a:lnTo>
                  <a:cubicBezTo>
                    <a:pt x="12206" y="4952"/>
                    <a:pt x="8533" y="7433"/>
                    <a:pt x="5160" y="10303"/>
                  </a:cubicBezTo>
                  <a:cubicBezTo>
                    <a:pt x="4776" y="10629"/>
                    <a:pt x="5131" y="11132"/>
                    <a:pt x="5535" y="11132"/>
                  </a:cubicBezTo>
                  <a:cubicBezTo>
                    <a:pt x="5646" y="11132"/>
                    <a:pt x="5760" y="11095"/>
                    <a:pt x="5863" y="11007"/>
                  </a:cubicBezTo>
                  <a:cubicBezTo>
                    <a:pt x="10016" y="7474"/>
                    <a:pt x="14621" y="4533"/>
                    <a:pt x="18664" y="863"/>
                  </a:cubicBezTo>
                  <a:cubicBezTo>
                    <a:pt x="18977" y="577"/>
                    <a:pt x="18723" y="1"/>
                    <a:pt x="183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5" name="Google Shape;1975;p35"/>
            <p:cNvSpPr/>
            <p:nvPr/>
          </p:nvSpPr>
          <p:spPr>
            <a:xfrm>
              <a:off x="3428775" y="1197550"/>
              <a:ext cx="352850" cy="128775"/>
            </a:xfrm>
            <a:custGeom>
              <a:rect b="b" l="l" r="r" t="t"/>
              <a:pathLst>
                <a:path extrusionOk="0" h="5151" w="14114">
                  <a:moveTo>
                    <a:pt x="13430" y="0"/>
                  </a:moveTo>
                  <a:cubicBezTo>
                    <a:pt x="13384" y="0"/>
                    <a:pt x="13335" y="7"/>
                    <a:pt x="13283" y="21"/>
                  </a:cubicBezTo>
                  <a:cubicBezTo>
                    <a:pt x="8994" y="1241"/>
                    <a:pt x="4865" y="2969"/>
                    <a:pt x="568" y="4169"/>
                  </a:cubicBezTo>
                  <a:cubicBezTo>
                    <a:pt x="1" y="4328"/>
                    <a:pt x="175" y="5151"/>
                    <a:pt x="688" y="5151"/>
                  </a:cubicBezTo>
                  <a:cubicBezTo>
                    <a:pt x="734" y="5151"/>
                    <a:pt x="782" y="5144"/>
                    <a:pt x="833" y="5130"/>
                  </a:cubicBezTo>
                  <a:cubicBezTo>
                    <a:pt x="5131" y="3929"/>
                    <a:pt x="9260" y="2202"/>
                    <a:pt x="13549" y="982"/>
                  </a:cubicBezTo>
                  <a:cubicBezTo>
                    <a:pt x="14113" y="822"/>
                    <a:pt x="13940" y="0"/>
                    <a:pt x="134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76" name="Google Shape;1976;p35"/>
          <p:cNvGrpSpPr/>
          <p:nvPr/>
        </p:nvGrpSpPr>
        <p:grpSpPr>
          <a:xfrm flipH="1" rot="-6299880">
            <a:off x="1763090" y="476245"/>
            <a:ext cx="708049" cy="444266"/>
            <a:chOff x="1445125" y="3867675"/>
            <a:chExt cx="803300" cy="502950"/>
          </a:xfrm>
        </p:grpSpPr>
        <p:sp>
          <p:nvSpPr>
            <p:cNvPr id="1977" name="Google Shape;1977;p35"/>
            <p:cNvSpPr/>
            <p:nvPr/>
          </p:nvSpPr>
          <p:spPr>
            <a:xfrm>
              <a:off x="1445125" y="3867675"/>
              <a:ext cx="535450" cy="502950"/>
            </a:xfrm>
            <a:custGeom>
              <a:rect b="b" l="l" r="r" t="t"/>
              <a:pathLst>
                <a:path extrusionOk="0" h="20118" w="21418">
                  <a:moveTo>
                    <a:pt x="5846" y="993"/>
                  </a:moveTo>
                  <a:cubicBezTo>
                    <a:pt x="6726" y="993"/>
                    <a:pt x="7300" y="1814"/>
                    <a:pt x="7545" y="2688"/>
                  </a:cubicBezTo>
                  <a:cubicBezTo>
                    <a:pt x="7686" y="3200"/>
                    <a:pt x="7749" y="3726"/>
                    <a:pt x="7770" y="4255"/>
                  </a:cubicBezTo>
                  <a:cubicBezTo>
                    <a:pt x="7787" y="4700"/>
                    <a:pt x="7676" y="5216"/>
                    <a:pt x="7812" y="5641"/>
                  </a:cubicBezTo>
                  <a:cubicBezTo>
                    <a:pt x="8017" y="6280"/>
                    <a:pt x="8790" y="6621"/>
                    <a:pt x="9352" y="6861"/>
                  </a:cubicBezTo>
                  <a:cubicBezTo>
                    <a:pt x="10899" y="7523"/>
                    <a:pt x="12588" y="7895"/>
                    <a:pt x="14238" y="8195"/>
                  </a:cubicBezTo>
                  <a:cubicBezTo>
                    <a:pt x="14279" y="8202"/>
                    <a:pt x="14320" y="8206"/>
                    <a:pt x="14360" y="8206"/>
                  </a:cubicBezTo>
                  <a:cubicBezTo>
                    <a:pt x="14538" y="8206"/>
                    <a:pt x="14697" y="8128"/>
                    <a:pt x="14800" y="7965"/>
                  </a:cubicBezTo>
                  <a:cubicBezTo>
                    <a:pt x="15658" y="6602"/>
                    <a:pt x="16673" y="5266"/>
                    <a:pt x="17868" y="4181"/>
                  </a:cubicBezTo>
                  <a:cubicBezTo>
                    <a:pt x="18246" y="3837"/>
                    <a:pt x="19055" y="3130"/>
                    <a:pt x="19662" y="3130"/>
                  </a:cubicBezTo>
                  <a:cubicBezTo>
                    <a:pt x="19761" y="3130"/>
                    <a:pt x="19855" y="3149"/>
                    <a:pt x="19941" y="3191"/>
                  </a:cubicBezTo>
                  <a:cubicBezTo>
                    <a:pt x="19972" y="3206"/>
                    <a:pt x="20042" y="3282"/>
                    <a:pt x="20078" y="3334"/>
                  </a:cubicBezTo>
                  <a:cubicBezTo>
                    <a:pt x="20170" y="3474"/>
                    <a:pt x="20200" y="3554"/>
                    <a:pt x="20244" y="3703"/>
                  </a:cubicBezTo>
                  <a:cubicBezTo>
                    <a:pt x="20356" y="4074"/>
                    <a:pt x="20385" y="4459"/>
                    <a:pt x="20391" y="4845"/>
                  </a:cubicBezTo>
                  <a:cubicBezTo>
                    <a:pt x="20434" y="7253"/>
                    <a:pt x="19715" y="9724"/>
                    <a:pt x="18959" y="11987"/>
                  </a:cubicBezTo>
                  <a:cubicBezTo>
                    <a:pt x="18546" y="13223"/>
                    <a:pt x="18074" y="14443"/>
                    <a:pt x="17505" y="15619"/>
                  </a:cubicBezTo>
                  <a:cubicBezTo>
                    <a:pt x="16974" y="16720"/>
                    <a:pt x="16385" y="17795"/>
                    <a:pt x="15472" y="18631"/>
                  </a:cubicBezTo>
                  <a:cubicBezTo>
                    <a:pt x="15279" y="18808"/>
                    <a:pt x="15055" y="19008"/>
                    <a:pt x="14800" y="19090"/>
                  </a:cubicBezTo>
                  <a:cubicBezTo>
                    <a:pt x="14731" y="19114"/>
                    <a:pt x="14679" y="19127"/>
                    <a:pt x="14633" y="19127"/>
                  </a:cubicBezTo>
                  <a:cubicBezTo>
                    <a:pt x="14584" y="19127"/>
                    <a:pt x="14541" y="19112"/>
                    <a:pt x="14491" y="19078"/>
                  </a:cubicBezTo>
                  <a:cubicBezTo>
                    <a:pt x="14179" y="18859"/>
                    <a:pt x="14040" y="18279"/>
                    <a:pt x="13943" y="17913"/>
                  </a:cubicBezTo>
                  <a:cubicBezTo>
                    <a:pt x="13496" y="16204"/>
                    <a:pt x="13420" y="14392"/>
                    <a:pt x="13231" y="12644"/>
                  </a:cubicBezTo>
                  <a:cubicBezTo>
                    <a:pt x="13231" y="12642"/>
                    <a:pt x="13231" y="12641"/>
                    <a:pt x="13230" y="12640"/>
                  </a:cubicBezTo>
                  <a:lnTo>
                    <a:pt x="13230" y="12640"/>
                  </a:lnTo>
                  <a:cubicBezTo>
                    <a:pt x="13241" y="12479"/>
                    <a:pt x="13172" y="12316"/>
                    <a:pt x="12984" y="12214"/>
                  </a:cubicBezTo>
                  <a:cubicBezTo>
                    <a:pt x="12340" y="11860"/>
                    <a:pt x="11598" y="11675"/>
                    <a:pt x="10890" y="11496"/>
                  </a:cubicBezTo>
                  <a:cubicBezTo>
                    <a:pt x="10069" y="11291"/>
                    <a:pt x="9239" y="11119"/>
                    <a:pt x="8404" y="10971"/>
                  </a:cubicBezTo>
                  <a:cubicBezTo>
                    <a:pt x="7943" y="10890"/>
                    <a:pt x="7439" y="10757"/>
                    <a:pt x="6964" y="10757"/>
                  </a:cubicBezTo>
                  <a:cubicBezTo>
                    <a:pt x="6933" y="10757"/>
                    <a:pt x="6903" y="10757"/>
                    <a:pt x="6873" y="10758"/>
                  </a:cubicBezTo>
                  <a:cubicBezTo>
                    <a:pt x="6281" y="10782"/>
                    <a:pt x="5857" y="11237"/>
                    <a:pt x="5518" y="11671"/>
                  </a:cubicBezTo>
                  <a:cubicBezTo>
                    <a:pt x="4848" y="12532"/>
                    <a:pt x="4110" y="13945"/>
                    <a:pt x="2900" y="13945"/>
                  </a:cubicBezTo>
                  <a:cubicBezTo>
                    <a:pt x="2748" y="13945"/>
                    <a:pt x="2589" y="13923"/>
                    <a:pt x="2421" y="13874"/>
                  </a:cubicBezTo>
                  <a:cubicBezTo>
                    <a:pt x="1265" y="13539"/>
                    <a:pt x="1147" y="12161"/>
                    <a:pt x="1191" y="11150"/>
                  </a:cubicBezTo>
                  <a:cubicBezTo>
                    <a:pt x="1259" y="9547"/>
                    <a:pt x="1735" y="7959"/>
                    <a:pt x="2242" y="6446"/>
                  </a:cubicBezTo>
                  <a:cubicBezTo>
                    <a:pt x="2666" y="5186"/>
                    <a:pt x="3155" y="3943"/>
                    <a:pt x="3669" y="2717"/>
                  </a:cubicBezTo>
                  <a:cubicBezTo>
                    <a:pt x="4014" y="1894"/>
                    <a:pt x="4701" y="1150"/>
                    <a:pt x="5619" y="1011"/>
                  </a:cubicBezTo>
                  <a:cubicBezTo>
                    <a:pt x="5697" y="999"/>
                    <a:pt x="5772" y="993"/>
                    <a:pt x="5846" y="993"/>
                  </a:cubicBezTo>
                  <a:close/>
                  <a:moveTo>
                    <a:pt x="5851" y="1"/>
                  </a:moveTo>
                  <a:cubicBezTo>
                    <a:pt x="4753" y="1"/>
                    <a:pt x="3750" y="699"/>
                    <a:pt x="3144" y="1580"/>
                  </a:cubicBezTo>
                  <a:cubicBezTo>
                    <a:pt x="2849" y="2009"/>
                    <a:pt x="2683" y="2515"/>
                    <a:pt x="2487" y="2993"/>
                  </a:cubicBezTo>
                  <a:cubicBezTo>
                    <a:pt x="2217" y="3653"/>
                    <a:pt x="1954" y="4314"/>
                    <a:pt x="1705" y="4982"/>
                  </a:cubicBezTo>
                  <a:cubicBezTo>
                    <a:pt x="1113" y="6581"/>
                    <a:pt x="576" y="8224"/>
                    <a:pt x="323" y="9914"/>
                  </a:cubicBezTo>
                  <a:cubicBezTo>
                    <a:pt x="121" y="11253"/>
                    <a:pt x="1" y="12901"/>
                    <a:pt x="913" y="14026"/>
                  </a:cubicBezTo>
                  <a:cubicBezTo>
                    <a:pt x="1411" y="14639"/>
                    <a:pt x="2111" y="14918"/>
                    <a:pt x="2824" y="14918"/>
                  </a:cubicBezTo>
                  <a:cubicBezTo>
                    <a:pt x="3509" y="14918"/>
                    <a:pt x="4207" y="14660"/>
                    <a:pt x="4751" y="14192"/>
                  </a:cubicBezTo>
                  <a:cubicBezTo>
                    <a:pt x="5371" y="13659"/>
                    <a:pt x="5777" y="12949"/>
                    <a:pt x="6272" y="12311"/>
                  </a:cubicBezTo>
                  <a:cubicBezTo>
                    <a:pt x="6566" y="11931"/>
                    <a:pt x="6732" y="11776"/>
                    <a:pt x="7065" y="11776"/>
                  </a:cubicBezTo>
                  <a:cubicBezTo>
                    <a:pt x="7129" y="11776"/>
                    <a:pt x="7199" y="11782"/>
                    <a:pt x="7277" y="11793"/>
                  </a:cubicBezTo>
                  <a:cubicBezTo>
                    <a:pt x="8166" y="11915"/>
                    <a:pt x="9053" y="12094"/>
                    <a:pt x="9930" y="12292"/>
                  </a:cubicBezTo>
                  <a:cubicBezTo>
                    <a:pt x="10726" y="12472"/>
                    <a:pt x="11550" y="12626"/>
                    <a:pt x="12268" y="12966"/>
                  </a:cubicBezTo>
                  <a:lnTo>
                    <a:pt x="12268" y="12966"/>
                  </a:lnTo>
                  <a:cubicBezTo>
                    <a:pt x="12439" y="14633"/>
                    <a:pt x="12548" y="16332"/>
                    <a:pt x="12930" y="17963"/>
                  </a:cubicBezTo>
                  <a:cubicBezTo>
                    <a:pt x="13136" y="18845"/>
                    <a:pt x="13555" y="20118"/>
                    <a:pt x="14640" y="20118"/>
                  </a:cubicBezTo>
                  <a:cubicBezTo>
                    <a:pt x="14672" y="20118"/>
                    <a:pt x="14706" y="20116"/>
                    <a:pt x="14739" y="20114"/>
                  </a:cubicBezTo>
                  <a:cubicBezTo>
                    <a:pt x="15314" y="20074"/>
                    <a:pt x="15818" y="19674"/>
                    <a:pt x="16220" y="19295"/>
                  </a:cubicBezTo>
                  <a:cubicBezTo>
                    <a:pt x="16778" y="18770"/>
                    <a:pt x="17242" y="18165"/>
                    <a:pt x="17630" y="17506"/>
                  </a:cubicBezTo>
                  <a:cubicBezTo>
                    <a:pt x="18329" y="16326"/>
                    <a:pt x="18879" y="15058"/>
                    <a:pt x="19372" y="13779"/>
                  </a:cubicBezTo>
                  <a:cubicBezTo>
                    <a:pt x="20387" y="11140"/>
                    <a:pt x="21255" y="8266"/>
                    <a:pt x="21379" y="5422"/>
                  </a:cubicBezTo>
                  <a:cubicBezTo>
                    <a:pt x="21417" y="4558"/>
                    <a:pt x="21409" y="3509"/>
                    <a:pt x="20893" y="2768"/>
                  </a:cubicBezTo>
                  <a:cubicBezTo>
                    <a:pt x="20591" y="2334"/>
                    <a:pt x="20167" y="2169"/>
                    <a:pt x="19717" y="2169"/>
                  </a:cubicBezTo>
                  <a:cubicBezTo>
                    <a:pt x="19269" y="2169"/>
                    <a:pt x="18796" y="2332"/>
                    <a:pt x="18392" y="2557"/>
                  </a:cubicBezTo>
                  <a:cubicBezTo>
                    <a:pt x="17206" y="3219"/>
                    <a:pt x="16258" y="4331"/>
                    <a:pt x="15430" y="5382"/>
                  </a:cubicBezTo>
                  <a:cubicBezTo>
                    <a:pt x="14975" y="5959"/>
                    <a:pt x="14535" y="6551"/>
                    <a:pt x="14131" y="7165"/>
                  </a:cubicBezTo>
                  <a:lnTo>
                    <a:pt x="14131" y="7165"/>
                  </a:lnTo>
                  <a:cubicBezTo>
                    <a:pt x="12741" y="6903"/>
                    <a:pt x="11340" y="6572"/>
                    <a:pt x="10022" y="6067"/>
                  </a:cubicBezTo>
                  <a:cubicBezTo>
                    <a:pt x="9692" y="5938"/>
                    <a:pt x="9355" y="5795"/>
                    <a:pt x="9057" y="5599"/>
                  </a:cubicBezTo>
                  <a:cubicBezTo>
                    <a:pt x="8975" y="5544"/>
                    <a:pt x="8902" y="5490"/>
                    <a:pt x="8830" y="5420"/>
                  </a:cubicBezTo>
                  <a:cubicBezTo>
                    <a:pt x="8801" y="5393"/>
                    <a:pt x="8791" y="5386"/>
                    <a:pt x="8788" y="5385"/>
                  </a:cubicBezTo>
                  <a:lnTo>
                    <a:pt x="8788" y="5385"/>
                  </a:lnTo>
                  <a:cubicBezTo>
                    <a:pt x="8787" y="5381"/>
                    <a:pt x="8781" y="5370"/>
                    <a:pt x="8767" y="5346"/>
                  </a:cubicBezTo>
                  <a:cubicBezTo>
                    <a:pt x="8764" y="5342"/>
                    <a:pt x="8761" y="5338"/>
                    <a:pt x="8759" y="5334"/>
                  </a:cubicBezTo>
                  <a:lnTo>
                    <a:pt x="8759" y="5334"/>
                  </a:lnTo>
                  <a:cubicBezTo>
                    <a:pt x="8759" y="5333"/>
                    <a:pt x="8759" y="5331"/>
                    <a:pt x="8758" y="5329"/>
                  </a:cubicBezTo>
                  <a:cubicBezTo>
                    <a:pt x="8680" y="4813"/>
                    <a:pt x="8779" y="4238"/>
                    <a:pt x="8729" y="3712"/>
                  </a:cubicBezTo>
                  <a:cubicBezTo>
                    <a:pt x="8683" y="3244"/>
                    <a:pt x="8611" y="2774"/>
                    <a:pt x="8476" y="2325"/>
                  </a:cubicBezTo>
                  <a:cubicBezTo>
                    <a:pt x="8116" y="1129"/>
                    <a:pt x="7256" y="33"/>
                    <a:pt x="5914" y="2"/>
                  </a:cubicBezTo>
                  <a:cubicBezTo>
                    <a:pt x="5893" y="1"/>
                    <a:pt x="5872" y="1"/>
                    <a:pt x="585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8" name="Google Shape;1978;p35"/>
            <p:cNvSpPr/>
            <p:nvPr/>
          </p:nvSpPr>
          <p:spPr>
            <a:xfrm>
              <a:off x="1903525" y="4088100"/>
              <a:ext cx="344900" cy="185850"/>
            </a:xfrm>
            <a:custGeom>
              <a:rect b="b" l="l" r="r" t="t"/>
              <a:pathLst>
                <a:path extrusionOk="0" h="7434" w="13796">
                  <a:moveTo>
                    <a:pt x="2035" y="1"/>
                  </a:moveTo>
                  <a:cubicBezTo>
                    <a:pt x="1593" y="1"/>
                    <a:pt x="1301" y="661"/>
                    <a:pt x="1777" y="928"/>
                  </a:cubicBezTo>
                  <a:cubicBezTo>
                    <a:pt x="5023" y="2748"/>
                    <a:pt x="8420" y="4238"/>
                    <a:pt x="11476" y="6352"/>
                  </a:cubicBezTo>
                  <a:lnTo>
                    <a:pt x="11476" y="6352"/>
                  </a:lnTo>
                  <a:cubicBezTo>
                    <a:pt x="7847" y="6103"/>
                    <a:pt x="4252" y="5482"/>
                    <a:pt x="636" y="5110"/>
                  </a:cubicBezTo>
                  <a:cubicBezTo>
                    <a:pt x="615" y="5108"/>
                    <a:pt x="596" y="5107"/>
                    <a:pt x="577" y="5107"/>
                  </a:cubicBezTo>
                  <a:cubicBezTo>
                    <a:pt x="0" y="5107"/>
                    <a:pt x="24" y="6045"/>
                    <a:pt x="636" y="6106"/>
                  </a:cubicBezTo>
                  <a:cubicBezTo>
                    <a:pt x="4792" y="6534"/>
                    <a:pt x="8919" y="7290"/>
                    <a:pt x="13101" y="7434"/>
                  </a:cubicBezTo>
                  <a:cubicBezTo>
                    <a:pt x="13106" y="7434"/>
                    <a:pt x="13111" y="7434"/>
                    <a:pt x="13115" y="7434"/>
                  </a:cubicBezTo>
                  <a:cubicBezTo>
                    <a:pt x="13508" y="7434"/>
                    <a:pt x="13796" y="6851"/>
                    <a:pt x="13455" y="6582"/>
                  </a:cubicBezTo>
                  <a:cubicBezTo>
                    <a:pt x="11767" y="5262"/>
                    <a:pt x="9981" y="4109"/>
                    <a:pt x="8087" y="3106"/>
                  </a:cubicBezTo>
                  <a:cubicBezTo>
                    <a:pt x="6157" y="2083"/>
                    <a:pt x="4187" y="1139"/>
                    <a:pt x="2281" y="69"/>
                  </a:cubicBezTo>
                  <a:cubicBezTo>
                    <a:pt x="2197" y="21"/>
                    <a:pt x="2114" y="1"/>
                    <a:pt x="20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9" name="Google Shape;1979;p35"/>
            <p:cNvSpPr/>
            <p:nvPr/>
          </p:nvSpPr>
          <p:spPr>
            <a:xfrm>
              <a:off x="1462675" y="3884050"/>
              <a:ext cx="125100" cy="332450"/>
            </a:xfrm>
            <a:custGeom>
              <a:rect b="b" l="l" r="r" t="t"/>
              <a:pathLst>
                <a:path extrusionOk="0" h="13298" w="5004">
                  <a:moveTo>
                    <a:pt x="4226" y="0"/>
                  </a:moveTo>
                  <a:cubicBezTo>
                    <a:pt x="3978" y="0"/>
                    <a:pt x="3745" y="159"/>
                    <a:pt x="3776" y="478"/>
                  </a:cubicBezTo>
                  <a:cubicBezTo>
                    <a:pt x="3995" y="2762"/>
                    <a:pt x="3470" y="4910"/>
                    <a:pt x="2764" y="7066"/>
                  </a:cubicBezTo>
                  <a:cubicBezTo>
                    <a:pt x="2160" y="8913"/>
                    <a:pt x="1574" y="10906"/>
                    <a:pt x="310" y="12425"/>
                  </a:cubicBezTo>
                  <a:cubicBezTo>
                    <a:pt x="1" y="12799"/>
                    <a:pt x="333" y="13298"/>
                    <a:pt x="690" y="13298"/>
                  </a:cubicBezTo>
                  <a:cubicBezTo>
                    <a:pt x="802" y="13298"/>
                    <a:pt x="916" y="13249"/>
                    <a:pt x="1014" y="13131"/>
                  </a:cubicBezTo>
                  <a:cubicBezTo>
                    <a:pt x="2366" y="11506"/>
                    <a:pt x="3030" y="9452"/>
                    <a:pt x="3679" y="7474"/>
                  </a:cubicBezTo>
                  <a:cubicBezTo>
                    <a:pt x="4424" y="5193"/>
                    <a:pt x="5004" y="2899"/>
                    <a:pt x="4772" y="478"/>
                  </a:cubicBezTo>
                  <a:cubicBezTo>
                    <a:pt x="4741" y="160"/>
                    <a:pt x="4476" y="0"/>
                    <a:pt x="42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80" name="Google Shape;1980;p35"/>
          <p:cNvSpPr/>
          <p:nvPr/>
        </p:nvSpPr>
        <p:spPr>
          <a:xfrm>
            <a:off x="1957275" y="1372425"/>
            <a:ext cx="117525" cy="110100"/>
          </a:xfrm>
          <a:custGeom>
            <a:rect b="b" l="l" r="r" t="t"/>
            <a:pathLst>
              <a:path extrusionOk="0" h="4404" w="4701">
                <a:moveTo>
                  <a:pt x="1951" y="1032"/>
                </a:moveTo>
                <a:cubicBezTo>
                  <a:pt x="1950" y="1033"/>
                  <a:pt x="1949" y="1033"/>
                  <a:pt x="1947" y="1033"/>
                </a:cubicBezTo>
                <a:cubicBezTo>
                  <a:pt x="1948" y="1033"/>
                  <a:pt x="1950" y="1033"/>
                  <a:pt x="1951" y="1032"/>
                </a:cubicBezTo>
                <a:close/>
                <a:moveTo>
                  <a:pt x="2857" y="1059"/>
                </a:moveTo>
                <a:cubicBezTo>
                  <a:pt x="2871" y="1059"/>
                  <a:pt x="2889" y="1066"/>
                  <a:pt x="2907" y="1075"/>
                </a:cubicBezTo>
                <a:lnTo>
                  <a:pt x="2907" y="1075"/>
                </a:lnTo>
                <a:cubicBezTo>
                  <a:pt x="2887" y="1068"/>
                  <a:pt x="2858" y="1059"/>
                  <a:pt x="2857" y="1059"/>
                </a:cubicBezTo>
                <a:close/>
                <a:moveTo>
                  <a:pt x="3091" y="1185"/>
                </a:moveTo>
                <a:cubicBezTo>
                  <a:pt x="3091" y="1185"/>
                  <a:pt x="3091" y="1185"/>
                  <a:pt x="3091" y="1185"/>
                </a:cubicBezTo>
                <a:lnTo>
                  <a:pt x="3091" y="1185"/>
                </a:lnTo>
                <a:cubicBezTo>
                  <a:pt x="3091" y="1185"/>
                  <a:pt x="3091" y="1185"/>
                  <a:pt x="3091" y="1185"/>
                </a:cubicBezTo>
                <a:close/>
                <a:moveTo>
                  <a:pt x="3104" y="1198"/>
                </a:moveTo>
                <a:cubicBezTo>
                  <a:pt x="3111" y="1203"/>
                  <a:pt x="3118" y="1208"/>
                  <a:pt x="3125" y="1213"/>
                </a:cubicBezTo>
                <a:cubicBezTo>
                  <a:pt x="3142" y="1224"/>
                  <a:pt x="3149" y="1229"/>
                  <a:pt x="3148" y="1229"/>
                </a:cubicBezTo>
                <a:cubicBezTo>
                  <a:pt x="3148" y="1229"/>
                  <a:pt x="3121" y="1211"/>
                  <a:pt x="3104" y="1198"/>
                </a:cubicBezTo>
                <a:close/>
                <a:moveTo>
                  <a:pt x="1747" y="3319"/>
                </a:moveTo>
                <a:cubicBezTo>
                  <a:pt x="1767" y="3326"/>
                  <a:pt x="1803" y="3338"/>
                  <a:pt x="1802" y="3338"/>
                </a:cubicBezTo>
                <a:cubicBezTo>
                  <a:pt x="1800" y="3339"/>
                  <a:pt x="1799" y="3339"/>
                  <a:pt x="1797" y="3339"/>
                </a:cubicBezTo>
                <a:cubicBezTo>
                  <a:pt x="1785" y="3339"/>
                  <a:pt x="1766" y="3330"/>
                  <a:pt x="1747" y="3319"/>
                </a:cubicBezTo>
                <a:close/>
                <a:moveTo>
                  <a:pt x="2463" y="3393"/>
                </a:moveTo>
                <a:cubicBezTo>
                  <a:pt x="2461" y="3393"/>
                  <a:pt x="2459" y="3393"/>
                  <a:pt x="2456" y="3393"/>
                </a:cubicBezTo>
                <a:lnTo>
                  <a:pt x="2456" y="3393"/>
                </a:lnTo>
                <a:cubicBezTo>
                  <a:pt x="2459" y="3393"/>
                  <a:pt x="2462" y="3393"/>
                  <a:pt x="2463" y="3393"/>
                </a:cubicBezTo>
                <a:close/>
                <a:moveTo>
                  <a:pt x="2387" y="989"/>
                </a:moveTo>
                <a:cubicBezTo>
                  <a:pt x="2440" y="989"/>
                  <a:pt x="2491" y="989"/>
                  <a:pt x="2541" y="993"/>
                </a:cubicBezTo>
                <a:cubicBezTo>
                  <a:pt x="2560" y="993"/>
                  <a:pt x="2582" y="997"/>
                  <a:pt x="2601" y="998"/>
                </a:cubicBezTo>
                <a:lnTo>
                  <a:pt x="2601" y="998"/>
                </a:lnTo>
                <a:cubicBezTo>
                  <a:pt x="2682" y="1018"/>
                  <a:pt x="2761" y="1029"/>
                  <a:pt x="2840" y="1057"/>
                </a:cubicBezTo>
                <a:cubicBezTo>
                  <a:pt x="2857" y="1061"/>
                  <a:pt x="2876" y="1069"/>
                  <a:pt x="2895" y="1076"/>
                </a:cubicBezTo>
                <a:cubicBezTo>
                  <a:pt x="2906" y="1079"/>
                  <a:pt x="2914" y="1081"/>
                  <a:pt x="2919" y="1082"/>
                </a:cubicBezTo>
                <a:lnTo>
                  <a:pt x="2919" y="1082"/>
                </a:lnTo>
                <a:cubicBezTo>
                  <a:pt x="2944" y="1096"/>
                  <a:pt x="2968" y="1113"/>
                  <a:pt x="2984" y="1122"/>
                </a:cubicBezTo>
                <a:cubicBezTo>
                  <a:pt x="3015" y="1139"/>
                  <a:pt x="3049" y="1160"/>
                  <a:pt x="3080" y="1181"/>
                </a:cubicBezTo>
                <a:cubicBezTo>
                  <a:pt x="3084" y="1184"/>
                  <a:pt x="3088" y="1186"/>
                  <a:pt x="3092" y="1189"/>
                </a:cubicBezTo>
                <a:lnTo>
                  <a:pt x="3092" y="1189"/>
                </a:lnTo>
                <a:cubicBezTo>
                  <a:pt x="3107" y="1217"/>
                  <a:pt x="3258" y="1347"/>
                  <a:pt x="3274" y="1366"/>
                </a:cubicBezTo>
                <a:cubicBezTo>
                  <a:pt x="3278" y="1370"/>
                  <a:pt x="3281" y="1374"/>
                  <a:pt x="3284" y="1378"/>
                </a:cubicBezTo>
                <a:lnTo>
                  <a:pt x="3284" y="1378"/>
                </a:lnTo>
                <a:cubicBezTo>
                  <a:pt x="3304" y="1410"/>
                  <a:pt x="3328" y="1440"/>
                  <a:pt x="3348" y="1474"/>
                </a:cubicBezTo>
                <a:cubicBezTo>
                  <a:pt x="3367" y="1503"/>
                  <a:pt x="3386" y="1535"/>
                  <a:pt x="3403" y="1569"/>
                </a:cubicBezTo>
                <a:cubicBezTo>
                  <a:pt x="3409" y="1579"/>
                  <a:pt x="3414" y="1591"/>
                  <a:pt x="3420" y="1604"/>
                </a:cubicBezTo>
                <a:lnTo>
                  <a:pt x="3420" y="1604"/>
                </a:lnTo>
                <a:cubicBezTo>
                  <a:pt x="3420" y="1602"/>
                  <a:pt x="3420" y="1600"/>
                  <a:pt x="3420" y="1598"/>
                </a:cubicBezTo>
                <a:lnTo>
                  <a:pt x="3420" y="1598"/>
                </a:lnTo>
                <a:cubicBezTo>
                  <a:pt x="3420" y="1600"/>
                  <a:pt x="3420" y="1602"/>
                  <a:pt x="3420" y="1604"/>
                </a:cubicBezTo>
                <a:lnTo>
                  <a:pt x="3420" y="1604"/>
                </a:lnTo>
                <a:cubicBezTo>
                  <a:pt x="3420" y="1604"/>
                  <a:pt x="3420" y="1604"/>
                  <a:pt x="3420" y="1604"/>
                </a:cubicBezTo>
                <a:lnTo>
                  <a:pt x="3420" y="1604"/>
                </a:lnTo>
                <a:cubicBezTo>
                  <a:pt x="3420" y="1621"/>
                  <a:pt x="3423" y="1634"/>
                  <a:pt x="3427" y="1644"/>
                </a:cubicBezTo>
                <a:lnTo>
                  <a:pt x="3427" y="1644"/>
                </a:lnTo>
                <a:cubicBezTo>
                  <a:pt x="3423" y="1630"/>
                  <a:pt x="3420" y="1616"/>
                  <a:pt x="3420" y="1604"/>
                </a:cubicBezTo>
                <a:lnTo>
                  <a:pt x="3420" y="1604"/>
                </a:lnTo>
                <a:cubicBezTo>
                  <a:pt x="3422" y="1608"/>
                  <a:pt x="3424" y="1613"/>
                  <a:pt x="3426" y="1617"/>
                </a:cubicBezTo>
                <a:cubicBezTo>
                  <a:pt x="3442" y="1646"/>
                  <a:pt x="3443" y="1659"/>
                  <a:pt x="3439" y="1659"/>
                </a:cubicBezTo>
                <a:cubicBezTo>
                  <a:pt x="3436" y="1659"/>
                  <a:pt x="3432" y="1654"/>
                  <a:pt x="3427" y="1644"/>
                </a:cubicBezTo>
                <a:lnTo>
                  <a:pt x="3427" y="1644"/>
                </a:lnTo>
                <a:cubicBezTo>
                  <a:pt x="3443" y="1697"/>
                  <a:pt x="3479" y="1760"/>
                  <a:pt x="3491" y="1802"/>
                </a:cubicBezTo>
                <a:cubicBezTo>
                  <a:pt x="3500" y="1838"/>
                  <a:pt x="3508" y="1874"/>
                  <a:pt x="3517" y="1910"/>
                </a:cubicBezTo>
                <a:cubicBezTo>
                  <a:pt x="3521" y="1933"/>
                  <a:pt x="3525" y="1954"/>
                  <a:pt x="3529" y="1977"/>
                </a:cubicBezTo>
                <a:cubicBezTo>
                  <a:pt x="3534" y="2005"/>
                  <a:pt x="3537" y="2015"/>
                  <a:pt x="3538" y="2015"/>
                </a:cubicBezTo>
                <a:cubicBezTo>
                  <a:pt x="3540" y="2015"/>
                  <a:pt x="3530" y="1942"/>
                  <a:pt x="3525" y="1939"/>
                </a:cubicBezTo>
                <a:lnTo>
                  <a:pt x="3525" y="1939"/>
                </a:lnTo>
                <a:cubicBezTo>
                  <a:pt x="3550" y="1954"/>
                  <a:pt x="3538" y="2142"/>
                  <a:pt x="3538" y="2173"/>
                </a:cubicBezTo>
                <a:cubicBezTo>
                  <a:pt x="3538" y="2215"/>
                  <a:pt x="3535" y="2257"/>
                  <a:pt x="3533" y="2297"/>
                </a:cubicBezTo>
                <a:cubicBezTo>
                  <a:pt x="3532" y="2312"/>
                  <a:pt x="3530" y="2326"/>
                  <a:pt x="3529" y="2339"/>
                </a:cubicBezTo>
                <a:lnTo>
                  <a:pt x="3529" y="2339"/>
                </a:lnTo>
                <a:cubicBezTo>
                  <a:pt x="3514" y="2409"/>
                  <a:pt x="3504" y="2477"/>
                  <a:pt x="3483" y="2546"/>
                </a:cubicBezTo>
                <a:cubicBezTo>
                  <a:pt x="3472" y="2582"/>
                  <a:pt x="3462" y="2618"/>
                  <a:pt x="3449" y="2651"/>
                </a:cubicBezTo>
                <a:cubicBezTo>
                  <a:pt x="3445" y="2663"/>
                  <a:pt x="3440" y="2676"/>
                  <a:pt x="3436" y="2688"/>
                </a:cubicBezTo>
                <a:lnTo>
                  <a:pt x="3436" y="2688"/>
                </a:lnTo>
                <a:cubicBezTo>
                  <a:pt x="3398" y="2751"/>
                  <a:pt x="3369" y="2818"/>
                  <a:pt x="3329" y="2881"/>
                </a:cubicBezTo>
                <a:cubicBezTo>
                  <a:pt x="3324" y="2889"/>
                  <a:pt x="3300" y="2922"/>
                  <a:pt x="3284" y="2945"/>
                </a:cubicBezTo>
                <a:lnTo>
                  <a:pt x="3284" y="2945"/>
                </a:lnTo>
                <a:cubicBezTo>
                  <a:pt x="3263" y="2968"/>
                  <a:pt x="3232" y="3005"/>
                  <a:pt x="3224" y="3014"/>
                </a:cubicBezTo>
                <a:cubicBezTo>
                  <a:pt x="3198" y="3041"/>
                  <a:pt x="3171" y="3069"/>
                  <a:pt x="3142" y="3094"/>
                </a:cubicBezTo>
                <a:cubicBezTo>
                  <a:pt x="3127" y="3106"/>
                  <a:pt x="3112" y="3119"/>
                  <a:pt x="3099" y="3132"/>
                </a:cubicBezTo>
                <a:cubicBezTo>
                  <a:pt x="3075" y="3154"/>
                  <a:pt x="3071" y="3163"/>
                  <a:pt x="3076" y="3163"/>
                </a:cubicBezTo>
                <a:cubicBezTo>
                  <a:pt x="3076" y="3163"/>
                  <a:pt x="3077" y="3163"/>
                  <a:pt x="3078" y="3162"/>
                </a:cubicBezTo>
                <a:lnTo>
                  <a:pt x="3078" y="3162"/>
                </a:lnTo>
                <a:cubicBezTo>
                  <a:pt x="3021" y="3203"/>
                  <a:pt x="2923" y="3245"/>
                  <a:pt x="2889" y="3262"/>
                </a:cubicBezTo>
                <a:cubicBezTo>
                  <a:pt x="2863" y="3275"/>
                  <a:pt x="2803" y="3296"/>
                  <a:pt x="2805" y="3296"/>
                </a:cubicBezTo>
                <a:cubicBezTo>
                  <a:pt x="2806" y="3296"/>
                  <a:pt x="2822" y="3291"/>
                  <a:pt x="2866" y="3277"/>
                </a:cubicBezTo>
                <a:lnTo>
                  <a:pt x="2866" y="3277"/>
                </a:lnTo>
                <a:cubicBezTo>
                  <a:pt x="2823" y="3292"/>
                  <a:pt x="2783" y="3309"/>
                  <a:pt x="2741" y="3323"/>
                </a:cubicBezTo>
                <a:cubicBezTo>
                  <a:pt x="2642" y="3355"/>
                  <a:pt x="2541" y="3376"/>
                  <a:pt x="2438" y="3395"/>
                </a:cubicBezTo>
                <a:cubicBezTo>
                  <a:pt x="2437" y="3395"/>
                  <a:pt x="2437" y="3395"/>
                  <a:pt x="2437" y="3395"/>
                </a:cubicBezTo>
                <a:lnTo>
                  <a:pt x="2437" y="3395"/>
                </a:lnTo>
                <a:cubicBezTo>
                  <a:pt x="2416" y="3397"/>
                  <a:pt x="2395" y="3400"/>
                  <a:pt x="2375" y="3401"/>
                </a:cubicBezTo>
                <a:cubicBezTo>
                  <a:pt x="2330" y="3403"/>
                  <a:pt x="2284" y="3406"/>
                  <a:pt x="2240" y="3406"/>
                </a:cubicBezTo>
                <a:cubicBezTo>
                  <a:pt x="2226" y="3406"/>
                  <a:pt x="2211" y="3406"/>
                  <a:pt x="2197" y="3406"/>
                </a:cubicBezTo>
                <a:cubicBezTo>
                  <a:pt x="2163" y="3406"/>
                  <a:pt x="2129" y="3405"/>
                  <a:pt x="2094" y="3403"/>
                </a:cubicBezTo>
                <a:cubicBezTo>
                  <a:pt x="2081" y="3402"/>
                  <a:pt x="2067" y="3400"/>
                  <a:pt x="2054" y="3398"/>
                </a:cubicBezTo>
                <a:lnTo>
                  <a:pt x="2054" y="3398"/>
                </a:lnTo>
                <a:cubicBezTo>
                  <a:pt x="1975" y="3376"/>
                  <a:pt x="1893" y="3365"/>
                  <a:pt x="1814" y="3340"/>
                </a:cubicBezTo>
                <a:cubicBezTo>
                  <a:pt x="1797" y="3334"/>
                  <a:pt x="1778" y="3326"/>
                  <a:pt x="1762" y="3321"/>
                </a:cubicBezTo>
                <a:cubicBezTo>
                  <a:pt x="1752" y="3318"/>
                  <a:pt x="1745" y="3316"/>
                  <a:pt x="1740" y="3315"/>
                </a:cubicBezTo>
                <a:lnTo>
                  <a:pt x="1740" y="3315"/>
                </a:lnTo>
                <a:cubicBezTo>
                  <a:pt x="1716" y="3301"/>
                  <a:pt x="1691" y="3283"/>
                  <a:pt x="1679" y="3277"/>
                </a:cubicBezTo>
                <a:cubicBezTo>
                  <a:pt x="1648" y="3258"/>
                  <a:pt x="1616" y="3241"/>
                  <a:pt x="1587" y="3220"/>
                </a:cubicBezTo>
                <a:cubicBezTo>
                  <a:pt x="1572" y="3210"/>
                  <a:pt x="1557" y="3199"/>
                  <a:pt x="1543" y="3191"/>
                </a:cubicBezTo>
                <a:cubicBezTo>
                  <a:pt x="1525" y="3180"/>
                  <a:pt x="1519" y="3175"/>
                  <a:pt x="1519" y="3175"/>
                </a:cubicBezTo>
                <a:lnTo>
                  <a:pt x="1519" y="3175"/>
                </a:lnTo>
                <a:cubicBezTo>
                  <a:pt x="1518" y="3175"/>
                  <a:pt x="1582" y="3218"/>
                  <a:pt x="1580" y="3218"/>
                </a:cubicBezTo>
                <a:cubicBezTo>
                  <a:pt x="1580" y="3218"/>
                  <a:pt x="1579" y="3218"/>
                  <a:pt x="1578" y="3218"/>
                </a:cubicBezTo>
                <a:cubicBezTo>
                  <a:pt x="1542" y="3218"/>
                  <a:pt x="1420" y="3070"/>
                  <a:pt x="1399" y="3045"/>
                </a:cubicBezTo>
                <a:cubicBezTo>
                  <a:pt x="1384" y="3030"/>
                  <a:pt x="1353" y="2977"/>
                  <a:pt x="1351" y="2977"/>
                </a:cubicBezTo>
                <a:lnTo>
                  <a:pt x="1351" y="2977"/>
                </a:lnTo>
                <a:cubicBezTo>
                  <a:pt x="1350" y="2977"/>
                  <a:pt x="1354" y="2985"/>
                  <a:pt x="1363" y="3005"/>
                </a:cubicBezTo>
                <a:cubicBezTo>
                  <a:pt x="1372" y="3025"/>
                  <a:pt x="1375" y="3032"/>
                  <a:pt x="1374" y="3032"/>
                </a:cubicBezTo>
                <a:cubicBezTo>
                  <a:pt x="1372" y="3032"/>
                  <a:pt x="1335" y="2962"/>
                  <a:pt x="1326" y="2946"/>
                </a:cubicBezTo>
                <a:cubicBezTo>
                  <a:pt x="1285" y="2881"/>
                  <a:pt x="1252" y="2814"/>
                  <a:pt x="1215" y="2746"/>
                </a:cubicBezTo>
                <a:lnTo>
                  <a:pt x="1215" y="2746"/>
                </a:lnTo>
                <a:cubicBezTo>
                  <a:pt x="1214" y="2743"/>
                  <a:pt x="1213" y="2740"/>
                  <a:pt x="1212" y="2736"/>
                </a:cubicBezTo>
                <a:cubicBezTo>
                  <a:pt x="1199" y="2702"/>
                  <a:pt x="1187" y="2668"/>
                  <a:pt x="1176" y="2635"/>
                </a:cubicBezTo>
                <a:cubicBezTo>
                  <a:pt x="1153" y="2559"/>
                  <a:pt x="1132" y="2481"/>
                  <a:pt x="1119" y="2403"/>
                </a:cubicBezTo>
                <a:cubicBezTo>
                  <a:pt x="1119" y="2401"/>
                  <a:pt x="1118" y="2399"/>
                  <a:pt x="1118" y="2397"/>
                </a:cubicBezTo>
                <a:lnTo>
                  <a:pt x="1118" y="2397"/>
                </a:lnTo>
                <a:cubicBezTo>
                  <a:pt x="1122" y="2365"/>
                  <a:pt x="1108" y="2315"/>
                  <a:pt x="1106" y="2283"/>
                </a:cubicBezTo>
                <a:cubicBezTo>
                  <a:pt x="1102" y="2203"/>
                  <a:pt x="1102" y="2123"/>
                  <a:pt x="1106" y="2043"/>
                </a:cubicBezTo>
                <a:cubicBezTo>
                  <a:pt x="1107" y="2033"/>
                  <a:pt x="1110" y="2004"/>
                  <a:pt x="1113" y="1978"/>
                </a:cubicBezTo>
                <a:lnTo>
                  <a:pt x="1113" y="1978"/>
                </a:lnTo>
                <a:cubicBezTo>
                  <a:pt x="1117" y="1953"/>
                  <a:pt x="1123" y="1911"/>
                  <a:pt x="1125" y="1899"/>
                </a:cubicBezTo>
                <a:cubicBezTo>
                  <a:pt x="1144" y="1813"/>
                  <a:pt x="1170" y="1731"/>
                  <a:pt x="1197" y="1647"/>
                </a:cubicBezTo>
                <a:cubicBezTo>
                  <a:pt x="1199" y="1642"/>
                  <a:pt x="1200" y="1637"/>
                  <a:pt x="1201" y="1634"/>
                </a:cubicBezTo>
                <a:lnTo>
                  <a:pt x="1201" y="1634"/>
                </a:lnTo>
                <a:cubicBezTo>
                  <a:pt x="1203" y="1630"/>
                  <a:pt x="1205" y="1626"/>
                  <a:pt x="1208" y="1621"/>
                </a:cubicBezTo>
                <a:cubicBezTo>
                  <a:pt x="1227" y="1583"/>
                  <a:pt x="1246" y="1543"/>
                  <a:pt x="1269" y="1507"/>
                </a:cubicBezTo>
                <a:cubicBezTo>
                  <a:pt x="1290" y="1470"/>
                  <a:pt x="1313" y="1434"/>
                  <a:pt x="1338" y="1398"/>
                </a:cubicBezTo>
                <a:cubicBezTo>
                  <a:pt x="1341" y="1394"/>
                  <a:pt x="1344" y="1390"/>
                  <a:pt x="1346" y="1386"/>
                </a:cubicBezTo>
                <a:lnTo>
                  <a:pt x="1346" y="1386"/>
                </a:lnTo>
                <a:cubicBezTo>
                  <a:pt x="1346" y="1386"/>
                  <a:pt x="1346" y="1386"/>
                  <a:pt x="1347" y="1385"/>
                </a:cubicBezTo>
                <a:cubicBezTo>
                  <a:pt x="1399" y="1329"/>
                  <a:pt x="1454" y="1275"/>
                  <a:pt x="1511" y="1223"/>
                </a:cubicBezTo>
                <a:lnTo>
                  <a:pt x="1511" y="1223"/>
                </a:lnTo>
                <a:cubicBezTo>
                  <a:pt x="1524" y="1213"/>
                  <a:pt x="1537" y="1203"/>
                  <a:pt x="1551" y="1194"/>
                </a:cubicBezTo>
                <a:cubicBezTo>
                  <a:pt x="1589" y="1170"/>
                  <a:pt x="1627" y="1147"/>
                  <a:pt x="1667" y="1126"/>
                </a:cubicBezTo>
                <a:cubicBezTo>
                  <a:pt x="1682" y="1119"/>
                  <a:pt x="1697" y="1111"/>
                  <a:pt x="1712" y="1103"/>
                </a:cubicBezTo>
                <a:lnTo>
                  <a:pt x="1712" y="1103"/>
                </a:lnTo>
                <a:cubicBezTo>
                  <a:pt x="1755" y="1090"/>
                  <a:pt x="1797" y="1075"/>
                  <a:pt x="1840" y="1063"/>
                </a:cubicBezTo>
                <a:cubicBezTo>
                  <a:pt x="1884" y="1050"/>
                  <a:pt x="1928" y="1042"/>
                  <a:pt x="1970" y="1031"/>
                </a:cubicBezTo>
                <a:cubicBezTo>
                  <a:pt x="1976" y="1030"/>
                  <a:pt x="1983" y="1028"/>
                  <a:pt x="1990" y="1026"/>
                </a:cubicBezTo>
                <a:lnTo>
                  <a:pt x="1990" y="1026"/>
                </a:lnTo>
                <a:cubicBezTo>
                  <a:pt x="2008" y="1025"/>
                  <a:pt x="2026" y="1024"/>
                  <a:pt x="2042" y="1023"/>
                </a:cubicBezTo>
                <a:cubicBezTo>
                  <a:pt x="2063" y="1021"/>
                  <a:pt x="2083" y="1018"/>
                  <a:pt x="2104" y="1015"/>
                </a:cubicBezTo>
                <a:lnTo>
                  <a:pt x="2104" y="1015"/>
                </a:lnTo>
                <a:cubicBezTo>
                  <a:pt x="2127" y="1013"/>
                  <a:pt x="2151" y="1010"/>
                  <a:pt x="2175" y="1006"/>
                </a:cubicBezTo>
                <a:cubicBezTo>
                  <a:pt x="2200" y="1002"/>
                  <a:pt x="2223" y="998"/>
                  <a:pt x="2248" y="996"/>
                </a:cubicBezTo>
                <a:lnTo>
                  <a:pt x="2248" y="996"/>
                </a:lnTo>
                <a:cubicBezTo>
                  <a:pt x="2202" y="1002"/>
                  <a:pt x="2186" y="1004"/>
                  <a:pt x="2186" y="1004"/>
                </a:cubicBezTo>
                <a:cubicBezTo>
                  <a:pt x="2187" y="1004"/>
                  <a:pt x="2227" y="999"/>
                  <a:pt x="2246" y="998"/>
                </a:cubicBezTo>
                <a:cubicBezTo>
                  <a:pt x="2293" y="996"/>
                  <a:pt x="2341" y="991"/>
                  <a:pt x="2387" y="989"/>
                </a:cubicBezTo>
                <a:close/>
                <a:moveTo>
                  <a:pt x="2431" y="0"/>
                </a:moveTo>
                <a:cubicBezTo>
                  <a:pt x="2283" y="0"/>
                  <a:pt x="2134" y="12"/>
                  <a:pt x="1987" y="33"/>
                </a:cubicBezTo>
                <a:lnTo>
                  <a:pt x="1987" y="33"/>
                </a:lnTo>
                <a:cubicBezTo>
                  <a:pt x="1519" y="79"/>
                  <a:pt x="1082" y="246"/>
                  <a:pt x="738" y="578"/>
                </a:cubicBezTo>
                <a:cubicBezTo>
                  <a:pt x="443" y="863"/>
                  <a:pt x="236" y="1259"/>
                  <a:pt x="158" y="1661"/>
                </a:cubicBezTo>
                <a:cubicBezTo>
                  <a:pt x="0" y="2477"/>
                  <a:pt x="228" y="3403"/>
                  <a:pt x="896" y="3941"/>
                </a:cubicBezTo>
                <a:cubicBezTo>
                  <a:pt x="1283" y="4251"/>
                  <a:pt x="1777" y="4404"/>
                  <a:pt x="2272" y="4404"/>
                </a:cubicBezTo>
                <a:cubicBezTo>
                  <a:pt x="2762" y="4404"/>
                  <a:pt x="3253" y="4255"/>
                  <a:pt x="3645" y="3962"/>
                </a:cubicBezTo>
                <a:cubicBezTo>
                  <a:pt x="4395" y="3401"/>
                  <a:pt x="4700" y="2409"/>
                  <a:pt x="4443" y="1512"/>
                </a:cubicBezTo>
                <a:cubicBezTo>
                  <a:pt x="4302" y="1025"/>
                  <a:pt x="4003" y="604"/>
                  <a:pt x="3582" y="321"/>
                </a:cubicBezTo>
                <a:cubicBezTo>
                  <a:pt x="3236" y="89"/>
                  <a:pt x="2836" y="0"/>
                  <a:pt x="243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1" name="Google Shape;1981;p35"/>
          <p:cNvSpPr/>
          <p:nvPr/>
        </p:nvSpPr>
        <p:spPr>
          <a:xfrm>
            <a:off x="3215800" y="831275"/>
            <a:ext cx="176025" cy="165050"/>
          </a:xfrm>
          <a:custGeom>
            <a:rect b="b" l="l" r="r" t="t"/>
            <a:pathLst>
              <a:path extrusionOk="0" h="6602" w="7041">
                <a:moveTo>
                  <a:pt x="4935" y="1378"/>
                </a:moveTo>
                <a:cubicBezTo>
                  <a:pt x="4939" y="1380"/>
                  <a:pt x="4948" y="1387"/>
                  <a:pt x="4965" y="1400"/>
                </a:cubicBezTo>
                <a:cubicBezTo>
                  <a:pt x="4955" y="1392"/>
                  <a:pt x="4945" y="1385"/>
                  <a:pt x="4935" y="1378"/>
                </a:cubicBezTo>
                <a:close/>
                <a:moveTo>
                  <a:pt x="1630" y="1762"/>
                </a:moveTo>
                <a:lnTo>
                  <a:pt x="1630" y="1762"/>
                </a:lnTo>
                <a:cubicBezTo>
                  <a:pt x="1621" y="1773"/>
                  <a:pt x="1618" y="1778"/>
                  <a:pt x="1618" y="1778"/>
                </a:cubicBezTo>
                <a:cubicBezTo>
                  <a:pt x="1618" y="1778"/>
                  <a:pt x="1623" y="1771"/>
                  <a:pt x="1630" y="1762"/>
                </a:cubicBezTo>
                <a:close/>
                <a:moveTo>
                  <a:pt x="3639" y="986"/>
                </a:moveTo>
                <a:cubicBezTo>
                  <a:pt x="4036" y="986"/>
                  <a:pt x="4418" y="1072"/>
                  <a:pt x="4734" y="1250"/>
                </a:cubicBezTo>
                <a:cubicBezTo>
                  <a:pt x="4786" y="1280"/>
                  <a:pt x="4839" y="1313"/>
                  <a:pt x="4890" y="1347"/>
                </a:cubicBezTo>
                <a:cubicBezTo>
                  <a:pt x="4906" y="1357"/>
                  <a:pt x="4921" y="1367"/>
                  <a:pt x="4935" y="1378"/>
                </a:cubicBezTo>
                <a:lnTo>
                  <a:pt x="4935" y="1378"/>
                </a:lnTo>
                <a:cubicBezTo>
                  <a:pt x="4934" y="1377"/>
                  <a:pt x="4933" y="1376"/>
                  <a:pt x="4933" y="1376"/>
                </a:cubicBezTo>
                <a:lnTo>
                  <a:pt x="4933" y="1376"/>
                </a:lnTo>
                <a:cubicBezTo>
                  <a:pt x="4934" y="1376"/>
                  <a:pt x="4964" y="1397"/>
                  <a:pt x="4972" y="1404"/>
                </a:cubicBezTo>
                <a:cubicBezTo>
                  <a:pt x="5081" y="1495"/>
                  <a:pt x="5182" y="1594"/>
                  <a:pt x="5275" y="1701"/>
                </a:cubicBezTo>
                <a:cubicBezTo>
                  <a:pt x="5296" y="1724"/>
                  <a:pt x="5315" y="1747"/>
                  <a:pt x="5332" y="1771"/>
                </a:cubicBezTo>
                <a:cubicBezTo>
                  <a:pt x="5336" y="1776"/>
                  <a:pt x="5339" y="1780"/>
                  <a:pt x="5342" y="1782"/>
                </a:cubicBezTo>
                <a:lnTo>
                  <a:pt x="5342" y="1782"/>
                </a:lnTo>
                <a:cubicBezTo>
                  <a:pt x="5378" y="1835"/>
                  <a:pt x="5414" y="1889"/>
                  <a:pt x="5446" y="1943"/>
                </a:cubicBezTo>
                <a:cubicBezTo>
                  <a:pt x="5477" y="1994"/>
                  <a:pt x="5507" y="2045"/>
                  <a:pt x="5534" y="2097"/>
                </a:cubicBezTo>
                <a:cubicBezTo>
                  <a:pt x="5548" y="2126"/>
                  <a:pt x="5603" y="2244"/>
                  <a:pt x="5604" y="2244"/>
                </a:cubicBezTo>
                <a:cubicBezTo>
                  <a:pt x="5605" y="2244"/>
                  <a:pt x="5604" y="2244"/>
                  <a:pt x="5604" y="2242"/>
                </a:cubicBezTo>
                <a:lnTo>
                  <a:pt x="5604" y="2242"/>
                </a:lnTo>
                <a:cubicBezTo>
                  <a:pt x="5646" y="2347"/>
                  <a:pt x="5682" y="2454"/>
                  <a:pt x="5711" y="2561"/>
                </a:cubicBezTo>
                <a:cubicBezTo>
                  <a:pt x="5726" y="2620"/>
                  <a:pt x="5741" y="2679"/>
                  <a:pt x="5751" y="2738"/>
                </a:cubicBezTo>
                <a:cubicBezTo>
                  <a:pt x="5756" y="2758"/>
                  <a:pt x="5778" y="2901"/>
                  <a:pt x="5781" y="2901"/>
                </a:cubicBezTo>
                <a:cubicBezTo>
                  <a:pt x="5781" y="2901"/>
                  <a:pt x="5781" y="2892"/>
                  <a:pt x="5779" y="2872"/>
                </a:cubicBezTo>
                <a:lnTo>
                  <a:pt x="5779" y="2872"/>
                </a:lnTo>
                <a:cubicBezTo>
                  <a:pt x="5793" y="2999"/>
                  <a:pt x="5800" y="3127"/>
                  <a:pt x="5800" y="3256"/>
                </a:cubicBezTo>
                <a:cubicBezTo>
                  <a:pt x="5798" y="3323"/>
                  <a:pt x="5796" y="3393"/>
                  <a:pt x="5791" y="3460"/>
                </a:cubicBezTo>
                <a:cubicBezTo>
                  <a:pt x="5787" y="3518"/>
                  <a:pt x="5781" y="3572"/>
                  <a:pt x="5780" y="3582"/>
                </a:cubicBezTo>
                <a:lnTo>
                  <a:pt x="5780" y="3582"/>
                </a:lnTo>
                <a:cubicBezTo>
                  <a:pt x="5759" y="3706"/>
                  <a:pt x="5734" y="3831"/>
                  <a:pt x="5699" y="3953"/>
                </a:cubicBezTo>
                <a:cubicBezTo>
                  <a:pt x="5682" y="4012"/>
                  <a:pt x="5663" y="4069"/>
                  <a:pt x="5642" y="4126"/>
                </a:cubicBezTo>
                <a:cubicBezTo>
                  <a:pt x="5631" y="4155"/>
                  <a:pt x="5621" y="4183"/>
                  <a:pt x="5610" y="4212"/>
                </a:cubicBezTo>
                <a:cubicBezTo>
                  <a:pt x="5606" y="4223"/>
                  <a:pt x="5602" y="4232"/>
                  <a:pt x="5600" y="4238"/>
                </a:cubicBezTo>
                <a:lnTo>
                  <a:pt x="5600" y="4238"/>
                </a:lnTo>
                <a:cubicBezTo>
                  <a:pt x="5597" y="4244"/>
                  <a:pt x="5593" y="4252"/>
                  <a:pt x="5589" y="4261"/>
                </a:cubicBezTo>
                <a:cubicBezTo>
                  <a:pt x="5534" y="4370"/>
                  <a:pt x="5477" y="4478"/>
                  <a:pt x="5412" y="4581"/>
                </a:cubicBezTo>
                <a:cubicBezTo>
                  <a:pt x="5311" y="4737"/>
                  <a:pt x="5324" y="4720"/>
                  <a:pt x="5189" y="4863"/>
                </a:cubicBezTo>
                <a:cubicBezTo>
                  <a:pt x="4814" y="5261"/>
                  <a:pt x="4355" y="5476"/>
                  <a:pt x="3756" y="5573"/>
                </a:cubicBezTo>
                <a:cubicBezTo>
                  <a:pt x="3620" y="5595"/>
                  <a:pt x="3482" y="5605"/>
                  <a:pt x="3344" y="5605"/>
                </a:cubicBezTo>
                <a:cubicBezTo>
                  <a:pt x="2954" y="5605"/>
                  <a:pt x="2572" y="5519"/>
                  <a:pt x="2265" y="5346"/>
                </a:cubicBezTo>
                <a:cubicBezTo>
                  <a:pt x="2214" y="5316"/>
                  <a:pt x="2164" y="5285"/>
                  <a:pt x="2113" y="5253"/>
                </a:cubicBezTo>
                <a:cubicBezTo>
                  <a:pt x="2098" y="5243"/>
                  <a:pt x="2015" y="5180"/>
                  <a:pt x="2013" y="5180"/>
                </a:cubicBezTo>
                <a:lnTo>
                  <a:pt x="2013" y="5180"/>
                </a:lnTo>
                <a:cubicBezTo>
                  <a:pt x="2013" y="5180"/>
                  <a:pt x="2019" y="5186"/>
                  <a:pt x="2037" y="5200"/>
                </a:cubicBezTo>
                <a:cubicBezTo>
                  <a:pt x="1930" y="5114"/>
                  <a:pt x="1831" y="5019"/>
                  <a:pt x="1740" y="4916"/>
                </a:cubicBezTo>
                <a:cubicBezTo>
                  <a:pt x="1728" y="4902"/>
                  <a:pt x="1675" y="4837"/>
                  <a:pt x="1657" y="4816"/>
                </a:cubicBezTo>
                <a:lnTo>
                  <a:pt x="1657" y="4816"/>
                </a:lnTo>
                <a:cubicBezTo>
                  <a:pt x="1647" y="4801"/>
                  <a:pt x="1584" y="4711"/>
                  <a:pt x="1570" y="4688"/>
                </a:cubicBezTo>
                <a:cubicBezTo>
                  <a:pt x="1500" y="4579"/>
                  <a:pt x="1439" y="4465"/>
                  <a:pt x="1382" y="4347"/>
                </a:cubicBezTo>
                <a:cubicBezTo>
                  <a:pt x="1372" y="4327"/>
                  <a:pt x="1369" y="4322"/>
                  <a:pt x="1368" y="4322"/>
                </a:cubicBezTo>
                <a:lnTo>
                  <a:pt x="1368" y="4322"/>
                </a:lnTo>
                <a:cubicBezTo>
                  <a:pt x="1368" y="4322"/>
                  <a:pt x="1368" y="4322"/>
                  <a:pt x="1368" y="4322"/>
                </a:cubicBezTo>
                <a:lnTo>
                  <a:pt x="1368" y="4322"/>
                </a:lnTo>
                <a:cubicBezTo>
                  <a:pt x="1366" y="4315"/>
                  <a:pt x="1360" y="4299"/>
                  <a:pt x="1348" y="4265"/>
                </a:cubicBezTo>
                <a:cubicBezTo>
                  <a:pt x="1329" y="4210"/>
                  <a:pt x="1308" y="4155"/>
                  <a:pt x="1291" y="4101"/>
                </a:cubicBezTo>
                <a:cubicBezTo>
                  <a:pt x="1251" y="3974"/>
                  <a:pt x="1220" y="3848"/>
                  <a:pt x="1197" y="3717"/>
                </a:cubicBezTo>
                <a:cubicBezTo>
                  <a:pt x="1192" y="3696"/>
                  <a:pt x="1179" y="3596"/>
                  <a:pt x="1178" y="3596"/>
                </a:cubicBezTo>
                <a:lnTo>
                  <a:pt x="1178" y="3596"/>
                </a:lnTo>
                <a:cubicBezTo>
                  <a:pt x="1178" y="3596"/>
                  <a:pt x="1179" y="3606"/>
                  <a:pt x="1182" y="3633"/>
                </a:cubicBezTo>
                <a:cubicBezTo>
                  <a:pt x="1173" y="3568"/>
                  <a:pt x="1167" y="3502"/>
                  <a:pt x="1165" y="3437"/>
                </a:cubicBezTo>
                <a:cubicBezTo>
                  <a:pt x="1157" y="3304"/>
                  <a:pt x="1157" y="3174"/>
                  <a:pt x="1165" y="3041"/>
                </a:cubicBezTo>
                <a:cubicBezTo>
                  <a:pt x="1167" y="3011"/>
                  <a:pt x="1179" y="2898"/>
                  <a:pt x="1181" y="2870"/>
                </a:cubicBezTo>
                <a:lnTo>
                  <a:pt x="1181" y="2870"/>
                </a:lnTo>
                <a:cubicBezTo>
                  <a:pt x="1186" y="2847"/>
                  <a:pt x="1203" y="2750"/>
                  <a:pt x="1209" y="2721"/>
                </a:cubicBezTo>
                <a:cubicBezTo>
                  <a:pt x="1239" y="2580"/>
                  <a:pt x="1281" y="2443"/>
                  <a:pt x="1327" y="2306"/>
                </a:cubicBezTo>
                <a:cubicBezTo>
                  <a:pt x="1342" y="2262"/>
                  <a:pt x="1345" y="2248"/>
                  <a:pt x="1346" y="2244"/>
                </a:cubicBezTo>
                <a:lnTo>
                  <a:pt x="1346" y="2244"/>
                </a:lnTo>
                <a:cubicBezTo>
                  <a:pt x="1348" y="2241"/>
                  <a:pt x="1355" y="2229"/>
                  <a:pt x="1376" y="2188"/>
                </a:cubicBezTo>
                <a:cubicBezTo>
                  <a:pt x="1407" y="2125"/>
                  <a:pt x="1439" y="2059"/>
                  <a:pt x="1475" y="1998"/>
                </a:cubicBezTo>
                <a:cubicBezTo>
                  <a:pt x="1511" y="1937"/>
                  <a:pt x="1551" y="1878"/>
                  <a:pt x="1588" y="1819"/>
                </a:cubicBezTo>
                <a:cubicBezTo>
                  <a:pt x="1603" y="1799"/>
                  <a:pt x="1618" y="1779"/>
                  <a:pt x="1632" y="1759"/>
                </a:cubicBezTo>
                <a:lnTo>
                  <a:pt x="1632" y="1759"/>
                </a:lnTo>
                <a:cubicBezTo>
                  <a:pt x="1639" y="1751"/>
                  <a:pt x="1646" y="1741"/>
                  <a:pt x="1654" y="1733"/>
                </a:cubicBezTo>
                <a:cubicBezTo>
                  <a:pt x="1744" y="1632"/>
                  <a:pt x="1839" y="1535"/>
                  <a:pt x="1945" y="1446"/>
                </a:cubicBezTo>
                <a:cubicBezTo>
                  <a:pt x="1949" y="1443"/>
                  <a:pt x="1952" y="1440"/>
                  <a:pt x="1955" y="1437"/>
                </a:cubicBezTo>
                <a:lnTo>
                  <a:pt x="1955" y="1437"/>
                </a:lnTo>
                <a:cubicBezTo>
                  <a:pt x="1958" y="1435"/>
                  <a:pt x="1960" y="1434"/>
                  <a:pt x="1963" y="1431"/>
                </a:cubicBezTo>
                <a:cubicBezTo>
                  <a:pt x="1993" y="1410"/>
                  <a:pt x="2022" y="1389"/>
                  <a:pt x="2054" y="1370"/>
                </a:cubicBezTo>
                <a:cubicBezTo>
                  <a:pt x="2115" y="1328"/>
                  <a:pt x="2180" y="1292"/>
                  <a:pt x="2246" y="1257"/>
                </a:cubicBezTo>
                <a:cubicBezTo>
                  <a:pt x="2372" y="1191"/>
                  <a:pt x="2412" y="1174"/>
                  <a:pt x="2604" y="1120"/>
                </a:cubicBezTo>
                <a:cubicBezTo>
                  <a:pt x="2802" y="1065"/>
                  <a:pt x="2859" y="1059"/>
                  <a:pt x="3023" y="1044"/>
                </a:cubicBezTo>
                <a:cubicBezTo>
                  <a:pt x="3046" y="1042"/>
                  <a:pt x="3069" y="1039"/>
                  <a:pt x="3092" y="1035"/>
                </a:cubicBezTo>
                <a:lnTo>
                  <a:pt x="3092" y="1035"/>
                </a:lnTo>
                <a:cubicBezTo>
                  <a:pt x="3113" y="1033"/>
                  <a:pt x="3134" y="1031"/>
                  <a:pt x="3156" y="1027"/>
                </a:cubicBezTo>
                <a:cubicBezTo>
                  <a:pt x="3317" y="1000"/>
                  <a:pt x="3479" y="986"/>
                  <a:pt x="3639" y="986"/>
                </a:cubicBezTo>
                <a:close/>
                <a:moveTo>
                  <a:pt x="3656" y="0"/>
                </a:moveTo>
                <a:cubicBezTo>
                  <a:pt x="3424" y="0"/>
                  <a:pt x="3191" y="20"/>
                  <a:pt x="2962" y="55"/>
                </a:cubicBezTo>
                <a:lnTo>
                  <a:pt x="2962" y="55"/>
                </a:lnTo>
                <a:cubicBezTo>
                  <a:pt x="1592" y="189"/>
                  <a:pt x="506" y="1128"/>
                  <a:pt x="238" y="2500"/>
                </a:cubicBezTo>
                <a:cubicBezTo>
                  <a:pt x="0" y="3730"/>
                  <a:pt x="360" y="5131"/>
                  <a:pt x="1367" y="5933"/>
                </a:cubicBezTo>
                <a:cubicBezTo>
                  <a:pt x="1934" y="6385"/>
                  <a:pt x="2656" y="6602"/>
                  <a:pt x="3382" y="6602"/>
                </a:cubicBezTo>
                <a:cubicBezTo>
                  <a:pt x="4138" y="6602"/>
                  <a:pt x="4898" y="6367"/>
                  <a:pt x="5494" y="5917"/>
                </a:cubicBezTo>
                <a:cubicBezTo>
                  <a:pt x="6607" y="5078"/>
                  <a:pt x="7041" y="3580"/>
                  <a:pt x="6659" y="2253"/>
                </a:cubicBezTo>
                <a:cubicBezTo>
                  <a:pt x="6453" y="1537"/>
                  <a:pt x="6015" y="905"/>
                  <a:pt x="5393" y="488"/>
                </a:cubicBezTo>
                <a:cubicBezTo>
                  <a:pt x="4872" y="137"/>
                  <a:pt x="4267" y="0"/>
                  <a:pt x="365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2" name="Google Shape;1982;p35"/>
          <p:cNvSpPr/>
          <p:nvPr/>
        </p:nvSpPr>
        <p:spPr>
          <a:xfrm>
            <a:off x="7826025" y="4116025"/>
            <a:ext cx="117525" cy="110100"/>
          </a:xfrm>
          <a:custGeom>
            <a:rect b="b" l="l" r="r" t="t"/>
            <a:pathLst>
              <a:path extrusionOk="0" h="4404" w="4701">
                <a:moveTo>
                  <a:pt x="1951" y="1032"/>
                </a:moveTo>
                <a:cubicBezTo>
                  <a:pt x="1950" y="1033"/>
                  <a:pt x="1949" y="1033"/>
                  <a:pt x="1947" y="1033"/>
                </a:cubicBezTo>
                <a:cubicBezTo>
                  <a:pt x="1948" y="1033"/>
                  <a:pt x="1950" y="1033"/>
                  <a:pt x="1951" y="1032"/>
                </a:cubicBezTo>
                <a:close/>
                <a:moveTo>
                  <a:pt x="2857" y="1059"/>
                </a:moveTo>
                <a:cubicBezTo>
                  <a:pt x="2871" y="1059"/>
                  <a:pt x="2889" y="1066"/>
                  <a:pt x="2907" y="1075"/>
                </a:cubicBezTo>
                <a:lnTo>
                  <a:pt x="2907" y="1075"/>
                </a:lnTo>
                <a:cubicBezTo>
                  <a:pt x="2887" y="1068"/>
                  <a:pt x="2858" y="1059"/>
                  <a:pt x="2857" y="1059"/>
                </a:cubicBezTo>
                <a:close/>
                <a:moveTo>
                  <a:pt x="3091" y="1185"/>
                </a:moveTo>
                <a:cubicBezTo>
                  <a:pt x="3091" y="1185"/>
                  <a:pt x="3091" y="1185"/>
                  <a:pt x="3091" y="1185"/>
                </a:cubicBezTo>
                <a:lnTo>
                  <a:pt x="3091" y="1185"/>
                </a:lnTo>
                <a:cubicBezTo>
                  <a:pt x="3091" y="1185"/>
                  <a:pt x="3091" y="1185"/>
                  <a:pt x="3091" y="1185"/>
                </a:cubicBezTo>
                <a:close/>
                <a:moveTo>
                  <a:pt x="3104" y="1198"/>
                </a:moveTo>
                <a:cubicBezTo>
                  <a:pt x="3111" y="1203"/>
                  <a:pt x="3118" y="1208"/>
                  <a:pt x="3125" y="1213"/>
                </a:cubicBezTo>
                <a:cubicBezTo>
                  <a:pt x="3142" y="1224"/>
                  <a:pt x="3149" y="1229"/>
                  <a:pt x="3148" y="1229"/>
                </a:cubicBezTo>
                <a:cubicBezTo>
                  <a:pt x="3148" y="1229"/>
                  <a:pt x="3121" y="1211"/>
                  <a:pt x="3104" y="1198"/>
                </a:cubicBezTo>
                <a:close/>
                <a:moveTo>
                  <a:pt x="1747" y="3319"/>
                </a:moveTo>
                <a:cubicBezTo>
                  <a:pt x="1767" y="3326"/>
                  <a:pt x="1803" y="3338"/>
                  <a:pt x="1802" y="3338"/>
                </a:cubicBezTo>
                <a:cubicBezTo>
                  <a:pt x="1800" y="3339"/>
                  <a:pt x="1799" y="3339"/>
                  <a:pt x="1797" y="3339"/>
                </a:cubicBezTo>
                <a:cubicBezTo>
                  <a:pt x="1785" y="3339"/>
                  <a:pt x="1766" y="3330"/>
                  <a:pt x="1747" y="3319"/>
                </a:cubicBezTo>
                <a:close/>
                <a:moveTo>
                  <a:pt x="2463" y="3393"/>
                </a:moveTo>
                <a:cubicBezTo>
                  <a:pt x="2461" y="3393"/>
                  <a:pt x="2459" y="3393"/>
                  <a:pt x="2456" y="3393"/>
                </a:cubicBezTo>
                <a:lnTo>
                  <a:pt x="2456" y="3393"/>
                </a:lnTo>
                <a:cubicBezTo>
                  <a:pt x="2459" y="3393"/>
                  <a:pt x="2462" y="3393"/>
                  <a:pt x="2463" y="3393"/>
                </a:cubicBezTo>
                <a:close/>
                <a:moveTo>
                  <a:pt x="2387" y="989"/>
                </a:moveTo>
                <a:cubicBezTo>
                  <a:pt x="2440" y="989"/>
                  <a:pt x="2491" y="989"/>
                  <a:pt x="2541" y="993"/>
                </a:cubicBezTo>
                <a:cubicBezTo>
                  <a:pt x="2560" y="993"/>
                  <a:pt x="2582" y="997"/>
                  <a:pt x="2601" y="998"/>
                </a:cubicBezTo>
                <a:lnTo>
                  <a:pt x="2601" y="998"/>
                </a:lnTo>
                <a:cubicBezTo>
                  <a:pt x="2682" y="1018"/>
                  <a:pt x="2761" y="1029"/>
                  <a:pt x="2840" y="1057"/>
                </a:cubicBezTo>
                <a:cubicBezTo>
                  <a:pt x="2857" y="1061"/>
                  <a:pt x="2876" y="1069"/>
                  <a:pt x="2895" y="1076"/>
                </a:cubicBezTo>
                <a:cubicBezTo>
                  <a:pt x="2906" y="1079"/>
                  <a:pt x="2914" y="1081"/>
                  <a:pt x="2919" y="1082"/>
                </a:cubicBezTo>
                <a:lnTo>
                  <a:pt x="2919" y="1082"/>
                </a:lnTo>
                <a:cubicBezTo>
                  <a:pt x="2944" y="1096"/>
                  <a:pt x="2968" y="1113"/>
                  <a:pt x="2984" y="1122"/>
                </a:cubicBezTo>
                <a:cubicBezTo>
                  <a:pt x="3015" y="1139"/>
                  <a:pt x="3049" y="1160"/>
                  <a:pt x="3080" y="1181"/>
                </a:cubicBezTo>
                <a:cubicBezTo>
                  <a:pt x="3084" y="1184"/>
                  <a:pt x="3088" y="1186"/>
                  <a:pt x="3092" y="1189"/>
                </a:cubicBezTo>
                <a:lnTo>
                  <a:pt x="3092" y="1189"/>
                </a:lnTo>
                <a:cubicBezTo>
                  <a:pt x="3107" y="1217"/>
                  <a:pt x="3258" y="1347"/>
                  <a:pt x="3274" y="1366"/>
                </a:cubicBezTo>
                <a:cubicBezTo>
                  <a:pt x="3278" y="1370"/>
                  <a:pt x="3281" y="1374"/>
                  <a:pt x="3284" y="1378"/>
                </a:cubicBezTo>
                <a:lnTo>
                  <a:pt x="3284" y="1378"/>
                </a:lnTo>
                <a:cubicBezTo>
                  <a:pt x="3304" y="1410"/>
                  <a:pt x="3328" y="1440"/>
                  <a:pt x="3348" y="1474"/>
                </a:cubicBezTo>
                <a:cubicBezTo>
                  <a:pt x="3367" y="1503"/>
                  <a:pt x="3386" y="1535"/>
                  <a:pt x="3403" y="1569"/>
                </a:cubicBezTo>
                <a:cubicBezTo>
                  <a:pt x="3409" y="1579"/>
                  <a:pt x="3414" y="1591"/>
                  <a:pt x="3420" y="1604"/>
                </a:cubicBezTo>
                <a:lnTo>
                  <a:pt x="3420" y="1604"/>
                </a:lnTo>
                <a:cubicBezTo>
                  <a:pt x="3420" y="1602"/>
                  <a:pt x="3420" y="1600"/>
                  <a:pt x="3420" y="1598"/>
                </a:cubicBezTo>
                <a:lnTo>
                  <a:pt x="3420" y="1598"/>
                </a:lnTo>
                <a:cubicBezTo>
                  <a:pt x="3420" y="1600"/>
                  <a:pt x="3420" y="1602"/>
                  <a:pt x="3420" y="1604"/>
                </a:cubicBezTo>
                <a:lnTo>
                  <a:pt x="3420" y="1604"/>
                </a:lnTo>
                <a:cubicBezTo>
                  <a:pt x="3420" y="1604"/>
                  <a:pt x="3420" y="1604"/>
                  <a:pt x="3420" y="1604"/>
                </a:cubicBezTo>
                <a:lnTo>
                  <a:pt x="3420" y="1604"/>
                </a:lnTo>
                <a:cubicBezTo>
                  <a:pt x="3420" y="1621"/>
                  <a:pt x="3423" y="1634"/>
                  <a:pt x="3427" y="1644"/>
                </a:cubicBezTo>
                <a:lnTo>
                  <a:pt x="3427" y="1644"/>
                </a:lnTo>
                <a:cubicBezTo>
                  <a:pt x="3423" y="1630"/>
                  <a:pt x="3420" y="1616"/>
                  <a:pt x="3420" y="1604"/>
                </a:cubicBezTo>
                <a:lnTo>
                  <a:pt x="3420" y="1604"/>
                </a:lnTo>
                <a:cubicBezTo>
                  <a:pt x="3422" y="1608"/>
                  <a:pt x="3424" y="1613"/>
                  <a:pt x="3426" y="1617"/>
                </a:cubicBezTo>
                <a:cubicBezTo>
                  <a:pt x="3442" y="1646"/>
                  <a:pt x="3443" y="1659"/>
                  <a:pt x="3439" y="1659"/>
                </a:cubicBezTo>
                <a:cubicBezTo>
                  <a:pt x="3436" y="1659"/>
                  <a:pt x="3432" y="1654"/>
                  <a:pt x="3427" y="1644"/>
                </a:cubicBezTo>
                <a:lnTo>
                  <a:pt x="3427" y="1644"/>
                </a:lnTo>
                <a:cubicBezTo>
                  <a:pt x="3443" y="1697"/>
                  <a:pt x="3479" y="1760"/>
                  <a:pt x="3491" y="1802"/>
                </a:cubicBezTo>
                <a:cubicBezTo>
                  <a:pt x="3500" y="1838"/>
                  <a:pt x="3508" y="1874"/>
                  <a:pt x="3517" y="1910"/>
                </a:cubicBezTo>
                <a:cubicBezTo>
                  <a:pt x="3521" y="1933"/>
                  <a:pt x="3525" y="1954"/>
                  <a:pt x="3529" y="1977"/>
                </a:cubicBezTo>
                <a:cubicBezTo>
                  <a:pt x="3534" y="2005"/>
                  <a:pt x="3537" y="2015"/>
                  <a:pt x="3538" y="2015"/>
                </a:cubicBezTo>
                <a:cubicBezTo>
                  <a:pt x="3540" y="2015"/>
                  <a:pt x="3530" y="1942"/>
                  <a:pt x="3525" y="1939"/>
                </a:cubicBezTo>
                <a:lnTo>
                  <a:pt x="3525" y="1939"/>
                </a:lnTo>
                <a:cubicBezTo>
                  <a:pt x="3550" y="1954"/>
                  <a:pt x="3538" y="2142"/>
                  <a:pt x="3538" y="2173"/>
                </a:cubicBezTo>
                <a:cubicBezTo>
                  <a:pt x="3538" y="2215"/>
                  <a:pt x="3535" y="2257"/>
                  <a:pt x="3533" y="2297"/>
                </a:cubicBezTo>
                <a:cubicBezTo>
                  <a:pt x="3532" y="2312"/>
                  <a:pt x="3530" y="2326"/>
                  <a:pt x="3529" y="2339"/>
                </a:cubicBezTo>
                <a:lnTo>
                  <a:pt x="3529" y="2339"/>
                </a:lnTo>
                <a:cubicBezTo>
                  <a:pt x="3514" y="2409"/>
                  <a:pt x="3504" y="2477"/>
                  <a:pt x="3483" y="2546"/>
                </a:cubicBezTo>
                <a:cubicBezTo>
                  <a:pt x="3472" y="2582"/>
                  <a:pt x="3462" y="2618"/>
                  <a:pt x="3449" y="2651"/>
                </a:cubicBezTo>
                <a:cubicBezTo>
                  <a:pt x="3445" y="2663"/>
                  <a:pt x="3440" y="2676"/>
                  <a:pt x="3436" y="2688"/>
                </a:cubicBezTo>
                <a:lnTo>
                  <a:pt x="3436" y="2688"/>
                </a:lnTo>
                <a:cubicBezTo>
                  <a:pt x="3398" y="2751"/>
                  <a:pt x="3369" y="2818"/>
                  <a:pt x="3329" y="2881"/>
                </a:cubicBezTo>
                <a:cubicBezTo>
                  <a:pt x="3324" y="2889"/>
                  <a:pt x="3300" y="2922"/>
                  <a:pt x="3284" y="2945"/>
                </a:cubicBezTo>
                <a:lnTo>
                  <a:pt x="3284" y="2945"/>
                </a:lnTo>
                <a:cubicBezTo>
                  <a:pt x="3263" y="2968"/>
                  <a:pt x="3232" y="3005"/>
                  <a:pt x="3224" y="3014"/>
                </a:cubicBezTo>
                <a:cubicBezTo>
                  <a:pt x="3198" y="3041"/>
                  <a:pt x="3171" y="3069"/>
                  <a:pt x="3142" y="3094"/>
                </a:cubicBezTo>
                <a:cubicBezTo>
                  <a:pt x="3127" y="3106"/>
                  <a:pt x="3112" y="3119"/>
                  <a:pt x="3099" y="3132"/>
                </a:cubicBezTo>
                <a:cubicBezTo>
                  <a:pt x="3075" y="3154"/>
                  <a:pt x="3071" y="3163"/>
                  <a:pt x="3076" y="3163"/>
                </a:cubicBezTo>
                <a:cubicBezTo>
                  <a:pt x="3076" y="3163"/>
                  <a:pt x="3077" y="3163"/>
                  <a:pt x="3078" y="3162"/>
                </a:cubicBezTo>
                <a:lnTo>
                  <a:pt x="3078" y="3162"/>
                </a:lnTo>
                <a:cubicBezTo>
                  <a:pt x="3021" y="3203"/>
                  <a:pt x="2923" y="3245"/>
                  <a:pt x="2889" y="3262"/>
                </a:cubicBezTo>
                <a:cubicBezTo>
                  <a:pt x="2863" y="3275"/>
                  <a:pt x="2803" y="3296"/>
                  <a:pt x="2805" y="3296"/>
                </a:cubicBezTo>
                <a:cubicBezTo>
                  <a:pt x="2806" y="3296"/>
                  <a:pt x="2822" y="3291"/>
                  <a:pt x="2866" y="3277"/>
                </a:cubicBezTo>
                <a:lnTo>
                  <a:pt x="2866" y="3277"/>
                </a:lnTo>
                <a:cubicBezTo>
                  <a:pt x="2823" y="3292"/>
                  <a:pt x="2783" y="3309"/>
                  <a:pt x="2741" y="3323"/>
                </a:cubicBezTo>
                <a:cubicBezTo>
                  <a:pt x="2642" y="3355"/>
                  <a:pt x="2541" y="3376"/>
                  <a:pt x="2438" y="3395"/>
                </a:cubicBezTo>
                <a:cubicBezTo>
                  <a:pt x="2437" y="3395"/>
                  <a:pt x="2437" y="3395"/>
                  <a:pt x="2437" y="3395"/>
                </a:cubicBezTo>
                <a:lnTo>
                  <a:pt x="2437" y="3395"/>
                </a:lnTo>
                <a:cubicBezTo>
                  <a:pt x="2416" y="3397"/>
                  <a:pt x="2395" y="3400"/>
                  <a:pt x="2375" y="3401"/>
                </a:cubicBezTo>
                <a:cubicBezTo>
                  <a:pt x="2330" y="3403"/>
                  <a:pt x="2284" y="3406"/>
                  <a:pt x="2240" y="3406"/>
                </a:cubicBezTo>
                <a:cubicBezTo>
                  <a:pt x="2226" y="3406"/>
                  <a:pt x="2211" y="3406"/>
                  <a:pt x="2197" y="3406"/>
                </a:cubicBezTo>
                <a:cubicBezTo>
                  <a:pt x="2163" y="3406"/>
                  <a:pt x="2129" y="3405"/>
                  <a:pt x="2094" y="3403"/>
                </a:cubicBezTo>
                <a:cubicBezTo>
                  <a:pt x="2081" y="3402"/>
                  <a:pt x="2067" y="3400"/>
                  <a:pt x="2054" y="3398"/>
                </a:cubicBezTo>
                <a:lnTo>
                  <a:pt x="2054" y="3398"/>
                </a:lnTo>
                <a:cubicBezTo>
                  <a:pt x="1975" y="3376"/>
                  <a:pt x="1893" y="3365"/>
                  <a:pt x="1814" y="3340"/>
                </a:cubicBezTo>
                <a:cubicBezTo>
                  <a:pt x="1797" y="3334"/>
                  <a:pt x="1778" y="3326"/>
                  <a:pt x="1762" y="3321"/>
                </a:cubicBezTo>
                <a:cubicBezTo>
                  <a:pt x="1752" y="3318"/>
                  <a:pt x="1745" y="3316"/>
                  <a:pt x="1740" y="3315"/>
                </a:cubicBezTo>
                <a:lnTo>
                  <a:pt x="1740" y="3315"/>
                </a:lnTo>
                <a:cubicBezTo>
                  <a:pt x="1716" y="3301"/>
                  <a:pt x="1691" y="3283"/>
                  <a:pt x="1679" y="3277"/>
                </a:cubicBezTo>
                <a:cubicBezTo>
                  <a:pt x="1648" y="3258"/>
                  <a:pt x="1616" y="3241"/>
                  <a:pt x="1587" y="3220"/>
                </a:cubicBezTo>
                <a:cubicBezTo>
                  <a:pt x="1572" y="3210"/>
                  <a:pt x="1557" y="3199"/>
                  <a:pt x="1543" y="3191"/>
                </a:cubicBezTo>
                <a:cubicBezTo>
                  <a:pt x="1525" y="3180"/>
                  <a:pt x="1519" y="3175"/>
                  <a:pt x="1519" y="3175"/>
                </a:cubicBezTo>
                <a:lnTo>
                  <a:pt x="1519" y="3175"/>
                </a:lnTo>
                <a:cubicBezTo>
                  <a:pt x="1518" y="3175"/>
                  <a:pt x="1582" y="3218"/>
                  <a:pt x="1580" y="3218"/>
                </a:cubicBezTo>
                <a:cubicBezTo>
                  <a:pt x="1580" y="3218"/>
                  <a:pt x="1579" y="3218"/>
                  <a:pt x="1578" y="3218"/>
                </a:cubicBezTo>
                <a:cubicBezTo>
                  <a:pt x="1542" y="3218"/>
                  <a:pt x="1420" y="3070"/>
                  <a:pt x="1399" y="3045"/>
                </a:cubicBezTo>
                <a:cubicBezTo>
                  <a:pt x="1384" y="3030"/>
                  <a:pt x="1353" y="2977"/>
                  <a:pt x="1351" y="2977"/>
                </a:cubicBezTo>
                <a:lnTo>
                  <a:pt x="1351" y="2977"/>
                </a:lnTo>
                <a:cubicBezTo>
                  <a:pt x="1350" y="2977"/>
                  <a:pt x="1354" y="2985"/>
                  <a:pt x="1363" y="3005"/>
                </a:cubicBezTo>
                <a:cubicBezTo>
                  <a:pt x="1372" y="3025"/>
                  <a:pt x="1375" y="3032"/>
                  <a:pt x="1374" y="3032"/>
                </a:cubicBezTo>
                <a:cubicBezTo>
                  <a:pt x="1372" y="3032"/>
                  <a:pt x="1335" y="2962"/>
                  <a:pt x="1326" y="2946"/>
                </a:cubicBezTo>
                <a:cubicBezTo>
                  <a:pt x="1285" y="2881"/>
                  <a:pt x="1252" y="2814"/>
                  <a:pt x="1215" y="2746"/>
                </a:cubicBezTo>
                <a:lnTo>
                  <a:pt x="1215" y="2746"/>
                </a:lnTo>
                <a:cubicBezTo>
                  <a:pt x="1214" y="2743"/>
                  <a:pt x="1213" y="2740"/>
                  <a:pt x="1212" y="2736"/>
                </a:cubicBezTo>
                <a:cubicBezTo>
                  <a:pt x="1199" y="2702"/>
                  <a:pt x="1187" y="2668"/>
                  <a:pt x="1176" y="2635"/>
                </a:cubicBezTo>
                <a:cubicBezTo>
                  <a:pt x="1153" y="2559"/>
                  <a:pt x="1132" y="2481"/>
                  <a:pt x="1119" y="2403"/>
                </a:cubicBezTo>
                <a:cubicBezTo>
                  <a:pt x="1119" y="2401"/>
                  <a:pt x="1118" y="2399"/>
                  <a:pt x="1118" y="2397"/>
                </a:cubicBezTo>
                <a:lnTo>
                  <a:pt x="1118" y="2397"/>
                </a:lnTo>
                <a:cubicBezTo>
                  <a:pt x="1122" y="2365"/>
                  <a:pt x="1108" y="2315"/>
                  <a:pt x="1106" y="2283"/>
                </a:cubicBezTo>
                <a:cubicBezTo>
                  <a:pt x="1102" y="2203"/>
                  <a:pt x="1102" y="2123"/>
                  <a:pt x="1106" y="2043"/>
                </a:cubicBezTo>
                <a:cubicBezTo>
                  <a:pt x="1107" y="2033"/>
                  <a:pt x="1110" y="2004"/>
                  <a:pt x="1113" y="1978"/>
                </a:cubicBezTo>
                <a:lnTo>
                  <a:pt x="1113" y="1978"/>
                </a:lnTo>
                <a:cubicBezTo>
                  <a:pt x="1117" y="1953"/>
                  <a:pt x="1123" y="1911"/>
                  <a:pt x="1125" y="1899"/>
                </a:cubicBezTo>
                <a:cubicBezTo>
                  <a:pt x="1144" y="1813"/>
                  <a:pt x="1170" y="1731"/>
                  <a:pt x="1197" y="1647"/>
                </a:cubicBezTo>
                <a:cubicBezTo>
                  <a:pt x="1199" y="1642"/>
                  <a:pt x="1200" y="1637"/>
                  <a:pt x="1201" y="1634"/>
                </a:cubicBezTo>
                <a:lnTo>
                  <a:pt x="1201" y="1634"/>
                </a:lnTo>
                <a:cubicBezTo>
                  <a:pt x="1203" y="1630"/>
                  <a:pt x="1205" y="1626"/>
                  <a:pt x="1208" y="1621"/>
                </a:cubicBezTo>
                <a:cubicBezTo>
                  <a:pt x="1227" y="1583"/>
                  <a:pt x="1246" y="1543"/>
                  <a:pt x="1269" y="1507"/>
                </a:cubicBezTo>
                <a:cubicBezTo>
                  <a:pt x="1290" y="1470"/>
                  <a:pt x="1313" y="1434"/>
                  <a:pt x="1338" y="1398"/>
                </a:cubicBezTo>
                <a:cubicBezTo>
                  <a:pt x="1341" y="1394"/>
                  <a:pt x="1344" y="1390"/>
                  <a:pt x="1346" y="1386"/>
                </a:cubicBezTo>
                <a:lnTo>
                  <a:pt x="1346" y="1386"/>
                </a:lnTo>
                <a:cubicBezTo>
                  <a:pt x="1346" y="1386"/>
                  <a:pt x="1346" y="1386"/>
                  <a:pt x="1347" y="1385"/>
                </a:cubicBezTo>
                <a:cubicBezTo>
                  <a:pt x="1399" y="1329"/>
                  <a:pt x="1454" y="1275"/>
                  <a:pt x="1511" y="1223"/>
                </a:cubicBezTo>
                <a:lnTo>
                  <a:pt x="1511" y="1223"/>
                </a:lnTo>
                <a:cubicBezTo>
                  <a:pt x="1524" y="1213"/>
                  <a:pt x="1537" y="1203"/>
                  <a:pt x="1551" y="1194"/>
                </a:cubicBezTo>
                <a:cubicBezTo>
                  <a:pt x="1589" y="1170"/>
                  <a:pt x="1627" y="1147"/>
                  <a:pt x="1667" y="1126"/>
                </a:cubicBezTo>
                <a:cubicBezTo>
                  <a:pt x="1682" y="1119"/>
                  <a:pt x="1697" y="1111"/>
                  <a:pt x="1712" y="1103"/>
                </a:cubicBezTo>
                <a:lnTo>
                  <a:pt x="1712" y="1103"/>
                </a:lnTo>
                <a:cubicBezTo>
                  <a:pt x="1755" y="1090"/>
                  <a:pt x="1797" y="1075"/>
                  <a:pt x="1840" y="1063"/>
                </a:cubicBezTo>
                <a:cubicBezTo>
                  <a:pt x="1884" y="1050"/>
                  <a:pt x="1928" y="1042"/>
                  <a:pt x="1970" y="1031"/>
                </a:cubicBezTo>
                <a:cubicBezTo>
                  <a:pt x="1976" y="1030"/>
                  <a:pt x="1983" y="1028"/>
                  <a:pt x="1990" y="1026"/>
                </a:cubicBezTo>
                <a:lnTo>
                  <a:pt x="1990" y="1026"/>
                </a:lnTo>
                <a:cubicBezTo>
                  <a:pt x="2008" y="1025"/>
                  <a:pt x="2026" y="1024"/>
                  <a:pt x="2042" y="1023"/>
                </a:cubicBezTo>
                <a:cubicBezTo>
                  <a:pt x="2063" y="1021"/>
                  <a:pt x="2083" y="1018"/>
                  <a:pt x="2104" y="1015"/>
                </a:cubicBezTo>
                <a:lnTo>
                  <a:pt x="2104" y="1015"/>
                </a:lnTo>
                <a:cubicBezTo>
                  <a:pt x="2127" y="1013"/>
                  <a:pt x="2151" y="1010"/>
                  <a:pt x="2175" y="1006"/>
                </a:cubicBezTo>
                <a:cubicBezTo>
                  <a:pt x="2200" y="1002"/>
                  <a:pt x="2223" y="998"/>
                  <a:pt x="2248" y="996"/>
                </a:cubicBezTo>
                <a:lnTo>
                  <a:pt x="2248" y="996"/>
                </a:lnTo>
                <a:cubicBezTo>
                  <a:pt x="2202" y="1002"/>
                  <a:pt x="2186" y="1004"/>
                  <a:pt x="2186" y="1004"/>
                </a:cubicBezTo>
                <a:cubicBezTo>
                  <a:pt x="2187" y="1004"/>
                  <a:pt x="2227" y="999"/>
                  <a:pt x="2246" y="998"/>
                </a:cubicBezTo>
                <a:cubicBezTo>
                  <a:pt x="2293" y="996"/>
                  <a:pt x="2341" y="991"/>
                  <a:pt x="2387" y="989"/>
                </a:cubicBezTo>
                <a:close/>
                <a:moveTo>
                  <a:pt x="2431" y="0"/>
                </a:moveTo>
                <a:cubicBezTo>
                  <a:pt x="2283" y="0"/>
                  <a:pt x="2134" y="12"/>
                  <a:pt x="1987" y="33"/>
                </a:cubicBezTo>
                <a:lnTo>
                  <a:pt x="1987" y="33"/>
                </a:lnTo>
                <a:cubicBezTo>
                  <a:pt x="1519" y="79"/>
                  <a:pt x="1082" y="246"/>
                  <a:pt x="738" y="578"/>
                </a:cubicBezTo>
                <a:cubicBezTo>
                  <a:pt x="443" y="863"/>
                  <a:pt x="236" y="1259"/>
                  <a:pt x="158" y="1661"/>
                </a:cubicBezTo>
                <a:cubicBezTo>
                  <a:pt x="0" y="2477"/>
                  <a:pt x="228" y="3403"/>
                  <a:pt x="896" y="3941"/>
                </a:cubicBezTo>
                <a:cubicBezTo>
                  <a:pt x="1283" y="4251"/>
                  <a:pt x="1777" y="4404"/>
                  <a:pt x="2272" y="4404"/>
                </a:cubicBezTo>
                <a:cubicBezTo>
                  <a:pt x="2762" y="4404"/>
                  <a:pt x="3253" y="4255"/>
                  <a:pt x="3645" y="3962"/>
                </a:cubicBezTo>
                <a:cubicBezTo>
                  <a:pt x="4395" y="3401"/>
                  <a:pt x="4700" y="2409"/>
                  <a:pt x="4443" y="1512"/>
                </a:cubicBezTo>
                <a:cubicBezTo>
                  <a:pt x="4302" y="1025"/>
                  <a:pt x="4003" y="604"/>
                  <a:pt x="3582" y="321"/>
                </a:cubicBezTo>
                <a:cubicBezTo>
                  <a:pt x="3236" y="89"/>
                  <a:pt x="2836" y="0"/>
                  <a:pt x="243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lt1"/>
        </a:solidFill>
      </p:bgPr>
    </p:bg>
    <p:spTree>
      <p:nvGrpSpPr>
        <p:cNvPr id="1983" name="Shape 1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84" name="Google Shape;1984;p36"/>
          <p:cNvGrpSpPr/>
          <p:nvPr/>
        </p:nvGrpSpPr>
        <p:grpSpPr>
          <a:xfrm>
            <a:off x="0" y="0"/>
            <a:ext cx="9144125" cy="5143391"/>
            <a:chOff x="0" y="0"/>
            <a:chExt cx="9144125" cy="5143391"/>
          </a:xfrm>
        </p:grpSpPr>
        <p:sp>
          <p:nvSpPr>
            <p:cNvPr id="1985" name="Google Shape;1985;p36"/>
            <p:cNvSpPr/>
            <p:nvPr/>
          </p:nvSpPr>
          <p:spPr>
            <a:xfrm>
              <a:off x="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6" name="Google Shape;1986;p36"/>
            <p:cNvSpPr/>
            <p:nvPr/>
          </p:nvSpPr>
          <p:spPr>
            <a:xfrm>
              <a:off x="38100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7" name="Google Shape;1987;p36"/>
            <p:cNvSpPr/>
            <p:nvPr/>
          </p:nvSpPr>
          <p:spPr>
            <a:xfrm>
              <a:off x="76201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8" name="Google Shape;1988;p36"/>
            <p:cNvSpPr/>
            <p:nvPr/>
          </p:nvSpPr>
          <p:spPr>
            <a:xfrm>
              <a:off x="114301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9" name="Google Shape;1989;p36"/>
            <p:cNvSpPr/>
            <p:nvPr/>
          </p:nvSpPr>
          <p:spPr>
            <a:xfrm>
              <a:off x="152402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0" name="Google Shape;1990;p36"/>
            <p:cNvSpPr/>
            <p:nvPr/>
          </p:nvSpPr>
          <p:spPr>
            <a:xfrm>
              <a:off x="190502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1" name="Google Shape;1991;p36"/>
            <p:cNvSpPr/>
            <p:nvPr/>
          </p:nvSpPr>
          <p:spPr>
            <a:xfrm>
              <a:off x="228603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2" name="Google Shape;1992;p36"/>
            <p:cNvSpPr/>
            <p:nvPr/>
          </p:nvSpPr>
          <p:spPr>
            <a:xfrm>
              <a:off x="266703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3" name="Google Shape;1993;p36"/>
            <p:cNvSpPr/>
            <p:nvPr/>
          </p:nvSpPr>
          <p:spPr>
            <a:xfrm>
              <a:off x="304804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4" name="Google Shape;1994;p36"/>
            <p:cNvSpPr/>
            <p:nvPr/>
          </p:nvSpPr>
          <p:spPr>
            <a:xfrm>
              <a:off x="342904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5" name="Google Shape;1995;p36"/>
            <p:cNvSpPr/>
            <p:nvPr/>
          </p:nvSpPr>
          <p:spPr>
            <a:xfrm>
              <a:off x="381005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6" name="Google Shape;1996;p36"/>
            <p:cNvSpPr/>
            <p:nvPr/>
          </p:nvSpPr>
          <p:spPr>
            <a:xfrm>
              <a:off x="419105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7" name="Google Shape;1997;p36"/>
            <p:cNvSpPr/>
            <p:nvPr/>
          </p:nvSpPr>
          <p:spPr>
            <a:xfrm>
              <a:off x="457206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8" name="Google Shape;1998;p36"/>
            <p:cNvSpPr/>
            <p:nvPr/>
          </p:nvSpPr>
          <p:spPr>
            <a:xfrm>
              <a:off x="495306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9" name="Google Shape;1999;p36"/>
            <p:cNvSpPr/>
            <p:nvPr/>
          </p:nvSpPr>
          <p:spPr>
            <a:xfrm>
              <a:off x="533407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0" name="Google Shape;2000;p36"/>
            <p:cNvSpPr/>
            <p:nvPr/>
          </p:nvSpPr>
          <p:spPr>
            <a:xfrm>
              <a:off x="571507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1" name="Google Shape;2001;p36"/>
            <p:cNvSpPr/>
            <p:nvPr/>
          </p:nvSpPr>
          <p:spPr>
            <a:xfrm>
              <a:off x="609608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2" name="Google Shape;2002;p36"/>
            <p:cNvSpPr/>
            <p:nvPr/>
          </p:nvSpPr>
          <p:spPr>
            <a:xfrm>
              <a:off x="647708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3" name="Google Shape;2003;p36"/>
            <p:cNvSpPr/>
            <p:nvPr/>
          </p:nvSpPr>
          <p:spPr>
            <a:xfrm>
              <a:off x="685809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4" name="Google Shape;2004;p36"/>
            <p:cNvSpPr/>
            <p:nvPr/>
          </p:nvSpPr>
          <p:spPr>
            <a:xfrm>
              <a:off x="723909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5" name="Google Shape;2005;p36"/>
            <p:cNvSpPr/>
            <p:nvPr/>
          </p:nvSpPr>
          <p:spPr>
            <a:xfrm>
              <a:off x="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6" name="Google Shape;2006;p36"/>
            <p:cNvSpPr/>
            <p:nvPr/>
          </p:nvSpPr>
          <p:spPr>
            <a:xfrm>
              <a:off x="38100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7" name="Google Shape;2007;p36"/>
            <p:cNvSpPr/>
            <p:nvPr/>
          </p:nvSpPr>
          <p:spPr>
            <a:xfrm>
              <a:off x="76201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8" name="Google Shape;2008;p36"/>
            <p:cNvSpPr/>
            <p:nvPr/>
          </p:nvSpPr>
          <p:spPr>
            <a:xfrm>
              <a:off x="114301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9" name="Google Shape;2009;p36"/>
            <p:cNvSpPr/>
            <p:nvPr/>
          </p:nvSpPr>
          <p:spPr>
            <a:xfrm>
              <a:off x="152402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0" name="Google Shape;2010;p36"/>
            <p:cNvSpPr/>
            <p:nvPr/>
          </p:nvSpPr>
          <p:spPr>
            <a:xfrm>
              <a:off x="190502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1" name="Google Shape;2011;p36"/>
            <p:cNvSpPr/>
            <p:nvPr/>
          </p:nvSpPr>
          <p:spPr>
            <a:xfrm>
              <a:off x="228603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2" name="Google Shape;2012;p36"/>
            <p:cNvSpPr/>
            <p:nvPr/>
          </p:nvSpPr>
          <p:spPr>
            <a:xfrm>
              <a:off x="266703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3" name="Google Shape;2013;p36"/>
            <p:cNvSpPr/>
            <p:nvPr/>
          </p:nvSpPr>
          <p:spPr>
            <a:xfrm>
              <a:off x="304804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4" name="Google Shape;2014;p36"/>
            <p:cNvSpPr/>
            <p:nvPr/>
          </p:nvSpPr>
          <p:spPr>
            <a:xfrm>
              <a:off x="342904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5" name="Google Shape;2015;p36"/>
            <p:cNvSpPr/>
            <p:nvPr/>
          </p:nvSpPr>
          <p:spPr>
            <a:xfrm>
              <a:off x="381005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6" name="Google Shape;2016;p36"/>
            <p:cNvSpPr/>
            <p:nvPr/>
          </p:nvSpPr>
          <p:spPr>
            <a:xfrm>
              <a:off x="419105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7" name="Google Shape;2017;p36"/>
            <p:cNvSpPr/>
            <p:nvPr/>
          </p:nvSpPr>
          <p:spPr>
            <a:xfrm>
              <a:off x="457206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8" name="Google Shape;2018;p36"/>
            <p:cNvSpPr/>
            <p:nvPr/>
          </p:nvSpPr>
          <p:spPr>
            <a:xfrm>
              <a:off x="495306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9" name="Google Shape;2019;p36"/>
            <p:cNvSpPr/>
            <p:nvPr/>
          </p:nvSpPr>
          <p:spPr>
            <a:xfrm>
              <a:off x="533407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0" name="Google Shape;2020;p36"/>
            <p:cNvSpPr/>
            <p:nvPr/>
          </p:nvSpPr>
          <p:spPr>
            <a:xfrm>
              <a:off x="571507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1" name="Google Shape;2021;p36"/>
            <p:cNvSpPr/>
            <p:nvPr/>
          </p:nvSpPr>
          <p:spPr>
            <a:xfrm>
              <a:off x="609608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2" name="Google Shape;2022;p36"/>
            <p:cNvSpPr/>
            <p:nvPr/>
          </p:nvSpPr>
          <p:spPr>
            <a:xfrm>
              <a:off x="647708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3" name="Google Shape;2023;p36"/>
            <p:cNvSpPr/>
            <p:nvPr/>
          </p:nvSpPr>
          <p:spPr>
            <a:xfrm>
              <a:off x="685809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4" name="Google Shape;2024;p36"/>
            <p:cNvSpPr/>
            <p:nvPr/>
          </p:nvSpPr>
          <p:spPr>
            <a:xfrm>
              <a:off x="723909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5" name="Google Shape;2025;p36"/>
            <p:cNvSpPr/>
            <p:nvPr/>
          </p:nvSpPr>
          <p:spPr>
            <a:xfrm>
              <a:off x="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6" name="Google Shape;2026;p36"/>
            <p:cNvSpPr/>
            <p:nvPr/>
          </p:nvSpPr>
          <p:spPr>
            <a:xfrm>
              <a:off x="38100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7" name="Google Shape;2027;p36"/>
            <p:cNvSpPr/>
            <p:nvPr/>
          </p:nvSpPr>
          <p:spPr>
            <a:xfrm>
              <a:off x="76201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8" name="Google Shape;2028;p36"/>
            <p:cNvSpPr/>
            <p:nvPr/>
          </p:nvSpPr>
          <p:spPr>
            <a:xfrm>
              <a:off x="114301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9" name="Google Shape;2029;p36"/>
            <p:cNvSpPr/>
            <p:nvPr/>
          </p:nvSpPr>
          <p:spPr>
            <a:xfrm>
              <a:off x="152402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0" name="Google Shape;2030;p36"/>
            <p:cNvSpPr/>
            <p:nvPr/>
          </p:nvSpPr>
          <p:spPr>
            <a:xfrm>
              <a:off x="190502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1" name="Google Shape;2031;p36"/>
            <p:cNvSpPr/>
            <p:nvPr/>
          </p:nvSpPr>
          <p:spPr>
            <a:xfrm>
              <a:off x="228603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2" name="Google Shape;2032;p36"/>
            <p:cNvSpPr/>
            <p:nvPr/>
          </p:nvSpPr>
          <p:spPr>
            <a:xfrm>
              <a:off x="266703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3" name="Google Shape;2033;p36"/>
            <p:cNvSpPr/>
            <p:nvPr/>
          </p:nvSpPr>
          <p:spPr>
            <a:xfrm>
              <a:off x="304804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4" name="Google Shape;2034;p36"/>
            <p:cNvSpPr/>
            <p:nvPr/>
          </p:nvSpPr>
          <p:spPr>
            <a:xfrm>
              <a:off x="342904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5" name="Google Shape;2035;p36"/>
            <p:cNvSpPr/>
            <p:nvPr/>
          </p:nvSpPr>
          <p:spPr>
            <a:xfrm>
              <a:off x="381005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6" name="Google Shape;2036;p36"/>
            <p:cNvSpPr/>
            <p:nvPr/>
          </p:nvSpPr>
          <p:spPr>
            <a:xfrm>
              <a:off x="419105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7" name="Google Shape;2037;p36"/>
            <p:cNvSpPr/>
            <p:nvPr/>
          </p:nvSpPr>
          <p:spPr>
            <a:xfrm>
              <a:off x="457206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8" name="Google Shape;2038;p36"/>
            <p:cNvSpPr/>
            <p:nvPr/>
          </p:nvSpPr>
          <p:spPr>
            <a:xfrm>
              <a:off x="495306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9" name="Google Shape;2039;p36"/>
            <p:cNvSpPr/>
            <p:nvPr/>
          </p:nvSpPr>
          <p:spPr>
            <a:xfrm>
              <a:off x="533407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0" name="Google Shape;2040;p36"/>
            <p:cNvSpPr/>
            <p:nvPr/>
          </p:nvSpPr>
          <p:spPr>
            <a:xfrm>
              <a:off x="571507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1" name="Google Shape;2041;p36"/>
            <p:cNvSpPr/>
            <p:nvPr/>
          </p:nvSpPr>
          <p:spPr>
            <a:xfrm>
              <a:off x="609608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2" name="Google Shape;2042;p36"/>
            <p:cNvSpPr/>
            <p:nvPr/>
          </p:nvSpPr>
          <p:spPr>
            <a:xfrm>
              <a:off x="647708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3" name="Google Shape;2043;p36"/>
            <p:cNvSpPr/>
            <p:nvPr/>
          </p:nvSpPr>
          <p:spPr>
            <a:xfrm>
              <a:off x="685809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4" name="Google Shape;2044;p36"/>
            <p:cNvSpPr/>
            <p:nvPr/>
          </p:nvSpPr>
          <p:spPr>
            <a:xfrm>
              <a:off x="723909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5" name="Google Shape;2045;p36"/>
            <p:cNvSpPr/>
            <p:nvPr/>
          </p:nvSpPr>
          <p:spPr>
            <a:xfrm>
              <a:off x="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6" name="Google Shape;2046;p36"/>
            <p:cNvSpPr/>
            <p:nvPr/>
          </p:nvSpPr>
          <p:spPr>
            <a:xfrm>
              <a:off x="38100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7" name="Google Shape;2047;p36"/>
            <p:cNvSpPr/>
            <p:nvPr/>
          </p:nvSpPr>
          <p:spPr>
            <a:xfrm>
              <a:off x="76201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8" name="Google Shape;2048;p36"/>
            <p:cNvSpPr/>
            <p:nvPr/>
          </p:nvSpPr>
          <p:spPr>
            <a:xfrm>
              <a:off x="114301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9" name="Google Shape;2049;p36"/>
            <p:cNvSpPr/>
            <p:nvPr/>
          </p:nvSpPr>
          <p:spPr>
            <a:xfrm>
              <a:off x="152402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0" name="Google Shape;2050;p36"/>
            <p:cNvSpPr/>
            <p:nvPr/>
          </p:nvSpPr>
          <p:spPr>
            <a:xfrm>
              <a:off x="190502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1" name="Google Shape;2051;p36"/>
            <p:cNvSpPr/>
            <p:nvPr/>
          </p:nvSpPr>
          <p:spPr>
            <a:xfrm>
              <a:off x="228603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2" name="Google Shape;2052;p36"/>
            <p:cNvSpPr/>
            <p:nvPr/>
          </p:nvSpPr>
          <p:spPr>
            <a:xfrm>
              <a:off x="266703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3" name="Google Shape;2053;p36"/>
            <p:cNvSpPr/>
            <p:nvPr/>
          </p:nvSpPr>
          <p:spPr>
            <a:xfrm>
              <a:off x="304804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4" name="Google Shape;2054;p36"/>
            <p:cNvSpPr/>
            <p:nvPr/>
          </p:nvSpPr>
          <p:spPr>
            <a:xfrm>
              <a:off x="342904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5" name="Google Shape;2055;p36"/>
            <p:cNvSpPr/>
            <p:nvPr/>
          </p:nvSpPr>
          <p:spPr>
            <a:xfrm>
              <a:off x="381005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6" name="Google Shape;2056;p36"/>
            <p:cNvSpPr/>
            <p:nvPr/>
          </p:nvSpPr>
          <p:spPr>
            <a:xfrm>
              <a:off x="419105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7" name="Google Shape;2057;p36"/>
            <p:cNvSpPr/>
            <p:nvPr/>
          </p:nvSpPr>
          <p:spPr>
            <a:xfrm>
              <a:off x="457206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8" name="Google Shape;2058;p36"/>
            <p:cNvSpPr/>
            <p:nvPr/>
          </p:nvSpPr>
          <p:spPr>
            <a:xfrm>
              <a:off x="495306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9" name="Google Shape;2059;p36"/>
            <p:cNvSpPr/>
            <p:nvPr/>
          </p:nvSpPr>
          <p:spPr>
            <a:xfrm>
              <a:off x="533407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0" name="Google Shape;2060;p36"/>
            <p:cNvSpPr/>
            <p:nvPr/>
          </p:nvSpPr>
          <p:spPr>
            <a:xfrm>
              <a:off x="571507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1" name="Google Shape;2061;p36"/>
            <p:cNvSpPr/>
            <p:nvPr/>
          </p:nvSpPr>
          <p:spPr>
            <a:xfrm>
              <a:off x="609608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2" name="Google Shape;2062;p36"/>
            <p:cNvSpPr/>
            <p:nvPr/>
          </p:nvSpPr>
          <p:spPr>
            <a:xfrm>
              <a:off x="647708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3" name="Google Shape;2063;p36"/>
            <p:cNvSpPr/>
            <p:nvPr/>
          </p:nvSpPr>
          <p:spPr>
            <a:xfrm>
              <a:off x="685809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4" name="Google Shape;2064;p36"/>
            <p:cNvSpPr/>
            <p:nvPr/>
          </p:nvSpPr>
          <p:spPr>
            <a:xfrm>
              <a:off x="723909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5" name="Google Shape;2065;p36"/>
            <p:cNvSpPr/>
            <p:nvPr/>
          </p:nvSpPr>
          <p:spPr>
            <a:xfrm>
              <a:off x="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6" name="Google Shape;2066;p36"/>
            <p:cNvSpPr/>
            <p:nvPr/>
          </p:nvSpPr>
          <p:spPr>
            <a:xfrm>
              <a:off x="38100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7" name="Google Shape;2067;p36"/>
            <p:cNvSpPr/>
            <p:nvPr/>
          </p:nvSpPr>
          <p:spPr>
            <a:xfrm>
              <a:off x="76201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8" name="Google Shape;2068;p36"/>
            <p:cNvSpPr/>
            <p:nvPr/>
          </p:nvSpPr>
          <p:spPr>
            <a:xfrm>
              <a:off x="114301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9" name="Google Shape;2069;p36"/>
            <p:cNvSpPr/>
            <p:nvPr/>
          </p:nvSpPr>
          <p:spPr>
            <a:xfrm>
              <a:off x="152402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0" name="Google Shape;2070;p36"/>
            <p:cNvSpPr/>
            <p:nvPr/>
          </p:nvSpPr>
          <p:spPr>
            <a:xfrm>
              <a:off x="190502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1" name="Google Shape;2071;p36"/>
            <p:cNvSpPr/>
            <p:nvPr/>
          </p:nvSpPr>
          <p:spPr>
            <a:xfrm>
              <a:off x="228603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2" name="Google Shape;2072;p36"/>
            <p:cNvSpPr/>
            <p:nvPr/>
          </p:nvSpPr>
          <p:spPr>
            <a:xfrm>
              <a:off x="266703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3" name="Google Shape;2073;p36"/>
            <p:cNvSpPr/>
            <p:nvPr/>
          </p:nvSpPr>
          <p:spPr>
            <a:xfrm>
              <a:off x="304804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4" name="Google Shape;2074;p36"/>
            <p:cNvSpPr/>
            <p:nvPr/>
          </p:nvSpPr>
          <p:spPr>
            <a:xfrm>
              <a:off x="342904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5" name="Google Shape;2075;p36"/>
            <p:cNvSpPr/>
            <p:nvPr/>
          </p:nvSpPr>
          <p:spPr>
            <a:xfrm>
              <a:off x="381005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6" name="Google Shape;2076;p36"/>
            <p:cNvSpPr/>
            <p:nvPr/>
          </p:nvSpPr>
          <p:spPr>
            <a:xfrm>
              <a:off x="419105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7" name="Google Shape;2077;p36"/>
            <p:cNvSpPr/>
            <p:nvPr/>
          </p:nvSpPr>
          <p:spPr>
            <a:xfrm>
              <a:off x="457206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8" name="Google Shape;2078;p36"/>
            <p:cNvSpPr/>
            <p:nvPr/>
          </p:nvSpPr>
          <p:spPr>
            <a:xfrm>
              <a:off x="495306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9" name="Google Shape;2079;p36"/>
            <p:cNvSpPr/>
            <p:nvPr/>
          </p:nvSpPr>
          <p:spPr>
            <a:xfrm>
              <a:off x="533407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0" name="Google Shape;2080;p36"/>
            <p:cNvSpPr/>
            <p:nvPr/>
          </p:nvSpPr>
          <p:spPr>
            <a:xfrm>
              <a:off x="571507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1" name="Google Shape;2081;p36"/>
            <p:cNvSpPr/>
            <p:nvPr/>
          </p:nvSpPr>
          <p:spPr>
            <a:xfrm>
              <a:off x="609608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2" name="Google Shape;2082;p36"/>
            <p:cNvSpPr/>
            <p:nvPr/>
          </p:nvSpPr>
          <p:spPr>
            <a:xfrm>
              <a:off x="647708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3" name="Google Shape;2083;p36"/>
            <p:cNvSpPr/>
            <p:nvPr/>
          </p:nvSpPr>
          <p:spPr>
            <a:xfrm>
              <a:off x="685809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4" name="Google Shape;2084;p36"/>
            <p:cNvSpPr/>
            <p:nvPr/>
          </p:nvSpPr>
          <p:spPr>
            <a:xfrm>
              <a:off x="723909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5" name="Google Shape;2085;p36"/>
            <p:cNvSpPr/>
            <p:nvPr/>
          </p:nvSpPr>
          <p:spPr>
            <a:xfrm>
              <a:off x="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6" name="Google Shape;2086;p36"/>
            <p:cNvSpPr/>
            <p:nvPr/>
          </p:nvSpPr>
          <p:spPr>
            <a:xfrm>
              <a:off x="38100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7" name="Google Shape;2087;p36"/>
            <p:cNvSpPr/>
            <p:nvPr/>
          </p:nvSpPr>
          <p:spPr>
            <a:xfrm>
              <a:off x="76201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8" name="Google Shape;2088;p36"/>
            <p:cNvSpPr/>
            <p:nvPr/>
          </p:nvSpPr>
          <p:spPr>
            <a:xfrm>
              <a:off x="114301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9" name="Google Shape;2089;p36"/>
            <p:cNvSpPr/>
            <p:nvPr/>
          </p:nvSpPr>
          <p:spPr>
            <a:xfrm>
              <a:off x="152402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0" name="Google Shape;2090;p36"/>
            <p:cNvSpPr/>
            <p:nvPr/>
          </p:nvSpPr>
          <p:spPr>
            <a:xfrm>
              <a:off x="190502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1" name="Google Shape;2091;p36"/>
            <p:cNvSpPr/>
            <p:nvPr/>
          </p:nvSpPr>
          <p:spPr>
            <a:xfrm>
              <a:off x="228603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2" name="Google Shape;2092;p36"/>
            <p:cNvSpPr/>
            <p:nvPr/>
          </p:nvSpPr>
          <p:spPr>
            <a:xfrm>
              <a:off x="266703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3" name="Google Shape;2093;p36"/>
            <p:cNvSpPr/>
            <p:nvPr/>
          </p:nvSpPr>
          <p:spPr>
            <a:xfrm>
              <a:off x="304804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4" name="Google Shape;2094;p36"/>
            <p:cNvSpPr/>
            <p:nvPr/>
          </p:nvSpPr>
          <p:spPr>
            <a:xfrm>
              <a:off x="342904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5" name="Google Shape;2095;p36"/>
            <p:cNvSpPr/>
            <p:nvPr/>
          </p:nvSpPr>
          <p:spPr>
            <a:xfrm>
              <a:off x="381005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6" name="Google Shape;2096;p36"/>
            <p:cNvSpPr/>
            <p:nvPr/>
          </p:nvSpPr>
          <p:spPr>
            <a:xfrm>
              <a:off x="419105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7" name="Google Shape;2097;p36"/>
            <p:cNvSpPr/>
            <p:nvPr/>
          </p:nvSpPr>
          <p:spPr>
            <a:xfrm>
              <a:off x="457206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8" name="Google Shape;2098;p36"/>
            <p:cNvSpPr/>
            <p:nvPr/>
          </p:nvSpPr>
          <p:spPr>
            <a:xfrm>
              <a:off x="495306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9" name="Google Shape;2099;p36"/>
            <p:cNvSpPr/>
            <p:nvPr/>
          </p:nvSpPr>
          <p:spPr>
            <a:xfrm>
              <a:off x="533407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0" name="Google Shape;2100;p36"/>
            <p:cNvSpPr/>
            <p:nvPr/>
          </p:nvSpPr>
          <p:spPr>
            <a:xfrm>
              <a:off x="571507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1" name="Google Shape;2101;p36"/>
            <p:cNvSpPr/>
            <p:nvPr/>
          </p:nvSpPr>
          <p:spPr>
            <a:xfrm>
              <a:off x="609608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2" name="Google Shape;2102;p36"/>
            <p:cNvSpPr/>
            <p:nvPr/>
          </p:nvSpPr>
          <p:spPr>
            <a:xfrm>
              <a:off x="647708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3" name="Google Shape;2103;p36"/>
            <p:cNvSpPr/>
            <p:nvPr/>
          </p:nvSpPr>
          <p:spPr>
            <a:xfrm>
              <a:off x="685809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4" name="Google Shape;2104;p36"/>
            <p:cNvSpPr/>
            <p:nvPr/>
          </p:nvSpPr>
          <p:spPr>
            <a:xfrm>
              <a:off x="723909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5" name="Google Shape;2105;p36"/>
            <p:cNvSpPr/>
            <p:nvPr/>
          </p:nvSpPr>
          <p:spPr>
            <a:xfrm>
              <a:off x="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6" name="Google Shape;2106;p36"/>
            <p:cNvSpPr/>
            <p:nvPr/>
          </p:nvSpPr>
          <p:spPr>
            <a:xfrm>
              <a:off x="38100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7" name="Google Shape;2107;p36"/>
            <p:cNvSpPr/>
            <p:nvPr/>
          </p:nvSpPr>
          <p:spPr>
            <a:xfrm>
              <a:off x="76201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8" name="Google Shape;2108;p36"/>
            <p:cNvSpPr/>
            <p:nvPr/>
          </p:nvSpPr>
          <p:spPr>
            <a:xfrm>
              <a:off x="114301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9" name="Google Shape;2109;p36"/>
            <p:cNvSpPr/>
            <p:nvPr/>
          </p:nvSpPr>
          <p:spPr>
            <a:xfrm>
              <a:off x="152402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0" name="Google Shape;2110;p36"/>
            <p:cNvSpPr/>
            <p:nvPr/>
          </p:nvSpPr>
          <p:spPr>
            <a:xfrm>
              <a:off x="190502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1" name="Google Shape;2111;p36"/>
            <p:cNvSpPr/>
            <p:nvPr/>
          </p:nvSpPr>
          <p:spPr>
            <a:xfrm>
              <a:off x="228603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2" name="Google Shape;2112;p36"/>
            <p:cNvSpPr/>
            <p:nvPr/>
          </p:nvSpPr>
          <p:spPr>
            <a:xfrm>
              <a:off x="266703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3" name="Google Shape;2113;p36"/>
            <p:cNvSpPr/>
            <p:nvPr/>
          </p:nvSpPr>
          <p:spPr>
            <a:xfrm>
              <a:off x="304804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4" name="Google Shape;2114;p36"/>
            <p:cNvSpPr/>
            <p:nvPr/>
          </p:nvSpPr>
          <p:spPr>
            <a:xfrm>
              <a:off x="342904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5" name="Google Shape;2115;p36"/>
            <p:cNvSpPr/>
            <p:nvPr/>
          </p:nvSpPr>
          <p:spPr>
            <a:xfrm>
              <a:off x="381005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6" name="Google Shape;2116;p36"/>
            <p:cNvSpPr/>
            <p:nvPr/>
          </p:nvSpPr>
          <p:spPr>
            <a:xfrm>
              <a:off x="419105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7" name="Google Shape;2117;p36"/>
            <p:cNvSpPr/>
            <p:nvPr/>
          </p:nvSpPr>
          <p:spPr>
            <a:xfrm>
              <a:off x="457206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8" name="Google Shape;2118;p36"/>
            <p:cNvSpPr/>
            <p:nvPr/>
          </p:nvSpPr>
          <p:spPr>
            <a:xfrm>
              <a:off x="495306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9" name="Google Shape;2119;p36"/>
            <p:cNvSpPr/>
            <p:nvPr/>
          </p:nvSpPr>
          <p:spPr>
            <a:xfrm>
              <a:off x="533407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0" name="Google Shape;2120;p36"/>
            <p:cNvSpPr/>
            <p:nvPr/>
          </p:nvSpPr>
          <p:spPr>
            <a:xfrm>
              <a:off x="571507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1" name="Google Shape;2121;p36"/>
            <p:cNvSpPr/>
            <p:nvPr/>
          </p:nvSpPr>
          <p:spPr>
            <a:xfrm>
              <a:off x="609608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2" name="Google Shape;2122;p36"/>
            <p:cNvSpPr/>
            <p:nvPr/>
          </p:nvSpPr>
          <p:spPr>
            <a:xfrm>
              <a:off x="647708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3" name="Google Shape;2123;p36"/>
            <p:cNvSpPr/>
            <p:nvPr/>
          </p:nvSpPr>
          <p:spPr>
            <a:xfrm>
              <a:off x="685809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4" name="Google Shape;2124;p36"/>
            <p:cNvSpPr/>
            <p:nvPr/>
          </p:nvSpPr>
          <p:spPr>
            <a:xfrm>
              <a:off x="723909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5" name="Google Shape;2125;p36"/>
            <p:cNvSpPr/>
            <p:nvPr/>
          </p:nvSpPr>
          <p:spPr>
            <a:xfrm>
              <a:off x="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6" name="Google Shape;2126;p36"/>
            <p:cNvSpPr/>
            <p:nvPr/>
          </p:nvSpPr>
          <p:spPr>
            <a:xfrm>
              <a:off x="38100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7" name="Google Shape;2127;p36"/>
            <p:cNvSpPr/>
            <p:nvPr/>
          </p:nvSpPr>
          <p:spPr>
            <a:xfrm>
              <a:off x="76201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8" name="Google Shape;2128;p36"/>
            <p:cNvSpPr/>
            <p:nvPr/>
          </p:nvSpPr>
          <p:spPr>
            <a:xfrm>
              <a:off x="114301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9" name="Google Shape;2129;p36"/>
            <p:cNvSpPr/>
            <p:nvPr/>
          </p:nvSpPr>
          <p:spPr>
            <a:xfrm>
              <a:off x="152402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0" name="Google Shape;2130;p36"/>
            <p:cNvSpPr/>
            <p:nvPr/>
          </p:nvSpPr>
          <p:spPr>
            <a:xfrm>
              <a:off x="190502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1" name="Google Shape;2131;p36"/>
            <p:cNvSpPr/>
            <p:nvPr/>
          </p:nvSpPr>
          <p:spPr>
            <a:xfrm>
              <a:off x="228603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2" name="Google Shape;2132;p36"/>
            <p:cNvSpPr/>
            <p:nvPr/>
          </p:nvSpPr>
          <p:spPr>
            <a:xfrm>
              <a:off x="266703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3" name="Google Shape;2133;p36"/>
            <p:cNvSpPr/>
            <p:nvPr/>
          </p:nvSpPr>
          <p:spPr>
            <a:xfrm>
              <a:off x="304804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4" name="Google Shape;2134;p36"/>
            <p:cNvSpPr/>
            <p:nvPr/>
          </p:nvSpPr>
          <p:spPr>
            <a:xfrm>
              <a:off x="342904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5" name="Google Shape;2135;p36"/>
            <p:cNvSpPr/>
            <p:nvPr/>
          </p:nvSpPr>
          <p:spPr>
            <a:xfrm>
              <a:off x="381005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6" name="Google Shape;2136;p36"/>
            <p:cNvSpPr/>
            <p:nvPr/>
          </p:nvSpPr>
          <p:spPr>
            <a:xfrm>
              <a:off x="419105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7" name="Google Shape;2137;p36"/>
            <p:cNvSpPr/>
            <p:nvPr/>
          </p:nvSpPr>
          <p:spPr>
            <a:xfrm>
              <a:off x="457206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8" name="Google Shape;2138;p36"/>
            <p:cNvSpPr/>
            <p:nvPr/>
          </p:nvSpPr>
          <p:spPr>
            <a:xfrm>
              <a:off x="495306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9" name="Google Shape;2139;p36"/>
            <p:cNvSpPr/>
            <p:nvPr/>
          </p:nvSpPr>
          <p:spPr>
            <a:xfrm>
              <a:off x="533407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0" name="Google Shape;2140;p36"/>
            <p:cNvSpPr/>
            <p:nvPr/>
          </p:nvSpPr>
          <p:spPr>
            <a:xfrm>
              <a:off x="571507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1" name="Google Shape;2141;p36"/>
            <p:cNvSpPr/>
            <p:nvPr/>
          </p:nvSpPr>
          <p:spPr>
            <a:xfrm>
              <a:off x="609608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2" name="Google Shape;2142;p36"/>
            <p:cNvSpPr/>
            <p:nvPr/>
          </p:nvSpPr>
          <p:spPr>
            <a:xfrm>
              <a:off x="647708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3" name="Google Shape;2143;p36"/>
            <p:cNvSpPr/>
            <p:nvPr/>
          </p:nvSpPr>
          <p:spPr>
            <a:xfrm>
              <a:off x="685809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4" name="Google Shape;2144;p36"/>
            <p:cNvSpPr/>
            <p:nvPr/>
          </p:nvSpPr>
          <p:spPr>
            <a:xfrm>
              <a:off x="723909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5" name="Google Shape;2145;p36"/>
            <p:cNvSpPr/>
            <p:nvPr/>
          </p:nvSpPr>
          <p:spPr>
            <a:xfrm>
              <a:off x="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6" name="Google Shape;2146;p36"/>
            <p:cNvSpPr/>
            <p:nvPr/>
          </p:nvSpPr>
          <p:spPr>
            <a:xfrm>
              <a:off x="38100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7" name="Google Shape;2147;p36"/>
            <p:cNvSpPr/>
            <p:nvPr/>
          </p:nvSpPr>
          <p:spPr>
            <a:xfrm>
              <a:off x="76201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8" name="Google Shape;2148;p36"/>
            <p:cNvSpPr/>
            <p:nvPr/>
          </p:nvSpPr>
          <p:spPr>
            <a:xfrm>
              <a:off x="114301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9" name="Google Shape;2149;p36"/>
            <p:cNvSpPr/>
            <p:nvPr/>
          </p:nvSpPr>
          <p:spPr>
            <a:xfrm>
              <a:off x="152402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0" name="Google Shape;2150;p36"/>
            <p:cNvSpPr/>
            <p:nvPr/>
          </p:nvSpPr>
          <p:spPr>
            <a:xfrm>
              <a:off x="190502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1" name="Google Shape;2151;p36"/>
            <p:cNvSpPr/>
            <p:nvPr/>
          </p:nvSpPr>
          <p:spPr>
            <a:xfrm>
              <a:off x="228603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2" name="Google Shape;2152;p36"/>
            <p:cNvSpPr/>
            <p:nvPr/>
          </p:nvSpPr>
          <p:spPr>
            <a:xfrm>
              <a:off x="266703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3" name="Google Shape;2153;p36"/>
            <p:cNvSpPr/>
            <p:nvPr/>
          </p:nvSpPr>
          <p:spPr>
            <a:xfrm>
              <a:off x="304804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4" name="Google Shape;2154;p36"/>
            <p:cNvSpPr/>
            <p:nvPr/>
          </p:nvSpPr>
          <p:spPr>
            <a:xfrm>
              <a:off x="342904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5" name="Google Shape;2155;p36"/>
            <p:cNvSpPr/>
            <p:nvPr/>
          </p:nvSpPr>
          <p:spPr>
            <a:xfrm>
              <a:off x="381005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6" name="Google Shape;2156;p36"/>
            <p:cNvSpPr/>
            <p:nvPr/>
          </p:nvSpPr>
          <p:spPr>
            <a:xfrm>
              <a:off x="419105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7" name="Google Shape;2157;p36"/>
            <p:cNvSpPr/>
            <p:nvPr/>
          </p:nvSpPr>
          <p:spPr>
            <a:xfrm>
              <a:off x="457206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8" name="Google Shape;2158;p36"/>
            <p:cNvSpPr/>
            <p:nvPr/>
          </p:nvSpPr>
          <p:spPr>
            <a:xfrm>
              <a:off x="495306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9" name="Google Shape;2159;p36"/>
            <p:cNvSpPr/>
            <p:nvPr/>
          </p:nvSpPr>
          <p:spPr>
            <a:xfrm>
              <a:off x="533407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0" name="Google Shape;2160;p36"/>
            <p:cNvSpPr/>
            <p:nvPr/>
          </p:nvSpPr>
          <p:spPr>
            <a:xfrm>
              <a:off x="571507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1" name="Google Shape;2161;p36"/>
            <p:cNvSpPr/>
            <p:nvPr/>
          </p:nvSpPr>
          <p:spPr>
            <a:xfrm>
              <a:off x="609608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2" name="Google Shape;2162;p36"/>
            <p:cNvSpPr/>
            <p:nvPr/>
          </p:nvSpPr>
          <p:spPr>
            <a:xfrm>
              <a:off x="647708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3" name="Google Shape;2163;p36"/>
            <p:cNvSpPr/>
            <p:nvPr/>
          </p:nvSpPr>
          <p:spPr>
            <a:xfrm>
              <a:off x="685809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4" name="Google Shape;2164;p36"/>
            <p:cNvSpPr/>
            <p:nvPr/>
          </p:nvSpPr>
          <p:spPr>
            <a:xfrm>
              <a:off x="723909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5" name="Google Shape;2165;p36"/>
            <p:cNvSpPr/>
            <p:nvPr/>
          </p:nvSpPr>
          <p:spPr>
            <a:xfrm>
              <a:off x="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6" name="Google Shape;2166;p36"/>
            <p:cNvSpPr/>
            <p:nvPr/>
          </p:nvSpPr>
          <p:spPr>
            <a:xfrm>
              <a:off x="38100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7" name="Google Shape;2167;p36"/>
            <p:cNvSpPr/>
            <p:nvPr/>
          </p:nvSpPr>
          <p:spPr>
            <a:xfrm>
              <a:off x="76201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8" name="Google Shape;2168;p36"/>
            <p:cNvSpPr/>
            <p:nvPr/>
          </p:nvSpPr>
          <p:spPr>
            <a:xfrm>
              <a:off x="114301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9" name="Google Shape;2169;p36"/>
            <p:cNvSpPr/>
            <p:nvPr/>
          </p:nvSpPr>
          <p:spPr>
            <a:xfrm>
              <a:off x="152402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0" name="Google Shape;2170;p36"/>
            <p:cNvSpPr/>
            <p:nvPr/>
          </p:nvSpPr>
          <p:spPr>
            <a:xfrm>
              <a:off x="190502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1" name="Google Shape;2171;p36"/>
            <p:cNvSpPr/>
            <p:nvPr/>
          </p:nvSpPr>
          <p:spPr>
            <a:xfrm>
              <a:off x="228603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2" name="Google Shape;2172;p36"/>
            <p:cNvSpPr/>
            <p:nvPr/>
          </p:nvSpPr>
          <p:spPr>
            <a:xfrm>
              <a:off x="266703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3" name="Google Shape;2173;p36"/>
            <p:cNvSpPr/>
            <p:nvPr/>
          </p:nvSpPr>
          <p:spPr>
            <a:xfrm>
              <a:off x="304804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4" name="Google Shape;2174;p36"/>
            <p:cNvSpPr/>
            <p:nvPr/>
          </p:nvSpPr>
          <p:spPr>
            <a:xfrm>
              <a:off x="342904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5" name="Google Shape;2175;p36"/>
            <p:cNvSpPr/>
            <p:nvPr/>
          </p:nvSpPr>
          <p:spPr>
            <a:xfrm>
              <a:off x="381005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6" name="Google Shape;2176;p36"/>
            <p:cNvSpPr/>
            <p:nvPr/>
          </p:nvSpPr>
          <p:spPr>
            <a:xfrm>
              <a:off x="419105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7" name="Google Shape;2177;p36"/>
            <p:cNvSpPr/>
            <p:nvPr/>
          </p:nvSpPr>
          <p:spPr>
            <a:xfrm>
              <a:off x="457206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8" name="Google Shape;2178;p36"/>
            <p:cNvSpPr/>
            <p:nvPr/>
          </p:nvSpPr>
          <p:spPr>
            <a:xfrm>
              <a:off x="495306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9" name="Google Shape;2179;p36"/>
            <p:cNvSpPr/>
            <p:nvPr/>
          </p:nvSpPr>
          <p:spPr>
            <a:xfrm>
              <a:off x="533407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0" name="Google Shape;2180;p36"/>
            <p:cNvSpPr/>
            <p:nvPr/>
          </p:nvSpPr>
          <p:spPr>
            <a:xfrm>
              <a:off x="571507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1" name="Google Shape;2181;p36"/>
            <p:cNvSpPr/>
            <p:nvPr/>
          </p:nvSpPr>
          <p:spPr>
            <a:xfrm>
              <a:off x="609608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2" name="Google Shape;2182;p36"/>
            <p:cNvSpPr/>
            <p:nvPr/>
          </p:nvSpPr>
          <p:spPr>
            <a:xfrm>
              <a:off x="647708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3" name="Google Shape;2183;p36"/>
            <p:cNvSpPr/>
            <p:nvPr/>
          </p:nvSpPr>
          <p:spPr>
            <a:xfrm>
              <a:off x="685809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4" name="Google Shape;2184;p36"/>
            <p:cNvSpPr/>
            <p:nvPr/>
          </p:nvSpPr>
          <p:spPr>
            <a:xfrm>
              <a:off x="723909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5" name="Google Shape;2185;p36"/>
            <p:cNvSpPr/>
            <p:nvPr/>
          </p:nvSpPr>
          <p:spPr>
            <a:xfrm>
              <a:off x="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6" name="Google Shape;2186;p36"/>
            <p:cNvSpPr/>
            <p:nvPr/>
          </p:nvSpPr>
          <p:spPr>
            <a:xfrm>
              <a:off x="38100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7" name="Google Shape;2187;p36"/>
            <p:cNvSpPr/>
            <p:nvPr/>
          </p:nvSpPr>
          <p:spPr>
            <a:xfrm>
              <a:off x="76201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8" name="Google Shape;2188;p36"/>
            <p:cNvSpPr/>
            <p:nvPr/>
          </p:nvSpPr>
          <p:spPr>
            <a:xfrm>
              <a:off x="114301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9" name="Google Shape;2189;p36"/>
            <p:cNvSpPr/>
            <p:nvPr/>
          </p:nvSpPr>
          <p:spPr>
            <a:xfrm>
              <a:off x="152402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0" name="Google Shape;2190;p36"/>
            <p:cNvSpPr/>
            <p:nvPr/>
          </p:nvSpPr>
          <p:spPr>
            <a:xfrm>
              <a:off x="190502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1" name="Google Shape;2191;p36"/>
            <p:cNvSpPr/>
            <p:nvPr/>
          </p:nvSpPr>
          <p:spPr>
            <a:xfrm>
              <a:off x="228603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2" name="Google Shape;2192;p36"/>
            <p:cNvSpPr/>
            <p:nvPr/>
          </p:nvSpPr>
          <p:spPr>
            <a:xfrm>
              <a:off x="266703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3" name="Google Shape;2193;p36"/>
            <p:cNvSpPr/>
            <p:nvPr/>
          </p:nvSpPr>
          <p:spPr>
            <a:xfrm>
              <a:off x="304804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4" name="Google Shape;2194;p36"/>
            <p:cNvSpPr/>
            <p:nvPr/>
          </p:nvSpPr>
          <p:spPr>
            <a:xfrm>
              <a:off x="342904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5" name="Google Shape;2195;p36"/>
            <p:cNvSpPr/>
            <p:nvPr/>
          </p:nvSpPr>
          <p:spPr>
            <a:xfrm>
              <a:off x="381005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6" name="Google Shape;2196;p36"/>
            <p:cNvSpPr/>
            <p:nvPr/>
          </p:nvSpPr>
          <p:spPr>
            <a:xfrm>
              <a:off x="419105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7" name="Google Shape;2197;p36"/>
            <p:cNvSpPr/>
            <p:nvPr/>
          </p:nvSpPr>
          <p:spPr>
            <a:xfrm>
              <a:off x="457206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8" name="Google Shape;2198;p36"/>
            <p:cNvSpPr/>
            <p:nvPr/>
          </p:nvSpPr>
          <p:spPr>
            <a:xfrm>
              <a:off x="495306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9" name="Google Shape;2199;p36"/>
            <p:cNvSpPr/>
            <p:nvPr/>
          </p:nvSpPr>
          <p:spPr>
            <a:xfrm>
              <a:off x="533407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0" name="Google Shape;2200;p36"/>
            <p:cNvSpPr/>
            <p:nvPr/>
          </p:nvSpPr>
          <p:spPr>
            <a:xfrm>
              <a:off x="571507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1" name="Google Shape;2201;p36"/>
            <p:cNvSpPr/>
            <p:nvPr/>
          </p:nvSpPr>
          <p:spPr>
            <a:xfrm>
              <a:off x="609608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2" name="Google Shape;2202;p36"/>
            <p:cNvSpPr/>
            <p:nvPr/>
          </p:nvSpPr>
          <p:spPr>
            <a:xfrm>
              <a:off x="647708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3" name="Google Shape;2203;p36"/>
            <p:cNvSpPr/>
            <p:nvPr/>
          </p:nvSpPr>
          <p:spPr>
            <a:xfrm>
              <a:off x="685809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4" name="Google Shape;2204;p36"/>
            <p:cNvSpPr/>
            <p:nvPr/>
          </p:nvSpPr>
          <p:spPr>
            <a:xfrm>
              <a:off x="723909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5" name="Google Shape;2205;p36"/>
            <p:cNvSpPr/>
            <p:nvPr/>
          </p:nvSpPr>
          <p:spPr>
            <a:xfrm>
              <a:off x="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6" name="Google Shape;2206;p36"/>
            <p:cNvSpPr/>
            <p:nvPr/>
          </p:nvSpPr>
          <p:spPr>
            <a:xfrm>
              <a:off x="38100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7" name="Google Shape;2207;p36"/>
            <p:cNvSpPr/>
            <p:nvPr/>
          </p:nvSpPr>
          <p:spPr>
            <a:xfrm>
              <a:off x="76201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8" name="Google Shape;2208;p36"/>
            <p:cNvSpPr/>
            <p:nvPr/>
          </p:nvSpPr>
          <p:spPr>
            <a:xfrm>
              <a:off x="114301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9" name="Google Shape;2209;p36"/>
            <p:cNvSpPr/>
            <p:nvPr/>
          </p:nvSpPr>
          <p:spPr>
            <a:xfrm>
              <a:off x="152402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0" name="Google Shape;2210;p36"/>
            <p:cNvSpPr/>
            <p:nvPr/>
          </p:nvSpPr>
          <p:spPr>
            <a:xfrm>
              <a:off x="190502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1" name="Google Shape;2211;p36"/>
            <p:cNvSpPr/>
            <p:nvPr/>
          </p:nvSpPr>
          <p:spPr>
            <a:xfrm>
              <a:off x="228603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2" name="Google Shape;2212;p36"/>
            <p:cNvSpPr/>
            <p:nvPr/>
          </p:nvSpPr>
          <p:spPr>
            <a:xfrm>
              <a:off x="266703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3" name="Google Shape;2213;p36"/>
            <p:cNvSpPr/>
            <p:nvPr/>
          </p:nvSpPr>
          <p:spPr>
            <a:xfrm>
              <a:off x="304804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4" name="Google Shape;2214;p36"/>
            <p:cNvSpPr/>
            <p:nvPr/>
          </p:nvSpPr>
          <p:spPr>
            <a:xfrm>
              <a:off x="342904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5" name="Google Shape;2215;p36"/>
            <p:cNvSpPr/>
            <p:nvPr/>
          </p:nvSpPr>
          <p:spPr>
            <a:xfrm>
              <a:off x="381005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6" name="Google Shape;2216;p36"/>
            <p:cNvSpPr/>
            <p:nvPr/>
          </p:nvSpPr>
          <p:spPr>
            <a:xfrm>
              <a:off x="419105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7" name="Google Shape;2217;p36"/>
            <p:cNvSpPr/>
            <p:nvPr/>
          </p:nvSpPr>
          <p:spPr>
            <a:xfrm>
              <a:off x="457206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8" name="Google Shape;2218;p36"/>
            <p:cNvSpPr/>
            <p:nvPr/>
          </p:nvSpPr>
          <p:spPr>
            <a:xfrm>
              <a:off x="495306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9" name="Google Shape;2219;p36"/>
            <p:cNvSpPr/>
            <p:nvPr/>
          </p:nvSpPr>
          <p:spPr>
            <a:xfrm>
              <a:off x="533407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0" name="Google Shape;2220;p36"/>
            <p:cNvSpPr/>
            <p:nvPr/>
          </p:nvSpPr>
          <p:spPr>
            <a:xfrm>
              <a:off x="571507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1" name="Google Shape;2221;p36"/>
            <p:cNvSpPr/>
            <p:nvPr/>
          </p:nvSpPr>
          <p:spPr>
            <a:xfrm>
              <a:off x="609608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2" name="Google Shape;2222;p36"/>
            <p:cNvSpPr/>
            <p:nvPr/>
          </p:nvSpPr>
          <p:spPr>
            <a:xfrm>
              <a:off x="647708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3" name="Google Shape;2223;p36"/>
            <p:cNvSpPr/>
            <p:nvPr/>
          </p:nvSpPr>
          <p:spPr>
            <a:xfrm>
              <a:off x="685809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4" name="Google Shape;2224;p36"/>
            <p:cNvSpPr/>
            <p:nvPr/>
          </p:nvSpPr>
          <p:spPr>
            <a:xfrm>
              <a:off x="723909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5" name="Google Shape;2225;p36"/>
            <p:cNvSpPr/>
            <p:nvPr/>
          </p:nvSpPr>
          <p:spPr>
            <a:xfrm>
              <a:off x="7620110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6" name="Google Shape;2226;p36"/>
            <p:cNvSpPr/>
            <p:nvPr/>
          </p:nvSpPr>
          <p:spPr>
            <a:xfrm>
              <a:off x="8001115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7" name="Google Shape;2227;p36"/>
            <p:cNvSpPr/>
            <p:nvPr/>
          </p:nvSpPr>
          <p:spPr>
            <a:xfrm>
              <a:off x="8382120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8" name="Google Shape;2228;p36"/>
            <p:cNvSpPr/>
            <p:nvPr/>
          </p:nvSpPr>
          <p:spPr>
            <a:xfrm>
              <a:off x="8763125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9" name="Google Shape;2229;p36"/>
            <p:cNvSpPr/>
            <p:nvPr/>
          </p:nvSpPr>
          <p:spPr>
            <a:xfrm>
              <a:off x="7620110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0" name="Google Shape;2230;p36"/>
            <p:cNvSpPr/>
            <p:nvPr/>
          </p:nvSpPr>
          <p:spPr>
            <a:xfrm>
              <a:off x="8001115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1" name="Google Shape;2231;p36"/>
            <p:cNvSpPr/>
            <p:nvPr/>
          </p:nvSpPr>
          <p:spPr>
            <a:xfrm>
              <a:off x="8382120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2" name="Google Shape;2232;p36"/>
            <p:cNvSpPr/>
            <p:nvPr/>
          </p:nvSpPr>
          <p:spPr>
            <a:xfrm>
              <a:off x="8763125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3" name="Google Shape;2233;p36"/>
            <p:cNvSpPr/>
            <p:nvPr/>
          </p:nvSpPr>
          <p:spPr>
            <a:xfrm>
              <a:off x="7620110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4" name="Google Shape;2234;p36"/>
            <p:cNvSpPr/>
            <p:nvPr/>
          </p:nvSpPr>
          <p:spPr>
            <a:xfrm>
              <a:off x="8001115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5" name="Google Shape;2235;p36"/>
            <p:cNvSpPr/>
            <p:nvPr/>
          </p:nvSpPr>
          <p:spPr>
            <a:xfrm>
              <a:off x="8382120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6" name="Google Shape;2236;p36"/>
            <p:cNvSpPr/>
            <p:nvPr/>
          </p:nvSpPr>
          <p:spPr>
            <a:xfrm>
              <a:off x="8763125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7" name="Google Shape;2237;p36"/>
            <p:cNvSpPr/>
            <p:nvPr/>
          </p:nvSpPr>
          <p:spPr>
            <a:xfrm>
              <a:off x="7620110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8" name="Google Shape;2238;p36"/>
            <p:cNvSpPr/>
            <p:nvPr/>
          </p:nvSpPr>
          <p:spPr>
            <a:xfrm>
              <a:off x="8001115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9" name="Google Shape;2239;p36"/>
            <p:cNvSpPr/>
            <p:nvPr/>
          </p:nvSpPr>
          <p:spPr>
            <a:xfrm>
              <a:off x="8382120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0" name="Google Shape;2240;p36"/>
            <p:cNvSpPr/>
            <p:nvPr/>
          </p:nvSpPr>
          <p:spPr>
            <a:xfrm>
              <a:off x="8763125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1" name="Google Shape;2241;p36"/>
            <p:cNvSpPr/>
            <p:nvPr/>
          </p:nvSpPr>
          <p:spPr>
            <a:xfrm>
              <a:off x="7620110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2" name="Google Shape;2242;p36"/>
            <p:cNvSpPr/>
            <p:nvPr/>
          </p:nvSpPr>
          <p:spPr>
            <a:xfrm>
              <a:off x="8001115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3" name="Google Shape;2243;p36"/>
            <p:cNvSpPr/>
            <p:nvPr/>
          </p:nvSpPr>
          <p:spPr>
            <a:xfrm>
              <a:off x="8382120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4" name="Google Shape;2244;p36"/>
            <p:cNvSpPr/>
            <p:nvPr/>
          </p:nvSpPr>
          <p:spPr>
            <a:xfrm>
              <a:off x="8763125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5" name="Google Shape;2245;p36"/>
            <p:cNvSpPr/>
            <p:nvPr/>
          </p:nvSpPr>
          <p:spPr>
            <a:xfrm>
              <a:off x="7620110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6" name="Google Shape;2246;p36"/>
            <p:cNvSpPr/>
            <p:nvPr/>
          </p:nvSpPr>
          <p:spPr>
            <a:xfrm>
              <a:off x="8001115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7" name="Google Shape;2247;p36"/>
            <p:cNvSpPr/>
            <p:nvPr/>
          </p:nvSpPr>
          <p:spPr>
            <a:xfrm>
              <a:off x="8382120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8" name="Google Shape;2248;p36"/>
            <p:cNvSpPr/>
            <p:nvPr/>
          </p:nvSpPr>
          <p:spPr>
            <a:xfrm>
              <a:off x="8763125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9" name="Google Shape;2249;p36"/>
            <p:cNvSpPr/>
            <p:nvPr/>
          </p:nvSpPr>
          <p:spPr>
            <a:xfrm>
              <a:off x="7620110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0" name="Google Shape;2250;p36"/>
            <p:cNvSpPr/>
            <p:nvPr/>
          </p:nvSpPr>
          <p:spPr>
            <a:xfrm>
              <a:off x="8001115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1" name="Google Shape;2251;p36"/>
            <p:cNvSpPr/>
            <p:nvPr/>
          </p:nvSpPr>
          <p:spPr>
            <a:xfrm>
              <a:off x="8382120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2" name="Google Shape;2252;p36"/>
            <p:cNvSpPr/>
            <p:nvPr/>
          </p:nvSpPr>
          <p:spPr>
            <a:xfrm>
              <a:off x="8763125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3" name="Google Shape;2253;p36"/>
            <p:cNvSpPr/>
            <p:nvPr/>
          </p:nvSpPr>
          <p:spPr>
            <a:xfrm>
              <a:off x="7620110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4" name="Google Shape;2254;p36"/>
            <p:cNvSpPr/>
            <p:nvPr/>
          </p:nvSpPr>
          <p:spPr>
            <a:xfrm>
              <a:off x="8001115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5" name="Google Shape;2255;p36"/>
            <p:cNvSpPr/>
            <p:nvPr/>
          </p:nvSpPr>
          <p:spPr>
            <a:xfrm>
              <a:off x="8382120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6" name="Google Shape;2256;p36"/>
            <p:cNvSpPr/>
            <p:nvPr/>
          </p:nvSpPr>
          <p:spPr>
            <a:xfrm>
              <a:off x="8763125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7" name="Google Shape;2257;p36"/>
            <p:cNvSpPr/>
            <p:nvPr/>
          </p:nvSpPr>
          <p:spPr>
            <a:xfrm>
              <a:off x="7620110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8" name="Google Shape;2258;p36"/>
            <p:cNvSpPr/>
            <p:nvPr/>
          </p:nvSpPr>
          <p:spPr>
            <a:xfrm>
              <a:off x="8001115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9" name="Google Shape;2259;p36"/>
            <p:cNvSpPr/>
            <p:nvPr/>
          </p:nvSpPr>
          <p:spPr>
            <a:xfrm>
              <a:off x="8382120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0" name="Google Shape;2260;p36"/>
            <p:cNvSpPr/>
            <p:nvPr/>
          </p:nvSpPr>
          <p:spPr>
            <a:xfrm>
              <a:off x="8763125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1" name="Google Shape;2261;p36"/>
            <p:cNvSpPr/>
            <p:nvPr/>
          </p:nvSpPr>
          <p:spPr>
            <a:xfrm>
              <a:off x="7620110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2" name="Google Shape;2262;p36"/>
            <p:cNvSpPr/>
            <p:nvPr/>
          </p:nvSpPr>
          <p:spPr>
            <a:xfrm>
              <a:off x="8001115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3" name="Google Shape;2263;p36"/>
            <p:cNvSpPr/>
            <p:nvPr/>
          </p:nvSpPr>
          <p:spPr>
            <a:xfrm>
              <a:off x="8382120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4" name="Google Shape;2264;p36"/>
            <p:cNvSpPr/>
            <p:nvPr/>
          </p:nvSpPr>
          <p:spPr>
            <a:xfrm>
              <a:off x="8763125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5" name="Google Shape;2265;p36"/>
            <p:cNvSpPr/>
            <p:nvPr/>
          </p:nvSpPr>
          <p:spPr>
            <a:xfrm>
              <a:off x="7620110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6" name="Google Shape;2266;p36"/>
            <p:cNvSpPr/>
            <p:nvPr/>
          </p:nvSpPr>
          <p:spPr>
            <a:xfrm>
              <a:off x="8001115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7" name="Google Shape;2267;p36"/>
            <p:cNvSpPr/>
            <p:nvPr/>
          </p:nvSpPr>
          <p:spPr>
            <a:xfrm>
              <a:off x="8382120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8" name="Google Shape;2268;p36"/>
            <p:cNvSpPr/>
            <p:nvPr/>
          </p:nvSpPr>
          <p:spPr>
            <a:xfrm>
              <a:off x="8763125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9" name="Google Shape;2269;p36"/>
            <p:cNvSpPr/>
            <p:nvPr/>
          </p:nvSpPr>
          <p:spPr>
            <a:xfrm>
              <a:off x="7620110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0" name="Google Shape;2270;p36"/>
            <p:cNvSpPr/>
            <p:nvPr/>
          </p:nvSpPr>
          <p:spPr>
            <a:xfrm>
              <a:off x="8001115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1" name="Google Shape;2271;p36"/>
            <p:cNvSpPr/>
            <p:nvPr/>
          </p:nvSpPr>
          <p:spPr>
            <a:xfrm>
              <a:off x="8382120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2" name="Google Shape;2272;p36"/>
            <p:cNvSpPr/>
            <p:nvPr/>
          </p:nvSpPr>
          <p:spPr>
            <a:xfrm>
              <a:off x="8763125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3" name="Google Shape;2273;p36"/>
            <p:cNvSpPr/>
            <p:nvPr/>
          </p:nvSpPr>
          <p:spPr>
            <a:xfrm>
              <a:off x="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4" name="Google Shape;2274;p36"/>
            <p:cNvSpPr/>
            <p:nvPr/>
          </p:nvSpPr>
          <p:spPr>
            <a:xfrm>
              <a:off x="38100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5" name="Google Shape;2275;p36"/>
            <p:cNvSpPr/>
            <p:nvPr/>
          </p:nvSpPr>
          <p:spPr>
            <a:xfrm>
              <a:off x="76201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6" name="Google Shape;2276;p36"/>
            <p:cNvSpPr/>
            <p:nvPr/>
          </p:nvSpPr>
          <p:spPr>
            <a:xfrm>
              <a:off x="114301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7" name="Google Shape;2277;p36"/>
            <p:cNvSpPr/>
            <p:nvPr/>
          </p:nvSpPr>
          <p:spPr>
            <a:xfrm>
              <a:off x="152402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8" name="Google Shape;2278;p36"/>
            <p:cNvSpPr/>
            <p:nvPr/>
          </p:nvSpPr>
          <p:spPr>
            <a:xfrm>
              <a:off x="190502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9" name="Google Shape;2279;p36"/>
            <p:cNvSpPr/>
            <p:nvPr/>
          </p:nvSpPr>
          <p:spPr>
            <a:xfrm>
              <a:off x="228603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0" name="Google Shape;2280;p36"/>
            <p:cNvSpPr/>
            <p:nvPr/>
          </p:nvSpPr>
          <p:spPr>
            <a:xfrm>
              <a:off x="266703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1" name="Google Shape;2281;p36"/>
            <p:cNvSpPr/>
            <p:nvPr/>
          </p:nvSpPr>
          <p:spPr>
            <a:xfrm>
              <a:off x="304804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2" name="Google Shape;2282;p36"/>
            <p:cNvSpPr/>
            <p:nvPr/>
          </p:nvSpPr>
          <p:spPr>
            <a:xfrm>
              <a:off x="342904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3" name="Google Shape;2283;p36"/>
            <p:cNvSpPr/>
            <p:nvPr/>
          </p:nvSpPr>
          <p:spPr>
            <a:xfrm>
              <a:off x="381005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4" name="Google Shape;2284;p36"/>
            <p:cNvSpPr/>
            <p:nvPr/>
          </p:nvSpPr>
          <p:spPr>
            <a:xfrm>
              <a:off x="419105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5" name="Google Shape;2285;p36"/>
            <p:cNvSpPr/>
            <p:nvPr/>
          </p:nvSpPr>
          <p:spPr>
            <a:xfrm>
              <a:off x="457206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6" name="Google Shape;2286;p36"/>
            <p:cNvSpPr/>
            <p:nvPr/>
          </p:nvSpPr>
          <p:spPr>
            <a:xfrm>
              <a:off x="495306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7" name="Google Shape;2287;p36"/>
            <p:cNvSpPr/>
            <p:nvPr/>
          </p:nvSpPr>
          <p:spPr>
            <a:xfrm>
              <a:off x="533407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8" name="Google Shape;2288;p36"/>
            <p:cNvSpPr/>
            <p:nvPr/>
          </p:nvSpPr>
          <p:spPr>
            <a:xfrm>
              <a:off x="571507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9" name="Google Shape;2289;p36"/>
            <p:cNvSpPr/>
            <p:nvPr/>
          </p:nvSpPr>
          <p:spPr>
            <a:xfrm>
              <a:off x="609608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0" name="Google Shape;2290;p36"/>
            <p:cNvSpPr/>
            <p:nvPr/>
          </p:nvSpPr>
          <p:spPr>
            <a:xfrm>
              <a:off x="647708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1" name="Google Shape;2291;p36"/>
            <p:cNvSpPr/>
            <p:nvPr/>
          </p:nvSpPr>
          <p:spPr>
            <a:xfrm>
              <a:off x="685809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2" name="Google Shape;2292;p36"/>
            <p:cNvSpPr/>
            <p:nvPr/>
          </p:nvSpPr>
          <p:spPr>
            <a:xfrm>
              <a:off x="723909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3" name="Google Shape;2293;p36"/>
            <p:cNvSpPr/>
            <p:nvPr/>
          </p:nvSpPr>
          <p:spPr>
            <a:xfrm>
              <a:off x="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4" name="Google Shape;2294;p36"/>
            <p:cNvSpPr/>
            <p:nvPr/>
          </p:nvSpPr>
          <p:spPr>
            <a:xfrm>
              <a:off x="38100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5" name="Google Shape;2295;p36"/>
            <p:cNvSpPr/>
            <p:nvPr/>
          </p:nvSpPr>
          <p:spPr>
            <a:xfrm>
              <a:off x="76201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6" name="Google Shape;2296;p36"/>
            <p:cNvSpPr/>
            <p:nvPr/>
          </p:nvSpPr>
          <p:spPr>
            <a:xfrm>
              <a:off x="114301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7" name="Google Shape;2297;p36"/>
            <p:cNvSpPr/>
            <p:nvPr/>
          </p:nvSpPr>
          <p:spPr>
            <a:xfrm>
              <a:off x="152402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8" name="Google Shape;2298;p36"/>
            <p:cNvSpPr/>
            <p:nvPr/>
          </p:nvSpPr>
          <p:spPr>
            <a:xfrm>
              <a:off x="190502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9" name="Google Shape;2299;p36"/>
            <p:cNvSpPr/>
            <p:nvPr/>
          </p:nvSpPr>
          <p:spPr>
            <a:xfrm>
              <a:off x="228603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0" name="Google Shape;2300;p36"/>
            <p:cNvSpPr/>
            <p:nvPr/>
          </p:nvSpPr>
          <p:spPr>
            <a:xfrm>
              <a:off x="266703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1" name="Google Shape;2301;p36"/>
            <p:cNvSpPr/>
            <p:nvPr/>
          </p:nvSpPr>
          <p:spPr>
            <a:xfrm>
              <a:off x="304804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2" name="Google Shape;2302;p36"/>
            <p:cNvSpPr/>
            <p:nvPr/>
          </p:nvSpPr>
          <p:spPr>
            <a:xfrm>
              <a:off x="342904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3" name="Google Shape;2303;p36"/>
            <p:cNvSpPr/>
            <p:nvPr/>
          </p:nvSpPr>
          <p:spPr>
            <a:xfrm>
              <a:off x="381005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4" name="Google Shape;2304;p36"/>
            <p:cNvSpPr/>
            <p:nvPr/>
          </p:nvSpPr>
          <p:spPr>
            <a:xfrm>
              <a:off x="419105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5" name="Google Shape;2305;p36"/>
            <p:cNvSpPr/>
            <p:nvPr/>
          </p:nvSpPr>
          <p:spPr>
            <a:xfrm>
              <a:off x="457206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6" name="Google Shape;2306;p36"/>
            <p:cNvSpPr/>
            <p:nvPr/>
          </p:nvSpPr>
          <p:spPr>
            <a:xfrm>
              <a:off x="495306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7" name="Google Shape;2307;p36"/>
            <p:cNvSpPr/>
            <p:nvPr/>
          </p:nvSpPr>
          <p:spPr>
            <a:xfrm>
              <a:off x="533407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8" name="Google Shape;2308;p36"/>
            <p:cNvSpPr/>
            <p:nvPr/>
          </p:nvSpPr>
          <p:spPr>
            <a:xfrm>
              <a:off x="571507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9" name="Google Shape;2309;p36"/>
            <p:cNvSpPr/>
            <p:nvPr/>
          </p:nvSpPr>
          <p:spPr>
            <a:xfrm>
              <a:off x="609608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0" name="Google Shape;2310;p36"/>
            <p:cNvSpPr/>
            <p:nvPr/>
          </p:nvSpPr>
          <p:spPr>
            <a:xfrm>
              <a:off x="647708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1" name="Google Shape;2311;p36"/>
            <p:cNvSpPr/>
            <p:nvPr/>
          </p:nvSpPr>
          <p:spPr>
            <a:xfrm>
              <a:off x="685809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2" name="Google Shape;2312;p36"/>
            <p:cNvSpPr/>
            <p:nvPr/>
          </p:nvSpPr>
          <p:spPr>
            <a:xfrm>
              <a:off x="723909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3" name="Google Shape;2313;p36"/>
            <p:cNvSpPr/>
            <p:nvPr/>
          </p:nvSpPr>
          <p:spPr>
            <a:xfrm>
              <a:off x="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4" name="Google Shape;2314;p36"/>
            <p:cNvSpPr/>
            <p:nvPr/>
          </p:nvSpPr>
          <p:spPr>
            <a:xfrm>
              <a:off x="38100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5" name="Google Shape;2315;p36"/>
            <p:cNvSpPr/>
            <p:nvPr/>
          </p:nvSpPr>
          <p:spPr>
            <a:xfrm>
              <a:off x="76201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6" name="Google Shape;2316;p36"/>
            <p:cNvSpPr/>
            <p:nvPr/>
          </p:nvSpPr>
          <p:spPr>
            <a:xfrm>
              <a:off x="114301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7" name="Google Shape;2317;p36"/>
            <p:cNvSpPr/>
            <p:nvPr/>
          </p:nvSpPr>
          <p:spPr>
            <a:xfrm>
              <a:off x="152402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8" name="Google Shape;2318;p36"/>
            <p:cNvSpPr/>
            <p:nvPr/>
          </p:nvSpPr>
          <p:spPr>
            <a:xfrm>
              <a:off x="190502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9" name="Google Shape;2319;p36"/>
            <p:cNvSpPr/>
            <p:nvPr/>
          </p:nvSpPr>
          <p:spPr>
            <a:xfrm>
              <a:off x="228603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0" name="Google Shape;2320;p36"/>
            <p:cNvSpPr/>
            <p:nvPr/>
          </p:nvSpPr>
          <p:spPr>
            <a:xfrm>
              <a:off x="266703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1" name="Google Shape;2321;p36"/>
            <p:cNvSpPr/>
            <p:nvPr/>
          </p:nvSpPr>
          <p:spPr>
            <a:xfrm>
              <a:off x="304804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2" name="Google Shape;2322;p36"/>
            <p:cNvSpPr/>
            <p:nvPr/>
          </p:nvSpPr>
          <p:spPr>
            <a:xfrm>
              <a:off x="342904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3" name="Google Shape;2323;p36"/>
            <p:cNvSpPr/>
            <p:nvPr/>
          </p:nvSpPr>
          <p:spPr>
            <a:xfrm>
              <a:off x="381005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4" name="Google Shape;2324;p36"/>
            <p:cNvSpPr/>
            <p:nvPr/>
          </p:nvSpPr>
          <p:spPr>
            <a:xfrm>
              <a:off x="419105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5" name="Google Shape;2325;p36"/>
            <p:cNvSpPr/>
            <p:nvPr/>
          </p:nvSpPr>
          <p:spPr>
            <a:xfrm>
              <a:off x="457206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6" name="Google Shape;2326;p36"/>
            <p:cNvSpPr/>
            <p:nvPr/>
          </p:nvSpPr>
          <p:spPr>
            <a:xfrm>
              <a:off x="495306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7" name="Google Shape;2327;p36"/>
            <p:cNvSpPr/>
            <p:nvPr/>
          </p:nvSpPr>
          <p:spPr>
            <a:xfrm>
              <a:off x="533407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8" name="Google Shape;2328;p36"/>
            <p:cNvSpPr/>
            <p:nvPr/>
          </p:nvSpPr>
          <p:spPr>
            <a:xfrm>
              <a:off x="571507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9" name="Google Shape;2329;p36"/>
            <p:cNvSpPr/>
            <p:nvPr/>
          </p:nvSpPr>
          <p:spPr>
            <a:xfrm>
              <a:off x="609608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0" name="Google Shape;2330;p36"/>
            <p:cNvSpPr/>
            <p:nvPr/>
          </p:nvSpPr>
          <p:spPr>
            <a:xfrm>
              <a:off x="647708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1" name="Google Shape;2331;p36"/>
            <p:cNvSpPr/>
            <p:nvPr/>
          </p:nvSpPr>
          <p:spPr>
            <a:xfrm>
              <a:off x="685809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2" name="Google Shape;2332;p36"/>
            <p:cNvSpPr/>
            <p:nvPr/>
          </p:nvSpPr>
          <p:spPr>
            <a:xfrm>
              <a:off x="723909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3" name="Google Shape;2333;p36"/>
            <p:cNvSpPr/>
            <p:nvPr/>
          </p:nvSpPr>
          <p:spPr>
            <a:xfrm>
              <a:off x="7620110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4" name="Google Shape;2334;p36"/>
            <p:cNvSpPr/>
            <p:nvPr/>
          </p:nvSpPr>
          <p:spPr>
            <a:xfrm>
              <a:off x="8001115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5" name="Google Shape;2335;p36"/>
            <p:cNvSpPr/>
            <p:nvPr/>
          </p:nvSpPr>
          <p:spPr>
            <a:xfrm>
              <a:off x="8382120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6" name="Google Shape;2336;p36"/>
            <p:cNvSpPr/>
            <p:nvPr/>
          </p:nvSpPr>
          <p:spPr>
            <a:xfrm>
              <a:off x="8763125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7" name="Google Shape;2337;p36"/>
            <p:cNvSpPr/>
            <p:nvPr/>
          </p:nvSpPr>
          <p:spPr>
            <a:xfrm>
              <a:off x="7620110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8" name="Google Shape;2338;p36"/>
            <p:cNvSpPr/>
            <p:nvPr/>
          </p:nvSpPr>
          <p:spPr>
            <a:xfrm>
              <a:off x="8001115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9" name="Google Shape;2339;p36"/>
            <p:cNvSpPr/>
            <p:nvPr/>
          </p:nvSpPr>
          <p:spPr>
            <a:xfrm>
              <a:off x="8382120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0" name="Google Shape;2340;p36"/>
            <p:cNvSpPr/>
            <p:nvPr/>
          </p:nvSpPr>
          <p:spPr>
            <a:xfrm>
              <a:off x="8763125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1" name="Google Shape;2341;p36"/>
            <p:cNvSpPr/>
            <p:nvPr/>
          </p:nvSpPr>
          <p:spPr>
            <a:xfrm>
              <a:off x="7620110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2" name="Google Shape;2342;p36"/>
            <p:cNvSpPr/>
            <p:nvPr/>
          </p:nvSpPr>
          <p:spPr>
            <a:xfrm>
              <a:off x="8001115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3" name="Google Shape;2343;p36"/>
            <p:cNvSpPr/>
            <p:nvPr/>
          </p:nvSpPr>
          <p:spPr>
            <a:xfrm>
              <a:off x="8382120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4" name="Google Shape;2344;p36"/>
            <p:cNvSpPr/>
            <p:nvPr/>
          </p:nvSpPr>
          <p:spPr>
            <a:xfrm>
              <a:off x="8763125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45" name="Google Shape;2345;p36"/>
          <p:cNvSpPr/>
          <p:nvPr/>
        </p:nvSpPr>
        <p:spPr>
          <a:xfrm flipH="1">
            <a:off x="0" y="0"/>
            <a:ext cx="9144000" cy="5143500"/>
          </a:xfrm>
          <a:prstGeom prst="rtTriangle">
            <a:avLst/>
          </a:prstGeom>
          <a:solidFill>
            <a:srgbClr val="005051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46" name="Google Shape;2346;p36"/>
          <p:cNvGrpSpPr/>
          <p:nvPr/>
        </p:nvGrpSpPr>
        <p:grpSpPr>
          <a:xfrm>
            <a:off x="553048" y="535000"/>
            <a:ext cx="8105852" cy="4302000"/>
            <a:chOff x="553048" y="535000"/>
            <a:chExt cx="8105852" cy="4302000"/>
          </a:xfrm>
        </p:grpSpPr>
        <p:sp>
          <p:nvSpPr>
            <p:cNvPr id="2347" name="Google Shape;2347;p36"/>
            <p:cNvSpPr/>
            <p:nvPr/>
          </p:nvSpPr>
          <p:spPr>
            <a:xfrm>
              <a:off x="942300" y="763600"/>
              <a:ext cx="7716600" cy="4073400"/>
            </a:xfrm>
            <a:prstGeom prst="roundRect">
              <a:avLst>
                <a:gd fmla="val 2480" name="adj"/>
              </a:avLst>
            </a:prstGeom>
            <a:solidFill>
              <a:srgbClr val="222828">
                <a:alpha val="2039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8" name="Google Shape;2348;p36"/>
            <p:cNvSpPr/>
            <p:nvPr/>
          </p:nvSpPr>
          <p:spPr>
            <a:xfrm>
              <a:off x="712275" y="535000"/>
              <a:ext cx="7716600" cy="4073400"/>
            </a:xfrm>
            <a:prstGeom prst="roundRect">
              <a:avLst>
                <a:gd fmla="val 248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9" name="Google Shape;2349;p36"/>
            <p:cNvSpPr/>
            <p:nvPr/>
          </p:nvSpPr>
          <p:spPr>
            <a:xfrm>
              <a:off x="848698" y="898261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5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5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0" name="Google Shape;2350;p36"/>
            <p:cNvSpPr/>
            <p:nvPr/>
          </p:nvSpPr>
          <p:spPr>
            <a:xfrm>
              <a:off x="553048" y="931482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19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8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7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1" name="Google Shape;2351;p36"/>
            <p:cNvSpPr/>
            <p:nvPr/>
          </p:nvSpPr>
          <p:spPr>
            <a:xfrm>
              <a:off x="848698" y="1332681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8"/>
                    <a:pt x="0" y="7608"/>
                  </a:cubicBezTo>
                  <a:cubicBezTo>
                    <a:pt x="0" y="11808"/>
                    <a:pt x="3404" y="15212"/>
                    <a:pt x="7604" y="15212"/>
                  </a:cubicBezTo>
                  <a:cubicBezTo>
                    <a:pt x="11804" y="15212"/>
                    <a:pt x="15209" y="11808"/>
                    <a:pt x="15209" y="7608"/>
                  </a:cubicBezTo>
                  <a:cubicBezTo>
                    <a:pt x="15209" y="3408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2" name="Google Shape;2352;p36"/>
            <p:cNvSpPr/>
            <p:nvPr/>
          </p:nvSpPr>
          <p:spPr>
            <a:xfrm>
              <a:off x="553048" y="1365902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71"/>
                    <a:pt x="0" y="1497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9"/>
                  </a:lnTo>
                  <a:cubicBezTo>
                    <a:pt x="23340" y="7948"/>
                    <a:pt x="21591" y="9042"/>
                    <a:pt x="19596" y="9042"/>
                  </a:cubicBezTo>
                  <a:lnTo>
                    <a:pt x="1493" y="9042"/>
                  </a:lnTo>
                  <a:cubicBezTo>
                    <a:pt x="671" y="9042"/>
                    <a:pt x="0" y="9709"/>
                    <a:pt x="0" y="10535"/>
                  </a:cubicBezTo>
                  <a:cubicBezTo>
                    <a:pt x="0" y="11361"/>
                    <a:pt x="671" y="12028"/>
                    <a:pt x="1493" y="12028"/>
                  </a:cubicBezTo>
                  <a:lnTo>
                    <a:pt x="19596" y="12028"/>
                  </a:lnTo>
                  <a:cubicBezTo>
                    <a:pt x="23370" y="12028"/>
                    <a:pt x="26327" y="9688"/>
                    <a:pt x="26327" y="6699"/>
                  </a:cubicBezTo>
                  <a:lnTo>
                    <a:pt x="26327" y="5330"/>
                  </a:lnTo>
                  <a:cubicBezTo>
                    <a:pt x="26327" y="2344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3" name="Google Shape;2353;p36"/>
            <p:cNvSpPr/>
            <p:nvPr/>
          </p:nvSpPr>
          <p:spPr>
            <a:xfrm>
              <a:off x="848698" y="1767184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4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4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4" name="Google Shape;2354;p36"/>
            <p:cNvSpPr/>
            <p:nvPr/>
          </p:nvSpPr>
          <p:spPr>
            <a:xfrm>
              <a:off x="553048" y="1800405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68"/>
                    <a:pt x="0" y="1493"/>
                  </a:cubicBezTo>
                  <a:cubicBezTo>
                    <a:pt x="0" y="2319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5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7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5" name="Google Shape;2355;p36"/>
            <p:cNvSpPr/>
            <p:nvPr/>
          </p:nvSpPr>
          <p:spPr>
            <a:xfrm>
              <a:off x="848698" y="2201603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5"/>
                    <a:pt x="0" y="7608"/>
                  </a:cubicBezTo>
                  <a:cubicBezTo>
                    <a:pt x="0" y="11808"/>
                    <a:pt x="3404" y="15212"/>
                    <a:pt x="7604" y="15212"/>
                  </a:cubicBezTo>
                  <a:cubicBezTo>
                    <a:pt x="11804" y="15212"/>
                    <a:pt x="15209" y="11808"/>
                    <a:pt x="15209" y="7608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6" name="Google Shape;2356;p36"/>
            <p:cNvSpPr/>
            <p:nvPr/>
          </p:nvSpPr>
          <p:spPr>
            <a:xfrm>
              <a:off x="553048" y="2234824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68"/>
                    <a:pt x="0" y="1494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9"/>
                  </a:lnTo>
                  <a:cubicBezTo>
                    <a:pt x="23340" y="7945"/>
                    <a:pt x="21591" y="9039"/>
                    <a:pt x="19596" y="9039"/>
                  </a:cubicBezTo>
                  <a:lnTo>
                    <a:pt x="1493" y="9039"/>
                  </a:lnTo>
                  <a:cubicBezTo>
                    <a:pt x="671" y="9039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9"/>
                  </a:cubicBezTo>
                  <a:lnTo>
                    <a:pt x="26327" y="5330"/>
                  </a:lnTo>
                  <a:cubicBezTo>
                    <a:pt x="26327" y="2341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7" name="Google Shape;2357;p36"/>
            <p:cNvSpPr/>
            <p:nvPr/>
          </p:nvSpPr>
          <p:spPr>
            <a:xfrm>
              <a:off x="848698" y="2636106"/>
              <a:ext cx="317374" cy="317374"/>
            </a:xfrm>
            <a:custGeom>
              <a:rect b="b" l="l" r="r" t="t"/>
              <a:pathLst>
                <a:path extrusionOk="0" h="15209" w="15209">
                  <a:moveTo>
                    <a:pt x="7604" y="0"/>
                  </a:moveTo>
                  <a:cubicBezTo>
                    <a:pt x="3404" y="0"/>
                    <a:pt x="0" y="3404"/>
                    <a:pt x="0" y="7604"/>
                  </a:cubicBezTo>
                  <a:cubicBezTo>
                    <a:pt x="0" y="11805"/>
                    <a:pt x="3404" y="15209"/>
                    <a:pt x="7604" y="15209"/>
                  </a:cubicBezTo>
                  <a:cubicBezTo>
                    <a:pt x="11804" y="15209"/>
                    <a:pt x="15209" y="11805"/>
                    <a:pt x="15209" y="7604"/>
                  </a:cubicBezTo>
                  <a:cubicBezTo>
                    <a:pt x="15209" y="3404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8" name="Google Shape;2358;p36"/>
            <p:cNvSpPr/>
            <p:nvPr/>
          </p:nvSpPr>
          <p:spPr>
            <a:xfrm>
              <a:off x="553048" y="2669265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71"/>
                    <a:pt x="0" y="1496"/>
                  </a:cubicBezTo>
                  <a:cubicBezTo>
                    <a:pt x="0" y="2322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8"/>
                  </a:lnTo>
                  <a:cubicBezTo>
                    <a:pt x="23340" y="7947"/>
                    <a:pt x="21591" y="9041"/>
                    <a:pt x="19596" y="9041"/>
                  </a:cubicBezTo>
                  <a:lnTo>
                    <a:pt x="1493" y="9041"/>
                  </a:lnTo>
                  <a:cubicBezTo>
                    <a:pt x="671" y="9041"/>
                    <a:pt x="0" y="9709"/>
                    <a:pt x="0" y="10534"/>
                  </a:cubicBezTo>
                  <a:cubicBezTo>
                    <a:pt x="0" y="11360"/>
                    <a:pt x="671" y="12028"/>
                    <a:pt x="1493" y="12028"/>
                  </a:cubicBezTo>
                  <a:lnTo>
                    <a:pt x="19596" y="12028"/>
                  </a:lnTo>
                  <a:cubicBezTo>
                    <a:pt x="23370" y="12028"/>
                    <a:pt x="26327" y="9688"/>
                    <a:pt x="26327" y="6698"/>
                  </a:cubicBezTo>
                  <a:lnTo>
                    <a:pt x="26327" y="5330"/>
                  </a:lnTo>
                  <a:cubicBezTo>
                    <a:pt x="26327" y="2343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9" name="Google Shape;2359;p36"/>
            <p:cNvSpPr/>
            <p:nvPr/>
          </p:nvSpPr>
          <p:spPr>
            <a:xfrm>
              <a:off x="848698" y="3070526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5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0" name="Google Shape;2360;p36"/>
            <p:cNvSpPr/>
            <p:nvPr/>
          </p:nvSpPr>
          <p:spPr>
            <a:xfrm>
              <a:off x="553048" y="3103747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20"/>
                    <a:pt x="671" y="2987"/>
                    <a:pt x="1493" y="2987"/>
                  </a:cubicBezTo>
                  <a:lnTo>
                    <a:pt x="19596" y="2987"/>
                  </a:lnTo>
                  <a:cubicBezTo>
                    <a:pt x="21591" y="2987"/>
                    <a:pt x="23340" y="4081"/>
                    <a:pt x="23340" y="5330"/>
                  </a:cubicBezTo>
                  <a:lnTo>
                    <a:pt x="23340" y="6696"/>
                  </a:lnTo>
                  <a:cubicBezTo>
                    <a:pt x="23340" y="7945"/>
                    <a:pt x="21591" y="9039"/>
                    <a:pt x="19596" y="9039"/>
                  </a:cubicBezTo>
                  <a:lnTo>
                    <a:pt x="1493" y="9039"/>
                  </a:lnTo>
                  <a:cubicBezTo>
                    <a:pt x="671" y="9039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6"/>
                  </a:cubicBezTo>
                  <a:lnTo>
                    <a:pt x="26327" y="5330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1" name="Google Shape;2361;p36"/>
            <p:cNvSpPr/>
            <p:nvPr/>
          </p:nvSpPr>
          <p:spPr>
            <a:xfrm>
              <a:off x="848698" y="3504966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7"/>
                    <a:pt x="0" y="7607"/>
                  </a:cubicBezTo>
                  <a:cubicBezTo>
                    <a:pt x="0" y="11807"/>
                    <a:pt x="3404" y="15212"/>
                    <a:pt x="7604" y="15212"/>
                  </a:cubicBezTo>
                  <a:cubicBezTo>
                    <a:pt x="11804" y="15212"/>
                    <a:pt x="15209" y="11807"/>
                    <a:pt x="15209" y="7607"/>
                  </a:cubicBezTo>
                  <a:cubicBezTo>
                    <a:pt x="15209" y="3407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2" name="Google Shape;2362;p36"/>
            <p:cNvSpPr/>
            <p:nvPr/>
          </p:nvSpPr>
          <p:spPr>
            <a:xfrm>
              <a:off x="553048" y="3538167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72"/>
                    <a:pt x="0" y="1497"/>
                  </a:cubicBezTo>
                  <a:cubicBezTo>
                    <a:pt x="0" y="2320"/>
                    <a:pt x="671" y="2991"/>
                    <a:pt x="1493" y="2991"/>
                  </a:cubicBezTo>
                  <a:lnTo>
                    <a:pt x="19596" y="2991"/>
                  </a:lnTo>
                  <a:cubicBezTo>
                    <a:pt x="21591" y="2991"/>
                    <a:pt x="23340" y="4085"/>
                    <a:pt x="23340" y="5331"/>
                  </a:cubicBezTo>
                  <a:lnTo>
                    <a:pt x="23340" y="6699"/>
                  </a:lnTo>
                  <a:cubicBezTo>
                    <a:pt x="23340" y="7948"/>
                    <a:pt x="21591" y="9042"/>
                    <a:pt x="19596" y="9042"/>
                  </a:cubicBezTo>
                  <a:lnTo>
                    <a:pt x="1493" y="9042"/>
                  </a:lnTo>
                  <a:cubicBezTo>
                    <a:pt x="671" y="9042"/>
                    <a:pt x="0" y="9710"/>
                    <a:pt x="0" y="10535"/>
                  </a:cubicBezTo>
                  <a:cubicBezTo>
                    <a:pt x="0" y="11361"/>
                    <a:pt x="671" y="12029"/>
                    <a:pt x="1493" y="12029"/>
                  </a:cubicBezTo>
                  <a:lnTo>
                    <a:pt x="19596" y="12029"/>
                  </a:lnTo>
                  <a:cubicBezTo>
                    <a:pt x="23370" y="12029"/>
                    <a:pt x="26327" y="9689"/>
                    <a:pt x="26327" y="6699"/>
                  </a:cubicBezTo>
                  <a:lnTo>
                    <a:pt x="26327" y="5331"/>
                  </a:lnTo>
                  <a:cubicBezTo>
                    <a:pt x="26327" y="2344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3" name="Google Shape;2363;p36"/>
            <p:cNvSpPr/>
            <p:nvPr/>
          </p:nvSpPr>
          <p:spPr>
            <a:xfrm>
              <a:off x="848698" y="3939449"/>
              <a:ext cx="317374" cy="317395"/>
            </a:xfrm>
            <a:custGeom>
              <a:rect b="b" l="l" r="r" t="t"/>
              <a:pathLst>
                <a:path extrusionOk="0" h="15210" w="15209">
                  <a:moveTo>
                    <a:pt x="7604" y="1"/>
                  </a:moveTo>
                  <a:cubicBezTo>
                    <a:pt x="3404" y="1"/>
                    <a:pt x="0" y="3405"/>
                    <a:pt x="0" y="7605"/>
                  </a:cubicBezTo>
                  <a:cubicBezTo>
                    <a:pt x="0" y="11805"/>
                    <a:pt x="3404" y="15209"/>
                    <a:pt x="7604" y="15209"/>
                  </a:cubicBezTo>
                  <a:cubicBezTo>
                    <a:pt x="11804" y="15209"/>
                    <a:pt x="15209" y="11805"/>
                    <a:pt x="15209" y="7605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4" name="Google Shape;2364;p36"/>
            <p:cNvSpPr/>
            <p:nvPr/>
          </p:nvSpPr>
          <p:spPr>
            <a:xfrm>
              <a:off x="553048" y="3972670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5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65" name="Google Shape;2365;p36"/>
          <p:cNvSpPr txBox="1"/>
          <p:nvPr>
            <p:ph type="title"/>
          </p:nvPr>
        </p:nvSpPr>
        <p:spPr>
          <a:xfrm>
            <a:off x="1270650" y="629375"/>
            <a:ext cx="7020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9pPr>
          </a:lstStyle>
          <a:p/>
        </p:txBody>
      </p:sp>
      <p:sp>
        <p:nvSpPr>
          <p:cNvPr id="2366" name="Google Shape;2366;p36"/>
          <p:cNvSpPr txBox="1"/>
          <p:nvPr>
            <p:ph idx="1" type="body"/>
          </p:nvPr>
        </p:nvSpPr>
        <p:spPr>
          <a:xfrm>
            <a:off x="1270650" y="1202075"/>
            <a:ext cx="7020000" cy="3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antari"/>
              <a:buChar char="●"/>
              <a:defRPr>
                <a:solidFill>
                  <a:schemeClr val="dk1"/>
                </a:solidFill>
                <a:latin typeface="Gantari"/>
                <a:ea typeface="Gantari"/>
                <a:cs typeface="Gantari"/>
                <a:sym typeface="Gantari"/>
              </a:defRPr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antari"/>
              <a:buChar char="○"/>
              <a:defRPr>
                <a:solidFill>
                  <a:schemeClr val="dk1"/>
                </a:solidFill>
                <a:latin typeface="Gantari"/>
                <a:ea typeface="Gantari"/>
                <a:cs typeface="Gantari"/>
                <a:sym typeface="Gantari"/>
              </a:defRPr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antari"/>
              <a:buChar char="■"/>
              <a:defRPr>
                <a:solidFill>
                  <a:schemeClr val="dk1"/>
                </a:solidFill>
                <a:latin typeface="Gantari"/>
                <a:ea typeface="Gantari"/>
                <a:cs typeface="Gantari"/>
                <a:sym typeface="Gantari"/>
              </a:defRPr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antari"/>
              <a:buChar char="●"/>
              <a:defRPr>
                <a:solidFill>
                  <a:schemeClr val="dk1"/>
                </a:solidFill>
                <a:latin typeface="Gantari"/>
                <a:ea typeface="Gantari"/>
                <a:cs typeface="Gantari"/>
                <a:sym typeface="Gantari"/>
              </a:defRPr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antari"/>
              <a:buChar char="○"/>
              <a:defRPr>
                <a:solidFill>
                  <a:schemeClr val="dk1"/>
                </a:solidFill>
                <a:latin typeface="Gantari"/>
                <a:ea typeface="Gantari"/>
                <a:cs typeface="Gantari"/>
                <a:sym typeface="Gantari"/>
              </a:defRPr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antari"/>
              <a:buChar char="■"/>
              <a:defRPr>
                <a:solidFill>
                  <a:schemeClr val="dk1"/>
                </a:solidFill>
                <a:latin typeface="Gantari"/>
                <a:ea typeface="Gantari"/>
                <a:cs typeface="Gantari"/>
                <a:sym typeface="Gantari"/>
              </a:defRPr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antari"/>
              <a:buChar char="●"/>
              <a:defRPr>
                <a:solidFill>
                  <a:schemeClr val="dk1"/>
                </a:solidFill>
                <a:latin typeface="Gantari"/>
                <a:ea typeface="Gantari"/>
                <a:cs typeface="Gantari"/>
                <a:sym typeface="Gantari"/>
              </a:defRPr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antari"/>
              <a:buChar char="○"/>
              <a:defRPr>
                <a:solidFill>
                  <a:schemeClr val="dk1"/>
                </a:solidFill>
                <a:latin typeface="Gantari"/>
                <a:ea typeface="Gantari"/>
                <a:cs typeface="Gantari"/>
                <a:sym typeface="Gantari"/>
              </a:defRPr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antari"/>
              <a:buChar char="■"/>
              <a:defRPr>
                <a:solidFill>
                  <a:schemeClr val="dk1"/>
                </a:solidFill>
                <a:latin typeface="Gantari"/>
                <a:ea typeface="Gantari"/>
                <a:cs typeface="Gantari"/>
                <a:sym typeface="Ganta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lt1"/>
        </a:solidFill>
      </p:bgPr>
    </p:bg>
    <p:spTree>
      <p:nvGrpSpPr>
        <p:cNvPr id="2367" name="Shape 2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68" name="Google Shape;2368;p37"/>
          <p:cNvGrpSpPr/>
          <p:nvPr/>
        </p:nvGrpSpPr>
        <p:grpSpPr>
          <a:xfrm>
            <a:off x="0" y="0"/>
            <a:ext cx="9144125" cy="5143391"/>
            <a:chOff x="0" y="0"/>
            <a:chExt cx="9144125" cy="5143391"/>
          </a:xfrm>
        </p:grpSpPr>
        <p:sp>
          <p:nvSpPr>
            <p:cNvPr id="2369" name="Google Shape;2369;p37"/>
            <p:cNvSpPr/>
            <p:nvPr/>
          </p:nvSpPr>
          <p:spPr>
            <a:xfrm>
              <a:off x="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0" name="Google Shape;2370;p37"/>
            <p:cNvSpPr/>
            <p:nvPr/>
          </p:nvSpPr>
          <p:spPr>
            <a:xfrm>
              <a:off x="38100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1" name="Google Shape;2371;p37"/>
            <p:cNvSpPr/>
            <p:nvPr/>
          </p:nvSpPr>
          <p:spPr>
            <a:xfrm>
              <a:off x="76201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2" name="Google Shape;2372;p37"/>
            <p:cNvSpPr/>
            <p:nvPr/>
          </p:nvSpPr>
          <p:spPr>
            <a:xfrm>
              <a:off x="114301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3" name="Google Shape;2373;p37"/>
            <p:cNvSpPr/>
            <p:nvPr/>
          </p:nvSpPr>
          <p:spPr>
            <a:xfrm>
              <a:off x="152402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4" name="Google Shape;2374;p37"/>
            <p:cNvSpPr/>
            <p:nvPr/>
          </p:nvSpPr>
          <p:spPr>
            <a:xfrm>
              <a:off x="190502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5" name="Google Shape;2375;p37"/>
            <p:cNvSpPr/>
            <p:nvPr/>
          </p:nvSpPr>
          <p:spPr>
            <a:xfrm>
              <a:off x="228603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6" name="Google Shape;2376;p37"/>
            <p:cNvSpPr/>
            <p:nvPr/>
          </p:nvSpPr>
          <p:spPr>
            <a:xfrm>
              <a:off x="266703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7" name="Google Shape;2377;p37"/>
            <p:cNvSpPr/>
            <p:nvPr/>
          </p:nvSpPr>
          <p:spPr>
            <a:xfrm>
              <a:off x="304804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8" name="Google Shape;2378;p37"/>
            <p:cNvSpPr/>
            <p:nvPr/>
          </p:nvSpPr>
          <p:spPr>
            <a:xfrm>
              <a:off x="342904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9" name="Google Shape;2379;p37"/>
            <p:cNvSpPr/>
            <p:nvPr/>
          </p:nvSpPr>
          <p:spPr>
            <a:xfrm>
              <a:off x="381005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0" name="Google Shape;2380;p37"/>
            <p:cNvSpPr/>
            <p:nvPr/>
          </p:nvSpPr>
          <p:spPr>
            <a:xfrm>
              <a:off x="419105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1" name="Google Shape;2381;p37"/>
            <p:cNvSpPr/>
            <p:nvPr/>
          </p:nvSpPr>
          <p:spPr>
            <a:xfrm>
              <a:off x="457206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2" name="Google Shape;2382;p37"/>
            <p:cNvSpPr/>
            <p:nvPr/>
          </p:nvSpPr>
          <p:spPr>
            <a:xfrm>
              <a:off x="495306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3" name="Google Shape;2383;p37"/>
            <p:cNvSpPr/>
            <p:nvPr/>
          </p:nvSpPr>
          <p:spPr>
            <a:xfrm>
              <a:off x="533407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4" name="Google Shape;2384;p37"/>
            <p:cNvSpPr/>
            <p:nvPr/>
          </p:nvSpPr>
          <p:spPr>
            <a:xfrm>
              <a:off x="571507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5" name="Google Shape;2385;p37"/>
            <p:cNvSpPr/>
            <p:nvPr/>
          </p:nvSpPr>
          <p:spPr>
            <a:xfrm>
              <a:off x="609608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6" name="Google Shape;2386;p37"/>
            <p:cNvSpPr/>
            <p:nvPr/>
          </p:nvSpPr>
          <p:spPr>
            <a:xfrm>
              <a:off x="647708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7" name="Google Shape;2387;p37"/>
            <p:cNvSpPr/>
            <p:nvPr/>
          </p:nvSpPr>
          <p:spPr>
            <a:xfrm>
              <a:off x="685809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8" name="Google Shape;2388;p37"/>
            <p:cNvSpPr/>
            <p:nvPr/>
          </p:nvSpPr>
          <p:spPr>
            <a:xfrm>
              <a:off x="723909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9" name="Google Shape;2389;p37"/>
            <p:cNvSpPr/>
            <p:nvPr/>
          </p:nvSpPr>
          <p:spPr>
            <a:xfrm>
              <a:off x="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0" name="Google Shape;2390;p37"/>
            <p:cNvSpPr/>
            <p:nvPr/>
          </p:nvSpPr>
          <p:spPr>
            <a:xfrm>
              <a:off x="38100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1" name="Google Shape;2391;p37"/>
            <p:cNvSpPr/>
            <p:nvPr/>
          </p:nvSpPr>
          <p:spPr>
            <a:xfrm>
              <a:off x="76201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2" name="Google Shape;2392;p37"/>
            <p:cNvSpPr/>
            <p:nvPr/>
          </p:nvSpPr>
          <p:spPr>
            <a:xfrm>
              <a:off x="114301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3" name="Google Shape;2393;p37"/>
            <p:cNvSpPr/>
            <p:nvPr/>
          </p:nvSpPr>
          <p:spPr>
            <a:xfrm>
              <a:off x="152402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4" name="Google Shape;2394;p37"/>
            <p:cNvSpPr/>
            <p:nvPr/>
          </p:nvSpPr>
          <p:spPr>
            <a:xfrm>
              <a:off x="190502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5" name="Google Shape;2395;p37"/>
            <p:cNvSpPr/>
            <p:nvPr/>
          </p:nvSpPr>
          <p:spPr>
            <a:xfrm>
              <a:off x="228603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6" name="Google Shape;2396;p37"/>
            <p:cNvSpPr/>
            <p:nvPr/>
          </p:nvSpPr>
          <p:spPr>
            <a:xfrm>
              <a:off x="266703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7" name="Google Shape;2397;p37"/>
            <p:cNvSpPr/>
            <p:nvPr/>
          </p:nvSpPr>
          <p:spPr>
            <a:xfrm>
              <a:off x="304804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8" name="Google Shape;2398;p37"/>
            <p:cNvSpPr/>
            <p:nvPr/>
          </p:nvSpPr>
          <p:spPr>
            <a:xfrm>
              <a:off x="342904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9" name="Google Shape;2399;p37"/>
            <p:cNvSpPr/>
            <p:nvPr/>
          </p:nvSpPr>
          <p:spPr>
            <a:xfrm>
              <a:off x="381005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0" name="Google Shape;2400;p37"/>
            <p:cNvSpPr/>
            <p:nvPr/>
          </p:nvSpPr>
          <p:spPr>
            <a:xfrm>
              <a:off x="419105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1" name="Google Shape;2401;p37"/>
            <p:cNvSpPr/>
            <p:nvPr/>
          </p:nvSpPr>
          <p:spPr>
            <a:xfrm>
              <a:off x="457206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2" name="Google Shape;2402;p37"/>
            <p:cNvSpPr/>
            <p:nvPr/>
          </p:nvSpPr>
          <p:spPr>
            <a:xfrm>
              <a:off x="495306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3" name="Google Shape;2403;p37"/>
            <p:cNvSpPr/>
            <p:nvPr/>
          </p:nvSpPr>
          <p:spPr>
            <a:xfrm>
              <a:off x="533407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4" name="Google Shape;2404;p37"/>
            <p:cNvSpPr/>
            <p:nvPr/>
          </p:nvSpPr>
          <p:spPr>
            <a:xfrm>
              <a:off x="571507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5" name="Google Shape;2405;p37"/>
            <p:cNvSpPr/>
            <p:nvPr/>
          </p:nvSpPr>
          <p:spPr>
            <a:xfrm>
              <a:off x="609608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6" name="Google Shape;2406;p37"/>
            <p:cNvSpPr/>
            <p:nvPr/>
          </p:nvSpPr>
          <p:spPr>
            <a:xfrm>
              <a:off x="647708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7" name="Google Shape;2407;p37"/>
            <p:cNvSpPr/>
            <p:nvPr/>
          </p:nvSpPr>
          <p:spPr>
            <a:xfrm>
              <a:off x="685809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8" name="Google Shape;2408;p37"/>
            <p:cNvSpPr/>
            <p:nvPr/>
          </p:nvSpPr>
          <p:spPr>
            <a:xfrm>
              <a:off x="723909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9" name="Google Shape;2409;p37"/>
            <p:cNvSpPr/>
            <p:nvPr/>
          </p:nvSpPr>
          <p:spPr>
            <a:xfrm>
              <a:off x="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0" name="Google Shape;2410;p37"/>
            <p:cNvSpPr/>
            <p:nvPr/>
          </p:nvSpPr>
          <p:spPr>
            <a:xfrm>
              <a:off x="38100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1" name="Google Shape;2411;p37"/>
            <p:cNvSpPr/>
            <p:nvPr/>
          </p:nvSpPr>
          <p:spPr>
            <a:xfrm>
              <a:off x="76201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2" name="Google Shape;2412;p37"/>
            <p:cNvSpPr/>
            <p:nvPr/>
          </p:nvSpPr>
          <p:spPr>
            <a:xfrm>
              <a:off x="114301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3" name="Google Shape;2413;p37"/>
            <p:cNvSpPr/>
            <p:nvPr/>
          </p:nvSpPr>
          <p:spPr>
            <a:xfrm>
              <a:off x="152402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4" name="Google Shape;2414;p37"/>
            <p:cNvSpPr/>
            <p:nvPr/>
          </p:nvSpPr>
          <p:spPr>
            <a:xfrm>
              <a:off x="190502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5" name="Google Shape;2415;p37"/>
            <p:cNvSpPr/>
            <p:nvPr/>
          </p:nvSpPr>
          <p:spPr>
            <a:xfrm>
              <a:off x="228603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6" name="Google Shape;2416;p37"/>
            <p:cNvSpPr/>
            <p:nvPr/>
          </p:nvSpPr>
          <p:spPr>
            <a:xfrm>
              <a:off x="266703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7" name="Google Shape;2417;p37"/>
            <p:cNvSpPr/>
            <p:nvPr/>
          </p:nvSpPr>
          <p:spPr>
            <a:xfrm>
              <a:off x="304804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8" name="Google Shape;2418;p37"/>
            <p:cNvSpPr/>
            <p:nvPr/>
          </p:nvSpPr>
          <p:spPr>
            <a:xfrm>
              <a:off x="342904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9" name="Google Shape;2419;p37"/>
            <p:cNvSpPr/>
            <p:nvPr/>
          </p:nvSpPr>
          <p:spPr>
            <a:xfrm>
              <a:off x="381005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0" name="Google Shape;2420;p37"/>
            <p:cNvSpPr/>
            <p:nvPr/>
          </p:nvSpPr>
          <p:spPr>
            <a:xfrm>
              <a:off x="419105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1" name="Google Shape;2421;p37"/>
            <p:cNvSpPr/>
            <p:nvPr/>
          </p:nvSpPr>
          <p:spPr>
            <a:xfrm>
              <a:off x="457206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2" name="Google Shape;2422;p37"/>
            <p:cNvSpPr/>
            <p:nvPr/>
          </p:nvSpPr>
          <p:spPr>
            <a:xfrm>
              <a:off x="495306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3" name="Google Shape;2423;p37"/>
            <p:cNvSpPr/>
            <p:nvPr/>
          </p:nvSpPr>
          <p:spPr>
            <a:xfrm>
              <a:off x="533407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4" name="Google Shape;2424;p37"/>
            <p:cNvSpPr/>
            <p:nvPr/>
          </p:nvSpPr>
          <p:spPr>
            <a:xfrm>
              <a:off x="571507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5" name="Google Shape;2425;p37"/>
            <p:cNvSpPr/>
            <p:nvPr/>
          </p:nvSpPr>
          <p:spPr>
            <a:xfrm>
              <a:off x="609608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6" name="Google Shape;2426;p37"/>
            <p:cNvSpPr/>
            <p:nvPr/>
          </p:nvSpPr>
          <p:spPr>
            <a:xfrm>
              <a:off x="647708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7" name="Google Shape;2427;p37"/>
            <p:cNvSpPr/>
            <p:nvPr/>
          </p:nvSpPr>
          <p:spPr>
            <a:xfrm>
              <a:off x="685809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8" name="Google Shape;2428;p37"/>
            <p:cNvSpPr/>
            <p:nvPr/>
          </p:nvSpPr>
          <p:spPr>
            <a:xfrm>
              <a:off x="723909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9" name="Google Shape;2429;p37"/>
            <p:cNvSpPr/>
            <p:nvPr/>
          </p:nvSpPr>
          <p:spPr>
            <a:xfrm>
              <a:off x="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0" name="Google Shape;2430;p37"/>
            <p:cNvSpPr/>
            <p:nvPr/>
          </p:nvSpPr>
          <p:spPr>
            <a:xfrm>
              <a:off x="38100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1" name="Google Shape;2431;p37"/>
            <p:cNvSpPr/>
            <p:nvPr/>
          </p:nvSpPr>
          <p:spPr>
            <a:xfrm>
              <a:off x="76201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2" name="Google Shape;2432;p37"/>
            <p:cNvSpPr/>
            <p:nvPr/>
          </p:nvSpPr>
          <p:spPr>
            <a:xfrm>
              <a:off x="114301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3" name="Google Shape;2433;p37"/>
            <p:cNvSpPr/>
            <p:nvPr/>
          </p:nvSpPr>
          <p:spPr>
            <a:xfrm>
              <a:off x="152402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4" name="Google Shape;2434;p37"/>
            <p:cNvSpPr/>
            <p:nvPr/>
          </p:nvSpPr>
          <p:spPr>
            <a:xfrm>
              <a:off x="190502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5" name="Google Shape;2435;p37"/>
            <p:cNvSpPr/>
            <p:nvPr/>
          </p:nvSpPr>
          <p:spPr>
            <a:xfrm>
              <a:off x="228603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6" name="Google Shape;2436;p37"/>
            <p:cNvSpPr/>
            <p:nvPr/>
          </p:nvSpPr>
          <p:spPr>
            <a:xfrm>
              <a:off x="266703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7" name="Google Shape;2437;p37"/>
            <p:cNvSpPr/>
            <p:nvPr/>
          </p:nvSpPr>
          <p:spPr>
            <a:xfrm>
              <a:off x="304804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8" name="Google Shape;2438;p37"/>
            <p:cNvSpPr/>
            <p:nvPr/>
          </p:nvSpPr>
          <p:spPr>
            <a:xfrm>
              <a:off x="342904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9" name="Google Shape;2439;p37"/>
            <p:cNvSpPr/>
            <p:nvPr/>
          </p:nvSpPr>
          <p:spPr>
            <a:xfrm>
              <a:off x="381005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0" name="Google Shape;2440;p37"/>
            <p:cNvSpPr/>
            <p:nvPr/>
          </p:nvSpPr>
          <p:spPr>
            <a:xfrm>
              <a:off x="419105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1" name="Google Shape;2441;p37"/>
            <p:cNvSpPr/>
            <p:nvPr/>
          </p:nvSpPr>
          <p:spPr>
            <a:xfrm>
              <a:off x="457206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2" name="Google Shape;2442;p37"/>
            <p:cNvSpPr/>
            <p:nvPr/>
          </p:nvSpPr>
          <p:spPr>
            <a:xfrm>
              <a:off x="495306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3" name="Google Shape;2443;p37"/>
            <p:cNvSpPr/>
            <p:nvPr/>
          </p:nvSpPr>
          <p:spPr>
            <a:xfrm>
              <a:off x="533407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4" name="Google Shape;2444;p37"/>
            <p:cNvSpPr/>
            <p:nvPr/>
          </p:nvSpPr>
          <p:spPr>
            <a:xfrm>
              <a:off x="571507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5" name="Google Shape;2445;p37"/>
            <p:cNvSpPr/>
            <p:nvPr/>
          </p:nvSpPr>
          <p:spPr>
            <a:xfrm>
              <a:off x="609608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6" name="Google Shape;2446;p37"/>
            <p:cNvSpPr/>
            <p:nvPr/>
          </p:nvSpPr>
          <p:spPr>
            <a:xfrm>
              <a:off x="647708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7" name="Google Shape;2447;p37"/>
            <p:cNvSpPr/>
            <p:nvPr/>
          </p:nvSpPr>
          <p:spPr>
            <a:xfrm>
              <a:off x="685809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8" name="Google Shape;2448;p37"/>
            <p:cNvSpPr/>
            <p:nvPr/>
          </p:nvSpPr>
          <p:spPr>
            <a:xfrm>
              <a:off x="723909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9" name="Google Shape;2449;p37"/>
            <p:cNvSpPr/>
            <p:nvPr/>
          </p:nvSpPr>
          <p:spPr>
            <a:xfrm>
              <a:off x="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0" name="Google Shape;2450;p37"/>
            <p:cNvSpPr/>
            <p:nvPr/>
          </p:nvSpPr>
          <p:spPr>
            <a:xfrm>
              <a:off x="38100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1" name="Google Shape;2451;p37"/>
            <p:cNvSpPr/>
            <p:nvPr/>
          </p:nvSpPr>
          <p:spPr>
            <a:xfrm>
              <a:off x="76201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2" name="Google Shape;2452;p37"/>
            <p:cNvSpPr/>
            <p:nvPr/>
          </p:nvSpPr>
          <p:spPr>
            <a:xfrm>
              <a:off x="114301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3" name="Google Shape;2453;p37"/>
            <p:cNvSpPr/>
            <p:nvPr/>
          </p:nvSpPr>
          <p:spPr>
            <a:xfrm>
              <a:off x="152402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4" name="Google Shape;2454;p37"/>
            <p:cNvSpPr/>
            <p:nvPr/>
          </p:nvSpPr>
          <p:spPr>
            <a:xfrm>
              <a:off x="190502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5" name="Google Shape;2455;p37"/>
            <p:cNvSpPr/>
            <p:nvPr/>
          </p:nvSpPr>
          <p:spPr>
            <a:xfrm>
              <a:off x="228603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6" name="Google Shape;2456;p37"/>
            <p:cNvSpPr/>
            <p:nvPr/>
          </p:nvSpPr>
          <p:spPr>
            <a:xfrm>
              <a:off x="266703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7" name="Google Shape;2457;p37"/>
            <p:cNvSpPr/>
            <p:nvPr/>
          </p:nvSpPr>
          <p:spPr>
            <a:xfrm>
              <a:off x="304804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8" name="Google Shape;2458;p37"/>
            <p:cNvSpPr/>
            <p:nvPr/>
          </p:nvSpPr>
          <p:spPr>
            <a:xfrm>
              <a:off x="342904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9" name="Google Shape;2459;p37"/>
            <p:cNvSpPr/>
            <p:nvPr/>
          </p:nvSpPr>
          <p:spPr>
            <a:xfrm>
              <a:off x="381005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0" name="Google Shape;2460;p37"/>
            <p:cNvSpPr/>
            <p:nvPr/>
          </p:nvSpPr>
          <p:spPr>
            <a:xfrm>
              <a:off x="419105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1" name="Google Shape;2461;p37"/>
            <p:cNvSpPr/>
            <p:nvPr/>
          </p:nvSpPr>
          <p:spPr>
            <a:xfrm>
              <a:off x="457206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2" name="Google Shape;2462;p37"/>
            <p:cNvSpPr/>
            <p:nvPr/>
          </p:nvSpPr>
          <p:spPr>
            <a:xfrm>
              <a:off x="495306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3" name="Google Shape;2463;p37"/>
            <p:cNvSpPr/>
            <p:nvPr/>
          </p:nvSpPr>
          <p:spPr>
            <a:xfrm>
              <a:off x="533407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4" name="Google Shape;2464;p37"/>
            <p:cNvSpPr/>
            <p:nvPr/>
          </p:nvSpPr>
          <p:spPr>
            <a:xfrm>
              <a:off x="571507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5" name="Google Shape;2465;p37"/>
            <p:cNvSpPr/>
            <p:nvPr/>
          </p:nvSpPr>
          <p:spPr>
            <a:xfrm>
              <a:off x="609608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6" name="Google Shape;2466;p37"/>
            <p:cNvSpPr/>
            <p:nvPr/>
          </p:nvSpPr>
          <p:spPr>
            <a:xfrm>
              <a:off x="647708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7" name="Google Shape;2467;p37"/>
            <p:cNvSpPr/>
            <p:nvPr/>
          </p:nvSpPr>
          <p:spPr>
            <a:xfrm>
              <a:off x="685809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8" name="Google Shape;2468;p37"/>
            <p:cNvSpPr/>
            <p:nvPr/>
          </p:nvSpPr>
          <p:spPr>
            <a:xfrm>
              <a:off x="723909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9" name="Google Shape;2469;p37"/>
            <p:cNvSpPr/>
            <p:nvPr/>
          </p:nvSpPr>
          <p:spPr>
            <a:xfrm>
              <a:off x="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0" name="Google Shape;2470;p37"/>
            <p:cNvSpPr/>
            <p:nvPr/>
          </p:nvSpPr>
          <p:spPr>
            <a:xfrm>
              <a:off x="38100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1" name="Google Shape;2471;p37"/>
            <p:cNvSpPr/>
            <p:nvPr/>
          </p:nvSpPr>
          <p:spPr>
            <a:xfrm>
              <a:off x="76201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2" name="Google Shape;2472;p37"/>
            <p:cNvSpPr/>
            <p:nvPr/>
          </p:nvSpPr>
          <p:spPr>
            <a:xfrm>
              <a:off x="114301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3" name="Google Shape;2473;p37"/>
            <p:cNvSpPr/>
            <p:nvPr/>
          </p:nvSpPr>
          <p:spPr>
            <a:xfrm>
              <a:off x="152402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4" name="Google Shape;2474;p37"/>
            <p:cNvSpPr/>
            <p:nvPr/>
          </p:nvSpPr>
          <p:spPr>
            <a:xfrm>
              <a:off x="190502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5" name="Google Shape;2475;p37"/>
            <p:cNvSpPr/>
            <p:nvPr/>
          </p:nvSpPr>
          <p:spPr>
            <a:xfrm>
              <a:off x="228603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6" name="Google Shape;2476;p37"/>
            <p:cNvSpPr/>
            <p:nvPr/>
          </p:nvSpPr>
          <p:spPr>
            <a:xfrm>
              <a:off x="266703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7" name="Google Shape;2477;p37"/>
            <p:cNvSpPr/>
            <p:nvPr/>
          </p:nvSpPr>
          <p:spPr>
            <a:xfrm>
              <a:off x="304804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8" name="Google Shape;2478;p37"/>
            <p:cNvSpPr/>
            <p:nvPr/>
          </p:nvSpPr>
          <p:spPr>
            <a:xfrm>
              <a:off x="342904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9" name="Google Shape;2479;p37"/>
            <p:cNvSpPr/>
            <p:nvPr/>
          </p:nvSpPr>
          <p:spPr>
            <a:xfrm>
              <a:off x="381005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0" name="Google Shape;2480;p37"/>
            <p:cNvSpPr/>
            <p:nvPr/>
          </p:nvSpPr>
          <p:spPr>
            <a:xfrm>
              <a:off x="419105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1" name="Google Shape;2481;p37"/>
            <p:cNvSpPr/>
            <p:nvPr/>
          </p:nvSpPr>
          <p:spPr>
            <a:xfrm>
              <a:off x="457206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2" name="Google Shape;2482;p37"/>
            <p:cNvSpPr/>
            <p:nvPr/>
          </p:nvSpPr>
          <p:spPr>
            <a:xfrm>
              <a:off x="495306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3" name="Google Shape;2483;p37"/>
            <p:cNvSpPr/>
            <p:nvPr/>
          </p:nvSpPr>
          <p:spPr>
            <a:xfrm>
              <a:off x="533407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4" name="Google Shape;2484;p37"/>
            <p:cNvSpPr/>
            <p:nvPr/>
          </p:nvSpPr>
          <p:spPr>
            <a:xfrm>
              <a:off x="571507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5" name="Google Shape;2485;p37"/>
            <p:cNvSpPr/>
            <p:nvPr/>
          </p:nvSpPr>
          <p:spPr>
            <a:xfrm>
              <a:off x="609608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6" name="Google Shape;2486;p37"/>
            <p:cNvSpPr/>
            <p:nvPr/>
          </p:nvSpPr>
          <p:spPr>
            <a:xfrm>
              <a:off x="647708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7" name="Google Shape;2487;p37"/>
            <p:cNvSpPr/>
            <p:nvPr/>
          </p:nvSpPr>
          <p:spPr>
            <a:xfrm>
              <a:off x="685809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8" name="Google Shape;2488;p37"/>
            <p:cNvSpPr/>
            <p:nvPr/>
          </p:nvSpPr>
          <p:spPr>
            <a:xfrm>
              <a:off x="723909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9" name="Google Shape;2489;p37"/>
            <p:cNvSpPr/>
            <p:nvPr/>
          </p:nvSpPr>
          <p:spPr>
            <a:xfrm>
              <a:off x="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0" name="Google Shape;2490;p37"/>
            <p:cNvSpPr/>
            <p:nvPr/>
          </p:nvSpPr>
          <p:spPr>
            <a:xfrm>
              <a:off x="38100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1" name="Google Shape;2491;p37"/>
            <p:cNvSpPr/>
            <p:nvPr/>
          </p:nvSpPr>
          <p:spPr>
            <a:xfrm>
              <a:off x="76201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2" name="Google Shape;2492;p37"/>
            <p:cNvSpPr/>
            <p:nvPr/>
          </p:nvSpPr>
          <p:spPr>
            <a:xfrm>
              <a:off x="114301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3" name="Google Shape;2493;p37"/>
            <p:cNvSpPr/>
            <p:nvPr/>
          </p:nvSpPr>
          <p:spPr>
            <a:xfrm>
              <a:off x="152402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4" name="Google Shape;2494;p37"/>
            <p:cNvSpPr/>
            <p:nvPr/>
          </p:nvSpPr>
          <p:spPr>
            <a:xfrm>
              <a:off x="190502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5" name="Google Shape;2495;p37"/>
            <p:cNvSpPr/>
            <p:nvPr/>
          </p:nvSpPr>
          <p:spPr>
            <a:xfrm>
              <a:off x="228603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6" name="Google Shape;2496;p37"/>
            <p:cNvSpPr/>
            <p:nvPr/>
          </p:nvSpPr>
          <p:spPr>
            <a:xfrm>
              <a:off x="266703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7" name="Google Shape;2497;p37"/>
            <p:cNvSpPr/>
            <p:nvPr/>
          </p:nvSpPr>
          <p:spPr>
            <a:xfrm>
              <a:off x="304804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8" name="Google Shape;2498;p37"/>
            <p:cNvSpPr/>
            <p:nvPr/>
          </p:nvSpPr>
          <p:spPr>
            <a:xfrm>
              <a:off x="342904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9" name="Google Shape;2499;p37"/>
            <p:cNvSpPr/>
            <p:nvPr/>
          </p:nvSpPr>
          <p:spPr>
            <a:xfrm>
              <a:off x="381005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0" name="Google Shape;2500;p37"/>
            <p:cNvSpPr/>
            <p:nvPr/>
          </p:nvSpPr>
          <p:spPr>
            <a:xfrm>
              <a:off x="419105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1" name="Google Shape;2501;p37"/>
            <p:cNvSpPr/>
            <p:nvPr/>
          </p:nvSpPr>
          <p:spPr>
            <a:xfrm>
              <a:off x="457206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2" name="Google Shape;2502;p37"/>
            <p:cNvSpPr/>
            <p:nvPr/>
          </p:nvSpPr>
          <p:spPr>
            <a:xfrm>
              <a:off x="495306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3" name="Google Shape;2503;p37"/>
            <p:cNvSpPr/>
            <p:nvPr/>
          </p:nvSpPr>
          <p:spPr>
            <a:xfrm>
              <a:off x="533407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4" name="Google Shape;2504;p37"/>
            <p:cNvSpPr/>
            <p:nvPr/>
          </p:nvSpPr>
          <p:spPr>
            <a:xfrm>
              <a:off x="571507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5" name="Google Shape;2505;p37"/>
            <p:cNvSpPr/>
            <p:nvPr/>
          </p:nvSpPr>
          <p:spPr>
            <a:xfrm>
              <a:off x="609608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6" name="Google Shape;2506;p37"/>
            <p:cNvSpPr/>
            <p:nvPr/>
          </p:nvSpPr>
          <p:spPr>
            <a:xfrm>
              <a:off x="647708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7" name="Google Shape;2507;p37"/>
            <p:cNvSpPr/>
            <p:nvPr/>
          </p:nvSpPr>
          <p:spPr>
            <a:xfrm>
              <a:off x="685809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8" name="Google Shape;2508;p37"/>
            <p:cNvSpPr/>
            <p:nvPr/>
          </p:nvSpPr>
          <p:spPr>
            <a:xfrm>
              <a:off x="723909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9" name="Google Shape;2509;p37"/>
            <p:cNvSpPr/>
            <p:nvPr/>
          </p:nvSpPr>
          <p:spPr>
            <a:xfrm>
              <a:off x="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0" name="Google Shape;2510;p37"/>
            <p:cNvSpPr/>
            <p:nvPr/>
          </p:nvSpPr>
          <p:spPr>
            <a:xfrm>
              <a:off x="38100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1" name="Google Shape;2511;p37"/>
            <p:cNvSpPr/>
            <p:nvPr/>
          </p:nvSpPr>
          <p:spPr>
            <a:xfrm>
              <a:off x="76201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2" name="Google Shape;2512;p37"/>
            <p:cNvSpPr/>
            <p:nvPr/>
          </p:nvSpPr>
          <p:spPr>
            <a:xfrm>
              <a:off x="114301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3" name="Google Shape;2513;p37"/>
            <p:cNvSpPr/>
            <p:nvPr/>
          </p:nvSpPr>
          <p:spPr>
            <a:xfrm>
              <a:off x="152402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4" name="Google Shape;2514;p37"/>
            <p:cNvSpPr/>
            <p:nvPr/>
          </p:nvSpPr>
          <p:spPr>
            <a:xfrm>
              <a:off x="190502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5" name="Google Shape;2515;p37"/>
            <p:cNvSpPr/>
            <p:nvPr/>
          </p:nvSpPr>
          <p:spPr>
            <a:xfrm>
              <a:off x="228603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6" name="Google Shape;2516;p37"/>
            <p:cNvSpPr/>
            <p:nvPr/>
          </p:nvSpPr>
          <p:spPr>
            <a:xfrm>
              <a:off x="266703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7" name="Google Shape;2517;p37"/>
            <p:cNvSpPr/>
            <p:nvPr/>
          </p:nvSpPr>
          <p:spPr>
            <a:xfrm>
              <a:off x="304804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8" name="Google Shape;2518;p37"/>
            <p:cNvSpPr/>
            <p:nvPr/>
          </p:nvSpPr>
          <p:spPr>
            <a:xfrm>
              <a:off x="342904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9" name="Google Shape;2519;p37"/>
            <p:cNvSpPr/>
            <p:nvPr/>
          </p:nvSpPr>
          <p:spPr>
            <a:xfrm>
              <a:off x="381005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0" name="Google Shape;2520;p37"/>
            <p:cNvSpPr/>
            <p:nvPr/>
          </p:nvSpPr>
          <p:spPr>
            <a:xfrm>
              <a:off x="419105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1" name="Google Shape;2521;p37"/>
            <p:cNvSpPr/>
            <p:nvPr/>
          </p:nvSpPr>
          <p:spPr>
            <a:xfrm>
              <a:off x="457206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2" name="Google Shape;2522;p37"/>
            <p:cNvSpPr/>
            <p:nvPr/>
          </p:nvSpPr>
          <p:spPr>
            <a:xfrm>
              <a:off x="495306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3" name="Google Shape;2523;p37"/>
            <p:cNvSpPr/>
            <p:nvPr/>
          </p:nvSpPr>
          <p:spPr>
            <a:xfrm>
              <a:off x="533407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4" name="Google Shape;2524;p37"/>
            <p:cNvSpPr/>
            <p:nvPr/>
          </p:nvSpPr>
          <p:spPr>
            <a:xfrm>
              <a:off x="571507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5" name="Google Shape;2525;p37"/>
            <p:cNvSpPr/>
            <p:nvPr/>
          </p:nvSpPr>
          <p:spPr>
            <a:xfrm>
              <a:off x="609608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6" name="Google Shape;2526;p37"/>
            <p:cNvSpPr/>
            <p:nvPr/>
          </p:nvSpPr>
          <p:spPr>
            <a:xfrm>
              <a:off x="647708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7" name="Google Shape;2527;p37"/>
            <p:cNvSpPr/>
            <p:nvPr/>
          </p:nvSpPr>
          <p:spPr>
            <a:xfrm>
              <a:off x="685809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8" name="Google Shape;2528;p37"/>
            <p:cNvSpPr/>
            <p:nvPr/>
          </p:nvSpPr>
          <p:spPr>
            <a:xfrm>
              <a:off x="723909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9" name="Google Shape;2529;p37"/>
            <p:cNvSpPr/>
            <p:nvPr/>
          </p:nvSpPr>
          <p:spPr>
            <a:xfrm>
              <a:off x="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0" name="Google Shape;2530;p37"/>
            <p:cNvSpPr/>
            <p:nvPr/>
          </p:nvSpPr>
          <p:spPr>
            <a:xfrm>
              <a:off x="38100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1" name="Google Shape;2531;p37"/>
            <p:cNvSpPr/>
            <p:nvPr/>
          </p:nvSpPr>
          <p:spPr>
            <a:xfrm>
              <a:off x="76201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2" name="Google Shape;2532;p37"/>
            <p:cNvSpPr/>
            <p:nvPr/>
          </p:nvSpPr>
          <p:spPr>
            <a:xfrm>
              <a:off x="114301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3" name="Google Shape;2533;p37"/>
            <p:cNvSpPr/>
            <p:nvPr/>
          </p:nvSpPr>
          <p:spPr>
            <a:xfrm>
              <a:off x="152402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4" name="Google Shape;2534;p37"/>
            <p:cNvSpPr/>
            <p:nvPr/>
          </p:nvSpPr>
          <p:spPr>
            <a:xfrm>
              <a:off x="190502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5" name="Google Shape;2535;p37"/>
            <p:cNvSpPr/>
            <p:nvPr/>
          </p:nvSpPr>
          <p:spPr>
            <a:xfrm>
              <a:off x="228603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6" name="Google Shape;2536;p37"/>
            <p:cNvSpPr/>
            <p:nvPr/>
          </p:nvSpPr>
          <p:spPr>
            <a:xfrm>
              <a:off x="266703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7" name="Google Shape;2537;p37"/>
            <p:cNvSpPr/>
            <p:nvPr/>
          </p:nvSpPr>
          <p:spPr>
            <a:xfrm>
              <a:off x="304804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8" name="Google Shape;2538;p37"/>
            <p:cNvSpPr/>
            <p:nvPr/>
          </p:nvSpPr>
          <p:spPr>
            <a:xfrm>
              <a:off x="342904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9" name="Google Shape;2539;p37"/>
            <p:cNvSpPr/>
            <p:nvPr/>
          </p:nvSpPr>
          <p:spPr>
            <a:xfrm>
              <a:off x="381005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0" name="Google Shape;2540;p37"/>
            <p:cNvSpPr/>
            <p:nvPr/>
          </p:nvSpPr>
          <p:spPr>
            <a:xfrm>
              <a:off x="419105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1" name="Google Shape;2541;p37"/>
            <p:cNvSpPr/>
            <p:nvPr/>
          </p:nvSpPr>
          <p:spPr>
            <a:xfrm>
              <a:off x="457206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2" name="Google Shape;2542;p37"/>
            <p:cNvSpPr/>
            <p:nvPr/>
          </p:nvSpPr>
          <p:spPr>
            <a:xfrm>
              <a:off x="495306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3" name="Google Shape;2543;p37"/>
            <p:cNvSpPr/>
            <p:nvPr/>
          </p:nvSpPr>
          <p:spPr>
            <a:xfrm>
              <a:off x="533407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4" name="Google Shape;2544;p37"/>
            <p:cNvSpPr/>
            <p:nvPr/>
          </p:nvSpPr>
          <p:spPr>
            <a:xfrm>
              <a:off x="571507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5" name="Google Shape;2545;p37"/>
            <p:cNvSpPr/>
            <p:nvPr/>
          </p:nvSpPr>
          <p:spPr>
            <a:xfrm>
              <a:off x="609608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6" name="Google Shape;2546;p37"/>
            <p:cNvSpPr/>
            <p:nvPr/>
          </p:nvSpPr>
          <p:spPr>
            <a:xfrm>
              <a:off x="647708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7" name="Google Shape;2547;p37"/>
            <p:cNvSpPr/>
            <p:nvPr/>
          </p:nvSpPr>
          <p:spPr>
            <a:xfrm>
              <a:off x="685809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8" name="Google Shape;2548;p37"/>
            <p:cNvSpPr/>
            <p:nvPr/>
          </p:nvSpPr>
          <p:spPr>
            <a:xfrm>
              <a:off x="723909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9" name="Google Shape;2549;p37"/>
            <p:cNvSpPr/>
            <p:nvPr/>
          </p:nvSpPr>
          <p:spPr>
            <a:xfrm>
              <a:off x="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0" name="Google Shape;2550;p37"/>
            <p:cNvSpPr/>
            <p:nvPr/>
          </p:nvSpPr>
          <p:spPr>
            <a:xfrm>
              <a:off x="38100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1" name="Google Shape;2551;p37"/>
            <p:cNvSpPr/>
            <p:nvPr/>
          </p:nvSpPr>
          <p:spPr>
            <a:xfrm>
              <a:off x="76201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2" name="Google Shape;2552;p37"/>
            <p:cNvSpPr/>
            <p:nvPr/>
          </p:nvSpPr>
          <p:spPr>
            <a:xfrm>
              <a:off x="114301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3" name="Google Shape;2553;p37"/>
            <p:cNvSpPr/>
            <p:nvPr/>
          </p:nvSpPr>
          <p:spPr>
            <a:xfrm>
              <a:off x="152402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4" name="Google Shape;2554;p37"/>
            <p:cNvSpPr/>
            <p:nvPr/>
          </p:nvSpPr>
          <p:spPr>
            <a:xfrm>
              <a:off x="190502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5" name="Google Shape;2555;p37"/>
            <p:cNvSpPr/>
            <p:nvPr/>
          </p:nvSpPr>
          <p:spPr>
            <a:xfrm>
              <a:off x="228603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6" name="Google Shape;2556;p37"/>
            <p:cNvSpPr/>
            <p:nvPr/>
          </p:nvSpPr>
          <p:spPr>
            <a:xfrm>
              <a:off x="266703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7" name="Google Shape;2557;p37"/>
            <p:cNvSpPr/>
            <p:nvPr/>
          </p:nvSpPr>
          <p:spPr>
            <a:xfrm>
              <a:off x="304804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8" name="Google Shape;2558;p37"/>
            <p:cNvSpPr/>
            <p:nvPr/>
          </p:nvSpPr>
          <p:spPr>
            <a:xfrm>
              <a:off x="342904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9" name="Google Shape;2559;p37"/>
            <p:cNvSpPr/>
            <p:nvPr/>
          </p:nvSpPr>
          <p:spPr>
            <a:xfrm>
              <a:off x="381005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0" name="Google Shape;2560;p37"/>
            <p:cNvSpPr/>
            <p:nvPr/>
          </p:nvSpPr>
          <p:spPr>
            <a:xfrm>
              <a:off x="419105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1" name="Google Shape;2561;p37"/>
            <p:cNvSpPr/>
            <p:nvPr/>
          </p:nvSpPr>
          <p:spPr>
            <a:xfrm>
              <a:off x="457206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2" name="Google Shape;2562;p37"/>
            <p:cNvSpPr/>
            <p:nvPr/>
          </p:nvSpPr>
          <p:spPr>
            <a:xfrm>
              <a:off x="495306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3" name="Google Shape;2563;p37"/>
            <p:cNvSpPr/>
            <p:nvPr/>
          </p:nvSpPr>
          <p:spPr>
            <a:xfrm>
              <a:off x="533407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4" name="Google Shape;2564;p37"/>
            <p:cNvSpPr/>
            <p:nvPr/>
          </p:nvSpPr>
          <p:spPr>
            <a:xfrm>
              <a:off x="571507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5" name="Google Shape;2565;p37"/>
            <p:cNvSpPr/>
            <p:nvPr/>
          </p:nvSpPr>
          <p:spPr>
            <a:xfrm>
              <a:off x="609608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6" name="Google Shape;2566;p37"/>
            <p:cNvSpPr/>
            <p:nvPr/>
          </p:nvSpPr>
          <p:spPr>
            <a:xfrm>
              <a:off x="647708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7" name="Google Shape;2567;p37"/>
            <p:cNvSpPr/>
            <p:nvPr/>
          </p:nvSpPr>
          <p:spPr>
            <a:xfrm>
              <a:off x="685809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8" name="Google Shape;2568;p37"/>
            <p:cNvSpPr/>
            <p:nvPr/>
          </p:nvSpPr>
          <p:spPr>
            <a:xfrm>
              <a:off x="723909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9" name="Google Shape;2569;p37"/>
            <p:cNvSpPr/>
            <p:nvPr/>
          </p:nvSpPr>
          <p:spPr>
            <a:xfrm>
              <a:off x="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0" name="Google Shape;2570;p37"/>
            <p:cNvSpPr/>
            <p:nvPr/>
          </p:nvSpPr>
          <p:spPr>
            <a:xfrm>
              <a:off x="38100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1" name="Google Shape;2571;p37"/>
            <p:cNvSpPr/>
            <p:nvPr/>
          </p:nvSpPr>
          <p:spPr>
            <a:xfrm>
              <a:off x="76201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2" name="Google Shape;2572;p37"/>
            <p:cNvSpPr/>
            <p:nvPr/>
          </p:nvSpPr>
          <p:spPr>
            <a:xfrm>
              <a:off x="114301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3" name="Google Shape;2573;p37"/>
            <p:cNvSpPr/>
            <p:nvPr/>
          </p:nvSpPr>
          <p:spPr>
            <a:xfrm>
              <a:off x="152402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4" name="Google Shape;2574;p37"/>
            <p:cNvSpPr/>
            <p:nvPr/>
          </p:nvSpPr>
          <p:spPr>
            <a:xfrm>
              <a:off x="190502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5" name="Google Shape;2575;p37"/>
            <p:cNvSpPr/>
            <p:nvPr/>
          </p:nvSpPr>
          <p:spPr>
            <a:xfrm>
              <a:off x="228603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6" name="Google Shape;2576;p37"/>
            <p:cNvSpPr/>
            <p:nvPr/>
          </p:nvSpPr>
          <p:spPr>
            <a:xfrm>
              <a:off x="266703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7" name="Google Shape;2577;p37"/>
            <p:cNvSpPr/>
            <p:nvPr/>
          </p:nvSpPr>
          <p:spPr>
            <a:xfrm>
              <a:off x="304804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8" name="Google Shape;2578;p37"/>
            <p:cNvSpPr/>
            <p:nvPr/>
          </p:nvSpPr>
          <p:spPr>
            <a:xfrm>
              <a:off x="342904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9" name="Google Shape;2579;p37"/>
            <p:cNvSpPr/>
            <p:nvPr/>
          </p:nvSpPr>
          <p:spPr>
            <a:xfrm>
              <a:off x="381005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0" name="Google Shape;2580;p37"/>
            <p:cNvSpPr/>
            <p:nvPr/>
          </p:nvSpPr>
          <p:spPr>
            <a:xfrm>
              <a:off x="419105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1" name="Google Shape;2581;p37"/>
            <p:cNvSpPr/>
            <p:nvPr/>
          </p:nvSpPr>
          <p:spPr>
            <a:xfrm>
              <a:off x="457206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2" name="Google Shape;2582;p37"/>
            <p:cNvSpPr/>
            <p:nvPr/>
          </p:nvSpPr>
          <p:spPr>
            <a:xfrm>
              <a:off x="495306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3" name="Google Shape;2583;p37"/>
            <p:cNvSpPr/>
            <p:nvPr/>
          </p:nvSpPr>
          <p:spPr>
            <a:xfrm>
              <a:off x="533407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4" name="Google Shape;2584;p37"/>
            <p:cNvSpPr/>
            <p:nvPr/>
          </p:nvSpPr>
          <p:spPr>
            <a:xfrm>
              <a:off x="571507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5" name="Google Shape;2585;p37"/>
            <p:cNvSpPr/>
            <p:nvPr/>
          </p:nvSpPr>
          <p:spPr>
            <a:xfrm>
              <a:off x="609608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6" name="Google Shape;2586;p37"/>
            <p:cNvSpPr/>
            <p:nvPr/>
          </p:nvSpPr>
          <p:spPr>
            <a:xfrm>
              <a:off x="647708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7" name="Google Shape;2587;p37"/>
            <p:cNvSpPr/>
            <p:nvPr/>
          </p:nvSpPr>
          <p:spPr>
            <a:xfrm>
              <a:off x="685809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8" name="Google Shape;2588;p37"/>
            <p:cNvSpPr/>
            <p:nvPr/>
          </p:nvSpPr>
          <p:spPr>
            <a:xfrm>
              <a:off x="723909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9" name="Google Shape;2589;p37"/>
            <p:cNvSpPr/>
            <p:nvPr/>
          </p:nvSpPr>
          <p:spPr>
            <a:xfrm>
              <a:off x="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0" name="Google Shape;2590;p37"/>
            <p:cNvSpPr/>
            <p:nvPr/>
          </p:nvSpPr>
          <p:spPr>
            <a:xfrm>
              <a:off x="38100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1" name="Google Shape;2591;p37"/>
            <p:cNvSpPr/>
            <p:nvPr/>
          </p:nvSpPr>
          <p:spPr>
            <a:xfrm>
              <a:off x="76201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2" name="Google Shape;2592;p37"/>
            <p:cNvSpPr/>
            <p:nvPr/>
          </p:nvSpPr>
          <p:spPr>
            <a:xfrm>
              <a:off x="114301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3" name="Google Shape;2593;p37"/>
            <p:cNvSpPr/>
            <p:nvPr/>
          </p:nvSpPr>
          <p:spPr>
            <a:xfrm>
              <a:off x="152402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4" name="Google Shape;2594;p37"/>
            <p:cNvSpPr/>
            <p:nvPr/>
          </p:nvSpPr>
          <p:spPr>
            <a:xfrm>
              <a:off x="190502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5" name="Google Shape;2595;p37"/>
            <p:cNvSpPr/>
            <p:nvPr/>
          </p:nvSpPr>
          <p:spPr>
            <a:xfrm>
              <a:off x="228603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6" name="Google Shape;2596;p37"/>
            <p:cNvSpPr/>
            <p:nvPr/>
          </p:nvSpPr>
          <p:spPr>
            <a:xfrm>
              <a:off x="266703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7" name="Google Shape;2597;p37"/>
            <p:cNvSpPr/>
            <p:nvPr/>
          </p:nvSpPr>
          <p:spPr>
            <a:xfrm>
              <a:off x="304804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8" name="Google Shape;2598;p37"/>
            <p:cNvSpPr/>
            <p:nvPr/>
          </p:nvSpPr>
          <p:spPr>
            <a:xfrm>
              <a:off x="342904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9" name="Google Shape;2599;p37"/>
            <p:cNvSpPr/>
            <p:nvPr/>
          </p:nvSpPr>
          <p:spPr>
            <a:xfrm>
              <a:off x="381005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0" name="Google Shape;2600;p37"/>
            <p:cNvSpPr/>
            <p:nvPr/>
          </p:nvSpPr>
          <p:spPr>
            <a:xfrm>
              <a:off x="419105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1" name="Google Shape;2601;p37"/>
            <p:cNvSpPr/>
            <p:nvPr/>
          </p:nvSpPr>
          <p:spPr>
            <a:xfrm>
              <a:off x="457206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2" name="Google Shape;2602;p37"/>
            <p:cNvSpPr/>
            <p:nvPr/>
          </p:nvSpPr>
          <p:spPr>
            <a:xfrm>
              <a:off x="495306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3" name="Google Shape;2603;p37"/>
            <p:cNvSpPr/>
            <p:nvPr/>
          </p:nvSpPr>
          <p:spPr>
            <a:xfrm>
              <a:off x="533407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4" name="Google Shape;2604;p37"/>
            <p:cNvSpPr/>
            <p:nvPr/>
          </p:nvSpPr>
          <p:spPr>
            <a:xfrm>
              <a:off x="571507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5" name="Google Shape;2605;p37"/>
            <p:cNvSpPr/>
            <p:nvPr/>
          </p:nvSpPr>
          <p:spPr>
            <a:xfrm>
              <a:off x="609608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6" name="Google Shape;2606;p37"/>
            <p:cNvSpPr/>
            <p:nvPr/>
          </p:nvSpPr>
          <p:spPr>
            <a:xfrm>
              <a:off x="647708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7" name="Google Shape;2607;p37"/>
            <p:cNvSpPr/>
            <p:nvPr/>
          </p:nvSpPr>
          <p:spPr>
            <a:xfrm>
              <a:off x="685809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8" name="Google Shape;2608;p37"/>
            <p:cNvSpPr/>
            <p:nvPr/>
          </p:nvSpPr>
          <p:spPr>
            <a:xfrm>
              <a:off x="723909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9" name="Google Shape;2609;p37"/>
            <p:cNvSpPr/>
            <p:nvPr/>
          </p:nvSpPr>
          <p:spPr>
            <a:xfrm>
              <a:off x="7620110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0" name="Google Shape;2610;p37"/>
            <p:cNvSpPr/>
            <p:nvPr/>
          </p:nvSpPr>
          <p:spPr>
            <a:xfrm>
              <a:off x="8001115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1" name="Google Shape;2611;p37"/>
            <p:cNvSpPr/>
            <p:nvPr/>
          </p:nvSpPr>
          <p:spPr>
            <a:xfrm>
              <a:off x="8382120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2" name="Google Shape;2612;p37"/>
            <p:cNvSpPr/>
            <p:nvPr/>
          </p:nvSpPr>
          <p:spPr>
            <a:xfrm>
              <a:off x="8763125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3" name="Google Shape;2613;p37"/>
            <p:cNvSpPr/>
            <p:nvPr/>
          </p:nvSpPr>
          <p:spPr>
            <a:xfrm>
              <a:off x="7620110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4" name="Google Shape;2614;p37"/>
            <p:cNvSpPr/>
            <p:nvPr/>
          </p:nvSpPr>
          <p:spPr>
            <a:xfrm>
              <a:off x="8001115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5" name="Google Shape;2615;p37"/>
            <p:cNvSpPr/>
            <p:nvPr/>
          </p:nvSpPr>
          <p:spPr>
            <a:xfrm>
              <a:off x="8382120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6" name="Google Shape;2616;p37"/>
            <p:cNvSpPr/>
            <p:nvPr/>
          </p:nvSpPr>
          <p:spPr>
            <a:xfrm>
              <a:off x="8763125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7" name="Google Shape;2617;p37"/>
            <p:cNvSpPr/>
            <p:nvPr/>
          </p:nvSpPr>
          <p:spPr>
            <a:xfrm>
              <a:off x="7620110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8" name="Google Shape;2618;p37"/>
            <p:cNvSpPr/>
            <p:nvPr/>
          </p:nvSpPr>
          <p:spPr>
            <a:xfrm>
              <a:off x="8001115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9" name="Google Shape;2619;p37"/>
            <p:cNvSpPr/>
            <p:nvPr/>
          </p:nvSpPr>
          <p:spPr>
            <a:xfrm>
              <a:off x="8382120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0" name="Google Shape;2620;p37"/>
            <p:cNvSpPr/>
            <p:nvPr/>
          </p:nvSpPr>
          <p:spPr>
            <a:xfrm>
              <a:off x="8763125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1" name="Google Shape;2621;p37"/>
            <p:cNvSpPr/>
            <p:nvPr/>
          </p:nvSpPr>
          <p:spPr>
            <a:xfrm>
              <a:off x="7620110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2" name="Google Shape;2622;p37"/>
            <p:cNvSpPr/>
            <p:nvPr/>
          </p:nvSpPr>
          <p:spPr>
            <a:xfrm>
              <a:off x="8001115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3" name="Google Shape;2623;p37"/>
            <p:cNvSpPr/>
            <p:nvPr/>
          </p:nvSpPr>
          <p:spPr>
            <a:xfrm>
              <a:off x="8382120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4" name="Google Shape;2624;p37"/>
            <p:cNvSpPr/>
            <p:nvPr/>
          </p:nvSpPr>
          <p:spPr>
            <a:xfrm>
              <a:off x="8763125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5" name="Google Shape;2625;p37"/>
            <p:cNvSpPr/>
            <p:nvPr/>
          </p:nvSpPr>
          <p:spPr>
            <a:xfrm>
              <a:off x="7620110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6" name="Google Shape;2626;p37"/>
            <p:cNvSpPr/>
            <p:nvPr/>
          </p:nvSpPr>
          <p:spPr>
            <a:xfrm>
              <a:off x="8001115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7" name="Google Shape;2627;p37"/>
            <p:cNvSpPr/>
            <p:nvPr/>
          </p:nvSpPr>
          <p:spPr>
            <a:xfrm>
              <a:off x="8382120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8" name="Google Shape;2628;p37"/>
            <p:cNvSpPr/>
            <p:nvPr/>
          </p:nvSpPr>
          <p:spPr>
            <a:xfrm>
              <a:off x="8763125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9" name="Google Shape;2629;p37"/>
            <p:cNvSpPr/>
            <p:nvPr/>
          </p:nvSpPr>
          <p:spPr>
            <a:xfrm>
              <a:off x="7620110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0" name="Google Shape;2630;p37"/>
            <p:cNvSpPr/>
            <p:nvPr/>
          </p:nvSpPr>
          <p:spPr>
            <a:xfrm>
              <a:off x="8001115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1" name="Google Shape;2631;p37"/>
            <p:cNvSpPr/>
            <p:nvPr/>
          </p:nvSpPr>
          <p:spPr>
            <a:xfrm>
              <a:off x="8382120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2" name="Google Shape;2632;p37"/>
            <p:cNvSpPr/>
            <p:nvPr/>
          </p:nvSpPr>
          <p:spPr>
            <a:xfrm>
              <a:off x="8763125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3" name="Google Shape;2633;p37"/>
            <p:cNvSpPr/>
            <p:nvPr/>
          </p:nvSpPr>
          <p:spPr>
            <a:xfrm>
              <a:off x="7620110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4" name="Google Shape;2634;p37"/>
            <p:cNvSpPr/>
            <p:nvPr/>
          </p:nvSpPr>
          <p:spPr>
            <a:xfrm>
              <a:off x="8001115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5" name="Google Shape;2635;p37"/>
            <p:cNvSpPr/>
            <p:nvPr/>
          </p:nvSpPr>
          <p:spPr>
            <a:xfrm>
              <a:off x="8382120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6" name="Google Shape;2636;p37"/>
            <p:cNvSpPr/>
            <p:nvPr/>
          </p:nvSpPr>
          <p:spPr>
            <a:xfrm>
              <a:off x="8763125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7" name="Google Shape;2637;p37"/>
            <p:cNvSpPr/>
            <p:nvPr/>
          </p:nvSpPr>
          <p:spPr>
            <a:xfrm>
              <a:off x="7620110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8" name="Google Shape;2638;p37"/>
            <p:cNvSpPr/>
            <p:nvPr/>
          </p:nvSpPr>
          <p:spPr>
            <a:xfrm>
              <a:off x="8001115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9" name="Google Shape;2639;p37"/>
            <p:cNvSpPr/>
            <p:nvPr/>
          </p:nvSpPr>
          <p:spPr>
            <a:xfrm>
              <a:off x="8382120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0" name="Google Shape;2640;p37"/>
            <p:cNvSpPr/>
            <p:nvPr/>
          </p:nvSpPr>
          <p:spPr>
            <a:xfrm>
              <a:off x="8763125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1" name="Google Shape;2641;p37"/>
            <p:cNvSpPr/>
            <p:nvPr/>
          </p:nvSpPr>
          <p:spPr>
            <a:xfrm>
              <a:off x="7620110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2" name="Google Shape;2642;p37"/>
            <p:cNvSpPr/>
            <p:nvPr/>
          </p:nvSpPr>
          <p:spPr>
            <a:xfrm>
              <a:off x="8001115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3" name="Google Shape;2643;p37"/>
            <p:cNvSpPr/>
            <p:nvPr/>
          </p:nvSpPr>
          <p:spPr>
            <a:xfrm>
              <a:off x="8382120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4" name="Google Shape;2644;p37"/>
            <p:cNvSpPr/>
            <p:nvPr/>
          </p:nvSpPr>
          <p:spPr>
            <a:xfrm>
              <a:off x="8763125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5" name="Google Shape;2645;p37"/>
            <p:cNvSpPr/>
            <p:nvPr/>
          </p:nvSpPr>
          <p:spPr>
            <a:xfrm>
              <a:off x="7620110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6" name="Google Shape;2646;p37"/>
            <p:cNvSpPr/>
            <p:nvPr/>
          </p:nvSpPr>
          <p:spPr>
            <a:xfrm>
              <a:off x="8001115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7" name="Google Shape;2647;p37"/>
            <p:cNvSpPr/>
            <p:nvPr/>
          </p:nvSpPr>
          <p:spPr>
            <a:xfrm>
              <a:off x="8382120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8" name="Google Shape;2648;p37"/>
            <p:cNvSpPr/>
            <p:nvPr/>
          </p:nvSpPr>
          <p:spPr>
            <a:xfrm>
              <a:off x="8763125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9" name="Google Shape;2649;p37"/>
            <p:cNvSpPr/>
            <p:nvPr/>
          </p:nvSpPr>
          <p:spPr>
            <a:xfrm>
              <a:off x="7620110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0" name="Google Shape;2650;p37"/>
            <p:cNvSpPr/>
            <p:nvPr/>
          </p:nvSpPr>
          <p:spPr>
            <a:xfrm>
              <a:off x="8001115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1" name="Google Shape;2651;p37"/>
            <p:cNvSpPr/>
            <p:nvPr/>
          </p:nvSpPr>
          <p:spPr>
            <a:xfrm>
              <a:off x="8382120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2" name="Google Shape;2652;p37"/>
            <p:cNvSpPr/>
            <p:nvPr/>
          </p:nvSpPr>
          <p:spPr>
            <a:xfrm>
              <a:off x="8763125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3" name="Google Shape;2653;p37"/>
            <p:cNvSpPr/>
            <p:nvPr/>
          </p:nvSpPr>
          <p:spPr>
            <a:xfrm>
              <a:off x="7620110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4" name="Google Shape;2654;p37"/>
            <p:cNvSpPr/>
            <p:nvPr/>
          </p:nvSpPr>
          <p:spPr>
            <a:xfrm>
              <a:off x="8001115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5" name="Google Shape;2655;p37"/>
            <p:cNvSpPr/>
            <p:nvPr/>
          </p:nvSpPr>
          <p:spPr>
            <a:xfrm>
              <a:off x="8382120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6" name="Google Shape;2656;p37"/>
            <p:cNvSpPr/>
            <p:nvPr/>
          </p:nvSpPr>
          <p:spPr>
            <a:xfrm>
              <a:off x="8763125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7" name="Google Shape;2657;p37"/>
            <p:cNvSpPr/>
            <p:nvPr/>
          </p:nvSpPr>
          <p:spPr>
            <a:xfrm>
              <a:off x="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8" name="Google Shape;2658;p37"/>
            <p:cNvSpPr/>
            <p:nvPr/>
          </p:nvSpPr>
          <p:spPr>
            <a:xfrm>
              <a:off x="38100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9" name="Google Shape;2659;p37"/>
            <p:cNvSpPr/>
            <p:nvPr/>
          </p:nvSpPr>
          <p:spPr>
            <a:xfrm>
              <a:off x="76201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0" name="Google Shape;2660;p37"/>
            <p:cNvSpPr/>
            <p:nvPr/>
          </p:nvSpPr>
          <p:spPr>
            <a:xfrm>
              <a:off x="114301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1" name="Google Shape;2661;p37"/>
            <p:cNvSpPr/>
            <p:nvPr/>
          </p:nvSpPr>
          <p:spPr>
            <a:xfrm>
              <a:off x="152402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2" name="Google Shape;2662;p37"/>
            <p:cNvSpPr/>
            <p:nvPr/>
          </p:nvSpPr>
          <p:spPr>
            <a:xfrm>
              <a:off x="190502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3" name="Google Shape;2663;p37"/>
            <p:cNvSpPr/>
            <p:nvPr/>
          </p:nvSpPr>
          <p:spPr>
            <a:xfrm>
              <a:off x="228603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4" name="Google Shape;2664;p37"/>
            <p:cNvSpPr/>
            <p:nvPr/>
          </p:nvSpPr>
          <p:spPr>
            <a:xfrm>
              <a:off x="266703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5" name="Google Shape;2665;p37"/>
            <p:cNvSpPr/>
            <p:nvPr/>
          </p:nvSpPr>
          <p:spPr>
            <a:xfrm>
              <a:off x="304804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6" name="Google Shape;2666;p37"/>
            <p:cNvSpPr/>
            <p:nvPr/>
          </p:nvSpPr>
          <p:spPr>
            <a:xfrm>
              <a:off x="342904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7" name="Google Shape;2667;p37"/>
            <p:cNvSpPr/>
            <p:nvPr/>
          </p:nvSpPr>
          <p:spPr>
            <a:xfrm>
              <a:off x="381005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8" name="Google Shape;2668;p37"/>
            <p:cNvSpPr/>
            <p:nvPr/>
          </p:nvSpPr>
          <p:spPr>
            <a:xfrm>
              <a:off x="419105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9" name="Google Shape;2669;p37"/>
            <p:cNvSpPr/>
            <p:nvPr/>
          </p:nvSpPr>
          <p:spPr>
            <a:xfrm>
              <a:off x="457206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0" name="Google Shape;2670;p37"/>
            <p:cNvSpPr/>
            <p:nvPr/>
          </p:nvSpPr>
          <p:spPr>
            <a:xfrm>
              <a:off x="495306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1" name="Google Shape;2671;p37"/>
            <p:cNvSpPr/>
            <p:nvPr/>
          </p:nvSpPr>
          <p:spPr>
            <a:xfrm>
              <a:off x="533407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2" name="Google Shape;2672;p37"/>
            <p:cNvSpPr/>
            <p:nvPr/>
          </p:nvSpPr>
          <p:spPr>
            <a:xfrm>
              <a:off x="571507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3" name="Google Shape;2673;p37"/>
            <p:cNvSpPr/>
            <p:nvPr/>
          </p:nvSpPr>
          <p:spPr>
            <a:xfrm>
              <a:off x="609608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4" name="Google Shape;2674;p37"/>
            <p:cNvSpPr/>
            <p:nvPr/>
          </p:nvSpPr>
          <p:spPr>
            <a:xfrm>
              <a:off x="647708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5" name="Google Shape;2675;p37"/>
            <p:cNvSpPr/>
            <p:nvPr/>
          </p:nvSpPr>
          <p:spPr>
            <a:xfrm>
              <a:off x="685809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6" name="Google Shape;2676;p37"/>
            <p:cNvSpPr/>
            <p:nvPr/>
          </p:nvSpPr>
          <p:spPr>
            <a:xfrm>
              <a:off x="723909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7" name="Google Shape;2677;p37"/>
            <p:cNvSpPr/>
            <p:nvPr/>
          </p:nvSpPr>
          <p:spPr>
            <a:xfrm>
              <a:off x="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8" name="Google Shape;2678;p37"/>
            <p:cNvSpPr/>
            <p:nvPr/>
          </p:nvSpPr>
          <p:spPr>
            <a:xfrm>
              <a:off x="38100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9" name="Google Shape;2679;p37"/>
            <p:cNvSpPr/>
            <p:nvPr/>
          </p:nvSpPr>
          <p:spPr>
            <a:xfrm>
              <a:off x="76201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0" name="Google Shape;2680;p37"/>
            <p:cNvSpPr/>
            <p:nvPr/>
          </p:nvSpPr>
          <p:spPr>
            <a:xfrm>
              <a:off x="114301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1" name="Google Shape;2681;p37"/>
            <p:cNvSpPr/>
            <p:nvPr/>
          </p:nvSpPr>
          <p:spPr>
            <a:xfrm>
              <a:off x="152402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2" name="Google Shape;2682;p37"/>
            <p:cNvSpPr/>
            <p:nvPr/>
          </p:nvSpPr>
          <p:spPr>
            <a:xfrm>
              <a:off x="190502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3" name="Google Shape;2683;p37"/>
            <p:cNvSpPr/>
            <p:nvPr/>
          </p:nvSpPr>
          <p:spPr>
            <a:xfrm>
              <a:off x="228603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4" name="Google Shape;2684;p37"/>
            <p:cNvSpPr/>
            <p:nvPr/>
          </p:nvSpPr>
          <p:spPr>
            <a:xfrm>
              <a:off x="266703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5" name="Google Shape;2685;p37"/>
            <p:cNvSpPr/>
            <p:nvPr/>
          </p:nvSpPr>
          <p:spPr>
            <a:xfrm>
              <a:off x="304804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6" name="Google Shape;2686;p37"/>
            <p:cNvSpPr/>
            <p:nvPr/>
          </p:nvSpPr>
          <p:spPr>
            <a:xfrm>
              <a:off x="342904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7" name="Google Shape;2687;p37"/>
            <p:cNvSpPr/>
            <p:nvPr/>
          </p:nvSpPr>
          <p:spPr>
            <a:xfrm>
              <a:off x="381005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8" name="Google Shape;2688;p37"/>
            <p:cNvSpPr/>
            <p:nvPr/>
          </p:nvSpPr>
          <p:spPr>
            <a:xfrm>
              <a:off x="419105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9" name="Google Shape;2689;p37"/>
            <p:cNvSpPr/>
            <p:nvPr/>
          </p:nvSpPr>
          <p:spPr>
            <a:xfrm>
              <a:off x="457206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0" name="Google Shape;2690;p37"/>
            <p:cNvSpPr/>
            <p:nvPr/>
          </p:nvSpPr>
          <p:spPr>
            <a:xfrm>
              <a:off x="495306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1" name="Google Shape;2691;p37"/>
            <p:cNvSpPr/>
            <p:nvPr/>
          </p:nvSpPr>
          <p:spPr>
            <a:xfrm>
              <a:off x="533407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2" name="Google Shape;2692;p37"/>
            <p:cNvSpPr/>
            <p:nvPr/>
          </p:nvSpPr>
          <p:spPr>
            <a:xfrm>
              <a:off x="571507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3" name="Google Shape;2693;p37"/>
            <p:cNvSpPr/>
            <p:nvPr/>
          </p:nvSpPr>
          <p:spPr>
            <a:xfrm>
              <a:off x="609608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4" name="Google Shape;2694;p37"/>
            <p:cNvSpPr/>
            <p:nvPr/>
          </p:nvSpPr>
          <p:spPr>
            <a:xfrm>
              <a:off x="647708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5" name="Google Shape;2695;p37"/>
            <p:cNvSpPr/>
            <p:nvPr/>
          </p:nvSpPr>
          <p:spPr>
            <a:xfrm>
              <a:off x="685809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6" name="Google Shape;2696;p37"/>
            <p:cNvSpPr/>
            <p:nvPr/>
          </p:nvSpPr>
          <p:spPr>
            <a:xfrm>
              <a:off x="723909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7" name="Google Shape;2697;p37"/>
            <p:cNvSpPr/>
            <p:nvPr/>
          </p:nvSpPr>
          <p:spPr>
            <a:xfrm>
              <a:off x="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8" name="Google Shape;2698;p37"/>
            <p:cNvSpPr/>
            <p:nvPr/>
          </p:nvSpPr>
          <p:spPr>
            <a:xfrm>
              <a:off x="38100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9" name="Google Shape;2699;p37"/>
            <p:cNvSpPr/>
            <p:nvPr/>
          </p:nvSpPr>
          <p:spPr>
            <a:xfrm>
              <a:off x="76201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0" name="Google Shape;2700;p37"/>
            <p:cNvSpPr/>
            <p:nvPr/>
          </p:nvSpPr>
          <p:spPr>
            <a:xfrm>
              <a:off x="114301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1" name="Google Shape;2701;p37"/>
            <p:cNvSpPr/>
            <p:nvPr/>
          </p:nvSpPr>
          <p:spPr>
            <a:xfrm>
              <a:off x="152402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2" name="Google Shape;2702;p37"/>
            <p:cNvSpPr/>
            <p:nvPr/>
          </p:nvSpPr>
          <p:spPr>
            <a:xfrm>
              <a:off x="190502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3" name="Google Shape;2703;p37"/>
            <p:cNvSpPr/>
            <p:nvPr/>
          </p:nvSpPr>
          <p:spPr>
            <a:xfrm>
              <a:off x="228603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4" name="Google Shape;2704;p37"/>
            <p:cNvSpPr/>
            <p:nvPr/>
          </p:nvSpPr>
          <p:spPr>
            <a:xfrm>
              <a:off x="266703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5" name="Google Shape;2705;p37"/>
            <p:cNvSpPr/>
            <p:nvPr/>
          </p:nvSpPr>
          <p:spPr>
            <a:xfrm>
              <a:off x="304804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6" name="Google Shape;2706;p37"/>
            <p:cNvSpPr/>
            <p:nvPr/>
          </p:nvSpPr>
          <p:spPr>
            <a:xfrm>
              <a:off x="342904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7" name="Google Shape;2707;p37"/>
            <p:cNvSpPr/>
            <p:nvPr/>
          </p:nvSpPr>
          <p:spPr>
            <a:xfrm>
              <a:off x="381005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8" name="Google Shape;2708;p37"/>
            <p:cNvSpPr/>
            <p:nvPr/>
          </p:nvSpPr>
          <p:spPr>
            <a:xfrm>
              <a:off x="419105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9" name="Google Shape;2709;p37"/>
            <p:cNvSpPr/>
            <p:nvPr/>
          </p:nvSpPr>
          <p:spPr>
            <a:xfrm>
              <a:off x="457206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0" name="Google Shape;2710;p37"/>
            <p:cNvSpPr/>
            <p:nvPr/>
          </p:nvSpPr>
          <p:spPr>
            <a:xfrm>
              <a:off x="495306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1" name="Google Shape;2711;p37"/>
            <p:cNvSpPr/>
            <p:nvPr/>
          </p:nvSpPr>
          <p:spPr>
            <a:xfrm>
              <a:off x="533407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2" name="Google Shape;2712;p37"/>
            <p:cNvSpPr/>
            <p:nvPr/>
          </p:nvSpPr>
          <p:spPr>
            <a:xfrm>
              <a:off x="571507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3" name="Google Shape;2713;p37"/>
            <p:cNvSpPr/>
            <p:nvPr/>
          </p:nvSpPr>
          <p:spPr>
            <a:xfrm>
              <a:off x="609608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4" name="Google Shape;2714;p37"/>
            <p:cNvSpPr/>
            <p:nvPr/>
          </p:nvSpPr>
          <p:spPr>
            <a:xfrm>
              <a:off x="647708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5" name="Google Shape;2715;p37"/>
            <p:cNvSpPr/>
            <p:nvPr/>
          </p:nvSpPr>
          <p:spPr>
            <a:xfrm>
              <a:off x="685809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6" name="Google Shape;2716;p37"/>
            <p:cNvSpPr/>
            <p:nvPr/>
          </p:nvSpPr>
          <p:spPr>
            <a:xfrm>
              <a:off x="723909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7" name="Google Shape;2717;p37"/>
            <p:cNvSpPr/>
            <p:nvPr/>
          </p:nvSpPr>
          <p:spPr>
            <a:xfrm>
              <a:off x="7620110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8" name="Google Shape;2718;p37"/>
            <p:cNvSpPr/>
            <p:nvPr/>
          </p:nvSpPr>
          <p:spPr>
            <a:xfrm>
              <a:off x="8001115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9" name="Google Shape;2719;p37"/>
            <p:cNvSpPr/>
            <p:nvPr/>
          </p:nvSpPr>
          <p:spPr>
            <a:xfrm>
              <a:off x="8382120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0" name="Google Shape;2720;p37"/>
            <p:cNvSpPr/>
            <p:nvPr/>
          </p:nvSpPr>
          <p:spPr>
            <a:xfrm>
              <a:off x="8763125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1" name="Google Shape;2721;p37"/>
            <p:cNvSpPr/>
            <p:nvPr/>
          </p:nvSpPr>
          <p:spPr>
            <a:xfrm>
              <a:off x="7620110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2" name="Google Shape;2722;p37"/>
            <p:cNvSpPr/>
            <p:nvPr/>
          </p:nvSpPr>
          <p:spPr>
            <a:xfrm>
              <a:off x="8001115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3" name="Google Shape;2723;p37"/>
            <p:cNvSpPr/>
            <p:nvPr/>
          </p:nvSpPr>
          <p:spPr>
            <a:xfrm>
              <a:off x="8382120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4" name="Google Shape;2724;p37"/>
            <p:cNvSpPr/>
            <p:nvPr/>
          </p:nvSpPr>
          <p:spPr>
            <a:xfrm>
              <a:off x="8763125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5" name="Google Shape;2725;p37"/>
            <p:cNvSpPr/>
            <p:nvPr/>
          </p:nvSpPr>
          <p:spPr>
            <a:xfrm>
              <a:off x="7620110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6" name="Google Shape;2726;p37"/>
            <p:cNvSpPr/>
            <p:nvPr/>
          </p:nvSpPr>
          <p:spPr>
            <a:xfrm>
              <a:off x="8001115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7" name="Google Shape;2727;p37"/>
            <p:cNvSpPr/>
            <p:nvPr/>
          </p:nvSpPr>
          <p:spPr>
            <a:xfrm>
              <a:off x="8382120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8" name="Google Shape;2728;p37"/>
            <p:cNvSpPr/>
            <p:nvPr/>
          </p:nvSpPr>
          <p:spPr>
            <a:xfrm>
              <a:off x="8763125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29" name="Google Shape;2729;p37"/>
          <p:cNvSpPr/>
          <p:nvPr/>
        </p:nvSpPr>
        <p:spPr>
          <a:xfrm flipH="1">
            <a:off x="0" y="0"/>
            <a:ext cx="9144000" cy="5143500"/>
          </a:xfrm>
          <a:prstGeom prst="rtTriangle">
            <a:avLst/>
          </a:prstGeom>
          <a:solidFill>
            <a:srgbClr val="005051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30" name="Google Shape;2730;p37"/>
          <p:cNvGrpSpPr/>
          <p:nvPr/>
        </p:nvGrpSpPr>
        <p:grpSpPr>
          <a:xfrm>
            <a:off x="553048" y="535000"/>
            <a:ext cx="8105852" cy="4302000"/>
            <a:chOff x="553048" y="535000"/>
            <a:chExt cx="8105852" cy="4302000"/>
          </a:xfrm>
        </p:grpSpPr>
        <p:sp>
          <p:nvSpPr>
            <p:cNvPr id="2731" name="Google Shape;2731;p37"/>
            <p:cNvSpPr/>
            <p:nvPr/>
          </p:nvSpPr>
          <p:spPr>
            <a:xfrm>
              <a:off x="942300" y="763600"/>
              <a:ext cx="7716600" cy="4073400"/>
            </a:xfrm>
            <a:prstGeom prst="roundRect">
              <a:avLst>
                <a:gd fmla="val 2480" name="adj"/>
              </a:avLst>
            </a:prstGeom>
            <a:solidFill>
              <a:srgbClr val="222828">
                <a:alpha val="2039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2" name="Google Shape;2732;p37"/>
            <p:cNvSpPr/>
            <p:nvPr/>
          </p:nvSpPr>
          <p:spPr>
            <a:xfrm>
              <a:off x="712275" y="535000"/>
              <a:ext cx="7716600" cy="4073400"/>
            </a:xfrm>
            <a:prstGeom prst="roundRect">
              <a:avLst>
                <a:gd fmla="val 248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3" name="Google Shape;2733;p37"/>
            <p:cNvSpPr/>
            <p:nvPr/>
          </p:nvSpPr>
          <p:spPr>
            <a:xfrm>
              <a:off x="848698" y="898261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5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5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4" name="Google Shape;2734;p37"/>
            <p:cNvSpPr/>
            <p:nvPr/>
          </p:nvSpPr>
          <p:spPr>
            <a:xfrm>
              <a:off x="553048" y="931482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19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8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7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5" name="Google Shape;2735;p37"/>
            <p:cNvSpPr/>
            <p:nvPr/>
          </p:nvSpPr>
          <p:spPr>
            <a:xfrm>
              <a:off x="848698" y="1332681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8"/>
                    <a:pt x="0" y="7608"/>
                  </a:cubicBezTo>
                  <a:cubicBezTo>
                    <a:pt x="0" y="11808"/>
                    <a:pt x="3404" y="15212"/>
                    <a:pt x="7604" y="15212"/>
                  </a:cubicBezTo>
                  <a:cubicBezTo>
                    <a:pt x="11804" y="15212"/>
                    <a:pt x="15209" y="11808"/>
                    <a:pt x="15209" y="7608"/>
                  </a:cubicBezTo>
                  <a:cubicBezTo>
                    <a:pt x="15209" y="3408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6" name="Google Shape;2736;p37"/>
            <p:cNvSpPr/>
            <p:nvPr/>
          </p:nvSpPr>
          <p:spPr>
            <a:xfrm>
              <a:off x="553048" y="1365902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71"/>
                    <a:pt x="0" y="1497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9"/>
                  </a:lnTo>
                  <a:cubicBezTo>
                    <a:pt x="23340" y="7948"/>
                    <a:pt x="21591" y="9042"/>
                    <a:pt x="19596" y="9042"/>
                  </a:cubicBezTo>
                  <a:lnTo>
                    <a:pt x="1493" y="9042"/>
                  </a:lnTo>
                  <a:cubicBezTo>
                    <a:pt x="671" y="9042"/>
                    <a:pt x="0" y="9709"/>
                    <a:pt x="0" y="10535"/>
                  </a:cubicBezTo>
                  <a:cubicBezTo>
                    <a:pt x="0" y="11361"/>
                    <a:pt x="671" y="12028"/>
                    <a:pt x="1493" y="12028"/>
                  </a:cubicBezTo>
                  <a:lnTo>
                    <a:pt x="19596" y="12028"/>
                  </a:lnTo>
                  <a:cubicBezTo>
                    <a:pt x="23370" y="12028"/>
                    <a:pt x="26327" y="9688"/>
                    <a:pt x="26327" y="6699"/>
                  </a:cubicBezTo>
                  <a:lnTo>
                    <a:pt x="26327" y="5330"/>
                  </a:lnTo>
                  <a:cubicBezTo>
                    <a:pt x="26327" y="2344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7" name="Google Shape;2737;p37"/>
            <p:cNvSpPr/>
            <p:nvPr/>
          </p:nvSpPr>
          <p:spPr>
            <a:xfrm>
              <a:off x="848698" y="1767184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4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4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8" name="Google Shape;2738;p37"/>
            <p:cNvSpPr/>
            <p:nvPr/>
          </p:nvSpPr>
          <p:spPr>
            <a:xfrm>
              <a:off x="553048" y="1800405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68"/>
                    <a:pt x="0" y="1493"/>
                  </a:cubicBezTo>
                  <a:cubicBezTo>
                    <a:pt x="0" y="2319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5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7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9" name="Google Shape;2739;p37"/>
            <p:cNvSpPr/>
            <p:nvPr/>
          </p:nvSpPr>
          <p:spPr>
            <a:xfrm>
              <a:off x="848698" y="2201603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5"/>
                    <a:pt x="0" y="7608"/>
                  </a:cubicBezTo>
                  <a:cubicBezTo>
                    <a:pt x="0" y="11808"/>
                    <a:pt x="3404" y="15212"/>
                    <a:pt x="7604" y="15212"/>
                  </a:cubicBezTo>
                  <a:cubicBezTo>
                    <a:pt x="11804" y="15212"/>
                    <a:pt x="15209" y="11808"/>
                    <a:pt x="15209" y="7608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0" name="Google Shape;2740;p37"/>
            <p:cNvSpPr/>
            <p:nvPr/>
          </p:nvSpPr>
          <p:spPr>
            <a:xfrm>
              <a:off x="553048" y="2234824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68"/>
                    <a:pt x="0" y="1494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9"/>
                  </a:lnTo>
                  <a:cubicBezTo>
                    <a:pt x="23340" y="7945"/>
                    <a:pt x="21591" y="9039"/>
                    <a:pt x="19596" y="9039"/>
                  </a:cubicBezTo>
                  <a:lnTo>
                    <a:pt x="1493" y="9039"/>
                  </a:lnTo>
                  <a:cubicBezTo>
                    <a:pt x="671" y="9039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9"/>
                  </a:cubicBezTo>
                  <a:lnTo>
                    <a:pt x="26327" y="5330"/>
                  </a:lnTo>
                  <a:cubicBezTo>
                    <a:pt x="26327" y="2341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1" name="Google Shape;2741;p37"/>
            <p:cNvSpPr/>
            <p:nvPr/>
          </p:nvSpPr>
          <p:spPr>
            <a:xfrm>
              <a:off x="848698" y="2636106"/>
              <a:ext cx="317374" cy="317374"/>
            </a:xfrm>
            <a:custGeom>
              <a:rect b="b" l="l" r="r" t="t"/>
              <a:pathLst>
                <a:path extrusionOk="0" h="15209" w="15209">
                  <a:moveTo>
                    <a:pt x="7604" y="0"/>
                  </a:moveTo>
                  <a:cubicBezTo>
                    <a:pt x="3404" y="0"/>
                    <a:pt x="0" y="3404"/>
                    <a:pt x="0" y="7604"/>
                  </a:cubicBezTo>
                  <a:cubicBezTo>
                    <a:pt x="0" y="11805"/>
                    <a:pt x="3404" y="15209"/>
                    <a:pt x="7604" y="15209"/>
                  </a:cubicBezTo>
                  <a:cubicBezTo>
                    <a:pt x="11804" y="15209"/>
                    <a:pt x="15209" y="11805"/>
                    <a:pt x="15209" y="7604"/>
                  </a:cubicBezTo>
                  <a:cubicBezTo>
                    <a:pt x="15209" y="3404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2" name="Google Shape;2742;p37"/>
            <p:cNvSpPr/>
            <p:nvPr/>
          </p:nvSpPr>
          <p:spPr>
            <a:xfrm>
              <a:off x="553048" y="2669265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71"/>
                    <a:pt x="0" y="1496"/>
                  </a:cubicBezTo>
                  <a:cubicBezTo>
                    <a:pt x="0" y="2322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8"/>
                  </a:lnTo>
                  <a:cubicBezTo>
                    <a:pt x="23340" y="7947"/>
                    <a:pt x="21591" y="9041"/>
                    <a:pt x="19596" y="9041"/>
                  </a:cubicBezTo>
                  <a:lnTo>
                    <a:pt x="1493" y="9041"/>
                  </a:lnTo>
                  <a:cubicBezTo>
                    <a:pt x="671" y="9041"/>
                    <a:pt x="0" y="9709"/>
                    <a:pt x="0" y="10534"/>
                  </a:cubicBezTo>
                  <a:cubicBezTo>
                    <a:pt x="0" y="11360"/>
                    <a:pt x="671" y="12028"/>
                    <a:pt x="1493" y="12028"/>
                  </a:cubicBezTo>
                  <a:lnTo>
                    <a:pt x="19596" y="12028"/>
                  </a:lnTo>
                  <a:cubicBezTo>
                    <a:pt x="23370" y="12028"/>
                    <a:pt x="26327" y="9688"/>
                    <a:pt x="26327" y="6698"/>
                  </a:cubicBezTo>
                  <a:lnTo>
                    <a:pt x="26327" y="5330"/>
                  </a:lnTo>
                  <a:cubicBezTo>
                    <a:pt x="26327" y="2343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3" name="Google Shape;2743;p37"/>
            <p:cNvSpPr/>
            <p:nvPr/>
          </p:nvSpPr>
          <p:spPr>
            <a:xfrm>
              <a:off x="848698" y="3070526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5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4" name="Google Shape;2744;p37"/>
            <p:cNvSpPr/>
            <p:nvPr/>
          </p:nvSpPr>
          <p:spPr>
            <a:xfrm>
              <a:off x="553048" y="3103747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20"/>
                    <a:pt x="671" y="2987"/>
                    <a:pt x="1493" y="2987"/>
                  </a:cubicBezTo>
                  <a:lnTo>
                    <a:pt x="19596" y="2987"/>
                  </a:lnTo>
                  <a:cubicBezTo>
                    <a:pt x="21591" y="2987"/>
                    <a:pt x="23340" y="4081"/>
                    <a:pt x="23340" y="5330"/>
                  </a:cubicBezTo>
                  <a:lnTo>
                    <a:pt x="23340" y="6696"/>
                  </a:lnTo>
                  <a:cubicBezTo>
                    <a:pt x="23340" y="7945"/>
                    <a:pt x="21591" y="9039"/>
                    <a:pt x="19596" y="9039"/>
                  </a:cubicBezTo>
                  <a:lnTo>
                    <a:pt x="1493" y="9039"/>
                  </a:lnTo>
                  <a:cubicBezTo>
                    <a:pt x="671" y="9039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6"/>
                  </a:cubicBezTo>
                  <a:lnTo>
                    <a:pt x="26327" y="5330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5" name="Google Shape;2745;p37"/>
            <p:cNvSpPr/>
            <p:nvPr/>
          </p:nvSpPr>
          <p:spPr>
            <a:xfrm>
              <a:off x="848698" y="3504966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7"/>
                    <a:pt x="0" y="7607"/>
                  </a:cubicBezTo>
                  <a:cubicBezTo>
                    <a:pt x="0" y="11807"/>
                    <a:pt x="3404" y="15212"/>
                    <a:pt x="7604" y="15212"/>
                  </a:cubicBezTo>
                  <a:cubicBezTo>
                    <a:pt x="11804" y="15212"/>
                    <a:pt x="15209" y="11807"/>
                    <a:pt x="15209" y="7607"/>
                  </a:cubicBezTo>
                  <a:cubicBezTo>
                    <a:pt x="15209" y="3407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6" name="Google Shape;2746;p37"/>
            <p:cNvSpPr/>
            <p:nvPr/>
          </p:nvSpPr>
          <p:spPr>
            <a:xfrm>
              <a:off x="553048" y="3538167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72"/>
                    <a:pt x="0" y="1497"/>
                  </a:cubicBezTo>
                  <a:cubicBezTo>
                    <a:pt x="0" y="2320"/>
                    <a:pt x="671" y="2991"/>
                    <a:pt x="1493" y="2991"/>
                  </a:cubicBezTo>
                  <a:lnTo>
                    <a:pt x="19596" y="2991"/>
                  </a:lnTo>
                  <a:cubicBezTo>
                    <a:pt x="21591" y="2991"/>
                    <a:pt x="23340" y="4085"/>
                    <a:pt x="23340" y="5331"/>
                  </a:cubicBezTo>
                  <a:lnTo>
                    <a:pt x="23340" y="6699"/>
                  </a:lnTo>
                  <a:cubicBezTo>
                    <a:pt x="23340" y="7948"/>
                    <a:pt x="21591" y="9042"/>
                    <a:pt x="19596" y="9042"/>
                  </a:cubicBezTo>
                  <a:lnTo>
                    <a:pt x="1493" y="9042"/>
                  </a:lnTo>
                  <a:cubicBezTo>
                    <a:pt x="671" y="9042"/>
                    <a:pt x="0" y="9710"/>
                    <a:pt x="0" y="10535"/>
                  </a:cubicBezTo>
                  <a:cubicBezTo>
                    <a:pt x="0" y="11361"/>
                    <a:pt x="671" y="12029"/>
                    <a:pt x="1493" y="12029"/>
                  </a:cubicBezTo>
                  <a:lnTo>
                    <a:pt x="19596" y="12029"/>
                  </a:lnTo>
                  <a:cubicBezTo>
                    <a:pt x="23370" y="12029"/>
                    <a:pt x="26327" y="9689"/>
                    <a:pt x="26327" y="6699"/>
                  </a:cubicBezTo>
                  <a:lnTo>
                    <a:pt x="26327" y="5331"/>
                  </a:lnTo>
                  <a:cubicBezTo>
                    <a:pt x="26327" y="2344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7" name="Google Shape;2747;p37"/>
            <p:cNvSpPr/>
            <p:nvPr/>
          </p:nvSpPr>
          <p:spPr>
            <a:xfrm>
              <a:off x="848698" y="3939449"/>
              <a:ext cx="317374" cy="317395"/>
            </a:xfrm>
            <a:custGeom>
              <a:rect b="b" l="l" r="r" t="t"/>
              <a:pathLst>
                <a:path extrusionOk="0" h="15210" w="15209">
                  <a:moveTo>
                    <a:pt x="7604" y="1"/>
                  </a:moveTo>
                  <a:cubicBezTo>
                    <a:pt x="3404" y="1"/>
                    <a:pt x="0" y="3405"/>
                    <a:pt x="0" y="7605"/>
                  </a:cubicBezTo>
                  <a:cubicBezTo>
                    <a:pt x="0" y="11805"/>
                    <a:pt x="3404" y="15209"/>
                    <a:pt x="7604" y="15209"/>
                  </a:cubicBezTo>
                  <a:cubicBezTo>
                    <a:pt x="11804" y="15209"/>
                    <a:pt x="15209" y="11805"/>
                    <a:pt x="15209" y="7605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8" name="Google Shape;2748;p37"/>
            <p:cNvSpPr/>
            <p:nvPr/>
          </p:nvSpPr>
          <p:spPr>
            <a:xfrm>
              <a:off x="553048" y="3972670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5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49" name="Google Shape;2749;p37"/>
          <p:cNvSpPr txBox="1"/>
          <p:nvPr>
            <p:ph type="title"/>
          </p:nvPr>
        </p:nvSpPr>
        <p:spPr>
          <a:xfrm>
            <a:off x="1270650" y="629375"/>
            <a:ext cx="3500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9pPr>
          </a:lstStyle>
          <a:p/>
        </p:txBody>
      </p:sp>
      <p:sp>
        <p:nvSpPr>
          <p:cNvPr id="2750" name="Google Shape;2750;p37"/>
          <p:cNvSpPr txBox="1"/>
          <p:nvPr>
            <p:ph idx="1" type="subTitle"/>
          </p:nvPr>
        </p:nvSpPr>
        <p:spPr>
          <a:xfrm>
            <a:off x="1270650" y="1202075"/>
            <a:ext cx="35004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b="1">
                <a:solidFill>
                  <a:schemeClr val="accent2"/>
                </a:solidFill>
                <a:highlight>
                  <a:schemeClr val="lt2"/>
                </a:highlight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b="1">
                <a:solidFill>
                  <a:schemeClr val="accent2"/>
                </a:solidFill>
                <a:highlight>
                  <a:schemeClr val="lt2"/>
                </a:highlight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b="1">
                <a:solidFill>
                  <a:schemeClr val="accent2"/>
                </a:solidFill>
                <a:highlight>
                  <a:schemeClr val="lt2"/>
                </a:highlight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b="1">
                <a:solidFill>
                  <a:schemeClr val="accent2"/>
                </a:solidFill>
                <a:highlight>
                  <a:schemeClr val="lt2"/>
                </a:highlight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b="1">
                <a:solidFill>
                  <a:schemeClr val="accent2"/>
                </a:solidFill>
                <a:highlight>
                  <a:schemeClr val="lt2"/>
                </a:highlight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b="1">
                <a:solidFill>
                  <a:schemeClr val="accent2"/>
                </a:solidFill>
                <a:highlight>
                  <a:schemeClr val="lt2"/>
                </a:highlight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b="1">
                <a:solidFill>
                  <a:schemeClr val="accent2"/>
                </a:solidFill>
                <a:highlight>
                  <a:schemeClr val="lt2"/>
                </a:highlight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b="1">
                <a:solidFill>
                  <a:schemeClr val="accent2"/>
                </a:solidFill>
                <a:highlight>
                  <a:schemeClr val="lt2"/>
                </a:highlight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b="1">
                <a:solidFill>
                  <a:schemeClr val="accent2"/>
                </a:solidFill>
                <a:highlight>
                  <a:schemeClr val="lt2"/>
                </a:highlight>
              </a:defRPr>
            </a:lvl9pPr>
          </a:lstStyle>
          <a:p/>
        </p:txBody>
      </p:sp>
      <p:sp>
        <p:nvSpPr>
          <p:cNvPr id="2751" name="Google Shape;2751;p37"/>
          <p:cNvSpPr txBox="1"/>
          <p:nvPr>
            <p:ph idx="2" type="subTitle"/>
          </p:nvPr>
        </p:nvSpPr>
        <p:spPr>
          <a:xfrm>
            <a:off x="1270650" y="1514375"/>
            <a:ext cx="3500400" cy="29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52" name="Google Shape;2752;p37"/>
          <p:cNvSpPr txBox="1"/>
          <p:nvPr>
            <p:ph idx="3" type="title"/>
          </p:nvPr>
        </p:nvSpPr>
        <p:spPr>
          <a:xfrm>
            <a:off x="4771050" y="629375"/>
            <a:ext cx="3500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9pPr>
          </a:lstStyle>
          <a:p/>
        </p:txBody>
      </p:sp>
      <p:sp>
        <p:nvSpPr>
          <p:cNvPr id="2753" name="Google Shape;2753;p37"/>
          <p:cNvSpPr txBox="1"/>
          <p:nvPr>
            <p:ph idx="4" type="subTitle"/>
          </p:nvPr>
        </p:nvSpPr>
        <p:spPr>
          <a:xfrm>
            <a:off x="4771050" y="1202075"/>
            <a:ext cx="35004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b="1">
                <a:solidFill>
                  <a:schemeClr val="accent2"/>
                </a:solidFill>
                <a:highlight>
                  <a:schemeClr val="lt2"/>
                </a:highlight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b="1">
                <a:solidFill>
                  <a:schemeClr val="accent2"/>
                </a:solidFill>
                <a:highlight>
                  <a:schemeClr val="lt2"/>
                </a:highlight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b="1">
                <a:solidFill>
                  <a:schemeClr val="accent2"/>
                </a:solidFill>
                <a:highlight>
                  <a:schemeClr val="lt2"/>
                </a:highlight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b="1">
                <a:solidFill>
                  <a:schemeClr val="accent2"/>
                </a:solidFill>
                <a:highlight>
                  <a:schemeClr val="lt2"/>
                </a:highlight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b="1">
                <a:solidFill>
                  <a:schemeClr val="accent2"/>
                </a:solidFill>
                <a:highlight>
                  <a:schemeClr val="lt2"/>
                </a:highlight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b="1">
                <a:solidFill>
                  <a:schemeClr val="accent2"/>
                </a:solidFill>
                <a:highlight>
                  <a:schemeClr val="lt2"/>
                </a:highlight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b="1">
                <a:solidFill>
                  <a:schemeClr val="accent2"/>
                </a:solidFill>
                <a:highlight>
                  <a:schemeClr val="lt2"/>
                </a:highlight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b="1">
                <a:solidFill>
                  <a:schemeClr val="accent2"/>
                </a:solidFill>
                <a:highlight>
                  <a:schemeClr val="lt2"/>
                </a:highlight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b="1">
                <a:solidFill>
                  <a:schemeClr val="accent2"/>
                </a:solidFill>
                <a:highlight>
                  <a:schemeClr val="lt2"/>
                </a:highlight>
              </a:defRPr>
            </a:lvl9pPr>
          </a:lstStyle>
          <a:p/>
        </p:txBody>
      </p:sp>
      <p:sp>
        <p:nvSpPr>
          <p:cNvPr id="2754" name="Google Shape;2754;p37"/>
          <p:cNvSpPr txBox="1"/>
          <p:nvPr>
            <p:ph idx="5" type="subTitle"/>
          </p:nvPr>
        </p:nvSpPr>
        <p:spPr>
          <a:xfrm>
            <a:off x="4771050" y="1514375"/>
            <a:ext cx="3500400" cy="29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lt1"/>
        </a:solidFill>
      </p:bgPr>
    </p:bg>
    <p:spTree>
      <p:nvGrpSpPr>
        <p:cNvPr id="2755" name="Shape 2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56" name="Google Shape;2756;p38"/>
          <p:cNvGrpSpPr/>
          <p:nvPr/>
        </p:nvGrpSpPr>
        <p:grpSpPr>
          <a:xfrm>
            <a:off x="0" y="0"/>
            <a:ext cx="9144125" cy="5143391"/>
            <a:chOff x="0" y="0"/>
            <a:chExt cx="9144125" cy="5143391"/>
          </a:xfrm>
        </p:grpSpPr>
        <p:sp>
          <p:nvSpPr>
            <p:cNvPr id="2757" name="Google Shape;2757;p38"/>
            <p:cNvSpPr/>
            <p:nvPr/>
          </p:nvSpPr>
          <p:spPr>
            <a:xfrm>
              <a:off x="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8" name="Google Shape;2758;p38"/>
            <p:cNvSpPr/>
            <p:nvPr/>
          </p:nvSpPr>
          <p:spPr>
            <a:xfrm>
              <a:off x="38100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9" name="Google Shape;2759;p38"/>
            <p:cNvSpPr/>
            <p:nvPr/>
          </p:nvSpPr>
          <p:spPr>
            <a:xfrm>
              <a:off x="76201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0" name="Google Shape;2760;p38"/>
            <p:cNvSpPr/>
            <p:nvPr/>
          </p:nvSpPr>
          <p:spPr>
            <a:xfrm>
              <a:off x="114301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1" name="Google Shape;2761;p38"/>
            <p:cNvSpPr/>
            <p:nvPr/>
          </p:nvSpPr>
          <p:spPr>
            <a:xfrm>
              <a:off x="152402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2" name="Google Shape;2762;p38"/>
            <p:cNvSpPr/>
            <p:nvPr/>
          </p:nvSpPr>
          <p:spPr>
            <a:xfrm>
              <a:off x="190502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3" name="Google Shape;2763;p38"/>
            <p:cNvSpPr/>
            <p:nvPr/>
          </p:nvSpPr>
          <p:spPr>
            <a:xfrm>
              <a:off x="228603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4" name="Google Shape;2764;p38"/>
            <p:cNvSpPr/>
            <p:nvPr/>
          </p:nvSpPr>
          <p:spPr>
            <a:xfrm>
              <a:off x="266703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5" name="Google Shape;2765;p38"/>
            <p:cNvSpPr/>
            <p:nvPr/>
          </p:nvSpPr>
          <p:spPr>
            <a:xfrm>
              <a:off x="304804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6" name="Google Shape;2766;p38"/>
            <p:cNvSpPr/>
            <p:nvPr/>
          </p:nvSpPr>
          <p:spPr>
            <a:xfrm>
              <a:off x="342904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7" name="Google Shape;2767;p38"/>
            <p:cNvSpPr/>
            <p:nvPr/>
          </p:nvSpPr>
          <p:spPr>
            <a:xfrm>
              <a:off x="381005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8" name="Google Shape;2768;p38"/>
            <p:cNvSpPr/>
            <p:nvPr/>
          </p:nvSpPr>
          <p:spPr>
            <a:xfrm>
              <a:off x="419105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9" name="Google Shape;2769;p38"/>
            <p:cNvSpPr/>
            <p:nvPr/>
          </p:nvSpPr>
          <p:spPr>
            <a:xfrm>
              <a:off x="457206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0" name="Google Shape;2770;p38"/>
            <p:cNvSpPr/>
            <p:nvPr/>
          </p:nvSpPr>
          <p:spPr>
            <a:xfrm>
              <a:off x="495306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1" name="Google Shape;2771;p38"/>
            <p:cNvSpPr/>
            <p:nvPr/>
          </p:nvSpPr>
          <p:spPr>
            <a:xfrm>
              <a:off x="533407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2" name="Google Shape;2772;p38"/>
            <p:cNvSpPr/>
            <p:nvPr/>
          </p:nvSpPr>
          <p:spPr>
            <a:xfrm>
              <a:off x="571507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3" name="Google Shape;2773;p38"/>
            <p:cNvSpPr/>
            <p:nvPr/>
          </p:nvSpPr>
          <p:spPr>
            <a:xfrm>
              <a:off x="609608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4" name="Google Shape;2774;p38"/>
            <p:cNvSpPr/>
            <p:nvPr/>
          </p:nvSpPr>
          <p:spPr>
            <a:xfrm>
              <a:off x="647708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5" name="Google Shape;2775;p38"/>
            <p:cNvSpPr/>
            <p:nvPr/>
          </p:nvSpPr>
          <p:spPr>
            <a:xfrm>
              <a:off x="685809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6" name="Google Shape;2776;p38"/>
            <p:cNvSpPr/>
            <p:nvPr/>
          </p:nvSpPr>
          <p:spPr>
            <a:xfrm>
              <a:off x="723909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7" name="Google Shape;2777;p38"/>
            <p:cNvSpPr/>
            <p:nvPr/>
          </p:nvSpPr>
          <p:spPr>
            <a:xfrm>
              <a:off x="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8" name="Google Shape;2778;p38"/>
            <p:cNvSpPr/>
            <p:nvPr/>
          </p:nvSpPr>
          <p:spPr>
            <a:xfrm>
              <a:off x="38100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9" name="Google Shape;2779;p38"/>
            <p:cNvSpPr/>
            <p:nvPr/>
          </p:nvSpPr>
          <p:spPr>
            <a:xfrm>
              <a:off x="76201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0" name="Google Shape;2780;p38"/>
            <p:cNvSpPr/>
            <p:nvPr/>
          </p:nvSpPr>
          <p:spPr>
            <a:xfrm>
              <a:off x="114301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1" name="Google Shape;2781;p38"/>
            <p:cNvSpPr/>
            <p:nvPr/>
          </p:nvSpPr>
          <p:spPr>
            <a:xfrm>
              <a:off x="152402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2" name="Google Shape;2782;p38"/>
            <p:cNvSpPr/>
            <p:nvPr/>
          </p:nvSpPr>
          <p:spPr>
            <a:xfrm>
              <a:off x="190502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3" name="Google Shape;2783;p38"/>
            <p:cNvSpPr/>
            <p:nvPr/>
          </p:nvSpPr>
          <p:spPr>
            <a:xfrm>
              <a:off x="228603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4" name="Google Shape;2784;p38"/>
            <p:cNvSpPr/>
            <p:nvPr/>
          </p:nvSpPr>
          <p:spPr>
            <a:xfrm>
              <a:off x="266703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5" name="Google Shape;2785;p38"/>
            <p:cNvSpPr/>
            <p:nvPr/>
          </p:nvSpPr>
          <p:spPr>
            <a:xfrm>
              <a:off x="304804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6" name="Google Shape;2786;p38"/>
            <p:cNvSpPr/>
            <p:nvPr/>
          </p:nvSpPr>
          <p:spPr>
            <a:xfrm>
              <a:off x="342904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7" name="Google Shape;2787;p38"/>
            <p:cNvSpPr/>
            <p:nvPr/>
          </p:nvSpPr>
          <p:spPr>
            <a:xfrm>
              <a:off x="381005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8" name="Google Shape;2788;p38"/>
            <p:cNvSpPr/>
            <p:nvPr/>
          </p:nvSpPr>
          <p:spPr>
            <a:xfrm>
              <a:off x="419105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9" name="Google Shape;2789;p38"/>
            <p:cNvSpPr/>
            <p:nvPr/>
          </p:nvSpPr>
          <p:spPr>
            <a:xfrm>
              <a:off x="457206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0" name="Google Shape;2790;p38"/>
            <p:cNvSpPr/>
            <p:nvPr/>
          </p:nvSpPr>
          <p:spPr>
            <a:xfrm>
              <a:off x="495306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1" name="Google Shape;2791;p38"/>
            <p:cNvSpPr/>
            <p:nvPr/>
          </p:nvSpPr>
          <p:spPr>
            <a:xfrm>
              <a:off x="533407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2" name="Google Shape;2792;p38"/>
            <p:cNvSpPr/>
            <p:nvPr/>
          </p:nvSpPr>
          <p:spPr>
            <a:xfrm>
              <a:off x="571507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3" name="Google Shape;2793;p38"/>
            <p:cNvSpPr/>
            <p:nvPr/>
          </p:nvSpPr>
          <p:spPr>
            <a:xfrm>
              <a:off x="609608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4" name="Google Shape;2794;p38"/>
            <p:cNvSpPr/>
            <p:nvPr/>
          </p:nvSpPr>
          <p:spPr>
            <a:xfrm>
              <a:off x="647708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5" name="Google Shape;2795;p38"/>
            <p:cNvSpPr/>
            <p:nvPr/>
          </p:nvSpPr>
          <p:spPr>
            <a:xfrm>
              <a:off x="685809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6" name="Google Shape;2796;p38"/>
            <p:cNvSpPr/>
            <p:nvPr/>
          </p:nvSpPr>
          <p:spPr>
            <a:xfrm>
              <a:off x="723909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7" name="Google Shape;2797;p38"/>
            <p:cNvSpPr/>
            <p:nvPr/>
          </p:nvSpPr>
          <p:spPr>
            <a:xfrm>
              <a:off x="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8" name="Google Shape;2798;p38"/>
            <p:cNvSpPr/>
            <p:nvPr/>
          </p:nvSpPr>
          <p:spPr>
            <a:xfrm>
              <a:off x="38100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9" name="Google Shape;2799;p38"/>
            <p:cNvSpPr/>
            <p:nvPr/>
          </p:nvSpPr>
          <p:spPr>
            <a:xfrm>
              <a:off x="76201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0" name="Google Shape;2800;p38"/>
            <p:cNvSpPr/>
            <p:nvPr/>
          </p:nvSpPr>
          <p:spPr>
            <a:xfrm>
              <a:off x="114301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1" name="Google Shape;2801;p38"/>
            <p:cNvSpPr/>
            <p:nvPr/>
          </p:nvSpPr>
          <p:spPr>
            <a:xfrm>
              <a:off x="152402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2" name="Google Shape;2802;p38"/>
            <p:cNvSpPr/>
            <p:nvPr/>
          </p:nvSpPr>
          <p:spPr>
            <a:xfrm>
              <a:off x="190502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3" name="Google Shape;2803;p38"/>
            <p:cNvSpPr/>
            <p:nvPr/>
          </p:nvSpPr>
          <p:spPr>
            <a:xfrm>
              <a:off x="228603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4" name="Google Shape;2804;p38"/>
            <p:cNvSpPr/>
            <p:nvPr/>
          </p:nvSpPr>
          <p:spPr>
            <a:xfrm>
              <a:off x="266703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5" name="Google Shape;2805;p38"/>
            <p:cNvSpPr/>
            <p:nvPr/>
          </p:nvSpPr>
          <p:spPr>
            <a:xfrm>
              <a:off x="304804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6" name="Google Shape;2806;p38"/>
            <p:cNvSpPr/>
            <p:nvPr/>
          </p:nvSpPr>
          <p:spPr>
            <a:xfrm>
              <a:off x="342904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7" name="Google Shape;2807;p38"/>
            <p:cNvSpPr/>
            <p:nvPr/>
          </p:nvSpPr>
          <p:spPr>
            <a:xfrm>
              <a:off x="381005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8" name="Google Shape;2808;p38"/>
            <p:cNvSpPr/>
            <p:nvPr/>
          </p:nvSpPr>
          <p:spPr>
            <a:xfrm>
              <a:off x="419105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9" name="Google Shape;2809;p38"/>
            <p:cNvSpPr/>
            <p:nvPr/>
          </p:nvSpPr>
          <p:spPr>
            <a:xfrm>
              <a:off x="457206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0" name="Google Shape;2810;p38"/>
            <p:cNvSpPr/>
            <p:nvPr/>
          </p:nvSpPr>
          <p:spPr>
            <a:xfrm>
              <a:off x="495306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1" name="Google Shape;2811;p38"/>
            <p:cNvSpPr/>
            <p:nvPr/>
          </p:nvSpPr>
          <p:spPr>
            <a:xfrm>
              <a:off x="533407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2" name="Google Shape;2812;p38"/>
            <p:cNvSpPr/>
            <p:nvPr/>
          </p:nvSpPr>
          <p:spPr>
            <a:xfrm>
              <a:off x="571507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3" name="Google Shape;2813;p38"/>
            <p:cNvSpPr/>
            <p:nvPr/>
          </p:nvSpPr>
          <p:spPr>
            <a:xfrm>
              <a:off x="609608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4" name="Google Shape;2814;p38"/>
            <p:cNvSpPr/>
            <p:nvPr/>
          </p:nvSpPr>
          <p:spPr>
            <a:xfrm>
              <a:off x="647708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5" name="Google Shape;2815;p38"/>
            <p:cNvSpPr/>
            <p:nvPr/>
          </p:nvSpPr>
          <p:spPr>
            <a:xfrm>
              <a:off x="685809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6" name="Google Shape;2816;p38"/>
            <p:cNvSpPr/>
            <p:nvPr/>
          </p:nvSpPr>
          <p:spPr>
            <a:xfrm>
              <a:off x="723909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7" name="Google Shape;2817;p38"/>
            <p:cNvSpPr/>
            <p:nvPr/>
          </p:nvSpPr>
          <p:spPr>
            <a:xfrm>
              <a:off x="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8" name="Google Shape;2818;p38"/>
            <p:cNvSpPr/>
            <p:nvPr/>
          </p:nvSpPr>
          <p:spPr>
            <a:xfrm>
              <a:off x="38100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9" name="Google Shape;2819;p38"/>
            <p:cNvSpPr/>
            <p:nvPr/>
          </p:nvSpPr>
          <p:spPr>
            <a:xfrm>
              <a:off x="76201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0" name="Google Shape;2820;p38"/>
            <p:cNvSpPr/>
            <p:nvPr/>
          </p:nvSpPr>
          <p:spPr>
            <a:xfrm>
              <a:off x="114301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1" name="Google Shape;2821;p38"/>
            <p:cNvSpPr/>
            <p:nvPr/>
          </p:nvSpPr>
          <p:spPr>
            <a:xfrm>
              <a:off x="152402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2" name="Google Shape;2822;p38"/>
            <p:cNvSpPr/>
            <p:nvPr/>
          </p:nvSpPr>
          <p:spPr>
            <a:xfrm>
              <a:off x="190502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3" name="Google Shape;2823;p38"/>
            <p:cNvSpPr/>
            <p:nvPr/>
          </p:nvSpPr>
          <p:spPr>
            <a:xfrm>
              <a:off x="228603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4" name="Google Shape;2824;p38"/>
            <p:cNvSpPr/>
            <p:nvPr/>
          </p:nvSpPr>
          <p:spPr>
            <a:xfrm>
              <a:off x="266703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5" name="Google Shape;2825;p38"/>
            <p:cNvSpPr/>
            <p:nvPr/>
          </p:nvSpPr>
          <p:spPr>
            <a:xfrm>
              <a:off x="304804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6" name="Google Shape;2826;p38"/>
            <p:cNvSpPr/>
            <p:nvPr/>
          </p:nvSpPr>
          <p:spPr>
            <a:xfrm>
              <a:off x="342904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7" name="Google Shape;2827;p38"/>
            <p:cNvSpPr/>
            <p:nvPr/>
          </p:nvSpPr>
          <p:spPr>
            <a:xfrm>
              <a:off x="381005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8" name="Google Shape;2828;p38"/>
            <p:cNvSpPr/>
            <p:nvPr/>
          </p:nvSpPr>
          <p:spPr>
            <a:xfrm>
              <a:off x="419105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9" name="Google Shape;2829;p38"/>
            <p:cNvSpPr/>
            <p:nvPr/>
          </p:nvSpPr>
          <p:spPr>
            <a:xfrm>
              <a:off x="457206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0" name="Google Shape;2830;p38"/>
            <p:cNvSpPr/>
            <p:nvPr/>
          </p:nvSpPr>
          <p:spPr>
            <a:xfrm>
              <a:off x="495306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1" name="Google Shape;2831;p38"/>
            <p:cNvSpPr/>
            <p:nvPr/>
          </p:nvSpPr>
          <p:spPr>
            <a:xfrm>
              <a:off x="533407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2" name="Google Shape;2832;p38"/>
            <p:cNvSpPr/>
            <p:nvPr/>
          </p:nvSpPr>
          <p:spPr>
            <a:xfrm>
              <a:off x="571507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3" name="Google Shape;2833;p38"/>
            <p:cNvSpPr/>
            <p:nvPr/>
          </p:nvSpPr>
          <p:spPr>
            <a:xfrm>
              <a:off x="609608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4" name="Google Shape;2834;p38"/>
            <p:cNvSpPr/>
            <p:nvPr/>
          </p:nvSpPr>
          <p:spPr>
            <a:xfrm>
              <a:off x="647708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5" name="Google Shape;2835;p38"/>
            <p:cNvSpPr/>
            <p:nvPr/>
          </p:nvSpPr>
          <p:spPr>
            <a:xfrm>
              <a:off x="685809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6" name="Google Shape;2836;p38"/>
            <p:cNvSpPr/>
            <p:nvPr/>
          </p:nvSpPr>
          <p:spPr>
            <a:xfrm>
              <a:off x="723909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7" name="Google Shape;2837;p38"/>
            <p:cNvSpPr/>
            <p:nvPr/>
          </p:nvSpPr>
          <p:spPr>
            <a:xfrm>
              <a:off x="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8" name="Google Shape;2838;p38"/>
            <p:cNvSpPr/>
            <p:nvPr/>
          </p:nvSpPr>
          <p:spPr>
            <a:xfrm>
              <a:off x="38100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9" name="Google Shape;2839;p38"/>
            <p:cNvSpPr/>
            <p:nvPr/>
          </p:nvSpPr>
          <p:spPr>
            <a:xfrm>
              <a:off x="76201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0" name="Google Shape;2840;p38"/>
            <p:cNvSpPr/>
            <p:nvPr/>
          </p:nvSpPr>
          <p:spPr>
            <a:xfrm>
              <a:off x="114301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1" name="Google Shape;2841;p38"/>
            <p:cNvSpPr/>
            <p:nvPr/>
          </p:nvSpPr>
          <p:spPr>
            <a:xfrm>
              <a:off x="152402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2" name="Google Shape;2842;p38"/>
            <p:cNvSpPr/>
            <p:nvPr/>
          </p:nvSpPr>
          <p:spPr>
            <a:xfrm>
              <a:off x="190502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3" name="Google Shape;2843;p38"/>
            <p:cNvSpPr/>
            <p:nvPr/>
          </p:nvSpPr>
          <p:spPr>
            <a:xfrm>
              <a:off x="228603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4" name="Google Shape;2844;p38"/>
            <p:cNvSpPr/>
            <p:nvPr/>
          </p:nvSpPr>
          <p:spPr>
            <a:xfrm>
              <a:off x="266703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5" name="Google Shape;2845;p38"/>
            <p:cNvSpPr/>
            <p:nvPr/>
          </p:nvSpPr>
          <p:spPr>
            <a:xfrm>
              <a:off x="304804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6" name="Google Shape;2846;p38"/>
            <p:cNvSpPr/>
            <p:nvPr/>
          </p:nvSpPr>
          <p:spPr>
            <a:xfrm>
              <a:off x="342904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7" name="Google Shape;2847;p38"/>
            <p:cNvSpPr/>
            <p:nvPr/>
          </p:nvSpPr>
          <p:spPr>
            <a:xfrm>
              <a:off x="381005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8" name="Google Shape;2848;p38"/>
            <p:cNvSpPr/>
            <p:nvPr/>
          </p:nvSpPr>
          <p:spPr>
            <a:xfrm>
              <a:off x="419105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9" name="Google Shape;2849;p38"/>
            <p:cNvSpPr/>
            <p:nvPr/>
          </p:nvSpPr>
          <p:spPr>
            <a:xfrm>
              <a:off x="457206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0" name="Google Shape;2850;p38"/>
            <p:cNvSpPr/>
            <p:nvPr/>
          </p:nvSpPr>
          <p:spPr>
            <a:xfrm>
              <a:off x="495306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1" name="Google Shape;2851;p38"/>
            <p:cNvSpPr/>
            <p:nvPr/>
          </p:nvSpPr>
          <p:spPr>
            <a:xfrm>
              <a:off x="533407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2" name="Google Shape;2852;p38"/>
            <p:cNvSpPr/>
            <p:nvPr/>
          </p:nvSpPr>
          <p:spPr>
            <a:xfrm>
              <a:off x="571507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3" name="Google Shape;2853;p38"/>
            <p:cNvSpPr/>
            <p:nvPr/>
          </p:nvSpPr>
          <p:spPr>
            <a:xfrm>
              <a:off x="609608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4" name="Google Shape;2854;p38"/>
            <p:cNvSpPr/>
            <p:nvPr/>
          </p:nvSpPr>
          <p:spPr>
            <a:xfrm>
              <a:off x="647708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5" name="Google Shape;2855;p38"/>
            <p:cNvSpPr/>
            <p:nvPr/>
          </p:nvSpPr>
          <p:spPr>
            <a:xfrm>
              <a:off x="685809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6" name="Google Shape;2856;p38"/>
            <p:cNvSpPr/>
            <p:nvPr/>
          </p:nvSpPr>
          <p:spPr>
            <a:xfrm>
              <a:off x="723909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7" name="Google Shape;2857;p38"/>
            <p:cNvSpPr/>
            <p:nvPr/>
          </p:nvSpPr>
          <p:spPr>
            <a:xfrm>
              <a:off x="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8" name="Google Shape;2858;p38"/>
            <p:cNvSpPr/>
            <p:nvPr/>
          </p:nvSpPr>
          <p:spPr>
            <a:xfrm>
              <a:off x="38100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9" name="Google Shape;2859;p38"/>
            <p:cNvSpPr/>
            <p:nvPr/>
          </p:nvSpPr>
          <p:spPr>
            <a:xfrm>
              <a:off x="76201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0" name="Google Shape;2860;p38"/>
            <p:cNvSpPr/>
            <p:nvPr/>
          </p:nvSpPr>
          <p:spPr>
            <a:xfrm>
              <a:off x="114301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1" name="Google Shape;2861;p38"/>
            <p:cNvSpPr/>
            <p:nvPr/>
          </p:nvSpPr>
          <p:spPr>
            <a:xfrm>
              <a:off x="152402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2" name="Google Shape;2862;p38"/>
            <p:cNvSpPr/>
            <p:nvPr/>
          </p:nvSpPr>
          <p:spPr>
            <a:xfrm>
              <a:off x="190502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3" name="Google Shape;2863;p38"/>
            <p:cNvSpPr/>
            <p:nvPr/>
          </p:nvSpPr>
          <p:spPr>
            <a:xfrm>
              <a:off x="228603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4" name="Google Shape;2864;p38"/>
            <p:cNvSpPr/>
            <p:nvPr/>
          </p:nvSpPr>
          <p:spPr>
            <a:xfrm>
              <a:off x="266703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5" name="Google Shape;2865;p38"/>
            <p:cNvSpPr/>
            <p:nvPr/>
          </p:nvSpPr>
          <p:spPr>
            <a:xfrm>
              <a:off x="304804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6" name="Google Shape;2866;p38"/>
            <p:cNvSpPr/>
            <p:nvPr/>
          </p:nvSpPr>
          <p:spPr>
            <a:xfrm>
              <a:off x="342904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7" name="Google Shape;2867;p38"/>
            <p:cNvSpPr/>
            <p:nvPr/>
          </p:nvSpPr>
          <p:spPr>
            <a:xfrm>
              <a:off x="381005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8" name="Google Shape;2868;p38"/>
            <p:cNvSpPr/>
            <p:nvPr/>
          </p:nvSpPr>
          <p:spPr>
            <a:xfrm>
              <a:off x="419105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9" name="Google Shape;2869;p38"/>
            <p:cNvSpPr/>
            <p:nvPr/>
          </p:nvSpPr>
          <p:spPr>
            <a:xfrm>
              <a:off x="457206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0" name="Google Shape;2870;p38"/>
            <p:cNvSpPr/>
            <p:nvPr/>
          </p:nvSpPr>
          <p:spPr>
            <a:xfrm>
              <a:off x="495306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1" name="Google Shape;2871;p38"/>
            <p:cNvSpPr/>
            <p:nvPr/>
          </p:nvSpPr>
          <p:spPr>
            <a:xfrm>
              <a:off x="533407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2" name="Google Shape;2872;p38"/>
            <p:cNvSpPr/>
            <p:nvPr/>
          </p:nvSpPr>
          <p:spPr>
            <a:xfrm>
              <a:off x="571507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3" name="Google Shape;2873;p38"/>
            <p:cNvSpPr/>
            <p:nvPr/>
          </p:nvSpPr>
          <p:spPr>
            <a:xfrm>
              <a:off x="609608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4" name="Google Shape;2874;p38"/>
            <p:cNvSpPr/>
            <p:nvPr/>
          </p:nvSpPr>
          <p:spPr>
            <a:xfrm>
              <a:off x="647708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5" name="Google Shape;2875;p38"/>
            <p:cNvSpPr/>
            <p:nvPr/>
          </p:nvSpPr>
          <p:spPr>
            <a:xfrm>
              <a:off x="685809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6" name="Google Shape;2876;p38"/>
            <p:cNvSpPr/>
            <p:nvPr/>
          </p:nvSpPr>
          <p:spPr>
            <a:xfrm>
              <a:off x="723909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7" name="Google Shape;2877;p38"/>
            <p:cNvSpPr/>
            <p:nvPr/>
          </p:nvSpPr>
          <p:spPr>
            <a:xfrm>
              <a:off x="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8" name="Google Shape;2878;p38"/>
            <p:cNvSpPr/>
            <p:nvPr/>
          </p:nvSpPr>
          <p:spPr>
            <a:xfrm>
              <a:off x="38100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9" name="Google Shape;2879;p38"/>
            <p:cNvSpPr/>
            <p:nvPr/>
          </p:nvSpPr>
          <p:spPr>
            <a:xfrm>
              <a:off x="76201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0" name="Google Shape;2880;p38"/>
            <p:cNvSpPr/>
            <p:nvPr/>
          </p:nvSpPr>
          <p:spPr>
            <a:xfrm>
              <a:off x="114301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1" name="Google Shape;2881;p38"/>
            <p:cNvSpPr/>
            <p:nvPr/>
          </p:nvSpPr>
          <p:spPr>
            <a:xfrm>
              <a:off x="152402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2" name="Google Shape;2882;p38"/>
            <p:cNvSpPr/>
            <p:nvPr/>
          </p:nvSpPr>
          <p:spPr>
            <a:xfrm>
              <a:off x="190502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3" name="Google Shape;2883;p38"/>
            <p:cNvSpPr/>
            <p:nvPr/>
          </p:nvSpPr>
          <p:spPr>
            <a:xfrm>
              <a:off x="228603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4" name="Google Shape;2884;p38"/>
            <p:cNvSpPr/>
            <p:nvPr/>
          </p:nvSpPr>
          <p:spPr>
            <a:xfrm>
              <a:off x="266703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5" name="Google Shape;2885;p38"/>
            <p:cNvSpPr/>
            <p:nvPr/>
          </p:nvSpPr>
          <p:spPr>
            <a:xfrm>
              <a:off x="304804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6" name="Google Shape;2886;p38"/>
            <p:cNvSpPr/>
            <p:nvPr/>
          </p:nvSpPr>
          <p:spPr>
            <a:xfrm>
              <a:off x="342904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7" name="Google Shape;2887;p38"/>
            <p:cNvSpPr/>
            <p:nvPr/>
          </p:nvSpPr>
          <p:spPr>
            <a:xfrm>
              <a:off x="381005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8" name="Google Shape;2888;p38"/>
            <p:cNvSpPr/>
            <p:nvPr/>
          </p:nvSpPr>
          <p:spPr>
            <a:xfrm>
              <a:off x="419105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9" name="Google Shape;2889;p38"/>
            <p:cNvSpPr/>
            <p:nvPr/>
          </p:nvSpPr>
          <p:spPr>
            <a:xfrm>
              <a:off x="457206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0" name="Google Shape;2890;p38"/>
            <p:cNvSpPr/>
            <p:nvPr/>
          </p:nvSpPr>
          <p:spPr>
            <a:xfrm>
              <a:off x="495306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1" name="Google Shape;2891;p38"/>
            <p:cNvSpPr/>
            <p:nvPr/>
          </p:nvSpPr>
          <p:spPr>
            <a:xfrm>
              <a:off x="533407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2" name="Google Shape;2892;p38"/>
            <p:cNvSpPr/>
            <p:nvPr/>
          </p:nvSpPr>
          <p:spPr>
            <a:xfrm>
              <a:off x="571507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3" name="Google Shape;2893;p38"/>
            <p:cNvSpPr/>
            <p:nvPr/>
          </p:nvSpPr>
          <p:spPr>
            <a:xfrm>
              <a:off x="609608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4" name="Google Shape;2894;p38"/>
            <p:cNvSpPr/>
            <p:nvPr/>
          </p:nvSpPr>
          <p:spPr>
            <a:xfrm>
              <a:off x="647708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5" name="Google Shape;2895;p38"/>
            <p:cNvSpPr/>
            <p:nvPr/>
          </p:nvSpPr>
          <p:spPr>
            <a:xfrm>
              <a:off x="685809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6" name="Google Shape;2896;p38"/>
            <p:cNvSpPr/>
            <p:nvPr/>
          </p:nvSpPr>
          <p:spPr>
            <a:xfrm>
              <a:off x="723909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7" name="Google Shape;2897;p38"/>
            <p:cNvSpPr/>
            <p:nvPr/>
          </p:nvSpPr>
          <p:spPr>
            <a:xfrm>
              <a:off x="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8" name="Google Shape;2898;p38"/>
            <p:cNvSpPr/>
            <p:nvPr/>
          </p:nvSpPr>
          <p:spPr>
            <a:xfrm>
              <a:off x="38100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9" name="Google Shape;2899;p38"/>
            <p:cNvSpPr/>
            <p:nvPr/>
          </p:nvSpPr>
          <p:spPr>
            <a:xfrm>
              <a:off x="76201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0" name="Google Shape;2900;p38"/>
            <p:cNvSpPr/>
            <p:nvPr/>
          </p:nvSpPr>
          <p:spPr>
            <a:xfrm>
              <a:off x="114301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1" name="Google Shape;2901;p38"/>
            <p:cNvSpPr/>
            <p:nvPr/>
          </p:nvSpPr>
          <p:spPr>
            <a:xfrm>
              <a:off x="152402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2" name="Google Shape;2902;p38"/>
            <p:cNvSpPr/>
            <p:nvPr/>
          </p:nvSpPr>
          <p:spPr>
            <a:xfrm>
              <a:off x="190502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3" name="Google Shape;2903;p38"/>
            <p:cNvSpPr/>
            <p:nvPr/>
          </p:nvSpPr>
          <p:spPr>
            <a:xfrm>
              <a:off x="228603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4" name="Google Shape;2904;p38"/>
            <p:cNvSpPr/>
            <p:nvPr/>
          </p:nvSpPr>
          <p:spPr>
            <a:xfrm>
              <a:off x="266703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5" name="Google Shape;2905;p38"/>
            <p:cNvSpPr/>
            <p:nvPr/>
          </p:nvSpPr>
          <p:spPr>
            <a:xfrm>
              <a:off x="304804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6" name="Google Shape;2906;p38"/>
            <p:cNvSpPr/>
            <p:nvPr/>
          </p:nvSpPr>
          <p:spPr>
            <a:xfrm>
              <a:off x="342904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7" name="Google Shape;2907;p38"/>
            <p:cNvSpPr/>
            <p:nvPr/>
          </p:nvSpPr>
          <p:spPr>
            <a:xfrm>
              <a:off x="381005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8" name="Google Shape;2908;p38"/>
            <p:cNvSpPr/>
            <p:nvPr/>
          </p:nvSpPr>
          <p:spPr>
            <a:xfrm>
              <a:off x="419105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9" name="Google Shape;2909;p38"/>
            <p:cNvSpPr/>
            <p:nvPr/>
          </p:nvSpPr>
          <p:spPr>
            <a:xfrm>
              <a:off x="457206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0" name="Google Shape;2910;p38"/>
            <p:cNvSpPr/>
            <p:nvPr/>
          </p:nvSpPr>
          <p:spPr>
            <a:xfrm>
              <a:off x="495306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1" name="Google Shape;2911;p38"/>
            <p:cNvSpPr/>
            <p:nvPr/>
          </p:nvSpPr>
          <p:spPr>
            <a:xfrm>
              <a:off x="533407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2" name="Google Shape;2912;p38"/>
            <p:cNvSpPr/>
            <p:nvPr/>
          </p:nvSpPr>
          <p:spPr>
            <a:xfrm>
              <a:off x="571507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3" name="Google Shape;2913;p38"/>
            <p:cNvSpPr/>
            <p:nvPr/>
          </p:nvSpPr>
          <p:spPr>
            <a:xfrm>
              <a:off x="609608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4" name="Google Shape;2914;p38"/>
            <p:cNvSpPr/>
            <p:nvPr/>
          </p:nvSpPr>
          <p:spPr>
            <a:xfrm>
              <a:off x="647708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5" name="Google Shape;2915;p38"/>
            <p:cNvSpPr/>
            <p:nvPr/>
          </p:nvSpPr>
          <p:spPr>
            <a:xfrm>
              <a:off x="685809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6" name="Google Shape;2916;p38"/>
            <p:cNvSpPr/>
            <p:nvPr/>
          </p:nvSpPr>
          <p:spPr>
            <a:xfrm>
              <a:off x="723909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7" name="Google Shape;2917;p38"/>
            <p:cNvSpPr/>
            <p:nvPr/>
          </p:nvSpPr>
          <p:spPr>
            <a:xfrm>
              <a:off x="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8" name="Google Shape;2918;p38"/>
            <p:cNvSpPr/>
            <p:nvPr/>
          </p:nvSpPr>
          <p:spPr>
            <a:xfrm>
              <a:off x="38100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9" name="Google Shape;2919;p38"/>
            <p:cNvSpPr/>
            <p:nvPr/>
          </p:nvSpPr>
          <p:spPr>
            <a:xfrm>
              <a:off x="76201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0" name="Google Shape;2920;p38"/>
            <p:cNvSpPr/>
            <p:nvPr/>
          </p:nvSpPr>
          <p:spPr>
            <a:xfrm>
              <a:off x="114301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1" name="Google Shape;2921;p38"/>
            <p:cNvSpPr/>
            <p:nvPr/>
          </p:nvSpPr>
          <p:spPr>
            <a:xfrm>
              <a:off x="152402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2" name="Google Shape;2922;p38"/>
            <p:cNvSpPr/>
            <p:nvPr/>
          </p:nvSpPr>
          <p:spPr>
            <a:xfrm>
              <a:off x="190502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3" name="Google Shape;2923;p38"/>
            <p:cNvSpPr/>
            <p:nvPr/>
          </p:nvSpPr>
          <p:spPr>
            <a:xfrm>
              <a:off x="228603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4" name="Google Shape;2924;p38"/>
            <p:cNvSpPr/>
            <p:nvPr/>
          </p:nvSpPr>
          <p:spPr>
            <a:xfrm>
              <a:off x="266703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5" name="Google Shape;2925;p38"/>
            <p:cNvSpPr/>
            <p:nvPr/>
          </p:nvSpPr>
          <p:spPr>
            <a:xfrm>
              <a:off x="304804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6" name="Google Shape;2926;p38"/>
            <p:cNvSpPr/>
            <p:nvPr/>
          </p:nvSpPr>
          <p:spPr>
            <a:xfrm>
              <a:off x="342904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7" name="Google Shape;2927;p38"/>
            <p:cNvSpPr/>
            <p:nvPr/>
          </p:nvSpPr>
          <p:spPr>
            <a:xfrm>
              <a:off x="381005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8" name="Google Shape;2928;p38"/>
            <p:cNvSpPr/>
            <p:nvPr/>
          </p:nvSpPr>
          <p:spPr>
            <a:xfrm>
              <a:off x="419105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9" name="Google Shape;2929;p38"/>
            <p:cNvSpPr/>
            <p:nvPr/>
          </p:nvSpPr>
          <p:spPr>
            <a:xfrm>
              <a:off x="457206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0" name="Google Shape;2930;p38"/>
            <p:cNvSpPr/>
            <p:nvPr/>
          </p:nvSpPr>
          <p:spPr>
            <a:xfrm>
              <a:off x="495306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1" name="Google Shape;2931;p38"/>
            <p:cNvSpPr/>
            <p:nvPr/>
          </p:nvSpPr>
          <p:spPr>
            <a:xfrm>
              <a:off x="533407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2" name="Google Shape;2932;p38"/>
            <p:cNvSpPr/>
            <p:nvPr/>
          </p:nvSpPr>
          <p:spPr>
            <a:xfrm>
              <a:off x="571507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3" name="Google Shape;2933;p38"/>
            <p:cNvSpPr/>
            <p:nvPr/>
          </p:nvSpPr>
          <p:spPr>
            <a:xfrm>
              <a:off x="609608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4" name="Google Shape;2934;p38"/>
            <p:cNvSpPr/>
            <p:nvPr/>
          </p:nvSpPr>
          <p:spPr>
            <a:xfrm>
              <a:off x="647708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5" name="Google Shape;2935;p38"/>
            <p:cNvSpPr/>
            <p:nvPr/>
          </p:nvSpPr>
          <p:spPr>
            <a:xfrm>
              <a:off x="685809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6" name="Google Shape;2936;p38"/>
            <p:cNvSpPr/>
            <p:nvPr/>
          </p:nvSpPr>
          <p:spPr>
            <a:xfrm>
              <a:off x="723909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7" name="Google Shape;2937;p38"/>
            <p:cNvSpPr/>
            <p:nvPr/>
          </p:nvSpPr>
          <p:spPr>
            <a:xfrm>
              <a:off x="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8" name="Google Shape;2938;p38"/>
            <p:cNvSpPr/>
            <p:nvPr/>
          </p:nvSpPr>
          <p:spPr>
            <a:xfrm>
              <a:off x="38100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9" name="Google Shape;2939;p38"/>
            <p:cNvSpPr/>
            <p:nvPr/>
          </p:nvSpPr>
          <p:spPr>
            <a:xfrm>
              <a:off x="76201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0" name="Google Shape;2940;p38"/>
            <p:cNvSpPr/>
            <p:nvPr/>
          </p:nvSpPr>
          <p:spPr>
            <a:xfrm>
              <a:off x="114301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1" name="Google Shape;2941;p38"/>
            <p:cNvSpPr/>
            <p:nvPr/>
          </p:nvSpPr>
          <p:spPr>
            <a:xfrm>
              <a:off x="152402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2" name="Google Shape;2942;p38"/>
            <p:cNvSpPr/>
            <p:nvPr/>
          </p:nvSpPr>
          <p:spPr>
            <a:xfrm>
              <a:off x="190502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3" name="Google Shape;2943;p38"/>
            <p:cNvSpPr/>
            <p:nvPr/>
          </p:nvSpPr>
          <p:spPr>
            <a:xfrm>
              <a:off x="228603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4" name="Google Shape;2944;p38"/>
            <p:cNvSpPr/>
            <p:nvPr/>
          </p:nvSpPr>
          <p:spPr>
            <a:xfrm>
              <a:off x="266703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5" name="Google Shape;2945;p38"/>
            <p:cNvSpPr/>
            <p:nvPr/>
          </p:nvSpPr>
          <p:spPr>
            <a:xfrm>
              <a:off x="304804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6" name="Google Shape;2946;p38"/>
            <p:cNvSpPr/>
            <p:nvPr/>
          </p:nvSpPr>
          <p:spPr>
            <a:xfrm>
              <a:off x="342904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7" name="Google Shape;2947;p38"/>
            <p:cNvSpPr/>
            <p:nvPr/>
          </p:nvSpPr>
          <p:spPr>
            <a:xfrm>
              <a:off x="381005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8" name="Google Shape;2948;p38"/>
            <p:cNvSpPr/>
            <p:nvPr/>
          </p:nvSpPr>
          <p:spPr>
            <a:xfrm>
              <a:off x="419105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9" name="Google Shape;2949;p38"/>
            <p:cNvSpPr/>
            <p:nvPr/>
          </p:nvSpPr>
          <p:spPr>
            <a:xfrm>
              <a:off x="457206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0" name="Google Shape;2950;p38"/>
            <p:cNvSpPr/>
            <p:nvPr/>
          </p:nvSpPr>
          <p:spPr>
            <a:xfrm>
              <a:off x="495306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1" name="Google Shape;2951;p38"/>
            <p:cNvSpPr/>
            <p:nvPr/>
          </p:nvSpPr>
          <p:spPr>
            <a:xfrm>
              <a:off x="533407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2" name="Google Shape;2952;p38"/>
            <p:cNvSpPr/>
            <p:nvPr/>
          </p:nvSpPr>
          <p:spPr>
            <a:xfrm>
              <a:off x="571507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3" name="Google Shape;2953;p38"/>
            <p:cNvSpPr/>
            <p:nvPr/>
          </p:nvSpPr>
          <p:spPr>
            <a:xfrm>
              <a:off x="609608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4" name="Google Shape;2954;p38"/>
            <p:cNvSpPr/>
            <p:nvPr/>
          </p:nvSpPr>
          <p:spPr>
            <a:xfrm>
              <a:off x="647708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5" name="Google Shape;2955;p38"/>
            <p:cNvSpPr/>
            <p:nvPr/>
          </p:nvSpPr>
          <p:spPr>
            <a:xfrm>
              <a:off x="685809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6" name="Google Shape;2956;p38"/>
            <p:cNvSpPr/>
            <p:nvPr/>
          </p:nvSpPr>
          <p:spPr>
            <a:xfrm>
              <a:off x="723909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7" name="Google Shape;2957;p38"/>
            <p:cNvSpPr/>
            <p:nvPr/>
          </p:nvSpPr>
          <p:spPr>
            <a:xfrm>
              <a:off x="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8" name="Google Shape;2958;p38"/>
            <p:cNvSpPr/>
            <p:nvPr/>
          </p:nvSpPr>
          <p:spPr>
            <a:xfrm>
              <a:off x="38100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9" name="Google Shape;2959;p38"/>
            <p:cNvSpPr/>
            <p:nvPr/>
          </p:nvSpPr>
          <p:spPr>
            <a:xfrm>
              <a:off x="76201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0" name="Google Shape;2960;p38"/>
            <p:cNvSpPr/>
            <p:nvPr/>
          </p:nvSpPr>
          <p:spPr>
            <a:xfrm>
              <a:off x="114301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1" name="Google Shape;2961;p38"/>
            <p:cNvSpPr/>
            <p:nvPr/>
          </p:nvSpPr>
          <p:spPr>
            <a:xfrm>
              <a:off x="152402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2" name="Google Shape;2962;p38"/>
            <p:cNvSpPr/>
            <p:nvPr/>
          </p:nvSpPr>
          <p:spPr>
            <a:xfrm>
              <a:off x="190502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3" name="Google Shape;2963;p38"/>
            <p:cNvSpPr/>
            <p:nvPr/>
          </p:nvSpPr>
          <p:spPr>
            <a:xfrm>
              <a:off x="228603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4" name="Google Shape;2964;p38"/>
            <p:cNvSpPr/>
            <p:nvPr/>
          </p:nvSpPr>
          <p:spPr>
            <a:xfrm>
              <a:off x="266703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5" name="Google Shape;2965;p38"/>
            <p:cNvSpPr/>
            <p:nvPr/>
          </p:nvSpPr>
          <p:spPr>
            <a:xfrm>
              <a:off x="304804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6" name="Google Shape;2966;p38"/>
            <p:cNvSpPr/>
            <p:nvPr/>
          </p:nvSpPr>
          <p:spPr>
            <a:xfrm>
              <a:off x="342904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7" name="Google Shape;2967;p38"/>
            <p:cNvSpPr/>
            <p:nvPr/>
          </p:nvSpPr>
          <p:spPr>
            <a:xfrm>
              <a:off x="381005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8" name="Google Shape;2968;p38"/>
            <p:cNvSpPr/>
            <p:nvPr/>
          </p:nvSpPr>
          <p:spPr>
            <a:xfrm>
              <a:off x="419105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9" name="Google Shape;2969;p38"/>
            <p:cNvSpPr/>
            <p:nvPr/>
          </p:nvSpPr>
          <p:spPr>
            <a:xfrm>
              <a:off x="457206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0" name="Google Shape;2970;p38"/>
            <p:cNvSpPr/>
            <p:nvPr/>
          </p:nvSpPr>
          <p:spPr>
            <a:xfrm>
              <a:off x="495306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1" name="Google Shape;2971;p38"/>
            <p:cNvSpPr/>
            <p:nvPr/>
          </p:nvSpPr>
          <p:spPr>
            <a:xfrm>
              <a:off x="533407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2" name="Google Shape;2972;p38"/>
            <p:cNvSpPr/>
            <p:nvPr/>
          </p:nvSpPr>
          <p:spPr>
            <a:xfrm>
              <a:off x="571507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3" name="Google Shape;2973;p38"/>
            <p:cNvSpPr/>
            <p:nvPr/>
          </p:nvSpPr>
          <p:spPr>
            <a:xfrm>
              <a:off x="609608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4" name="Google Shape;2974;p38"/>
            <p:cNvSpPr/>
            <p:nvPr/>
          </p:nvSpPr>
          <p:spPr>
            <a:xfrm>
              <a:off x="647708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5" name="Google Shape;2975;p38"/>
            <p:cNvSpPr/>
            <p:nvPr/>
          </p:nvSpPr>
          <p:spPr>
            <a:xfrm>
              <a:off x="685809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6" name="Google Shape;2976;p38"/>
            <p:cNvSpPr/>
            <p:nvPr/>
          </p:nvSpPr>
          <p:spPr>
            <a:xfrm>
              <a:off x="723909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7" name="Google Shape;2977;p38"/>
            <p:cNvSpPr/>
            <p:nvPr/>
          </p:nvSpPr>
          <p:spPr>
            <a:xfrm>
              <a:off x="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8" name="Google Shape;2978;p38"/>
            <p:cNvSpPr/>
            <p:nvPr/>
          </p:nvSpPr>
          <p:spPr>
            <a:xfrm>
              <a:off x="38100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9" name="Google Shape;2979;p38"/>
            <p:cNvSpPr/>
            <p:nvPr/>
          </p:nvSpPr>
          <p:spPr>
            <a:xfrm>
              <a:off x="76201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0" name="Google Shape;2980;p38"/>
            <p:cNvSpPr/>
            <p:nvPr/>
          </p:nvSpPr>
          <p:spPr>
            <a:xfrm>
              <a:off x="114301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1" name="Google Shape;2981;p38"/>
            <p:cNvSpPr/>
            <p:nvPr/>
          </p:nvSpPr>
          <p:spPr>
            <a:xfrm>
              <a:off x="152402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2" name="Google Shape;2982;p38"/>
            <p:cNvSpPr/>
            <p:nvPr/>
          </p:nvSpPr>
          <p:spPr>
            <a:xfrm>
              <a:off x="190502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3" name="Google Shape;2983;p38"/>
            <p:cNvSpPr/>
            <p:nvPr/>
          </p:nvSpPr>
          <p:spPr>
            <a:xfrm>
              <a:off x="228603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4" name="Google Shape;2984;p38"/>
            <p:cNvSpPr/>
            <p:nvPr/>
          </p:nvSpPr>
          <p:spPr>
            <a:xfrm>
              <a:off x="266703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5" name="Google Shape;2985;p38"/>
            <p:cNvSpPr/>
            <p:nvPr/>
          </p:nvSpPr>
          <p:spPr>
            <a:xfrm>
              <a:off x="304804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6" name="Google Shape;2986;p38"/>
            <p:cNvSpPr/>
            <p:nvPr/>
          </p:nvSpPr>
          <p:spPr>
            <a:xfrm>
              <a:off x="342904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7" name="Google Shape;2987;p38"/>
            <p:cNvSpPr/>
            <p:nvPr/>
          </p:nvSpPr>
          <p:spPr>
            <a:xfrm>
              <a:off x="381005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8" name="Google Shape;2988;p38"/>
            <p:cNvSpPr/>
            <p:nvPr/>
          </p:nvSpPr>
          <p:spPr>
            <a:xfrm>
              <a:off x="419105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9" name="Google Shape;2989;p38"/>
            <p:cNvSpPr/>
            <p:nvPr/>
          </p:nvSpPr>
          <p:spPr>
            <a:xfrm>
              <a:off x="457206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0" name="Google Shape;2990;p38"/>
            <p:cNvSpPr/>
            <p:nvPr/>
          </p:nvSpPr>
          <p:spPr>
            <a:xfrm>
              <a:off x="495306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1" name="Google Shape;2991;p38"/>
            <p:cNvSpPr/>
            <p:nvPr/>
          </p:nvSpPr>
          <p:spPr>
            <a:xfrm>
              <a:off x="533407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2" name="Google Shape;2992;p38"/>
            <p:cNvSpPr/>
            <p:nvPr/>
          </p:nvSpPr>
          <p:spPr>
            <a:xfrm>
              <a:off x="571507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3" name="Google Shape;2993;p38"/>
            <p:cNvSpPr/>
            <p:nvPr/>
          </p:nvSpPr>
          <p:spPr>
            <a:xfrm>
              <a:off x="609608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4" name="Google Shape;2994;p38"/>
            <p:cNvSpPr/>
            <p:nvPr/>
          </p:nvSpPr>
          <p:spPr>
            <a:xfrm>
              <a:off x="647708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5" name="Google Shape;2995;p38"/>
            <p:cNvSpPr/>
            <p:nvPr/>
          </p:nvSpPr>
          <p:spPr>
            <a:xfrm>
              <a:off x="685809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6" name="Google Shape;2996;p38"/>
            <p:cNvSpPr/>
            <p:nvPr/>
          </p:nvSpPr>
          <p:spPr>
            <a:xfrm>
              <a:off x="723909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7" name="Google Shape;2997;p38"/>
            <p:cNvSpPr/>
            <p:nvPr/>
          </p:nvSpPr>
          <p:spPr>
            <a:xfrm>
              <a:off x="7620110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8" name="Google Shape;2998;p38"/>
            <p:cNvSpPr/>
            <p:nvPr/>
          </p:nvSpPr>
          <p:spPr>
            <a:xfrm>
              <a:off x="8001115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9" name="Google Shape;2999;p38"/>
            <p:cNvSpPr/>
            <p:nvPr/>
          </p:nvSpPr>
          <p:spPr>
            <a:xfrm>
              <a:off x="8382120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0" name="Google Shape;3000;p38"/>
            <p:cNvSpPr/>
            <p:nvPr/>
          </p:nvSpPr>
          <p:spPr>
            <a:xfrm>
              <a:off x="8763125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1" name="Google Shape;3001;p38"/>
            <p:cNvSpPr/>
            <p:nvPr/>
          </p:nvSpPr>
          <p:spPr>
            <a:xfrm>
              <a:off x="7620110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2" name="Google Shape;3002;p38"/>
            <p:cNvSpPr/>
            <p:nvPr/>
          </p:nvSpPr>
          <p:spPr>
            <a:xfrm>
              <a:off x="8001115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3" name="Google Shape;3003;p38"/>
            <p:cNvSpPr/>
            <p:nvPr/>
          </p:nvSpPr>
          <p:spPr>
            <a:xfrm>
              <a:off x="8382120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4" name="Google Shape;3004;p38"/>
            <p:cNvSpPr/>
            <p:nvPr/>
          </p:nvSpPr>
          <p:spPr>
            <a:xfrm>
              <a:off x="8763125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5" name="Google Shape;3005;p38"/>
            <p:cNvSpPr/>
            <p:nvPr/>
          </p:nvSpPr>
          <p:spPr>
            <a:xfrm>
              <a:off x="7620110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6" name="Google Shape;3006;p38"/>
            <p:cNvSpPr/>
            <p:nvPr/>
          </p:nvSpPr>
          <p:spPr>
            <a:xfrm>
              <a:off x="8001115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7" name="Google Shape;3007;p38"/>
            <p:cNvSpPr/>
            <p:nvPr/>
          </p:nvSpPr>
          <p:spPr>
            <a:xfrm>
              <a:off x="8382120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8" name="Google Shape;3008;p38"/>
            <p:cNvSpPr/>
            <p:nvPr/>
          </p:nvSpPr>
          <p:spPr>
            <a:xfrm>
              <a:off x="8763125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9" name="Google Shape;3009;p38"/>
            <p:cNvSpPr/>
            <p:nvPr/>
          </p:nvSpPr>
          <p:spPr>
            <a:xfrm>
              <a:off x="7620110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0" name="Google Shape;3010;p38"/>
            <p:cNvSpPr/>
            <p:nvPr/>
          </p:nvSpPr>
          <p:spPr>
            <a:xfrm>
              <a:off x="8001115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1" name="Google Shape;3011;p38"/>
            <p:cNvSpPr/>
            <p:nvPr/>
          </p:nvSpPr>
          <p:spPr>
            <a:xfrm>
              <a:off x="8382120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2" name="Google Shape;3012;p38"/>
            <p:cNvSpPr/>
            <p:nvPr/>
          </p:nvSpPr>
          <p:spPr>
            <a:xfrm>
              <a:off x="8763125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3" name="Google Shape;3013;p38"/>
            <p:cNvSpPr/>
            <p:nvPr/>
          </p:nvSpPr>
          <p:spPr>
            <a:xfrm>
              <a:off x="7620110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4" name="Google Shape;3014;p38"/>
            <p:cNvSpPr/>
            <p:nvPr/>
          </p:nvSpPr>
          <p:spPr>
            <a:xfrm>
              <a:off x="8001115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5" name="Google Shape;3015;p38"/>
            <p:cNvSpPr/>
            <p:nvPr/>
          </p:nvSpPr>
          <p:spPr>
            <a:xfrm>
              <a:off x="8382120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6" name="Google Shape;3016;p38"/>
            <p:cNvSpPr/>
            <p:nvPr/>
          </p:nvSpPr>
          <p:spPr>
            <a:xfrm>
              <a:off x="8763125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7" name="Google Shape;3017;p38"/>
            <p:cNvSpPr/>
            <p:nvPr/>
          </p:nvSpPr>
          <p:spPr>
            <a:xfrm>
              <a:off x="7620110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8" name="Google Shape;3018;p38"/>
            <p:cNvSpPr/>
            <p:nvPr/>
          </p:nvSpPr>
          <p:spPr>
            <a:xfrm>
              <a:off x="8001115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9" name="Google Shape;3019;p38"/>
            <p:cNvSpPr/>
            <p:nvPr/>
          </p:nvSpPr>
          <p:spPr>
            <a:xfrm>
              <a:off x="8382120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0" name="Google Shape;3020;p38"/>
            <p:cNvSpPr/>
            <p:nvPr/>
          </p:nvSpPr>
          <p:spPr>
            <a:xfrm>
              <a:off x="8763125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1" name="Google Shape;3021;p38"/>
            <p:cNvSpPr/>
            <p:nvPr/>
          </p:nvSpPr>
          <p:spPr>
            <a:xfrm>
              <a:off x="7620110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2" name="Google Shape;3022;p38"/>
            <p:cNvSpPr/>
            <p:nvPr/>
          </p:nvSpPr>
          <p:spPr>
            <a:xfrm>
              <a:off x="8001115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3" name="Google Shape;3023;p38"/>
            <p:cNvSpPr/>
            <p:nvPr/>
          </p:nvSpPr>
          <p:spPr>
            <a:xfrm>
              <a:off x="8382120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4" name="Google Shape;3024;p38"/>
            <p:cNvSpPr/>
            <p:nvPr/>
          </p:nvSpPr>
          <p:spPr>
            <a:xfrm>
              <a:off x="8763125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5" name="Google Shape;3025;p38"/>
            <p:cNvSpPr/>
            <p:nvPr/>
          </p:nvSpPr>
          <p:spPr>
            <a:xfrm>
              <a:off x="7620110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6" name="Google Shape;3026;p38"/>
            <p:cNvSpPr/>
            <p:nvPr/>
          </p:nvSpPr>
          <p:spPr>
            <a:xfrm>
              <a:off x="8001115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7" name="Google Shape;3027;p38"/>
            <p:cNvSpPr/>
            <p:nvPr/>
          </p:nvSpPr>
          <p:spPr>
            <a:xfrm>
              <a:off x="8382120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8" name="Google Shape;3028;p38"/>
            <p:cNvSpPr/>
            <p:nvPr/>
          </p:nvSpPr>
          <p:spPr>
            <a:xfrm>
              <a:off x="8763125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9" name="Google Shape;3029;p38"/>
            <p:cNvSpPr/>
            <p:nvPr/>
          </p:nvSpPr>
          <p:spPr>
            <a:xfrm>
              <a:off x="7620110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0" name="Google Shape;3030;p38"/>
            <p:cNvSpPr/>
            <p:nvPr/>
          </p:nvSpPr>
          <p:spPr>
            <a:xfrm>
              <a:off x="8001115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1" name="Google Shape;3031;p38"/>
            <p:cNvSpPr/>
            <p:nvPr/>
          </p:nvSpPr>
          <p:spPr>
            <a:xfrm>
              <a:off x="8382120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2" name="Google Shape;3032;p38"/>
            <p:cNvSpPr/>
            <p:nvPr/>
          </p:nvSpPr>
          <p:spPr>
            <a:xfrm>
              <a:off x="8763125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3" name="Google Shape;3033;p38"/>
            <p:cNvSpPr/>
            <p:nvPr/>
          </p:nvSpPr>
          <p:spPr>
            <a:xfrm>
              <a:off x="7620110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4" name="Google Shape;3034;p38"/>
            <p:cNvSpPr/>
            <p:nvPr/>
          </p:nvSpPr>
          <p:spPr>
            <a:xfrm>
              <a:off x="8001115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5" name="Google Shape;3035;p38"/>
            <p:cNvSpPr/>
            <p:nvPr/>
          </p:nvSpPr>
          <p:spPr>
            <a:xfrm>
              <a:off x="8382120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6" name="Google Shape;3036;p38"/>
            <p:cNvSpPr/>
            <p:nvPr/>
          </p:nvSpPr>
          <p:spPr>
            <a:xfrm>
              <a:off x="8763125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7" name="Google Shape;3037;p38"/>
            <p:cNvSpPr/>
            <p:nvPr/>
          </p:nvSpPr>
          <p:spPr>
            <a:xfrm>
              <a:off x="7620110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8" name="Google Shape;3038;p38"/>
            <p:cNvSpPr/>
            <p:nvPr/>
          </p:nvSpPr>
          <p:spPr>
            <a:xfrm>
              <a:off x="8001115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9" name="Google Shape;3039;p38"/>
            <p:cNvSpPr/>
            <p:nvPr/>
          </p:nvSpPr>
          <p:spPr>
            <a:xfrm>
              <a:off x="8382120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0" name="Google Shape;3040;p38"/>
            <p:cNvSpPr/>
            <p:nvPr/>
          </p:nvSpPr>
          <p:spPr>
            <a:xfrm>
              <a:off x="8763125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1" name="Google Shape;3041;p38"/>
            <p:cNvSpPr/>
            <p:nvPr/>
          </p:nvSpPr>
          <p:spPr>
            <a:xfrm>
              <a:off x="7620110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2" name="Google Shape;3042;p38"/>
            <p:cNvSpPr/>
            <p:nvPr/>
          </p:nvSpPr>
          <p:spPr>
            <a:xfrm>
              <a:off x="8001115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3" name="Google Shape;3043;p38"/>
            <p:cNvSpPr/>
            <p:nvPr/>
          </p:nvSpPr>
          <p:spPr>
            <a:xfrm>
              <a:off x="8382120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4" name="Google Shape;3044;p38"/>
            <p:cNvSpPr/>
            <p:nvPr/>
          </p:nvSpPr>
          <p:spPr>
            <a:xfrm>
              <a:off x="8763125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5" name="Google Shape;3045;p38"/>
            <p:cNvSpPr/>
            <p:nvPr/>
          </p:nvSpPr>
          <p:spPr>
            <a:xfrm>
              <a:off x="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6" name="Google Shape;3046;p38"/>
            <p:cNvSpPr/>
            <p:nvPr/>
          </p:nvSpPr>
          <p:spPr>
            <a:xfrm>
              <a:off x="38100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7" name="Google Shape;3047;p38"/>
            <p:cNvSpPr/>
            <p:nvPr/>
          </p:nvSpPr>
          <p:spPr>
            <a:xfrm>
              <a:off x="76201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8" name="Google Shape;3048;p38"/>
            <p:cNvSpPr/>
            <p:nvPr/>
          </p:nvSpPr>
          <p:spPr>
            <a:xfrm>
              <a:off x="114301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9" name="Google Shape;3049;p38"/>
            <p:cNvSpPr/>
            <p:nvPr/>
          </p:nvSpPr>
          <p:spPr>
            <a:xfrm>
              <a:off x="152402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0" name="Google Shape;3050;p38"/>
            <p:cNvSpPr/>
            <p:nvPr/>
          </p:nvSpPr>
          <p:spPr>
            <a:xfrm>
              <a:off x="190502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1" name="Google Shape;3051;p38"/>
            <p:cNvSpPr/>
            <p:nvPr/>
          </p:nvSpPr>
          <p:spPr>
            <a:xfrm>
              <a:off x="228603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2" name="Google Shape;3052;p38"/>
            <p:cNvSpPr/>
            <p:nvPr/>
          </p:nvSpPr>
          <p:spPr>
            <a:xfrm>
              <a:off x="266703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3" name="Google Shape;3053;p38"/>
            <p:cNvSpPr/>
            <p:nvPr/>
          </p:nvSpPr>
          <p:spPr>
            <a:xfrm>
              <a:off x="304804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4" name="Google Shape;3054;p38"/>
            <p:cNvSpPr/>
            <p:nvPr/>
          </p:nvSpPr>
          <p:spPr>
            <a:xfrm>
              <a:off x="342904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5" name="Google Shape;3055;p38"/>
            <p:cNvSpPr/>
            <p:nvPr/>
          </p:nvSpPr>
          <p:spPr>
            <a:xfrm>
              <a:off x="381005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6" name="Google Shape;3056;p38"/>
            <p:cNvSpPr/>
            <p:nvPr/>
          </p:nvSpPr>
          <p:spPr>
            <a:xfrm>
              <a:off x="419105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7" name="Google Shape;3057;p38"/>
            <p:cNvSpPr/>
            <p:nvPr/>
          </p:nvSpPr>
          <p:spPr>
            <a:xfrm>
              <a:off x="457206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8" name="Google Shape;3058;p38"/>
            <p:cNvSpPr/>
            <p:nvPr/>
          </p:nvSpPr>
          <p:spPr>
            <a:xfrm>
              <a:off x="495306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9" name="Google Shape;3059;p38"/>
            <p:cNvSpPr/>
            <p:nvPr/>
          </p:nvSpPr>
          <p:spPr>
            <a:xfrm>
              <a:off x="533407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0" name="Google Shape;3060;p38"/>
            <p:cNvSpPr/>
            <p:nvPr/>
          </p:nvSpPr>
          <p:spPr>
            <a:xfrm>
              <a:off x="571507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1" name="Google Shape;3061;p38"/>
            <p:cNvSpPr/>
            <p:nvPr/>
          </p:nvSpPr>
          <p:spPr>
            <a:xfrm>
              <a:off x="609608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2" name="Google Shape;3062;p38"/>
            <p:cNvSpPr/>
            <p:nvPr/>
          </p:nvSpPr>
          <p:spPr>
            <a:xfrm>
              <a:off x="647708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3" name="Google Shape;3063;p38"/>
            <p:cNvSpPr/>
            <p:nvPr/>
          </p:nvSpPr>
          <p:spPr>
            <a:xfrm>
              <a:off x="685809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4" name="Google Shape;3064;p38"/>
            <p:cNvSpPr/>
            <p:nvPr/>
          </p:nvSpPr>
          <p:spPr>
            <a:xfrm>
              <a:off x="723909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5" name="Google Shape;3065;p38"/>
            <p:cNvSpPr/>
            <p:nvPr/>
          </p:nvSpPr>
          <p:spPr>
            <a:xfrm>
              <a:off x="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6" name="Google Shape;3066;p38"/>
            <p:cNvSpPr/>
            <p:nvPr/>
          </p:nvSpPr>
          <p:spPr>
            <a:xfrm>
              <a:off x="38100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7" name="Google Shape;3067;p38"/>
            <p:cNvSpPr/>
            <p:nvPr/>
          </p:nvSpPr>
          <p:spPr>
            <a:xfrm>
              <a:off x="76201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8" name="Google Shape;3068;p38"/>
            <p:cNvSpPr/>
            <p:nvPr/>
          </p:nvSpPr>
          <p:spPr>
            <a:xfrm>
              <a:off x="114301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9" name="Google Shape;3069;p38"/>
            <p:cNvSpPr/>
            <p:nvPr/>
          </p:nvSpPr>
          <p:spPr>
            <a:xfrm>
              <a:off x="152402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0" name="Google Shape;3070;p38"/>
            <p:cNvSpPr/>
            <p:nvPr/>
          </p:nvSpPr>
          <p:spPr>
            <a:xfrm>
              <a:off x="190502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1" name="Google Shape;3071;p38"/>
            <p:cNvSpPr/>
            <p:nvPr/>
          </p:nvSpPr>
          <p:spPr>
            <a:xfrm>
              <a:off x="228603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2" name="Google Shape;3072;p38"/>
            <p:cNvSpPr/>
            <p:nvPr/>
          </p:nvSpPr>
          <p:spPr>
            <a:xfrm>
              <a:off x="266703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3" name="Google Shape;3073;p38"/>
            <p:cNvSpPr/>
            <p:nvPr/>
          </p:nvSpPr>
          <p:spPr>
            <a:xfrm>
              <a:off x="304804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4" name="Google Shape;3074;p38"/>
            <p:cNvSpPr/>
            <p:nvPr/>
          </p:nvSpPr>
          <p:spPr>
            <a:xfrm>
              <a:off x="342904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5" name="Google Shape;3075;p38"/>
            <p:cNvSpPr/>
            <p:nvPr/>
          </p:nvSpPr>
          <p:spPr>
            <a:xfrm>
              <a:off x="381005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6" name="Google Shape;3076;p38"/>
            <p:cNvSpPr/>
            <p:nvPr/>
          </p:nvSpPr>
          <p:spPr>
            <a:xfrm>
              <a:off x="419105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7" name="Google Shape;3077;p38"/>
            <p:cNvSpPr/>
            <p:nvPr/>
          </p:nvSpPr>
          <p:spPr>
            <a:xfrm>
              <a:off x="457206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8" name="Google Shape;3078;p38"/>
            <p:cNvSpPr/>
            <p:nvPr/>
          </p:nvSpPr>
          <p:spPr>
            <a:xfrm>
              <a:off x="495306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9" name="Google Shape;3079;p38"/>
            <p:cNvSpPr/>
            <p:nvPr/>
          </p:nvSpPr>
          <p:spPr>
            <a:xfrm>
              <a:off x="533407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0" name="Google Shape;3080;p38"/>
            <p:cNvSpPr/>
            <p:nvPr/>
          </p:nvSpPr>
          <p:spPr>
            <a:xfrm>
              <a:off x="571507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1" name="Google Shape;3081;p38"/>
            <p:cNvSpPr/>
            <p:nvPr/>
          </p:nvSpPr>
          <p:spPr>
            <a:xfrm>
              <a:off x="609608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2" name="Google Shape;3082;p38"/>
            <p:cNvSpPr/>
            <p:nvPr/>
          </p:nvSpPr>
          <p:spPr>
            <a:xfrm>
              <a:off x="647708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3" name="Google Shape;3083;p38"/>
            <p:cNvSpPr/>
            <p:nvPr/>
          </p:nvSpPr>
          <p:spPr>
            <a:xfrm>
              <a:off x="685809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4" name="Google Shape;3084;p38"/>
            <p:cNvSpPr/>
            <p:nvPr/>
          </p:nvSpPr>
          <p:spPr>
            <a:xfrm>
              <a:off x="723909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5" name="Google Shape;3085;p38"/>
            <p:cNvSpPr/>
            <p:nvPr/>
          </p:nvSpPr>
          <p:spPr>
            <a:xfrm>
              <a:off x="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6" name="Google Shape;3086;p38"/>
            <p:cNvSpPr/>
            <p:nvPr/>
          </p:nvSpPr>
          <p:spPr>
            <a:xfrm>
              <a:off x="38100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7" name="Google Shape;3087;p38"/>
            <p:cNvSpPr/>
            <p:nvPr/>
          </p:nvSpPr>
          <p:spPr>
            <a:xfrm>
              <a:off x="76201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8" name="Google Shape;3088;p38"/>
            <p:cNvSpPr/>
            <p:nvPr/>
          </p:nvSpPr>
          <p:spPr>
            <a:xfrm>
              <a:off x="114301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9" name="Google Shape;3089;p38"/>
            <p:cNvSpPr/>
            <p:nvPr/>
          </p:nvSpPr>
          <p:spPr>
            <a:xfrm>
              <a:off x="152402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0" name="Google Shape;3090;p38"/>
            <p:cNvSpPr/>
            <p:nvPr/>
          </p:nvSpPr>
          <p:spPr>
            <a:xfrm>
              <a:off x="190502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1" name="Google Shape;3091;p38"/>
            <p:cNvSpPr/>
            <p:nvPr/>
          </p:nvSpPr>
          <p:spPr>
            <a:xfrm>
              <a:off x="228603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2" name="Google Shape;3092;p38"/>
            <p:cNvSpPr/>
            <p:nvPr/>
          </p:nvSpPr>
          <p:spPr>
            <a:xfrm>
              <a:off x="266703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3" name="Google Shape;3093;p38"/>
            <p:cNvSpPr/>
            <p:nvPr/>
          </p:nvSpPr>
          <p:spPr>
            <a:xfrm>
              <a:off x="304804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4" name="Google Shape;3094;p38"/>
            <p:cNvSpPr/>
            <p:nvPr/>
          </p:nvSpPr>
          <p:spPr>
            <a:xfrm>
              <a:off x="342904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5" name="Google Shape;3095;p38"/>
            <p:cNvSpPr/>
            <p:nvPr/>
          </p:nvSpPr>
          <p:spPr>
            <a:xfrm>
              <a:off x="381005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6" name="Google Shape;3096;p38"/>
            <p:cNvSpPr/>
            <p:nvPr/>
          </p:nvSpPr>
          <p:spPr>
            <a:xfrm>
              <a:off x="419105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7" name="Google Shape;3097;p38"/>
            <p:cNvSpPr/>
            <p:nvPr/>
          </p:nvSpPr>
          <p:spPr>
            <a:xfrm>
              <a:off x="457206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8" name="Google Shape;3098;p38"/>
            <p:cNvSpPr/>
            <p:nvPr/>
          </p:nvSpPr>
          <p:spPr>
            <a:xfrm>
              <a:off x="495306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9" name="Google Shape;3099;p38"/>
            <p:cNvSpPr/>
            <p:nvPr/>
          </p:nvSpPr>
          <p:spPr>
            <a:xfrm>
              <a:off x="533407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0" name="Google Shape;3100;p38"/>
            <p:cNvSpPr/>
            <p:nvPr/>
          </p:nvSpPr>
          <p:spPr>
            <a:xfrm>
              <a:off x="571507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1" name="Google Shape;3101;p38"/>
            <p:cNvSpPr/>
            <p:nvPr/>
          </p:nvSpPr>
          <p:spPr>
            <a:xfrm>
              <a:off x="609608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2" name="Google Shape;3102;p38"/>
            <p:cNvSpPr/>
            <p:nvPr/>
          </p:nvSpPr>
          <p:spPr>
            <a:xfrm>
              <a:off x="647708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3" name="Google Shape;3103;p38"/>
            <p:cNvSpPr/>
            <p:nvPr/>
          </p:nvSpPr>
          <p:spPr>
            <a:xfrm>
              <a:off x="685809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4" name="Google Shape;3104;p38"/>
            <p:cNvSpPr/>
            <p:nvPr/>
          </p:nvSpPr>
          <p:spPr>
            <a:xfrm>
              <a:off x="723909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5" name="Google Shape;3105;p38"/>
            <p:cNvSpPr/>
            <p:nvPr/>
          </p:nvSpPr>
          <p:spPr>
            <a:xfrm>
              <a:off x="7620110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6" name="Google Shape;3106;p38"/>
            <p:cNvSpPr/>
            <p:nvPr/>
          </p:nvSpPr>
          <p:spPr>
            <a:xfrm>
              <a:off x="8001115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7" name="Google Shape;3107;p38"/>
            <p:cNvSpPr/>
            <p:nvPr/>
          </p:nvSpPr>
          <p:spPr>
            <a:xfrm>
              <a:off x="8382120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8" name="Google Shape;3108;p38"/>
            <p:cNvSpPr/>
            <p:nvPr/>
          </p:nvSpPr>
          <p:spPr>
            <a:xfrm>
              <a:off x="8763125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9" name="Google Shape;3109;p38"/>
            <p:cNvSpPr/>
            <p:nvPr/>
          </p:nvSpPr>
          <p:spPr>
            <a:xfrm>
              <a:off x="7620110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0" name="Google Shape;3110;p38"/>
            <p:cNvSpPr/>
            <p:nvPr/>
          </p:nvSpPr>
          <p:spPr>
            <a:xfrm>
              <a:off x="8001115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1" name="Google Shape;3111;p38"/>
            <p:cNvSpPr/>
            <p:nvPr/>
          </p:nvSpPr>
          <p:spPr>
            <a:xfrm>
              <a:off x="8382120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2" name="Google Shape;3112;p38"/>
            <p:cNvSpPr/>
            <p:nvPr/>
          </p:nvSpPr>
          <p:spPr>
            <a:xfrm>
              <a:off x="8763125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3" name="Google Shape;3113;p38"/>
            <p:cNvSpPr/>
            <p:nvPr/>
          </p:nvSpPr>
          <p:spPr>
            <a:xfrm>
              <a:off x="7620110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4" name="Google Shape;3114;p38"/>
            <p:cNvSpPr/>
            <p:nvPr/>
          </p:nvSpPr>
          <p:spPr>
            <a:xfrm>
              <a:off x="8001115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5" name="Google Shape;3115;p38"/>
            <p:cNvSpPr/>
            <p:nvPr/>
          </p:nvSpPr>
          <p:spPr>
            <a:xfrm>
              <a:off x="8382120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6" name="Google Shape;3116;p38"/>
            <p:cNvSpPr/>
            <p:nvPr/>
          </p:nvSpPr>
          <p:spPr>
            <a:xfrm>
              <a:off x="8763125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17" name="Google Shape;3117;p38"/>
          <p:cNvSpPr/>
          <p:nvPr/>
        </p:nvSpPr>
        <p:spPr>
          <a:xfrm flipH="1">
            <a:off x="0" y="0"/>
            <a:ext cx="9144000" cy="5143500"/>
          </a:xfrm>
          <a:prstGeom prst="rtTriangle">
            <a:avLst/>
          </a:prstGeom>
          <a:solidFill>
            <a:srgbClr val="005051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18" name="Google Shape;3118;p38"/>
          <p:cNvGrpSpPr/>
          <p:nvPr/>
        </p:nvGrpSpPr>
        <p:grpSpPr>
          <a:xfrm>
            <a:off x="553048" y="535000"/>
            <a:ext cx="8105852" cy="4302000"/>
            <a:chOff x="553048" y="535000"/>
            <a:chExt cx="8105852" cy="4302000"/>
          </a:xfrm>
        </p:grpSpPr>
        <p:sp>
          <p:nvSpPr>
            <p:cNvPr id="3119" name="Google Shape;3119;p38"/>
            <p:cNvSpPr/>
            <p:nvPr/>
          </p:nvSpPr>
          <p:spPr>
            <a:xfrm>
              <a:off x="942300" y="763600"/>
              <a:ext cx="7716600" cy="4073400"/>
            </a:xfrm>
            <a:prstGeom prst="roundRect">
              <a:avLst>
                <a:gd fmla="val 2480" name="adj"/>
              </a:avLst>
            </a:prstGeom>
            <a:solidFill>
              <a:srgbClr val="222828">
                <a:alpha val="2039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0" name="Google Shape;3120;p38"/>
            <p:cNvSpPr/>
            <p:nvPr/>
          </p:nvSpPr>
          <p:spPr>
            <a:xfrm>
              <a:off x="712275" y="535000"/>
              <a:ext cx="7716600" cy="4073400"/>
            </a:xfrm>
            <a:prstGeom prst="roundRect">
              <a:avLst>
                <a:gd fmla="val 248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1" name="Google Shape;3121;p38"/>
            <p:cNvSpPr/>
            <p:nvPr/>
          </p:nvSpPr>
          <p:spPr>
            <a:xfrm>
              <a:off x="848698" y="898261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5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5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2" name="Google Shape;3122;p38"/>
            <p:cNvSpPr/>
            <p:nvPr/>
          </p:nvSpPr>
          <p:spPr>
            <a:xfrm>
              <a:off x="553048" y="931482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19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8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7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3" name="Google Shape;3123;p38"/>
            <p:cNvSpPr/>
            <p:nvPr/>
          </p:nvSpPr>
          <p:spPr>
            <a:xfrm>
              <a:off x="848698" y="1332681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8"/>
                    <a:pt x="0" y="7608"/>
                  </a:cubicBezTo>
                  <a:cubicBezTo>
                    <a:pt x="0" y="11808"/>
                    <a:pt x="3404" y="15212"/>
                    <a:pt x="7604" y="15212"/>
                  </a:cubicBezTo>
                  <a:cubicBezTo>
                    <a:pt x="11804" y="15212"/>
                    <a:pt x="15209" y="11808"/>
                    <a:pt x="15209" y="7608"/>
                  </a:cubicBezTo>
                  <a:cubicBezTo>
                    <a:pt x="15209" y="3408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4" name="Google Shape;3124;p38"/>
            <p:cNvSpPr/>
            <p:nvPr/>
          </p:nvSpPr>
          <p:spPr>
            <a:xfrm>
              <a:off x="553048" y="1365902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71"/>
                    <a:pt x="0" y="1497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9"/>
                  </a:lnTo>
                  <a:cubicBezTo>
                    <a:pt x="23340" y="7948"/>
                    <a:pt x="21591" y="9042"/>
                    <a:pt x="19596" y="9042"/>
                  </a:cubicBezTo>
                  <a:lnTo>
                    <a:pt x="1493" y="9042"/>
                  </a:lnTo>
                  <a:cubicBezTo>
                    <a:pt x="671" y="9042"/>
                    <a:pt x="0" y="9709"/>
                    <a:pt x="0" y="10535"/>
                  </a:cubicBezTo>
                  <a:cubicBezTo>
                    <a:pt x="0" y="11361"/>
                    <a:pt x="671" y="12028"/>
                    <a:pt x="1493" y="12028"/>
                  </a:cubicBezTo>
                  <a:lnTo>
                    <a:pt x="19596" y="12028"/>
                  </a:lnTo>
                  <a:cubicBezTo>
                    <a:pt x="23370" y="12028"/>
                    <a:pt x="26327" y="9688"/>
                    <a:pt x="26327" y="6699"/>
                  </a:cubicBezTo>
                  <a:lnTo>
                    <a:pt x="26327" y="5330"/>
                  </a:lnTo>
                  <a:cubicBezTo>
                    <a:pt x="26327" y="2344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5" name="Google Shape;3125;p38"/>
            <p:cNvSpPr/>
            <p:nvPr/>
          </p:nvSpPr>
          <p:spPr>
            <a:xfrm>
              <a:off x="848698" y="1767184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4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4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6" name="Google Shape;3126;p38"/>
            <p:cNvSpPr/>
            <p:nvPr/>
          </p:nvSpPr>
          <p:spPr>
            <a:xfrm>
              <a:off x="553048" y="1800405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68"/>
                    <a:pt x="0" y="1493"/>
                  </a:cubicBezTo>
                  <a:cubicBezTo>
                    <a:pt x="0" y="2319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5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7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7" name="Google Shape;3127;p38"/>
            <p:cNvSpPr/>
            <p:nvPr/>
          </p:nvSpPr>
          <p:spPr>
            <a:xfrm>
              <a:off x="848698" y="2201603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5"/>
                    <a:pt x="0" y="7608"/>
                  </a:cubicBezTo>
                  <a:cubicBezTo>
                    <a:pt x="0" y="11808"/>
                    <a:pt x="3404" y="15212"/>
                    <a:pt x="7604" y="15212"/>
                  </a:cubicBezTo>
                  <a:cubicBezTo>
                    <a:pt x="11804" y="15212"/>
                    <a:pt x="15209" y="11808"/>
                    <a:pt x="15209" y="7608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8" name="Google Shape;3128;p38"/>
            <p:cNvSpPr/>
            <p:nvPr/>
          </p:nvSpPr>
          <p:spPr>
            <a:xfrm>
              <a:off x="553048" y="2234824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68"/>
                    <a:pt x="0" y="1494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9"/>
                  </a:lnTo>
                  <a:cubicBezTo>
                    <a:pt x="23340" y="7945"/>
                    <a:pt x="21591" y="9039"/>
                    <a:pt x="19596" y="9039"/>
                  </a:cubicBezTo>
                  <a:lnTo>
                    <a:pt x="1493" y="9039"/>
                  </a:lnTo>
                  <a:cubicBezTo>
                    <a:pt x="671" y="9039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9"/>
                  </a:cubicBezTo>
                  <a:lnTo>
                    <a:pt x="26327" y="5330"/>
                  </a:lnTo>
                  <a:cubicBezTo>
                    <a:pt x="26327" y="2341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9" name="Google Shape;3129;p38"/>
            <p:cNvSpPr/>
            <p:nvPr/>
          </p:nvSpPr>
          <p:spPr>
            <a:xfrm>
              <a:off x="848698" y="2636106"/>
              <a:ext cx="317374" cy="317374"/>
            </a:xfrm>
            <a:custGeom>
              <a:rect b="b" l="l" r="r" t="t"/>
              <a:pathLst>
                <a:path extrusionOk="0" h="15209" w="15209">
                  <a:moveTo>
                    <a:pt x="7604" y="0"/>
                  </a:moveTo>
                  <a:cubicBezTo>
                    <a:pt x="3404" y="0"/>
                    <a:pt x="0" y="3404"/>
                    <a:pt x="0" y="7604"/>
                  </a:cubicBezTo>
                  <a:cubicBezTo>
                    <a:pt x="0" y="11805"/>
                    <a:pt x="3404" y="15209"/>
                    <a:pt x="7604" y="15209"/>
                  </a:cubicBezTo>
                  <a:cubicBezTo>
                    <a:pt x="11804" y="15209"/>
                    <a:pt x="15209" y="11805"/>
                    <a:pt x="15209" y="7604"/>
                  </a:cubicBezTo>
                  <a:cubicBezTo>
                    <a:pt x="15209" y="3404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0" name="Google Shape;3130;p38"/>
            <p:cNvSpPr/>
            <p:nvPr/>
          </p:nvSpPr>
          <p:spPr>
            <a:xfrm>
              <a:off x="553048" y="2669265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71"/>
                    <a:pt x="0" y="1496"/>
                  </a:cubicBezTo>
                  <a:cubicBezTo>
                    <a:pt x="0" y="2322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8"/>
                  </a:lnTo>
                  <a:cubicBezTo>
                    <a:pt x="23340" y="7947"/>
                    <a:pt x="21591" y="9041"/>
                    <a:pt x="19596" y="9041"/>
                  </a:cubicBezTo>
                  <a:lnTo>
                    <a:pt x="1493" y="9041"/>
                  </a:lnTo>
                  <a:cubicBezTo>
                    <a:pt x="671" y="9041"/>
                    <a:pt x="0" y="9709"/>
                    <a:pt x="0" y="10534"/>
                  </a:cubicBezTo>
                  <a:cubicBezTo>
                    <a:pt x="0" y="11360"/>
                    <a:pt x="671" y="12028"/>
                    <a:pt x="1493" y="12028"/>
                  </a:cubicBezTo>
                  <a:lnTo>
                    <a:pt x="19596" y="12028"/>
                  </a:lnTo>
                  <a:cubicBezTo>
                    <a:pt x="23370" y="12028"/>
                    <a:pt x="26327" y="9688"/>
                    <a:pt x="26327" y="6698"/>
                  </a:cubicBezTo>
                  <a:lnTo>
                    <a:pt x="26327" y="5330"/>
                  </a:lnTo>
                  <a:cubicBezTo>
                    <a:pt x="26327" y="2343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1" name="Google Shape;3131;p38"/>
            <p:cNvSpPr/>
            <p:nvPr/>
          </p:nvSpPr>
          <p:spPr>
            <a:xfrm>
              <a:off x="848698" y="3070526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5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2" name="Google Shape;3132;p38"/>
            <p:cNvSpPr/>
            <p:nvPr/>
          </p:nvSpPr>
          <p:spPr>
            <a:xfrm>
              <a:off x="553048" y="3103747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20"/>
                    <a:pt x="671" y="2987"/>
                    <a:pt x="1493" y="2987"/>
                  </a:cubicBezTo>
                  <a:lnTo>
                    <a:pt x="19596" y="2987"/>
                  </a:lnTo>
                  <a:cubicBezTo>
                    <a:pt x="21591" y="2987"/>
                    <a:pt x="23340" y="4081"/>
                    <a:pt x="23340" y="5330"/>
                  </a:cubicBezTo>
                  <a:lnTo>
                    <a:pt x="23340" y="6696"/>
                  </a:lnTo>
                  <a:cubicBezTo>
                    <a:pt x="23340" y="7945"/>
                    <a:pt x="21591" y="9039"/>
                    <a:pt x="19596" y="9039"/>
                  </a:cubicBezTo>
                  <a:lnTo>
                    <a:pt x="1493" y="9039"/>
                  </a:lnTo>
                  <a:cubicBezTo>
                    <a:pt x="671" y="9039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6"/>
                  </a:cubicBezTo>
                  <a:lnTo>
                    <a:pt x="26327" y="5330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3" name="Google Shape;3133;p38"/>
            <p:cNvSpPr/>
            <p:nvPr/>
          </p:nvSpPr>
          <p:spPr>
            <a:xfrm>
              <a:off x="848698" y="3504966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7"/>
                    <a:pt x="0" y="7607"/>
                  </a:cubicBezTo>
                  <a:cubicBezTo>
                    <a:pt x="0" y="11807"/>
                    <a:pt x="3404" y="15212"/>
                    <a:pt x="7604" y="15212"/>
                  </a:cubicBezTo>
                  <a:cubicBezTo>
                    <a:pt x="11804" y="15212"/>
                    <a:pt x="15209" y="11807"/>
                    <a:pt x="15209" y="7607"/>
                  </a:cubicBezTo>
                  <a:cubicBezTo>
                    <a:pt x="15209" y="3407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4" name="Google Shape;3134;p38"/>
            <p:cNvSpPr/>
            <p:nvPr/>
          </p:nvSpPr>
          <p:spPr>
            <a:xfrm>
              <a:off x="553048" y="3538167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72"/>
                    <a:pt x="0" y="1497"/>
                  </a:cubicBezTo>
                  <a:cubicBezTo>
                    <a:pt x="0" y="2320"/>
                    <a:pt x="671" y="2991"/>
                    <a:pt x="1493" y="2991"/>
                  </a:cubicBezTo>
                  <a:lnTo>
                    <a:pt x="19596" y="2991"/>
                  </a:lnTo>
                  <a:cubicBezTo>
                    <a:pt x="21591" y="2991"/>
                    <a:pt x="23340" y="4085"/>
                    <a:pt x="23340" y="5331"/>
                  </a:cubicBezTo>
                  <a:lnTo>
                    <a:pt x="23340" y="6699"/>
                  </a:lnTo>
                  <a:cubicBezTo>
                    <a:pt x="23340" y="7948"/>
                    <a:pt x="21591" y="9042"/>
                    <a:pt x="19596" y="9042"/>
                  </a:cubicBezTo>
                  <a:lnTo>
                    <a:pt x="1493" y="9042"/>
                  </a:lnTo>
                  <a:cubicBezTo>
                    <a:pt x="671" y="9042"/>
                    <a:pt x="0" y="9710"/>
                    <a:pt x="0" y="10535"/>
                  </a:cubicBezTo>
                  <a:cubicBezTo>
                    <a:pt x="0" y="11361"/>
                    <a:pt x="671" y="12029"/>
                    <a:pt x="1493" y="12029"/>
                  </a:cubicBezTo>
                  <a:lnTo>
                    <a:pt x="19596" y="12029"/>
                  </a:lnTo>
                  <a:cubicBezTo>
                    <a:pt x="23370" y="12029"/>
                    <a:pt x="26327" y="9689"/>
                    <a:pt x="26327" y="6699"/>
                  </a:cubicBezTo>
                  <a:lnTo>
                    <a:pt x="26327" y="5331"/>
                  </a:lnTo>
                  <a:cubicBezTo>
                    <a:pt x="26327" y="2344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5" name="Google Shape;3135;p38"/>
            <p:cNvSpPr/>
            <p:nvPr/>
          </p:nvSpPr>
          <p:spPr>
            <a:xfrm>
              <a:off x="848698" y="3939449"/>
              <a:ext cx="317374" cy="317395"/>
            </a:xfrm>
            <a:custGeom>
              <a:rect b="b" l="l" r="r" t="t"/>
              <a:pathLst>
                <a:path extrusionOk="0" h="15210" w="15209">
                  <a:moveTo>
                    <a:pt x="7604" y="1"/>
                  </a:moveTo>
                  <a:cubicBezTo>
                    <a:pt x="3404" y="1"/>
                    <a:pt x="0" y="3405"/>
                    <a:pt x="0" y="7605"/>
                  </a:cubicBezTo>
                  <a:cubicBezTo>
                    <a:pt x="0" y="11805"/>
                    <a:pt x="3404" y="15209"/>
                    <a:pt x="7604" y="15209"/>
                  </a:cubicBezTo>
                  <a:cubicBezTo>
                    <a:pt x="11804" y="15209"/>
                    <a:pt x="15209" y="11805"/>
                    <a:pt x="15209" y="7605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6" name="Google Shape;3136;p38"/>
            <p:cNvSpPr/>
            <p:nvPr/>
          </p:nvSpPr>
          <p:spPr>
            <a:xfrm>
              <a:off x="553048" y="3972670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5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37" name="Google Shape;3137;p38"/>
          <p:cNvSpPr txBox="1"/>
          <p:nvPr>
            <p:ph type="title"/>
          </p:nvPr>
        </p:nvSpPr>
        <p:spPr>
          <a:xfrm>
            <a:off x="1270650" y="629375"/>
            <a:ext cx="7020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9pPr>
          </a:lstStyle>
          <a:p/>
        </p:txBody>
      </p:sp>
      <p:sp>
        <p:nvSpPr>
          <p:cNvPr id="3138" name="Google Shape;3138;p38"/>
          <p:cNvSpPr txBox="1"/>
          <p:nvPr>
            <p:ph idx="1" type="body"/>
          </p:nvPr>
        </p:nvSpPr>
        <p:spPr>
          <a:xfrm>
            <a:off x="1270650" y="1202075"/>
            <a:ext cx="3301500" cy="3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antari"/>
              <a:buChar char="●"/>
              <a:defRPr>
                <a:solidFill>
                  <a:schemeClr val="dk1"/>
                </a:solidFill>
                <a:latin typeface="Gantari"/>
                <a:ea typeface="Gantari"/>
                <a:cs typeface="Gantari"/>
                <a:sym typeface="Gantari"/>
              </a:defRPr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antari"/>
              <a:buChar char="○"/>
              <a:defRPr>
                <a:solidFill>
                  <a:schemeClr val="dk1"/>
                </a:solidFill>
                <a:latin typeface="Gantari"/>
                <a:ea typeface="Gantari"/>
                <a:cs typeface="Gantari"/>
                <a:sym typeface="Gantari"/>
              </a:defRPr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antari"/>
              <a:buChar char="■"/>
              <a:defRPr>
                <a:solidFill>
                  <a:schemeClr val="dk1"/>
                </a:solidFill>
                <a:latin typeface="Gantari"/>
                <a:ea typeface="Gantari"/>
                <a:cs typeface="Gantari"/>
                <a:sym typeface="Gantari"/>
              </a:defRPr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antari"/>
              <a:buChar char="●"/>
              <a:defRPr>
                <a:solidFill>
                  <a:schemeClr val="dk1"/>
                </a:solidFill>
                <a:latin typeface="Gantari"/>
                <a:ea typeface="Gantari"/>
                <a:cs typeface="Gantari"/>
                <a:sym typeface="Gantari"/>
              </a:defRPr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antari"/>
              <a:buChar char="○"/>
              <a:defRPr>
                <a:solidFill>
                  <a:schemeClr val="dk1"/>
                </a:solidFill>
                <a:latin typeface="Gantari"/>
                <a:ea typeface="Gantari"/>
                <a:cs typeface="Gantari"/>
                <a:sym typeface="Gantari"/>
              </a:defRPr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antari"/>
              <a:buChar char="■"/>
              <a:defRPr>
                <a:solidFill>
                  <a:schemeClr val="dk1"/>
                </a:solidFill>
                <a:latin typeface="Gantari"/>
                <a:ea typeface="Gantari"/>
                <a:cs typeface="Gantari"/>
                <a:sym typeface="Gantari"/>
              </a:defRPr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antari"/>
              <a:buChar char="●"/>
              <a:defRPr>
                <a:solidFill>
                  <a:schemeClr val="dk1"/>
                </a:solidFill>
                <a:latin typeface="Gantari"/>
                <a:ea typeface="Gantari"/>
                <a:cs typeface="Gantari"/>
                <a:sym typeface="Gantari"/>
              </a:defRPr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antari"/>
              <a:buChar char="○"/>
              <a:defRPr>
                <a:solidFill>
                  <a:schemeClr val="dk1"/>
                </a:solidFill>
                <a:latin typeface="Gantari"/>
                <a:ea typeface="Gantari"/>
                <a:cs typeface="Gantari"/>
                <a:sym typeface="Gantari"/>
              </a:defRPr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antari"/>
              <a:buChar char="■"/>
              <a:defRPr>
                <a:solidFill>
                  <a:schemeClr val="dk1"/>
                </a:solidFill>
                <a:latin typeface="Gantari"/>
                <a:ea typeface="Gantari"/>
                <a:cs typeface="Gantari"/>
                <a:sym typeface="Ganta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1"/>
        </a:solidFill>
      </p:bgPr>
    </p:bg>
    <p:spTree>
      <p:nvGrpSpPr>
        <p:cNvPr id="3139" name="Shape 3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40" name="Google Shape;3140;p39"/>
          <p:cNvGrpSpPr/>
          <p:nvPr/>
        </p:nvGrpSpPr>
        <p:grpSpPr>
          <a:xfrm>
            <a:off x="0" y="0"/>
            <a:ext cx="9144125" cy="5143391"/>
            <a:chOff x="0" y="0"/>
            <a:chExt cx="9144125" cy="5143391"/>
          </a:xfrm>
        </p:grpSpPr>
        <p:sp>
          <p:nvSpPr>
            <p:cNvPr id="3141" name="Google Shape;3141;p39"/>
            <p:cNvSpPr/>
            <p:nvPr/>
          </p:nvSpPr>
          <p:spPr>
            <a:xfrm>
              <a:off x="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2" name="Google Shape;3142;p39"/>
            <p:cNvSpPr/>
            <p:nvPr/>
          </p:nvSpPr>
          <p:spPr>
            <a:xfrm>
              <a:off x="38100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3" name="Google Shape;3143;p39"/>
            <p:cNvSpPr/>
            <p:nvPr/>
          </p:nvSpPr>
          <p:spPr>
            <a:xfrm>
              <a:off x="76201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4" name="Google Shape;3144;p39"/>
            <p:cNvSpPr/>
            <p:nvPr/>
          </p:nvSpPr>
          <p:spPr>
            <a:xfrm>
              <a:off x="114301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5" name="Google Shape;3145;p39"/>
            <p:cNvSpPr/>
            <p:nvPr/>
          </p:nvSpPr>
          <p:spPr>
            <a:xfrm>
              <a:off x="152402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6" name="Google Shape;3146;p39"/>
            <p:cNvSpPr/>
            <p:nvPr/>
          </p:nvSpPr>
          <p:spPr>
            <a:xfrm>
              <a:off x="190502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7" name="Google Shape;3147;p39"/>
            <p:cNvSpPr/>
            <p:nvPr/>
          </p:nvSpPr>
          <p:spPr>
            <a:xfrm>
              <a:off x="228603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8" name="Google Shape;3148;p39"/>
            <p:cNvSpPr/>
            <p:nvPr/>
          </p:nvSpPr>
          <p:spPr>
            <a:xfrm>
              <a:off x="266703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9" name="Google Shape;3149;p39"/>
            <p:cNvSpPr/>
            <p:nvPr/>
          </p:nvSpPr>
          <p:spPr>
            <a:xfrm>
              <a:off x="304804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0" name="Google Shape;3150;p39"/>
            <p:cNvSpPr/>
            <p:nvPr/>
          </p:nvSpPr>
          <p:spPr>
            <a:xfrm>
              <a:off x="342904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1" name="Google Shape;3151;p39"/>
            <p:cNvSpPr/>
            <p:nvPr/>
          </p:nvSpPr>
          <p:spPr>
            <a:xfrm>
              <a:off x="381005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2" name="Google Shape;3152;p39"/>
            <p:cNvSpPr/>
            <p:nvPr/>
          </p:nvSpPr>
          <p:spPr>
            <a:xfrm>
              <a:off x="419105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3" name="Google Shape;3153;p39"/>
            <p:cNvSpPr/>
            <p:nvPr/>
          </p:nvSpPr>
          <p:spPr>
            <a:xfrm>
              <a:off x="457206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4" name="Google Shape;3154;p39"/>
            <p:cNvSpPr/>
            <p:nvPr/>
          </p:nvSpPr>
          <p:spPr>
            <a:xfrm>
              <a:off x="495306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5" name="Google Shape;3155;p39"/>
            <p:cNvSpPr/>
            <p:nvPr/>
          </p:nvSpPr>
          <p:spPr>
            <a:xfrm>
              <a:off x="533407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6" name="Google Shape;3156;p39"/>
            <p:cNvSpPr/>
            <p:nvPr/>
          </p:nvSpPr>
          <p:spPr>
            <a:xfrm>
              <a:off x="571507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7" name="Google Shape;3157;p39"/>
            <p:cNvSpPr/>
            <p:nvPr/>
          </p:nvSpPr>
          <p:spPr>
            <a:xfrm>
              <a:off x="609608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8" name="Google Shape;3158;p39"/>
            <p:cNvSpPr/>
            <p:nvPr/>
          </p:nvSpPr>
          <p:spPr>
            <a:xfrm>
              <a:off x="647708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9" name="Google Shape;3159;p39"/>
            <p:cNvSpPr/>
            <p:nvPr/>
          </p:nvSpPr>
          <p:spPr>
            <a:xfrm>
              <a:off x="685809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0" name="Google Shape;3160;p39"/>
            <p:cNvSpPr/>
            <p:nvPr/>
          </p:nvSpPr>
          <p:spPr>
            <a:xfrm>
              <a:off x="723909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1" name="Google Shape;3161;p39"/>
            <p:cNvSpPr/>
            <p:nvPr/>
          </p:nvSpPr>
          <p:spPr>
            <a:xfrm>
              <a:off x="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2" name="Google Shape;3162;p39"/>
            <p:cNvSpPr/>
            <p:nvPr/>
          </p:nvSpPr>
          <p:spPr>
            <a:xfrm>
              <a:off x="38100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3" name="Google Shape;3163;p39"/>
            <p:cNvSpPr/>
            <p:nvPr/>
          </p:nvSpPr>
          <p:spPr>
            <a:xfrm>
              <a:off x="76201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4" name="Google Shape;3164;p39"/>
            <p:cNvSpPr/>
            <p:nvPr/>
          </p:nvSpPr>
          <p:spPr>
            <a:xfrm>
              <a:off x="114301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5" name="Google Shape;3165;p39"/>
            <p:cNvSpPr/>
            <p:nvPr/>
          </p:nvSpPr>
          <p:spPr>
            <a:xfrm>
              <a:off x="152402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6" name="Google Shape;3166;p39"/>
            <p:cNvSpPr/>
            <p:nvPr/>
          </p:nvSpPr>
          <p:spPr>
            <a:xfrm>
              <a:off x="190502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7" name="Google Shape;3167;p39"/>
            <p:cNvSpPr/>
            <p:nvPr/>
          </p:nvSpPr>
          <p:spPr>
            <a:xfrm>
              <a:off x="228603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8" name="Google Shape;3168;p39"/>
            <p:cNvSpPr/>
            <p:nvPr/>
          </p:nvSpPr>
          <p:spPr>
            <a:xfrm>
              <a:off x="266703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9" name="Google Shape;3169;p39"/>
            <p:cNvSpPr/>
            <p:nvPr/>
          </p:nvSpPr>
          <p:spPr>
            <a:xfrm>
              <a:off x="304804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0" name="Google Shape;3170;p39"/>
            <p:cNvSpPr/>
            <p:nvPr/>
          </p:nvSpPr>
          <p:spPr>
            <a:xfrm>
              <a:off x="342904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1" name="Google Shape;3171;p39"/>
            <p:cNvSpPr/>
            <p:nvPr/>
          </p:nvSpPr>
          <p:spPr>
            <a:xfrm>
              <a:off x="381005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2" name="Google Shape;3172;p39"/>
            <p:cNvSpPr/>
            <p:nvPr/>
          </p:nvSpPr>
          <p:spPr>
            <a:xfrm>
              <a:off x="419105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3" name="Google Shape;3173;p39"/>
            <p:cNvSpPr/>
            <p:nvPr/>
          </p:nvSpPr>
          <p:spPr>
            <a:xfrm>
              <a:off x="457206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4" name="Google Shape;3174;p39"/>
            <p:cNvSpPr/>
            <p:nvPr/>
          </p:nvSpPr>
          <p:spPr>
            <a:xfrm>
              <a:off x="495306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5" name="Google Shape;3175;p39"/>
            <p:cNvSpPr/>
            <p:nvPr/>
          </p:nvSpPr>
          <p:spPr>
            <a:xfrm>
              <a:off x="533407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6" name="Google Shape;3176;p39"/>
            <p:cNvSpPr/>
            <p:nvPr/>
          </p:nvSpPr>
          <p:spPr>
            <a:xfrm>
              <a:off x="571507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7" name="Google Shape;3177;p39"/>
            <p:cNvSpPr/>
            <p:nvPr/>
          </p:nvSpPr>
          <p:spPr>
            <a:xfrm>
              <a:off x="609608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8" name="Google Shape;3178;p39"/>
            <p:cNvSpPr/>
            <p:nvPr/>
          </p:nvSpPr>
          <p:spPr>
            <a:xfrm>
              <a:off x="647708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9" name="Google Shape;3179;p39"/>
            <p:cNvSpPr/>
            <p:nvPr/>
          </p:nvSpPr>
          <p:spPr>
            <a:xfrm>
              <a:off x="685809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0" name="Google Shape;3180;p39"/>
            <p:cNvSpPr/>
            <p:nvPr/>
          </p:nvSpPr>
          <p:spPr>
            <a:xfrm>
              <a:off x="723909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1" name="Google Shape;3181;p39"/>
            <p:cNvSpPr/>
            <p:nvPr/>
          </p:nvSpPr>
          <p:spPr>
            <a:xfrm>
              <a:off x="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2" name="Google Shape;3182;p39"/>
            <p:cNvSpPr/>
            <p:nvPr/>
          </p:nvSpPr>
          <p:spPr>
            <a:xfrm>
              <a:off x="38100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3" name="Google Shape;3183;p39"/>
            <p:cNvSpPr/>
            <p:nvPr/>
          </p:nvSpPr>
          <p:spPr>
            <a:xfrm>
              <a:off x="76201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4" name="Google Shape;3184;p39"/>
            <p:cNvSpPr/>
            <p:nvPr/>
          </p:nvSpPr>
          <p:spPr>
            <a:xfrm>
              <a:off x="114301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5" name="Google Shape;3185;p39"/>
            <p:cNvSpPr/>
            <p:nvPr/>
          </p:nvSpPr>
          <p:spPr>
            <a:xfrm>
              <a:off x="152402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6" name="Google Shape;3186;p39"/>
            <p:cNvSpPr/>
            <p:nvPr/>
          </p:nvSpPr>
          <p:spPr>
            <a:xfrm>
              <a:off x="190502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7" name="Google Shape;3187;p39"/>
            <p:cNvSpPr/>
            <p:nvPr/>
          </p:nvSpPr>
          <p:spPr>
            <a:xfrm>
              <a:off x="228603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8" name="Google Shape;3188;p39"/>
            <p:cNvSpPr/>
            <p:nvPr/>
          </p:nvSpPr>
          <p:spPr>
            <a:xfrm>
              <a:off x="266703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9" name="Google Shape;3189;p39"/>
            <p:cNvSpPr/>
            <p:nvPr/>
          </p:nvSpPr>
          <p:spPr>
            <a:xfrm>
              <a:off x="304804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0" name="Google Shape;3190;p39"/>
            <p:cNvSpPr/>
            <p:nvPr/>
          </p:nvSpPr>
          <p:spPr>
            <a:xfrm>
              <a:off x="342904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1" name="Google Shape;3191;p39"/>
            <p:cNvSpPr/>
            <p:nvPr/>
          </p:nvSpPr>
          <p:spPr>
            <a:xfrm>
              <a:off x="381005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2" name="Google Shape;3192;p39"/>
            <p:cNvSpPr/>
            <p:nvPr/>
          </p:nvSpPr>
          <p:spPr>
            <a:xfrm>
              <a:off x="419105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3" name="Google Shape;3193;p39"/>
            <p:cNvSpPr/>
            <p:nvPr/>
          </p:nvSpPr>
          <p:spPr>
            <a:xfrm>
              <a:off x="457206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4" name="Google Shape;3194;p39"/>
            <p:cNvSpPr/>
            <p:nvPr/>
          </p:nvSpPr>
          <p:spPr>
            <a:xfrm>
              <a:off x="495306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5" name="Google Shape;3195;p39"/>
            <p:cNvSpPr/>
            <p:nvPr/>
          </p:nvSpPr>
          <p:spPr>
            <a:xfrm>
              <a:off x="533407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6" name="Google Shape;3196;p39"/>
            <p:cNvSpPr/>
            <p:nvPr/>
          </p:nvSpPr>
          <p:spPr>
            <a:xfrm>
              <a:off x="571507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7" name="Google Shape;3197;p39"/>
            <p:cNvSpPr/>
            <p:nvPr/>
          </p:nvSpPr>
          <p:spPr>
            <a:xfrm>
              <a:off x="609608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8" name="Google Shape;3198;p39"/>
            <p:cNvSpPr/>
            <p:nvPr/>
          </p:nvSpPr>
          <p:spPr>
            <a:xfrm>
              <a:off x="647708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9" name="Google Shape;3199;p39"/>
            <p:cNvSpPr/>
            <p:nvPr/>
          </p:nvSpPr>
          <p:spPr>
            <a:xfrm>
              <a:off x="685809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0" name="Google Shape;3200;p39"/>
            <p:cNvSpPr/>
            <p:nvPr/>
          </p:nvSpPr>
          <p:spPr>
            <a:xfrm>
              <a:off x="723909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1" name="Google Shape;3201;p39"/>
            <p:cNvSpPr/>
            <p:nvPr/>
          </p:nvSpPr>
          <p:spPr>
            <a:xfrm>
              <a:off x="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2" name="Google Shape;3202;p39"/>
            <p:cNvSpPr/>
            <p:nvPr/>
          </p:nvSpPr>
          <p:spPr>
            <a:xfrm>
              <a:off x="38100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3" name="Google Shape;3203;p39"/>
            <p:cNvSpPr/>
            <p:nvPr/>
          </p:nvSpPr>
          <p:spPr>
            <a:xfrm>
              <a:off x="76201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4" name="Google Shape;3204;p39"/>
            <p:cNvSpPr/>
            <p:nvPr/>
          </p:nvSpPr>
          <p:spPr>
            <a:xfrm>
              <a:off x="114301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5" name="Google Shape;3205;p39"/>
            <p:cNvSpPr/>
            <p:nvPr/>
          </p:nvSpPr>
          <p:spPr>
            <a:xfrm>
              <a:off x="152402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6" name="Google Shape;3206;p39"/>
            <p:cNvSpPr/>
            <p:nvPr/>
          </p:nvSpPr>
          <p:spPr>
            <a:xfrm>
              <a:off x="190502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7" name="Google Shape;3207;p39"/>
            <p:cNvSpPr/>
            <p:nvPr/>
          </p:nvSpPr>
          <p:spPr>
            <a:xfrm>
              <a:off x="228603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8" name="Google Shape;3208;p39"/>
            <p:cNvSpPr/>
            <p:nvPr/>
          </p:nvSpPr>
          <p:spPr>
            <a:xfrm>
              <a:off x="266703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9" name="Google Shape;3209;p39"/>
            <p:cNvSpPr/>
            <p:nvPr/>
          </p:nvSpPr>
          <p:spPr>
            <a:xfrm>
              <a:off x="304804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0" name="Google Shape;3210;p39"/>
            <p:cNvSpPr/>
            <p:nvPr/>
          </p:nvSpPr>
          <p:spPr>
            <a:xfrm>
              <a:off x="342904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1" name="Google Shape;3211;p39"/>
            <p:cNvSpPr/>
            <p:nvPr/>
          </p:nvSpPr>
          <p:spPr>
            <a:xfrm>
              <a:off x="381005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2" name="Google Shape;3212;p39"/>
            <p:cNvSpPr/>
            <p:nvPr/>
          </p:nvSpPr>
          <p:spPr>
            <a:xfrm>
              <a:off x="419105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3" name="Google Shape;3213;p39"/>
            <p:cNvSpPr/>
            <p:nvPr/>
          </p:nvSpPr>
          <p:spPr>
            <a:xfrm>
              <a:off x="457206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4" name="Google Shape;3214;p39"/>
            <p:cNvSpPr/>
            <p:nvPr/>
          </p:nvSpPr>
          <p:spPr>
            <a:xfrm>
              <a:off x="495306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5" name="Google Shape;3215;p39"/>
            <p:cNvSpPr/>
            <p:nvPr/>
          </p:nvSpPr>
          <p:spPr>
            <a:xfrm>
              <a:off x="533407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6" name="Google Shape;3216;p39"/>
            <p:cNvSpPr/>
            <p:nvPr/>
          </p:nvSpPr>
          <p:spPr>
            <a:xfrm>
              <a:off x="571507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7" name="Google Shape;3217;p39"/>
            <p:cNvSpPr/>
            <p:nvPr/>
          </p:nvSpPr>
          <p:spPr>
            <a:xfrm>
              <a:off x="609608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8" name="Google Shape;3218;p39"/>
            <p:cNvSpPr/>
            <p:nvPr/>
          </p:nvSpPr>
          <p:spPr>
            <a:xfrm>
              <a:off x="647708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9" name="Google Shape;3219;p39"/>
            <p:cNvSpPr/>
            <p:nvPr/>
          </p:nvSpPr>
          <p:spPr>
            <a:xfrm>
              <a:off x="685809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0" name="Google Shape;3220;p39"/>
            <p:cNvSpPr/>
            <p:nvPr/>
          </p:nvSpPr>
          <p:spPr>
            <a:xfrm>
              <a:off x="723909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1" name="Google Shape;3221;p39"/>
            <p:cNvSpPr/>
            <p:nvPr/>
          </p:nvSpPr>
          <p:spPr>
            <a:xfrm>
              <a:off x="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2" name="Google Shape;3222;p39"/>
            <p:cNvSpPr/>
            <p:nvPr/>
          </p:nvSpPr>
          <p:spPr>
            <a:xfrm>
              <a:off x="38100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3" name="Google Shape;3223;p39"/>
            <p:cNvSpPr/>
            <p:nvPr/>
          </p:nvSpPr>
          <p:spPr>
            <a:xfrm>
              <a:off x="76201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4" name="Google Shape;3224;p39"/>
            <p:cNvSpPr/>
            <p:nvPr/>
          </p:nvSpPr>
          <p:spPr>
            <a:xfrm>
              <a:off x="114301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5" name="Google Shape;3225;p39"/>
            <p:cNvSpPr/>
            <p:nvPr/>
          </p:nvSpPr>
          <p:spPr>
            <a:xfrm>
              <a:off x="152402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6" name="Google Shape;3226;p39"/>
            <p:cNvSpPr/>
            <p:nvPr/>
          </p:nvSpPr>
          <p:spPr>
            <a:xfrm>
              <a:off x="190502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7" name="Google Shape;3227;p39"/>
            <p:cNvSpPr/>
            <p:nvPr/>
          </p:nvSpPr>
          <p:spPr>
            <a:xfrm>
              <a:off x="228603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8" name="Google Shape;3228;p39"/>
            <p:cNvSpPr/>
            <p:nvPr/>
          </p:nvSpPr>
          <p:spPr>
            <a:xfrm>
              <a:off x="266703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9" name="Google Shape;3229;p39"/>
            <p:cNvSpPr/>
            <p:nvPr/>
          </p:nvSpPr>
          <p:spPr>
            <a:xfrm>
              <a:off x="304804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0" name="Google Shape;3230;p39"/>
            <p:cNvSpPr/>
            <p:nvPr/>
          </p:nvSpPr>
          <p:spPr>
            <a:xfrm>
              <a:off x="342904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1" name="Google Shape;3231;p39"/>
            <p:cNvSpPr/>
            <p:nvPr/>
          </p:nvSpPr>
          <p:spPr>
            <a:xfrm>
              <a:off x="381005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2" name="Google Shape;3232;p39"/>
            <p:cNvSpPr/>
            <p:nvPr/>
          </p:nvSpPr>
          <p:spPr>
            <a:xfrm>
              <a:off x="419105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3" name="Google Shape;3233;p39"/>
            <p:cNvSpPr/>
            <p:nvPr/>
          </p:nvSpPr>
          <p:spPr>
            <a:xfrm>
              <a:off x="457206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4" name="Google Shape;3234;p39"/>
            <p:cNvSpPr/>
            <p:nvPr/>
          </p:nvSpPr>
          <p:spPr>
            <a:xfrm>
              <a:off x="495306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5" name="Google Shape;3235;p39"/>
            <p:cNvSpPr/>
            <p:nvPr/>
          </p:nvSpPr>
          <p:spPr>
            <a:xfrm>
              <a:off x="533407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6" name="Google Shape;3236;p39"/>
            <p:cNvSpPr/>
            <p:nvPr/>
          </p:nvSpPr>
          <p:spPr>
            <a:xfrm>
              <a:off x="571507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7" name="Google Shape;3237;p39"/>
            <p:cNvSpPr/>
            <p:nvPr/>
          </p:nvSpPr>
          <p:spPr>
            <a:xfrm>
              <a:off x="609608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8" name="Google Shape;3238;p39"/>
            <p:cNvSpPr/>
            <p:nvPr/>
          </p:nvSpPr>
          <p:spPr>
            <a:xfrm>
              <a:off x="647708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9" name="Google Shape;3239;p39"/>
            <p:cNvSpPr/>
            <p:nvPr/>
          </p:nvSpPr>
          <p:spPr>
            <a:xfrm>
              <a:off x="685809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0" name="Google Shape;3240;p39"/>
            <p:cNvSpPr/>
            <p:nvPr/>
          </p:nvSpPr>
          <p:spPr>
            <a:xfrm>
              <a:off x="723909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1" name="Google Shape;3241;p39"/>
            <p:cNvSpPr/>
            <p:nvPr/>
          </p:nvSpPr>
          <p:spPr>
            <a:xfrm>
              <a:off x="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2" name="Google Shape;3242;p39"/>
            <p:cNvSpPr/>
            <p:nvPr/>
          </p:nvSpPr>
          <p:spPr>
            <a:xfrm>
              <a:off x="38100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3" name="Google Shape;3243;p39"/>
            <p:cNvSpPr/>
            <p:nvPr/>
          </p:nvSpPr>
          <p:spPr>
            <a:xfrm>
              <a:off x="76201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4" name="Google Shape;3244;p39"/>
            <p:cNvSpPr/>
            <p:nvPr/>
          </p:nvSpPr>
          <p:spPr>
            <a:xfrm>
              <a:off x="114301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5" name="Google Shape;3245;p39"/>
            <p:cNvSpPr/>
            <p:nvPr/>
          </p:nvSpPr>
          <p:spPr>
            <a:xfrm>
              <a:off x="152402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6" name="Google Shape;3246;p39"/>
            <p:cNvSpPr/>
            <p:nvPr/>
          </p:nvSpPr>
          <p:spPr>
            <a:xfrm>
              <a:off x="190502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7" name="Google Shape;3247;p39"/>
            <p:cNvSpPr/>
            <p:nvPr/>
          </p:nvSpPr>
          <p:spPr>
            <a:xfrm>
              <a:off x="228603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8" name="Google Shape;3248;p39"/>
            <p:cNvSpPr/>
            <p:nvPr/>
          </p:nvSpPr>
          <p:spPr>
            <a:xfrm>
              <a:off x="266703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9" name="Google Shape;3249;p39"/>
            <p:cNvSpPr/>
            <p:nvPr/>
          </p:nvSpPr>
          <p:spPr>
            <a:xfrm>
              <a:off x="304804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0" name="Google Shape;3250;p39"/>
            <p:cNvSpPr/>
            <p:nvPr/>
          </p:nvSpPr>
          <p:spPr>
            <a:xfrm>
              <a:off x="342904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1" name="Google Shape;3251;p39"/>
            <p:cNvSpPr/>
            <p:nvPr/>
          </p:nvSpPr>
          <p:spPr>
            <a:xfrm>
              <a:off x="381005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2" name="Google Shape;3252;p39"/>
            <p:cNvSpPr/>
            <p:nvPr/>
          </p:nvSpPr>
          <p:spPr>
            <a:xfrm>
              <a:off x="419105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3" name="Google Shape;3253;p39"/>
            <p:cNvSpPr/>
            <p:nvPr/>
          </p:nvSpPr>
          <p:spPr>
            <a:xfrm>
              <a:off x="457206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4" name="Google Shape;3254;p39"/>
            <p:cNvSpPr/>
            <p:nvPr/>
          </p:nvSpPr>
          <p:spPr>
            <a:xfrm>
              <a:off x="495306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5" name="Google Shape;3255;p39"/>
            <p:cNvSpPr/>
            <p:nvPr/>
          </p:nvSpPr>
          <p:spPr>
            <a:xfrm>
              <a:off x="533407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6" name="Google Shape;3256;p39"/>
            <p:cNvSpPr/>
            <p:nvPr/>
          </p:nvSpPr>
          <p:spPr>
            <a:xfrm>
              <a:off x="571507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7" name="Google Shape;3257;p39"/>
            <p:cNvSpPr/>
            <p:nvPr/>
          </p:nvSpPr>
          <p:spPr>
            <a:xfrm>
              <a:off x="609608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8" name="Google Shape;3258;p39"/>
            <p:cNvSpPr/>
            <p:nvPr/>
          </p:nvSpPr>
          <p:spPr>
            <a:xfrm>
              <a:off x="647708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9" name="Google Shape;3259;p39"/>
            <p:cNvSpPr/>
            <p:nvPr/>
          </p:nvSpPr>
          <p:spPr>
            <a:xfrm>
              <a:off x="685809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0" name="Google Shape;3260;p39"/>
            <p:cNvSpPr/>
            <p:nvPr/>
          </p:nvSpPr>
          <p:spPr>
            <a:xfrm>
              <a:off x="723909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1" name="Google Shape;3261;p39"/>
            <p:cNvSpPr/>
            <p:nvPr/>
          </p:nvSpPr>
          <p:spPr>
            <a:xfrm>
              <a:off x="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2" name="Google Shape;3262;p39"/>
            <p:cNvSpPr/>
            <p:nvPr/>
          </p:nvSpPr>
          <p:spPr>
            <a:xfrm>
              <a:off x="38100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3" name="Google Shape;3263;p39"/>
            <p:cNvSpPr/>
            <p:nvPr/>
          </p:nvSpPr>
          <p:spPr>
            <a:xfrm>
              <a:off x="76201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4" name="Google Shape;3264;p39"/>
            <p:cNvSpPr/>
            <p:nvPr/>
          </p:nvSpPr>
          <p:spPr>
            <a:xfrm>
              <a:off x="114301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5" name="Google Shape;3265;p39"/>
            <p:cNvSpPr/>
            <p:nvPr/>
          </p:nvSpPr>
          <p:spPr>
            <a:xfrm>
              <a:off x="152402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6" name="Google Shape;3266;p39"/>
            <p:cNvSpPr/>
            <p:nvPr/>
          </p:nvSpPr>
          <p:spPr>
            <a:xfrm>
              <a:off x="190502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7" name="Google Shape;3267;p39"/>
            <p:cNvSpPr/>
            <p:nvPr/>
          </p:nvSpPr>
          <p:spPr>
            <a:xfrm>
              <a:off x="228603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8" name="Google Shape;3268;p39"/>
            <p:cNvSpPr/>
            <p:nvPr/>
          </p:nvSpPr>
          <p:spPr>
            <a:xfrm>
              <a:off x="266703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9" name="Google Shape;3269;p39"/>
            <p:cNvSpPr/>
            <p:nvPr/>
          </p:nvSpPr>
          <p:spPr>
            <a:xfrm>
              <a:off x="304804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0" name="Google Shape;3270;p39"/>
            <p:cNvSpPr/>
            <p:nvPr/>
          </p:nvSpPr>
          <p:spPr>
            <a:xfrm>
              <a:off x="342904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1" name="Google Shape;3271;p39"/>
            <p:cNvSpPr/>
            <p:nvPr/>
          </p:nvSpPr>
          <p:spPr>
            <a:xfrm>
              <a:off x="381005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2" name="Google Shape;3272;p39"/>
            <p:cNvSpPr/>
            <p:nvPr/>
          </p:nvSpPr>
          <p:spPr>
            <a:xfrm>
              <a:off x="419105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3" name="Google Shape;3273;p39"/>
            <p:cNvSpPr/>
            <p:nvPr/>
          </p:nvSpPr>
          <p:spPr>
            <a:xfrm>
              <a:off x="457206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4" name="Google Shape;3274;p39"/>
            <p:cNvSpPr/>
            <p:nvPr/>
          </p:nvSpPr>
          <p:spPr>
            <a:xfrm>
              <a:off x="495306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5" name="Google Shape;3275;p39"/>
            <p:cNvSpPr/>
            <p:nvPr/>
          </p:nvSpPr>
          <p:spPr>
            <a:xfrm>
              <a:off x="533407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6" name="Google Shape;3276;p39"/>
            <p:cNvSpPr/>
            <p:nvPr/>
          </p:nvSpPr>
          <p:spPr>
            <a:xfrm>
              <a:off x="571507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7" name="Google Shape;3277;p39"/>
            <p:cNvSpPr/>
            <p:nvPr/>
          </p:nvSpPr>
          <p:spPr>
            <a:xfrm>
              <a:off x="609608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8" name="Google Shape;3278;p39"/>
            <p:cNvSpPr/>
            <p:nvPr/>
          </p:nvSpPr>
          <p:spPr>
            <a:xfrm>
              <a:off x="647708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9" name="Google Shape;3279;p39"/>
            <p:cNvSpPr/>
            <p:nvPr/>
          </p:nvSpPr>
          <p:spPr>
            <a:xfrm>
              <a:off x="685809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0" name="Google Shape;3280;p39"/>
            <p:cNvSpPr/>
            <p:nvPr/>
          </p:nvSpPr>
          <p:spPr>
            <a:xfrm>
              <a:off x="723909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1" name="Google Shape;3281;p39"/>
            <p:cNvSpPr/>
            <p:nvPr/>
          </p:nvSpPr>
          <p:spPr>
            <a:xfrm>
              <a:off x="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2" name="Google Shape;3282;p39"/>
            <p:cNvSpPr/>
            <p:nvPr/>
          </p:nvSpPr>
          <p:spPr>
            <a:xfrm>
              <a:off x="38100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3" name="Google Shape;3283;p39"/>
            <p:cNvSpPr/>
            <p:nvPr/>
          </p:nvSpPr>
          <p:spPr>
            <a:xfrm>
              <a:off x="76201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4" name="Google Shape;3284;p39"/>
            <p:cNvSpPr/>
            <p:nvPr/>
          </p:nvSpPr>
          <p:spPr>
            <a:xfrm>
              <a:off x="114301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5" name="Google Shape;3285;p39"/>
            <p:cNvSpPr/>
            <p:nvPr/>
          </p:nvSpPr>
          <p:spPr>
            <a:xfrm>
              <a:off x="152402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6" name="Google Shape;3286;p39"/>
            <p:cNvSpPr/>
            <p:nvPr/>
          </p:nvSpPr>
          <p:spPr>
            <a:xfrm>
              <a:off x="190502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7" name="Google Shape;3287;p39"/>
            <p:cNvSpPr/>
            <p:nvPr/>
          </p:nvSpPr>
          <p:spPr>
            <a:xfrm>
              <a:off x="228603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8" name="Google Shape;3288;p39"/>
            <p:cNvSpPr/>
            <p:nvPr/>
          </p:nvSpPr>
          <p:spPr>
            <a:xfrm>
              <a:off x="266703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9" name="Google Shape;3289;p39"/>
            <p:cNvSpPr/>
            <p:nvPr/>
          </p:nvSpPr>
          <p:spPr>
            <a:xfrm>
              <a:off x="304804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0" name="Google Shape;3290;p39"/>
            <p:cNvSpPr/>
            <p:nvPr/>
          </p:nvSpPr>
          <p:spPr>
            <a:xfrm>
              <a:off x="342904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1" name="Google Shape;3291;p39"/>
            <p:cNvSpPr/>
            <p:nvPr/>
          </p:nvSpPr>
          <p:spPr>
            <a:xfrm>
              <a:off x="381005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2" name="Google Shape;3292;p39"/>
            <p:cNvSpPr/>
            <p:nvPr/>
          </p:nvSpPr>
          <p:spPr>
            <a:xfrm>
              <a:off x="419105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3" name="Google Shape;3293;p39"/>
            <p:cNvSpPr/>
            <p:nvPr/>
          </p:nvSpPr>
          <p:spPr>
            <a:xfrm>
              <a:off x="457206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4" name="Google Shape;3294;p39"/>
            <p:cNvSpPr/>
            <p:nvPr/>
          </p:nvSpPr>
          <p:spPr>
            <a:xfrm>
              <a:off x="495306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5" name="Google Shape;3295;p39"/>
            <p:cNvSpPr/>
            <p:nvPr/>
          </p:nvSpPr>
          <p:spPr>
            <a:xfrm>
              <a:off x="533407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6" name="Google Shape;3296;p39"/>
            <p:cNvSpPr/>
            <p:nvPr/>
          </p:nvSpPr>
          <p:spPr>
            <a:xfrm>
              <a:off x="571507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7" name="Google Shape;3297;p39"/>
            <p:cNvSpPr/>
            <p:nvPr/>
          </p:nvSpPr>
          <p:spPr>
            <a:xfrm>
              <a:off x="609608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8" name="Google Shape;3298;p39"/>
            <p:cNvSpPr/>
            <p:nvPr/>
          </p:nvSpPr>
          <p:spPr>
            <a:xfrm>
              <a:off x="647708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9" name="Google Shape;3299;p39"/>
            <p:cNvSpPr/>
            <p:nvPr/>
          </p:nvSpPr>
          <p:spPr>
            <a:xfrm>
              <a:off x="685809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0" name="Google Shape;3300;p39"/>
            <p:cNvSpPr/>
            <p:nvPr/>
          </p:nvSpPr>
          <p:spPr>
            <a:xfrm>
              <a:off x="723909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1" name="Google Shape;3301;p39"/>
            <p:cNvSpPr/>
            <p:nvPr/>
          </p:nvSpPr>
          <p:spPr>
            <a:xfrm>
              <a:off x="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2" name="Google Shape;3302;p39"/>
            <p:cNvSpPr/>
            <p:nvPr/>
          </p:nvSpPr>
          <p:spPr>
            <a:xfrm>
              <a:off x="38100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3" name="Google Shape;3303;p39"/>
            <p:cNvSpPr/>
            <p:nvPr/>
          </p:nvSpPr>
          <p:spPr>
            <a:xfrm>
              <a:off x="76201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4" name="Google Shape;3304;p39"/>
            <p:cNvSpPr/>
            <p:nvPr/>
          </p:nvSpPr>
          <p:spPr>
            <a:xfrm>
              <a:off x="114301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5" name="Google Shape;3305;p39"/>
            <p:cNvSpPr/>
            <p:nvPr/>
          </p:nvSpPr>
          <p:spPr>
            <a:xfrm>
              <a:off x="152402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6" name="Google Shape;3306;p39"/>
            <p:cNvSpPr/>
            <p:nvPr/>
          </p:nvSpPr>
          <p:spPr>
            <a:xfrm>
              <a:off x="190502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7" name="Google Shape;3307;p39"/>
            <p:cNvSpPr/>
            <p:nvPr/>
          </p:nvSpPr>
          <p:spPr>
            <a:xfrm>
              <a:off x="228603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8" name="Google Shape;3308;p39"/>
            <p:cNvSpPr/>
            <p:nvPr/>
          </p:nvSpPr>
          <p:spPr>
            <a:xfrm>
              <a:off x="266703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9" name="Google Shape;3309;p39"/>
            <p:cNvSpPr/>
            <p:nvPr/>
          </p:nvSpPr>
          <p:spPr>
            <a:xfrm>
              <a:off x="304804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0" name="Google Shape;3310;p39"/>
            <p:cNvSpPr/>
            <p:nvPr/>
          </p:nvSpPr>
          <p:spPr>
            <a:xfrm>
              <a:off x="342904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1" name="Google Shape;3311;p39"/>
            <p:cNvSpPr/>
            <p:nvPr/>
          </p:nvSpPr>
          <p:spPr>
            <a:xfrm>
              <a:off x="381005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2" name="Google Shape;3312;p39"/>
            <p:cNvSpPr/>
            <p:nvPr/>
          </p:nvSpPr>
          <p:spPr>
            <a:xfrm>
              <a:off x="419105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3" name="Google Shape;3313;p39"/>
            <p:cNvSpPr/>
            <p:nvPr/>
          </p:nvSpPr>
          <p:spPr>
            <a:xfrm>
              <a:off x="457206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4" name="Google Shape;3314;p39"/>
            <p:cNvSpPr/>
            <p:nvPr/>
          </p:nvSpPr>
          <p:spPr>
            <a:xfrm>
              <a:off x="495306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5" name="Google Shape;3315;p39"/>
            <p:cNvSpPr/>
            <p:nvPr/>
          </p:nvSpPr>
          <p:spPr>
            <a:xfrm>
              <a:off x="533407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6" name="Google Shape;3316;p39"/>
            <p:cNvSpPr/>
            <p:nvPr/>
          </p:nvSpPr>
          <p:spPr>
            <a:xfrm>
              <a:off x="571507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7" name="Google Shape;3317;p39"/>
            <p:cNvSpPr/>
            <p:nvPr/>
          </p:nvSpPr>
          <p:spPr>
            <a:xfrm>
              <a:off x="609608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8" name="Google Shape;3318;p39"/>
            <p:cNvSpPr/>
            <p:nvPr/>
          </p:nvSpPr>
          <p:spPr>
            <a:xfrm>
              <a:off x="647708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9" name="Google Shape;3319;p39"/>
            <p:cNvSpPr/>
            <p:nvPr/>
          </p:nvSpPr>
          <p:spPr>
            <a:xfrm>
              <a:off x="685809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0" name="Google Shape;3320;p39"/>
            <p:cNvSpPr/>
            <p:nvPr/>
          </p:nvSpPr>
          <p:spPr>
            <a:xfrm>
              <a:off x="723909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1" name="Google Shape;3321;p39"/>
            <p:cNvSpPr/>
            <p:nvPr/>
          </p:nvSpPr>
          <p:spPr>
            <a:xfrm>
              <a:off x="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2" name="Google Shape;3322;p39"/>
            <p:cNvSpPr/>
            <p:nvPr/>
          </p:nvSpPr>
          <p:spPr>
            <a:xfrm>
              <a:off x="38100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3" name="Google Shape;3323;p39"/>
            <p:cNvSpPr/>
            <p:nvPr/>
          </p:nvSpPr>
          <p:spPr>
            <a:xfrm>
              <a:off x="76201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4" name="Google Shape;3324;p39"/>
            <p:cNvSpPr/>
            <p:nvPr/>
          </p:nvSpPr>
          <p:spPr>
            <a:xfrm>
              <a:off x="114301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5" name="Google Shape;3325;p39"/>
            <p:cNvSpPr/>
            <p:nvPr/>
          </p:nvSpPr>
          <p:spPr>
            <a:xfrm>
              <a:off x="152402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6" name="Google Shape;3326;p39"/>
            <p:cNvSpPr/>
            <p:nvPr/>
          </p:nvSpPr>
          <p:spPr>
            <a:xfrm>
              <a:off x="190502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7" name="Google Shape;3327;p39"/>
            <p:cNvSpPr/>
            <p:nvPr/>
          </p:nvSpPr>
          <p:spPr>
            <a:xfrm>
              <a:off x="228603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8" name="Google Shape;3328;p39"/>
            <p:cNvSpPr/>
            <p:nvPr/>
          </p:nvSpPr>
          <p:spPr>
            <a:xfrm>
              <a:off x="266703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9" name="Google Shape;3329;p39"/>
            <p:cNvSpPr/>
            <p:nvPr/>
          </p:nvSpPr>
          <p:spPr>
            <a:xfrm>
              <a:off x="304804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0" name="Google Shape;3330;p39"/>
            <p:cNvSpPr/>
            <p:nvPr/>
          </p:nvSpPr>
          <p:spPr>
            <a:xfrm>
              <a:off x="342904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1" name="Google Shape;3331;p39"/>
            <p:cNvSpPr/>
            <p:nvPr/>
          </p:nvSpPr>
          <p:spPr>
            <a:xfrm>
              <a:off x="381005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2" name="Google Shape;3332;p39"/>
            <p:cNvSpPr/>
            <p:nvPr/>
          </p:nvSpPr>
          <p:spPr>
            <a:xfrm>
              <a:off x="419105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3" name="Google Shape;3333;p39"/>
            <p:cNvSpPr/>
            <p:nvPr/>
          </p:nvSpPr>
          <p:spPr>
            <a:xfrm>
              <a:off x="457206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4" name="Google Shape;3334;p39"/>
            <p:cNvSpPr/>
            <p:nvPr/>
          </p:nvSpPr>
          <p:spPr>
            <a:xfrm>
              <a:off x="495306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5" name="Google Shape;3335;p39"/>
            <p:cNvSpPr/>
            <p:nvPr/>
          </p:nvSpPr>
          <p:spPr>
            <a:xfrm>
              <a:off x="533407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6" name="Google Shape;3336;p39"/>
            <p:cNvSpPr/>
            <p:nvPr/>
          </p:nvSpPr>
          <p:spPr>
            <a:xfrm>
              <a:off x="571507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7" name="Google Shape;3337;p39"/>
            <p:cNvSpPr/>
            <p:nvPr/>
          </p:nvSpPr>
          <p:spPr>
            <a:xfrm>
              <a:off x="609608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8" name="Google Shape;3338;p39"/>
            <p:cNvSpPr/>
            <p:nvPr/>
          </p:nvSpPr>
          <p:spPr>
            <a:xfrm>
              <a:off x="647708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9" name="Google Shape;3339;p39"/>
            <p:cNvSpPr/>
            <p:nvPr/>
          </p:nvSpPr>
          <p:spPr>
            <a:xfrm>
              <a:off x="685809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0" name="Google Shape;3340;p39"/>
            <p:cNvSpPr/>
            <p:nvPr/>
          </p:nvSpPr>
          <p:spPr>
            <a:xfrm>
              <a:off x="723909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1" name="Google Shape;3341;p39"/>
            <p:cNvSpPr/>
            <p:nvPr/>
          </p:nvSpPr>
          <p:spPr>
            <a:xfrm>
              <a:off x="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2" name="Google Shape;3342;p39"/>
            <p:cNvSpPr/>
            <p:nvPr/>
          </p:nvSpPr>
          <p:spPr>
            <a:xfrm>
              <a:off x="38100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3" name="Google Shape;3343;p39"/>
            <p:cNvSpPr/>
            <p:nvPr/>
          </p:nvSpPr>
          <p:spPr>
            <a:xfrm>
              <a:off x="76201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4" name="Google Shape;3344;p39"/>
            <p:cNvSpPr/>
            <p:nvPr/>
          </p:nvSpPr>
          <p:spPr>
            <a:xfrm>
              <a:off x="114301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5" name="Google Shape;3345;p39"/>
            <p:cNvSpPr/>
            <p:nvPr/>
          </p:nvSpPr>
          <p:spPr>
            <a:xfrm>
              <a:off x="152402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6" name="Google Shape;3346;p39"/>
            <p:cNvSpPr/>
            <p:nvPr/>
          </p:nvSpPr>
          <p:spPr>
            <a:xfrm>
              <a:off x="190502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7" name="Google Shape;3347;p39"/>
            <p:cNvSpPr/>
            <p:nvPr/>
          </p:nvSpPr>
          <p:spPr>
            <a:xfrm>
              <a:off x="228603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8" name="Google Shape;3348;p39"/>
            <p:cNvSpPr/>
            <p:nvPr/>
          </p:nvSpPr>
          <p:spPr>
            <a:xfrm>
              <a:off x="266703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9" name="Google Shape;3349;p39"/>
            <p:cNvSpPr/>
            <p:nvPr/>
          </p:nvSpPr>
          <p:spPr>
            <a:xfrm>
              <a:off x="304804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0" name="Google Shape;3350;p39"/>
            <p:cNvSpPr/>
            <p:nvPr/>
          </p:nvSpPr>
          <p:spPr>
            <a:xfrm>
              <a:off x="342904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1" name="Google Shape;3351;p39"/>
            <p:cNvSpPr/>
            <p:nvPr/>
          </p:nvSpPr>
          <p:spPr>
            <a:xfrm>
              <a:off x="381005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2" name="Google Shape;3352;p39"/>
            <p:cNvSpPr/>
            <p:nvPr/>
          </p:nvSpPr>
          <p:spPr>
            <a:xfrm>
              <a:off x="419105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3" name="Google Shape;3353;p39"/>
            <p:cNvSpPr/>
            <p:nvPr/>
          </p:nvSpPr>
          <p:spPr>
            <a:xfrm>
              <a:off x="457206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4" name="Google Shape;3354;p39"/>
            <p:cNvSpPr/>
            <p:nvPr/>
          </p:nvSpPr>
          <p:spPr>
            <a:xfrm>
              <a:off x="495306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5" name="Google Shape;3355;p39"/>
            <p:cNvSpPr/>
            <p:nvPr/>
          </p:nvSpPr>
          <p:spPr>
            <a:xfrm>
              <a:off x="533407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6" name="Google Shape;3356;p39"/>
            <p:cNvSpPr/>
            <p:nvPr/>
          </p:nvSpPr>
          <p:spPr>
            <a:xfrm>
              <a:off x="571507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7" name="Google Shape;3357;p39"/>
            <p:cNvSpPr/>
            <p:nvPr/>
          </p:nvSpPr>
          <p:spPr>
            <a:xfrm>
              <a:off x="609608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8" name="Google Shape;3358;p39"/>
            <p:cNvSpPr/>
            <p:nvPr/>
          </p:nvSpPr>
          <p:spPr>
            <a:xfrm>
              <a:off x="647708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9" name="Google Shape;3359;p39"/>
            <p:cNvSpPr/>
            <p:nvPr/>
          </p:nvSpPr>
          <p:spPr>
            <a:xfrm>
              <a:off x="685809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0" name="Google Shape;3360;p39"/>
            <p:cNvSpPr/>
            <p:nvPr/>
          </p:nvSpPr>
          <p:spPr>
            <a:xfrm>
              <a:off x="723909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1" name="Google Shape;3361;p39"/>
            <p:cNvSpPr/>
            <p:nvPr/>
          </p:nvSpPr>
          <p:spPr>
            <a:xfrm>
              <a:off x="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2" name="Google Shape;3362;p39"/>
            <p:cNvSpPr/>
            <p:nvPr/>
          </p:nvSpPr>
          <p:spPr>
            <a:xfrm>
              <a:off x="38100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3" name="Google Shape;3363;p39"/>
            <p:cNvSpPr/>
            <p:nvPr/>
          </p:nvSpPr>
          <p:spPr>
            <a:xfrm>
              <a:off x="76201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4" name="Google Shape;3364;p39"/>
            <p:cNvSpPr/>
            <p:nvPr/>
          </p:nvSpPr>
          <p:spPr>
            <a:xfrm>
              <a:off x="114301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5" name="Google Shape;3365;p39"/>
            <p:cNvSpPr/>
            <p:nvPr/>
          </p:nvSpPr>
          <p:spPr>
            <a:xfrm>
              <a:off x="152402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6" name="Google Shape;3366;p39"/>
            <p:cNvSpPr/>
            <p:nvPr/>
          </p:nvSpPr>
          <p:spPr>
            <a:xfrm>
              <a:off x="190502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7" name="Google Shape;3367;p39"/>
            <p:cNvSpPr/>
            <p:nvPr/>
          </p:nvSpPr>
          <p:spPr>
            <a:xfrm>
              <a:off x="228603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8" name="Google Shape;3368;p39"/>
            <p:cNvSpPr/>
            <p:nvPr/>
          </p:nvSpPr>
          <p:spPr>
            <a:xfrm>
              <a:off x="266703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9" name="Google Shape;3369;p39"/>
            <p:cNvSpPr/>
            <p:nvPr/>
          </p:nvSpPr>
          <p:spPr>
            <a:xfrm>
              <a:off x="304804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0" name="Google Shape;3370;p39"/>
            <p:cNvSpPr/>
            <p:nvPr/>
          </p:nvSpPr>
          <p:spPr>
            <a:xfrm>
              <a:off x="342904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1" name="Google Shape;3371;p39"/>
            <p:cNvSpPr/>
            <p:nvPr/>
          </p:nvSpPr>
          <p:spPr>
            <a:xfrm>
              <a:off x="381005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2" name="Google Shape;3372;p39"/>
            <p:cNvSpPr/>
            <p:nvPr/>
          </p:nvSpPr>
          <p:spPr>
            <a:xfrm>
              <a:off x="419105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3" name="Google Shape;3373;p39"/>
            <p:cNvSpPr/>
            <p:nvPr/>
          </p:nvSpPr>
          <p:spPr>
            <a:xfrm>
              <a:off x="457206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4" name="Google Shape;3374;p39"/>
            <p:cNvSpPr/>
            <p:nvPr/>
          </p:nvSpPr>
          <p:spPr>
            <a:xfrm>
              <a:off x="495306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5" name="Google Shape;3375;p39"/>
            <p:cNvSpPr/>
            <p:nvPr/>
          </p:nvSpPr>
          <p:spPr>
            <a:xfrm>
              <a:off x="533407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6" name="Google Shape;3376;p39"/>
            <p:cNvSpPr/>
            <p:nvPr/>
          </p:nvSpPr>
          <p:spPr>
            <a:xfrm>
              <a:off x="571507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7" name="Google Shape;3377;p39"/>
            <p:cNvSpPr/>
            <p:nvPr/>
          </p:nvSpPr>
          <p:spPr>
            <a:xfrm>
              <a:off x="609608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8" name="Google Shape;3378;p39"/>
            <p:cNvSpPr/>
            <p:nvPr/>
          </p:nvSpPr>
          <p:spPr>
            <a:xfrm>
              <a:off x="647708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9" name="Google Shape;3379;p39"/>
            <p:cNvSpPr/>
            <p:nvPr/>
          </p:nvSpPr>
          <p:spPr>
            <a:xfrm>
              <a:off x="685809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0" name="Google Shape;3380;p39"/>
            <p:cNvSpPr/>
            <p:nvPr/>
          </p:nvSpPr>
          <p:spPr>
            <a:xfrm>
              <a:off x="723909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1" name="Google Shape;3381;p39"/>
            <p:cNvSpPr/>
            <p:nvPr/>
          </p:nvSpPr>
          <p:spPr>
            <a:xfrm>
              <a:off x="7620110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2" name="Google Shape;3382;p39"/>
            <p:cNvSpPr/>
            <p:nvPr/>
          </p:nvSpPr>
          <p:spPr>
            <a:xfrm>
              <a:off x="8001115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3" name="Google Shape;3383;p39"/>
            <p:cNvSpPr/>
            <p:nvPr/>
          </p:nvSpPr>
          <p:spPr>
            <a:xfrm>
              <a:off x="8382120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4" name="Google Shape;3384;p39"/>
            <p:cNvSpPr/>
            <p:nvPr/>
          </p:nvSpPr>
          <p:spPr>
            <a:xfrm>
              <a:off x="8763125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5" name="Google Shape;3385;p39"/>
            <p:cNvSpPr/>
            <p:nvPr/>
          </p:nvSpPr>
          <p:spPr>
            <a:xfrm>
              <a:off x="7620110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6" name="Google Shape;3386;p39"/>
            <p:cNvSpPr/>
            <p:nvPr/>
          </p:nvSpPr>
          <p:spPr>
            <a:xfrm>
              <a:off x="8001115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7" name="Google Shape;3387;p39"/>
            <p:cNvSpPr/>
            <p:nvPr/>
          </p:nvSpPr>
          <p:spPr>
            <a:xfrm>
              <a:off x="8382120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8" name="Google Shape;3388;p39"/>
            <p:cNvSpPr/>
            <p:nvPr/>
          </p:nvSpPr>
          <p:spPr>
            <a:xfrm>
              <a:off x="8763125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9" name="Google Shape;3389;p39"/>
            <p:cNvSpPr/>
            <p:nvPr/>
          </p:nvSpPr>
          <p:spPr>
            <a:xfrm>
              <a:off x="7620110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0" name="Google Shape;3390;p39"/>
            <p:cNvSpPr/>
            <p:nvPr/>
          </p:nvSpPr>
          <p:spPr>
            <a:xfrm>
              <a:off x="8001115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1" name="Google Shape;3391;p39"/>
            <p:cNvSpPr/>
            <p:nvPr/>
          </p:nvSpPr>
          <p:spPr>
            <a:xfrm>
              <a:off x="8382120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2" name="Google Shape;3392;p39"/>
            <p:cNvSpPr/>
            <p:nvPr/>
          </p:nvSpPr>
          <p:spPr>
            <a:xfrm>
              <a:off x="8763125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3" name="Google Shape;3393;p39"/>
            <p:cNvSpPr/>
            <p:nvPr/>
          </p:nvSpPr>
          <p:spPr>
            <a:xfrm>
              <a:off x="7620110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4" name="Google Shape;3394;p39"/>
            <p:cNvSpPr/>
            <p:nvPr/>
          </p:nvSpPr>
          <p:spPr>
            <a:xfrm>
              <a:off x="8001115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5" name="Google Shape;3395;p39"/>
            <p:cNvSpPr/>
            <p:nvPr/>
          </p:nvSpPr>
          <p:spPr>
            <a:xfrm>
              <a:off x="8382120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6" name="Google Shape;3396;p39"/>
            <p:cNvSpPr/>
            <p:nvPr/>
          </p:nvSpPr>
          <p:spPr>
            <a:xfrm>
              <a:off x="8763125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7" name="Google Shape;3397;p39"/>
            <p:cNvSpPr/>
            <p:nvPr/>
          </p:nvSpPr>
          <p:spPr>
            <a:xfrm>
              <a:off x="7620110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8" name="Google Shape;3398;p39"/>
            <p:cNvSpPr/>
            <p:nvPr/>
          </p:nvSpPr>
          <p:spPr>
            <a:xfrm>
              <a:off x="8001115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9" name="Google Shape;3399;p39"/>
            <p:cNvSpPr/>
            <p:nvPr/>
          </p:nvSpPr>
          <p:spPr>
            <a:xfrm>
              <a:off x="8382120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0" name="Google Shape;3400;p39"/>
            <p:cNvSpPr/>
            <p:nvPr/>
          </p:nvSpPr>
          <p:spPr>
            <a:xfrm>
              <a:off x="8763125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1" name="Google Shape;3401;p39"/>
            <p:cNvSpPr/>
            <p:nvPr/>
          </p:nvSpPr>
          <p:spPr>
            <a:xfrm>
              <a:off x="7620110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2" name="Google Shape;3402;p39"/>
            <p:cNvSpPr/>
            <p:nvPr/>
          </p:nvSpPr>
          <p:spPr>
            <a:xfrm>
              <a:off x="8001115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3" name="Google Shape;3403;p39"/>
            <p:cNvSpPr/>
            <p:nvPr/>
          </p:nvSpPr>
          <p:spPr>
            <a:xfrm>
              <a:off x="8382120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4" name="Google Shape;3404;p39"/>
            <p:cNvSpPr/>
            <p:nvPr/>
          </p:nvSpPr>
          <p:spPr>
            <a:xfrm>
              <a:off x="8763125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5" name="Google Shape;3405;p39"/>
            <p:cNvSpPr/>
            <p:nvPr/>
          </p:nvSpPr>
          <p:spPr>
            <a:xfrm>
              <a:off x="7620110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6" name="Google Shape;3406;p39"/>
            <p:cNvSpPr/>
            <p:nvPr/>
          </p:nvSpPr>
          <p:spPr>
            <a:xfrm>
              <a:off x="8001115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7" name="Google Shape;3407;p39"/>
            <p:cNvSpPr/>
            <p:nvPr/>
          </p:nvSpPr>
          <p:spPr>
            <a:xfrm>
              <a:off x="8382120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8" name="Google Shape;3408;p39"/>
            <p:cNvSpPr/>
            <p:nvPr/>
          </p:nvSpPr>
          <p:spPr>
            <a:xfrm>
              <a:off x="8763125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9" name="Google Shape;3409;p39"/>
            <p:cNvSpPr/>
            <p:nvPr/>
          </p:nvSpPr>
          <p:spPr>
            <a:xfrm>
              <a:off x="7620110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0" name="Google Shape;3410;p39"/>
            <p:cNvSpPr/>
            <p:nvPr/>
          </p:nvSpPr>
          <p:spPr>
            <a:xfrm>
              <a:off x="8001115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1" name="Google Shape;3411;p39"/>
            <p:cNvSpPr/>
            <p:nvPr/>
          </p:nvSpPr>
          <p:spPr>
            <a:xfrm>
              <a:off x="8382120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2" name="Google Shape;3412;p39"/>
            <p:cNvSpPr/>
            <p:nvPr/>
          </p:nvSpPr>
          <p:spPr>
            <a:xfrm>
              <a:off x="8763125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3" name="Google Shape;3413;p39"/>
            <p:cNvSpPr/>
            <p:nvPr/>
          </p:nvSpPr>
          <p:spPr>
            <a:xfrm>
              <a:off x="7620110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4" name="Google Shape;3414;p39"/>
            <p:cNvSpPr/>
            <p:nvPr/>
          </p:nvSpPr>
          <p:spPr>
            <a:xfrm>
              <a:off x="8001115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5" name="Google Shape;3415;p39"/>
            <p:cNvSpPr/>
            <p:nvPr/>
          </p:nvSpPr>
          <p:spPr>
            <a:xfrm>
              <a:off x="8382120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6" name="Google Shape;3416;p39"/>
            <p:cNvSpPr/>
            <p:nvPr/>
          </p:nvSpPr>
          <p:spPr>
            <a:xfrm>
              <a:off x="8763125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7" name="Google Shape;3417;p39"/>
            <p:cNvSpPr/>
            <p:nvPr/>
          </p:nvSpPr>
          <p:spPr>
            <a:xfrm>
              <a:off x="7620110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8" name="Google Shape;3418;p39"/>
            <p:cNvSpPr/>
            <p:nvPr/>
          </p:nvSpPr>
          <p:spPr>
            <a:xfrm>
              <a:off x="8001115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9" name="Google Shape;3419;p39"/>
            <p:cNvSpPr/>
            <p:nvPr/>
          </p:nvSpPr>
          <p:spPr>
            <a:xfrm>
              <a:off x="8382120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0" name="Google Shape;3420;p39"/>
            <p:cNvSpPr/>
            <p:nvPr/>
          </p:nvSpPr>
          <p:spPr>
            <a:xfrm>
              <a:off x="8763125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1" name="Google Shape;3421;p39"/>
            <p:cNvSpPr/>
            <p:nvPr/>
          </p:nvSpPr>
          <p:spPr>
            <a:xfrm>
              <a:off x="7620110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2" name="Google Shape;3422;p39"/>
            <p:cNvSpPr/>
            <p:nvPr/>
          </p:nvSpPr>
          <p:spPr>
            <a:xfrm>
              <a:off x="8001115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3" name="Google Shape;3423;p39"/>
            <p:cNvSpPr/>
            <p:nvPr/>
          </p:nvSpPr>
          <p:spPr>
            <a:xfrm>
              <a:off x="8382120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4" name="Google Shape;3424;p39"/>
            <p:cNvSpPr/>
            <p:nvPr/>
          </p:nvSpPr>
          <p:spPr>
            <a:xfrm>
              <a:off x="8763125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5" name="Google Shape;3425;p39"/>
            <p:cNvSpPr/>
            <p:nvPr/>
          </p:nvSpPr>
          <p:spPr>
            <a:xfrm>
              <a:off x="7620110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6" name="Google Shape;3426;p39"/>
            <p:cNvSpPr/>
            <p:nvPr/>
          </p:nvSpPr>
          <p:spPr>
            <a:xfrm>
              <a:off x="8001115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7" name="Google Shape;3427;p39"/>
            <p:cNvSpPr/>
            <p:nvPr/>
          </p:nvSpPr>
          <p:spPr>
            <a:xfrm>
              <a:off x="8382120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8" name="Google Shape;3428;p39"/>
            <p:cNvSpPr/>
            <p:nvPr/>
          </p:nvSpPr>
          <p:spPr>
            <a:xfrm>
              <a:off x="8763125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9" name="Google Shape;3429;p39"/>
            <p:cNvSpPr/>
            <p:nvPr/>
          </p:nvSpPr>
          <p:spPr>
            <a:xfrm>
              <a:off x="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0" name="Google Shape;3430;p39"/>
            <p:cNvSpPr/>
            <p:nvPr/>
          </p:nvSpPr>
          <p:spPr>
            <a:xfrm>
              <a:off x="38100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1" name="Google Shape;3431;p39"/>
            <p:cNvSpPr/>
            <p:nvPr/>
          </p:nvSpPr>
          <p:spPr>
            <a:xfrm>
              <a:off x="76201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2" name="Google Shape;3432;p39"/>
            <p:cNvSpPr/>
            <p:nvPr/>
          </p:nvSpPr>
          <p:spPr>
            <a:xfrm>
              <a:off x="114301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3" name="Google Shape;3433;p39"/>
            <p:cNvSpPr/>
            <p:nvPr/>
          </p:nvSpPr>
          <p:spPr>
            <a:xfrm>
              <a:off x="152402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4" name="Google Shape;3434;p39"/>
            <p:cNvSpPr/>
            <p:nvPr/>
          </p:nvSpPr>
          <p:spPr>
            <a:xfrm>
              <a:off x="190502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5" name="Google Shape;3435;p39"/>
            <p:cNvSpPr/>
            <p:nvPr/>
          </p:nvSpPr>
          <p:spPr>
            <a:xfrm>
              <a:off x="228603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6" name="Google Shape;3436;p39"/>
            <p:cNvSpPr/>
            <p:nvPr/>
          </p:nvSpPr>
          <p:spPr>
            <a:xfrm>
              <a:off x="266703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7" name="Google Shape;3437;p39"/>
            <p:cNvSpPr/>
            <p:nvPr/>
          </p:nvSpPr>
          <p:spPr>
            <a:xfrm>
              <a:off x="304804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8" name="Google Shape;3438;p39"/>
            <p:cNvSpPr/>
            <p:nvPr/>
          </p:nvSpPr>
          <p:spPr>
            <a:xfrm>
              <a:off x="342904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9" name="Google Shape;3439;p39"/>
            <p:cNvSpPr/>
            <p:nvPr/>
          </p:nvSpPr>
          <p:spPr>
            <a:xfrm>
              <a:off x="381005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0" name="Google Shape;3440;p39"/>
            <p:cNvSpPr/>
            <p:nvPr/>
          </p:nvSpPr>
          <p:spPr>
            <a:xfrm>
              <a:off x="419105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1" name="Google Shape;3441;p39"/>
            <p:cNvSpPr/>
            <p:nvPr/>
          </p:nvSpPr>
          <p:spPr>
            <a:xfrm>
              <a:off x="457206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2" name="Google Shape;3442;p39"/>
            <p:cNvSpPr/>
            <p:nvPr/>
          </p:nvSpPr>
          <p:spPr>
            <a:xfrm>
              <a:off x="495306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3" name="Google Shape;3443;p39"/>
            <p:cNvSpPr/>
            <p:nvPr/>
          </p:nvSpPr>
          <p:spPr>
            <a:xfrm>
              <a:off x="533407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4" name="Google Shape;3444;p39"/>
            <p:cNvSpPr/>
            <p:nvPr/>
          </p:nvSpPr>
          <p:spPr>
            <a:xfrm>
              <a:off x="571507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5" name="Google Shape;3445;p39"/>
            <p:cNvSpPr/>
            <p:nvPr/>
          </p:nvSpPr>
          <p:spPr>
            <a:xfrm>
              <a:off x="609608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6" name="Google Shape;3446;p39"/>
            <p:cNvSpPr/>
            <p:nvPr/>
          </p:nvSpPr>
          <p:spPr>
            <a:xfrm>
              <a:off x="647708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7" name="Google Shape;3447;p39"/>
            <p:cNvSpPr/>
            <p:nvPr/>
          </p:nvSpPr>
          <p:spPr>
            <a:xfrm>
              <a:off x="685809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8" name="Google Shape;3448;p39"/>
            <p:cNvSpPr/>
            <p:nvPr/>
          </p:nvSpPr>
          <p:spPr>
            <a:xfrm>
              <a:off x="723909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9" name="Google Shape;3449;p39"/>
            <p:cNvSpPr/>
            <p:nvPr/>
          </p:nvSpPr>
          <p:spPr>
            <a:xfrm>
              <a:off x="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0" name="Google Shape;3450;p39"/>
            <p:cNvSpPr/>
            <p:nvPr/>
          </p:nvSpPr>
          <p:spPr>
            <a:xfrm>
              <a:off x="38100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1" name="Google Shape;3451;p39"/>
            <p:cNvSpPr/>
            <p:nvPr/>
          </p:nvSpPr>
          <p:spPr>
            <a:xfrm>
              <a:off x="76201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2" name="Google Shape;3452;p39"/>
            <p:cNvSpPr/>
            <p:nvPr/>
          </p:nvSpPr>
          <p:spPr>
            <a:xfrm>
              <a:off x="114301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3" name="Google Shape;3453;p39"/>
            <p:cNvSpPr/>
            <p:nvPr/>
          </p:nvSpPr>
          <p:spPr>
            <a:xfrm>
              <a:off x="152402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4" name="Google Shape;3454;p39"/>
            <p:cNvSpPr/>
            <p:nvPr/>
          </p:nvSpPr>
          <p:spPr>
            <a:xfrm>
              <a:off x="190502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5" name="Google Shape;3455;p39"/>
            <p:cNvSpPr/>
            <p:nvPr/>
          </p:nvSpPr>
          <p:spPr>
            <a:xfrm>
              <a:off x="228603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6" name="Google Shape;3456;p39"/>
            <p:cNvSpPr/>
            <p:nvPr/>
          </p:nvSpPr>
          <p:spPr>
            <a:xfrm>
              <a:off x="266703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7" name="Google Shape;3457;p39"/>
            <p:cNvSpPr/>
            <p:nvPr/>
          </p:nvSpPr>
          <p:spPr>
            <a:xfrm>
              <a:off x="304804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8" name="Google Shape;3458;p39"/>
            <p:cNvSpPr/>
            <p:nvPr/>
          </p:nvSpPr>
          <p:spPr>
            <a:xfrm>
              <a:off x="342904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9" name="Google Shape;3459;p39"/>
            <p:cNvSpPr/>
            <p:nvPr/>
          </p:nvSpPr>
          <p:spPr>
            <a:xfrm>
              <a:off x="381005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0" name="Google Shape;3460;p39"/>
            <p:cNvSpPr/>
            <p:nvPr/>
          </p:nvSpPr>
          <p:spPr>
            <a:xfrm>
              <a:off x="419105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1" name="Google Shape;3461;p39"/>
            <p:cNvSpPr/>
            <p:nvPr/>
          </p:nvSpPr>
          <p:spPr>
            <a:xfrm>
              <a:off x="457206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2" name="Google Shape;3462;p39"/>
            <p:cNvSpPr/>
            <p:nvPr/>
          </p:nvSpPr>
          <p:spPr>
            <a:xfrm>
              <a:off x="495306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3" name="Google Shape;3463;p39"/>
            <p:cNvSpPr/>
            <p:nvPr/>
          </p:nvSpPr>
          <p:spPr>
            <a:xfrm>
              <a:off x="533407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4" name="Google Shape;3464;p39"/>
            <p:cNvSpPr/>
            <p:nvPr/>
          </p:nvSpPr>
          <p:spPr>
            <a:xfrm>
              <a:off x="571507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5" name="Google Shape;3465;p39"/>
            <p:cNvSpPr/>
            <p:nvPr/>
          </p:nvSpPr>
          <p:spPr>
            <a:xfrm>
              <a:off x="609608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6" name="Google Shape;3466;p39"/>
            <p:cNvSpPr/>
            <p:nvPr/>
          </p:nvSpPr>
          <p:spPr>
            <a:xfrm>
              <a:off x="647708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7" name="Google Shape;3467;p39"/>
            <p:cNvSpPr/>
            <p:nvPr/>
          </p:nvSpPr>
          <p:spPr>
            <a:xfrm>
              <a:off x="685809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8" name="Google Shape;3468;p39"/>
            <p:cNvSpPr/>
            <p:nvPr/>
          </p:nvSpPr>
          <p:spPr>
            <a:xfrm>
              <a:off x="723909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9" name="Google Shape;3469;p39"/>
            <p:cNvSpPr/>
            <p:nvPr/>
          </p:nvSpPr>
          <p:spPr>
            <a:xfrm>
              <a:off x="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0" name="Google Shape;3470;p39"/>
            <p:cNvSpPr/>
            <p:nvPr/>
          </p:nvSpPr>
          <p:spPr>
            <a:xfrm>
              <a:off x="38100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1" name="Google Shape;3471;p39"/>
            <p:cNvSpPr/>
            <p:nvPr/>
          </p:nvSpPr>
          <p:spPr>
            <a:xfrm>
              <a:off x="76201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2" name="Google Shape;3472;p39"/>
            <p:cNvSpPr/>
            <p:nvPr/>
          </p:nvSpPr>
          <p:spPr>
            <a:xfrm>
              <a:off x="114301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3" name="Google Shape;3473;p39"/>
            <p:cNvSpPr/>
            <p:nvPr/>
          </p:nvSpPr>
          <p:spPr>
            <a:xfrm>
              <a:off x="152402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4" name="Google Shape;3474;p39"/>
            <p:cNvSpPr/>
            <p:nvPr/>
          </p:nvSpPr>
          <p:spPr>
            <a:xfrm>
              <a:off x="190502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5" name="Google Shape;3475;p39"/>
            <p:cNvSpPr/>
            <p:nvPr/>
          </p:nvSpPr>
          <p:spPr>
            <a:xfrm>
              <a:off x="228603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6" name="Google Shape;3476;p39"/>
            <p:cNvSpPr/>
            <p:nvPr/>
          </p:nvSpPr>
          <p:spPr>
            <a:xfrm>
              <a:off x="266703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7" name="Google Shape;3477;p39"/>
            <p:cNvSpPr/>
            <p:nvPr/>
          </p:nvSpPr>
          <p:spPr>
            <a:xfrm>
              <a:off x="304804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8" name="Google Shape;3478;p39"/>
            <p:cNvSpPr/>
            <p:nvPr/>
          </p:nvSpPr>
          <p:spPr>
            <a:xfrm>
              <a:off x="342904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9" name="Google Shape;3479;p39"/>
            <p:cNvSpPr/>
            <p:nvPr/>
          </p:nvSpPr>
          <p:spPr>
            <a:xfrm>
              <a:off x="381005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0" name="Google Shape;3480;p39"/>
            <p:cNvSpPr/>
            <p:nvPr/>
          </p:nvSpPr>
          <p:spPr>
            <a:xfrm>
              <a:off x="419105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1" name="Google Shape;3481;p39"/>
            <p:cNvSpPr/>
            <p:nvPr/>
          </p:nvSpPr>
          <p:spPr>
            <a:xfrm>
              <a:off x="457206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2" name="Google Shape;3482;p39"/>
            <p:cNvSpPr/>
            <p:nvPr/>
          </p:nvSpPr>
          <p:spPr>
            <a:xfrm>
              <a:off x="495306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3" name="Google Shape;3483;p39"/>
            <p:cNvSpPr/>
            <p:nvPr/>
          </p:nvSpPr>
          <p:spPr>
            <a:xfrm>
              <a:off x="533407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4" name="Google Shape;3484;p39"/>
            <p:cNvSpPr/>
            <p:nvPr/>
          </p:nvSpPr>
          <p:spPr>
            <a:xfrm>
              <a:off x="571507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5" name="Google Shape;3485;p39"/>
            <p:cNvSpPr/>
            <p:nvPr/>
          </p:nvSpPr>
          <p:spPr>
            <a:xfrm>
              <a:off x="609608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6" name="Google Shape;3486;p39"/>
            <p:cNvSpPr/>
            <p:nvPr/>
          </p:nvSpPr>
          <p:spPr>
            <a:xfrm>
              <a:off x="647708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7" name="Google Shape;3487;p39"/>
            <p:cNvSpPr/>
            <p:nvPr/>
          </p:nvSpPr>
          <p:spPr>
            <a:xfrm>
              <a:off x="685809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8" name="Google Shape;3488;p39"/>
            <p:cNvSpPr/>
            <p:nvPr/>
          </p:nvSpPr>
          <p:spPr>
            <a:xfrm>
              <a:off x="723909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9" name="Google Shape;3489;p39"/>
            <p:cNvSpPr/>
            <p:nvPr/>
          </p:nvSpPr>
          <p:spPr>
            <a:xfrm>
              <a:off x="7620110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0" name="Google Shape;3490;p39"/>
            <p:cNvSpPr/>
            <p:nvPr/>
          </p:nvSpPr>
          <p:spPr>
            <a:xfrm>
              <a:off x="8001115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1" name="Google Shape;3491;p39"/>
            <p:cNvSpPr/>
            <p:nvPr/>
          </p:nvSpPr>
          <p:spPr>
            <a:xfrm>
              <a:off x="8382120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2" name="Google Shape;3492;p39"/>
            <p:cNvSpPr/>
            <p:nvPr/>
          </p:nvSpPr>
          <p:spPr>
            <a:xfrm>
              <a:off x="8763125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3" name="Google Shape;3493;p39"/>
            <p:cNvSpPr/>
            <p:nvPr/>
          </p:nvSpPr>
          <p:spPr>
            <a:xfrm>
              <a:off x="7620110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4" name="Google Shape;3494;p39"/>
            <p:cNvSpPr/>
            <p:nvPr/>
          </p:nvSpPr>
          <p:spPr>
            <a:xfrm>
              <a:off x="8001115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5" name="Google Shape;3495;p39"/>
            <p:cNvSpPr/>
            <p:nvPr/>
          </p:nvSpPr>
          <p:spPr>
            <a:xfrm>
              <a:off x="8382120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6" name="Google Shape;3496;p39"/>
            <p:cNvSpPr/>
            <p:nvPr/>
          </p:nvSpPr>
          <p:spPr>
            <a:xfrm>
              <a:off x="8763125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7" name="Google Shape;3497;p39"/>
            <p:cNvSpPr/>
            <p:nvPr/>
          </p:nvSpPr>
          <p:spPr>
            <a:xfrm>
              <a:off x="7620110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8" name="Google Shape;3498;p39"/>
            <p:cNvSpPr/>
            <p:nvPr/>
          </p:nvSpPr>
          <p:spPr>
            <a:xfrm>
              <a:off x="8001115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9" name="Google Shape;3499;p39"/>
            <p:cNvSpPr/>
            <p:nvPr/>
          </p:nvSpPr>
          <p:spPr>
            <a:xfrm>
              <a:off x="8382120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0" name="Google Shape;3500;p39"/>
            <p:cNvSpPr/>
            <p:nvPr/>
          </p:nvSpPr>
          <p:spPr>
            <a:xfrm>
              <a:off x="8763125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01" name="Google Shape;3501;p39"/>
          <p:cNvSpPr/>
          <p:nvPr/>
        </p:nvSpPr>
        <p:spPr>
          <a:xfrm flipH="1">
            <a:off x="0" y="0"/>
            <a:ext cx="9144000" cy="5143500"/>
          </a:xfrm>
          <a:prstGeom prst="rtTriangle">
            <a:avLst/>
          </a:prstGeom>
          <a:solidFill>
            <a:srgbClr val="005051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02" name="Google Shape;3502;p39"/>
          <p:cNvGrpSpPr/>
          <p:nvPr/>
        </p:nvGrpSpPr>
        <p:grpSpPr>
          <a:xfrm>
            <a:off x="553048" y="535000"/>
            <a:ext cx="8105852" cy="4302000"/>
            <a:chOff x="553048" y="535000"/>
            <a:chExt cx="8105852" cy="4302000"/>
          </a:xfrm>
        </p:grpSpPr>
        <p:sp>
          <p:nvSpPr>
            <p:cNvPr id="3503" name="Google Shape;3503;p39"/>
            <p:cNvSpPr/>
            <p:nvPr/>
          </p:nvSpPr>
          <p:spPr>
            <a:xfrm>
              <a:off x="942300" y="763600"/>
              <a:ext cx="7716600" cy="4073400"/>
            </a:xfrm>
            <a:prstGeom prst="roundRect">
              <a:avLst>
                <a:gd fmla="val 2480" name="adj"/>
              </a:avLst>
            </a:prstGeom>
            <a:solidFill>
              <a:srgbClr val="222828">
                <a:alpha val="2039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4" name="Google Shape;3504;p39"/>
            <p:cNvSpPr/>
            <p:nvPr/>
          </p:nvSpPr>
          <p:spPr>
            <a:xfrm>
              <a:off x="712275" y="535000"/>
              <a:ext cx="7716600" cy="4073400"/>
            </a:xfrm>
            <a:prstGeom prst="roundRect">
              <a:avLst>
                <a:gd fmla="val 248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5" name="Google Shape;3505;p39"/>
            <p:cNvSpPr/>
            <p:nvPr/>
          </p:nvSpPr>
          <p:spPr>
            <a:xfrm>
              <a:off x="848698" y="898261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5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5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6" name="Google Shape;3506;p39"/>
            <p:cNvSpPr/>
            <p:nvPr/>
          </p:nvSpPr>
          <p:spPr>
            <a:xfrm>
              <a:off x="553048" y="931482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19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8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7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7" name="Google Shape;3507;p39"/>
            <p:cNvSpPr/>
            <p:nvPr/>
          </p:nvSpPr>
          <p:spPr>
            <a:xfrm>
              <a:off x="848698" y="1332681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8"/>
                    <a:pt x="0" y="7608"/>
                  </a:cubicBezTo>
                  <a:cubicBezTo>
                    <a:pt x="0" y="11808"/>
                    <a:pt x="3404" y="15212"/>
                    <a:pt x="7604" y="15212"/>
                  </a:cubicBezTo>
                  <a:cubicBezTo>
                    <a:pt x="11804" y="15212"/>
                    <a:pt x="15209" y="11808"/>
                    <a:pt x="15209" y="7608"/>
                  </a:cubicBezTo>
                  <a:cubicBezTo>
                    <a:pt x="15209" y="3408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8" name="Google Shape;3508;p39"/>
            <p:cNvSpPr/>
            <p:nvPr/>
          </p:nvSpPr>
          <p:spPr>
            <a:xfrm>
              <a:off x="553048" y="1365902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71"/>
                    <a:pt x="0" y="1497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9"/>
                  </a:lnTo>
                  <a:cubicBezTo>
                    <a:pt x="23340" y="7948"/>
                    <a:pt x="21591" y="9042"/>
                    <a:pt x="19596" y="9042"/>
                  </a:cubicBezTo>
                  <a:lnTo>
                    <a:pt x="1493" y="9042"/>
                  </a:lnTo>
                  <a:cubicBezTo>
                    <a:pt x="671" y="9042"/>
                    <a:pt x="0" y="9709"/>
                    <a:pt x="0" y="10535"/>
                  </a:cubicBezTo>
                  <a:cubicBezTo>
                    <a:pt x="0" y="11361"/>
                    <a:pt x="671" y="12028"/>
                    <a:pt x="1493" y="12028"/>
                  </a:cubicBezTo>
                  <a:lnTo>
                    <a:pt x="19596" y="12028"/>
                  </a:lnTo>
                  <a:cubicBezTo>
                    <a:pt x="23370" y="12028"/>
                    <a:pt x="26327" y="9688"/>
                    <a:pt x="26327" y="6699"/>
                  </a:cubicBezTo>
                  <a:lnTo>
                    <a:pt x="26327" y="5330"/>
                  </a:lnTo>
                  <a:cubicBezTo>
                    <a:pt x="26327" y="2344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9" name="Google Shape;3509;p39"/>
            <p:cNvSpPr/>
            <p:nvPr/>
          </p:nvSpPr>
          <p:spPr>
            <a:xfrm>
              <a:off x="848698" y="1767184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4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4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0" name="Google Shape;3510;p39"/>
            <p:cNvSpPr/>
            <p:nvPr/>
          </p:nvSpPr>
          <p:spPr>
            <a:xfrm>
              <a:off x="553048" y="1800405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68"/>
                    <a:pt x="0" y="1493"/>
                  </a:cubicBezTo>
                  <a:cubicBezTo>
                    <a:pt x="0" y="2319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5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7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1" name="Google Shape;3511;p39"/>
            <p:cNvSpPr/>
            <p:nvPr/>
          </p:nvSpPr>
          <p:spPr>
            <a:xfrm>
              <a:off x="848698" y="2201603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5"/>
                    <a:pt x="0" y="7608"/>
                  </a:cubicBezTo>
                  <a:cubicBezTo>
                    <a:pt x="0" y="11808"/>
                    <a:pt x="3404" y="15212"/>
                    <a:pt x="7604" y="15212"/>
                  </a:cubicBezTo>
                  <a:cubicBezTo>
                    <a:pt x="11804" y="15212"/>
                    <a:pt x="15209" y="11808"/>
                    <a:pt x="15209" y="7608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2" name="Google Shape;3512;p39"/>
            <p:cNvSpPr/>
            <p:nvPr/>
          </p:nvSpPr>
          <p:spPr>
            <a:xfrm>
              <a:off x="553048" y="2234824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68"/>
                    <a:pt x="0" y="1494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9"/>
                  </a:lnTo>
                  <a:cubicBezTo>
                    <a:pt x="23340" y="7945"/>
                    <a:pt x="21591" y="9039"/>
                    <a:pt x="19596" y="9039"/>
                  </a:cubicBezTo>
                  <a:lnTo>
                    <a:pt x="1493" y="9039"/>
                  </a:lnTo>
                  <a:cubicBezTo>
                    <a:pt x="671" y="9039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9"/>
                  </a:cubicBezTo>
                  <a:lnTo>
                    <a:pt x="26327" y="5330"/>
                  </a:lnTo>
                  <a:cubicBezTo>
                    <a:pt x="26327" y="2341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3" name="Google Shape;3513;p39"/>
            <p:cNvSpPr/>
            <p:nvPr/>
          </p:nvSpPr>
          <p:spPr>
            <a:xfrm>
              <a:off x="848698" y="2636106"/>
              <a:ext cx="317374" cy="317374"/>
            </a:xfrm>
            <a:custGeom>
              <a:rect b="b" l="l" r="r" t="t"/>
              <a:pathLst>
                <a:path extrusionOk="0" h="15209" w="15209">
                  <a:moveTo>
                    <a:pt x="7604" y="0"/>
                  </a:moveTo>
                  <a:cubicBezTo>
                    <a:pt x="3404" y="0"/>
                    <a:pt x="0" y="3404"/>
                    <a:pt x="0" y="7604"/>
                  </a:cubicBezTo>
                  <a:cubicBezTo>
                    <a:pt x="0" y="11805"/>
                    <a:pt x="3404" y="15209"/>
                    <a:pt x="7604" y="15209"/>
                  </a:cubicBezTo>
                  <a:cubicBezTo>
                    <a:pt x="11804" y="15209"/>
                    <a:pt x="15209" y="11805"/>
                    <a:pt x="15209" y="7604"/>
                  </a:cubicBezTo>
                  <a:cubicBezTo>
                    <a:pt x="15209" y="3404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4" name="Google Shape;3514;p39"/>
            <p:cNvSpPr/>
            <p:nvPr/>
          </p:nvSpPr>
          <p:spPr>
            <a:xfrm>
              <a:off x="553048" y="2669265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71"/>
                    <a:pt x="0" y="1496"/>
                  </a:cubicBezTo>
                  <a:cubicBezTo>
                    <a:pt x="0" y="2322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8"/>
                  </a:lnTo>
                  <a:cubicBezTo>
                    <a:pt x="23340" y="7947"/>
                    <a:pt x="21591" y="9041"/>
                    <a:pt x="19596" y="9041"/>
                  </a:cubicBezTo>
                  <a:lnTo>
                    <a:pt x="1493" y="9041"/>
                  </a:lnTo>
                  <a:cubicBezTo>
                    <a:pt x="671" y="9041"/>
                    <a:pt x="0" y="9709"/>
                    <a:pt x="0" y="10534"/>
                  </a:cubicBezTo>
                  <a:cubicBezTo>
                    <a:pt x="0" y="11360"/>
                    <a:pt x="671" y="12028"/>
                    <a:pt x="1493" y="12028"/>
                  </a:cubicBezTo>
                  <a:lnTo>
                    <a:pt x="19596" y="12028"/>
                  </a:lnTo>
                  <a:cubicBezTo>
                    <a:pt x="23370" y="12028"/>
                    <a:pt x="26327" y="9688"/>
                    <a:pt x="26327" y="6698"/>
                  </a:cubicBezTo>
                  <a:lnTo>
                    <a:pt x="26327" y="5330"/>
                  </a:lnTo>
                  <a:cubicBezTo>
                    <a:pt x="26327" y="2343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5" name="Google Shape;3515;p39"/>
            <p:cNvSpPr/>
            <p:nvPr/>
          </p:nvSpPr>
          <p:spPr>
            <a:xfrm>
              <a:off x="848698" y="3070526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5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6" name="Google Shape;3516;p39"/>
            <p:cNvSpPr/>
            <p:nvPr/>
          </p:nvSpPr>
          <p:spPr>
            <a:xfrm>
              <a:off x="553048" y="3103747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20"/>
                    <a:pt x="671" y="2987"/>
                    <a:pt x="1493" y="2987"/>
                  </a:cubicBezTo>
                  <a:lnTo>
                    <a:pt x="19596" y="2987"/>
                  </a:lnTo>
                  <a:cubicBezTo>
                    <a:pt x="21591" y="2987"/>
                    <a:pt x="23340" y="4081"/>
                    <a:pt x="23340" y="5330"/>
                  </a:cubicBezTo>
                  <a:lnTo>
                    <a:pt x="23340" y="6696"/>
                  </a:lnTo>
                  <a:cubicBezTo>
                    <a:pt x="23340" y="7945"/>
                    <a:pt x="21591" y="9039"/>
                    <a:pt x="19596" y="9039"/>
                  </a:cubicBezTo>
                  <a:lnTo>
                    <a:pt x="1493" y="9039"/>
                  </a:lnTo>
                  <a:cubicBezTo>
                    <a:pt x="671" y="9039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6"/>
                  </a:cubicBezTo>
                  <a:lnTo>
                    <a:pt x="26327" y="5330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7" name="Google Shape;3517;p39"/>
            <p:cNvSpPr/>
            <p:nvPr/>
          </p:nvSpPr>
          <p:spPr>
            <a:xfrm>
              <a:off x="848698" y="3504966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7"/>
                    <a:pt x="0" y="7607"/>
                  </a:cubicBezTo>
                  <a:cubicBezTo>
                    <a:pt x="0" y="11807"/>
                    <a:pt x="3404" y="15212"/>
                    <a:pt x="7604" y="15212"/>
                  </a:cubicBezTo>
                  <a:cubicBezTo>
                    <a:pt x="11804" y="15212"/>
                    <a:pt x="15209" y="11807"/>
                    <a:pt x="15209" y="7607"/>
                  </a:cubicBezTo>
                  <a:cubicBezTo>
                    <a:pt x="15209" y="3407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8" name="Google Shape;3518;p39"/>
            <p:cNvSpPr/>
            <p:nvPr/>
          </p:nvSpPr>
          <p:spPr>
            <a:xfrm>
              <a:off x="553048" y="3538167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72"/>
                    <a:pt x="0" y="1497"/>
                  </a:cubicBezTo>
                  <a:cubicBezTo>
                    <a:pt x="0" y="2320"/>
                    <a:pt x="671" y="2991"/>
                    <a:pt x="1493" y="2991"/>
                  </a:cubicBezTo>
                  <a:lnTo>
                    <a:pt x="19596" y="2991"/>
                  </a:lnTo>
                  <a:cubicBezTo>
                    <a:pt x="21591" y="2991"/>
                    <a:pt x="23340" y="4085"/>
                    <a:pt x="23340" y="5331"/>
                  </a:cubicBezTo>
                  <a:lnTo>
                    <a:pt x="23340" y="6699"/>
                  </a:lnTo>
                  <a:cubicBezTo>
                    <a:pt x="23340" y="7948"/>
                    <a:pt x="21591" y="9042"/>
                    <a:pt x="19596" y="9042"/>
                  </a:cubicBezTo>
                  <a:lnTo>
                    <a:pt x="1493" y="9042"/>
                  </a:lnTo>
                  <a:cubicBezTo>
                    <a:pt x="671" y="9042"/>
                    <a:pt x="0" y="9710"/>
                    <a:pt x="0" y="10535"/>
                  </a:cubicBezTo>
                  <a:cubicBezTo>
                    <a:pt x="0" y="11361"/>
                    <a:pt x="671" y="12029"/>
                    <a:pt x="1493" y="12029"/>
                  </a:cubicBezTo>
                  <a:lnTo>
                    <a:pt x="19596" y="12029"/>
                  </a:lnTo>
                  <a:cubicBezTo>
                    <a:pt x="23370" y="12029"/>
                    <a:pt x="26327" y="9689"/>
                    <a:pt x="26327" y="6699"/>
                  </a:cubicBezTo>
                  <a:lnTo>
                    <a:pt x="26327" y="5331"/>
                  </a:lnTo>
                  <a:cubicBezTo>
                    <a:pt x="26327" y="2344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9" name="Google Shape;3519;p39"/>
            <p:cNvSpPr/>
            <p:nvPr/>
          </p:nvSpPr>
          <p:spPr>
            <a:xfrm>
              <a:off x="848698" y="3939449"/>
              <a:ext cx="317374" cy="317395"/>
            </a:xfrm>
            <a:custGeom>
              <a:rect b="b" l="l" r="r" t="t"/>
              <a:pathLst>
                <a:path extrusionOk="0" h="15210" w="15209">
                  <a:moveTo>
                    <a:pt x="7604" y="1"/>
                  </a:moveTo>
                  <a:cubicBezTo>
                    <a:pt x="3404" y="1"/>
                    <a:pt x="0" y="3405"/>
                    <a:pt x="0" y="7605"/>
                  </a:cubicBezTo>
                  <a:cubicBezTo>
                    <a:pt x="0" y="11805"/>
                    <a:pt x="3404" y="15209"/>
                    <a:pt x="7604" y="15209"/>
                  </a:cubicBezTo>
                  <a:cubicBezTo>
                    <a:pt x="11804" y="15209"/>
                    <a:pt x="15209" y="11805"/>
                    <a:pt x="15209" y="7605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0" name="Google Shape;3520;p39"/>
            <p:cNvSpPr/>
            <p:nvPr/>
          </p:nvSpPr>
          <p:spPr>
            <a:xfrm>
              <a:off x="553048" y="3972670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5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21" name="Google Shape;3521;p39"/>
          <p:cNvSpPr txBox="1"/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lt1"/>
        </a:solidFill>
      </p:bgPr>
    </p:bg>
    <p:spTree>
      <p:nvGrpSpPr>
        <p:cNvPr id="3522" name="Shape 3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23" name="Google Shape;3523;p40"/>
          <p:cNvGrpSpPr/>
          <p:nvPr/>
        </p:nvGrpSpPr>
        <p:grpSpPr>
          <a:xfrm>
            <a:off x="0" y="0"/>
            <a:ext cx="9144125" cy="5143391"/>
            <a:chOff x="0" y="0"/>
            <a:chExt cx="9144125" cy="5143391"/>
          </a:xfrm>
        </p:grpSpPr>
        <p:sp>
          <p:nvSpPr>
            <p:cNvPr id="3524" name="Google Shape;3524;p40"/>
            <p:cNvSpPr/>
            <p:nvPr/>
          </p:nvSpPr>
          <p:spPr>
            <a:xfrm>
              <a:off x="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5" name="Google Shape;3525;p40"/>
            <p:cNvSpPr/>
            <p:nvPr/>
          </p:nvSpPr>
          <p:spPr>
            <a:xfrm>
              <a:off x="38100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6" name="Google Shape;3526;p40"/>
            <p:cNvSpPr/>
            <p:nvPr/>
          </p:nvSpPr>
          <p:spPr>
            <a:xfrm>
              <a:off x="76201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7" name="Google Shape;3527;p40"/>
            <p:cNvSpPr/>
            <p:nvPr/>
          </p:nvSpPr>
          <p:spPr>
            <a:xfrm>
              <a:off x="114301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8" name="Google Shape;3528;p40"/>
            <p:cNvSpPr/>
            <p:nvPr/>
          </p:nvSpPr>
          <p:spPr>
            <a:xfrm>
              <a:off x="152402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9" name="Google Shape;3529;p40"/>
            <p:cNvSpPr/>
            <p:nvPr/>
          </p:nvSpPr>
          <p:spPr>
            <a:xfrm>
              <a:off x="190502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0" name="Google Shape;3530;p40"/>
            <p:cNvSpPr/>
            <p:nvPr/>
          </p:nvSpPr>
          <p:spPr>
            <a:xfrm>
              <a:off x="228603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1" name="Google Shape;3531;p40"/>
            <p:cNvSpPr/>
            <p:nvPr/>
          </p:nvSpPr>
          <p:spPr>
            <a:xfrm>
              <a:off x="266703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2" name="Google Shape;3532;p40"/>
            <p:cNvSpPr/>
            <p:nvPr/>
          </p:nvSpPr>
          <p:spPr>
            <a:xfrm>
              <a:off x="304804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3" name="Google Shape;3533;p40"/>
            <p:cNvSpPr/>
            <p:nvPr/>
          </p:nvSpPr>
          <p:spPr>
            <a:xfrm>
              <a:off x="342904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4" name="Google Shape;3534;p40"/>
            <p:cNvSpPr/>
            <p:nvPr/>
          </p:nvSpPr>
          <p:spPr>
            <a:xfrm>
              <a:off x="381005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5" name="Google Shape;3535;p40"/>
            <p:cNvSpPr/>
            <p:nvPr/>
          </p:nvSpPr>
          <p:spPr>
            <a:xfrm>
              <a:off x="419105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6" name="Google Shape;3536;p40"/>
            <p:cNvSpPr/>
            <p:nvPr/>
          </p:nvSpPr>
          <p:spPr>
            <a:xfrm>
              <a:off x="457206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7" name="Google Shape;3537;p40"/>
            <p:cNvSpPr/>
            <p:nvPr/>
          </p:nvSpPr>
          <p:spPr>
            <a:xfrm>
              <a:off x="495306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8" name="Google Shape;3538;p40"/>
            <p:cNvSpPr/>
            <p:nvPr/>
          </p:nvSpPr>
          <p:spPr>
            <a:xfrm>
              <a:off x="533407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9" name="Google Shape;3539;p40"/>
            <p:cNvSpPr/>
            <p:nvPr/>
          </p:nvSpPr>
          <p:spPr>
            <a:xfrm>
              <a:off x="571507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0" name="Google Shape;3540;p40"/>
            <p:cNvSpPr/>
            <p:nvPr/>
          </p:nvSpPr>
          <p:spPr>
            <a:xfrm>
              <a:off x="609608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1" name="Google Shape;3541;p40"/>
            <p:cNvSpPr/>
            <p:nvPr/>
          </p:nvSpPr>
          <p:spPr>
            <a:xfrm>
              <a:off x="647708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2" name="Google Shape;3542;p40"/>
            <p:cNvSpPr/>
            <p:nvPr/>
          </p:nvSpPr>
          <p:spPr>
            <a:xfrm>
              <a:off x="685809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3" name="Google Shape;3543;p40"/>
            <p:cNvSpPr/>
            <p:nvPr/>
          </p:nvSpPr>
          <p:spPr>
            <a:xfrm>
              <a:off x="723909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4" name="Google Shape;3544;p40"/>
            <p:cNvSpPr/>
            <p:nvPr/>
          </p:nvSpPr>
          <p:spPr>
            <a:xfrm>
              <a:off x="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5" name="Google Shape;3545;p40"/>
            <p:cNvSpPr/>
            <p:nvPr/>
          </p:nvSpPr>
          <p:spPr>
            <a:xfrm>
              <a:off x="38100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6" name="Google Shape;3546;p40"/>
            <p:cNvSpPr/>
            <p:nvPr/>
          </p:nvSpPr>
          <p:spPr>
            <a:xfrm>
              <a:off x="76201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7" name="Google Shape;3547;p40"/>
            <p:cNvSpPr/>
            <p:nvPr/>
          </p:nvSpPr>
          <p:spPr>
            <a:xfrm>
              <a:off x="114301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8" name="Google Shape;3548;p40"/>
            <p:cNvSpPr/>
            <p:nvPr/>
          </p:nvSpPr>
          <p:spPr>
            <a:xfrm>
              <a:off x="152402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9" name="Google Shape;3549;p40"/>
            <p:cNvSpPr/>
            <p:nvPr/>
          </p:nvSpPr>
          <p:spPr>
            <a:xfrm>
              <a:off x="190502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0" name="Google Shape;3550;p40"/>
            <p:cNvSpPr/>
            <p:nvPr/>
          </p:nvSpPr>
          <p:spPr>
            <a:xfrm>
              <a:off x="228603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1" name="Google Shape;3551;p40"/>
            <p:cNvSpPr/>
            <p:nvPr/>
          </p:nvSpPr>
          <p:spPr>
            <a:xfrm>
              <a:off x="266703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2" name="Google Shape;3552;p40"/>
            <p:cNvSpPr/>
            <p:nvPr/>
          </p:nvSpPr>
          <p:spPr>
            <a:xfrm>
              <a:off x="304804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3" name="Google Shape;3553;p40"/>
            <p:cNvSpPr/>
            <p:nvPr/>
          </p:nvSpPr>
          <p:spPr>
            <a:xfrm>
              <a:off x="342904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4" name="Google Shape;3554;p40"/>
            <p:cNvSpPr/>
            <p:nvPr/>
          </p:nvSpPr>
          <p:spPr>
            <a:xfrm>
              <a:off x="381005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5" name="Google Shape;3555;p40"/>
            <p:cNvSpPr/>
            <p:nvPr/>
          </p:nvSpPr>
          <p:spPr>
            <a:xfrm>
              <a:off x="419105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6" name="Google Shape;3556;p40"/>
            <p:cNvSpPr/>
            <p:nvPr/>
          </p:nvSpPr>
          <p:spPr>
            <a:xfrm>
              <a:off x="457206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7" name="Google Shape;3557;p40"/>
            <p:cNvSpPr/>
            <p:nvPr/>
          </p:nvSpPr>
          <p:spPr>
            <a:xfrm>
              <a:off x="495306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8" name="Google Shape;3558;p40"/>
            <p:cNvSpPr/>
            <p:nvPr/>
          </p:nvSpPr>
          <p:spPr>
            <a:xfrm>
              <a:off x="533407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9" name="Google Shape;3559;p40"/>
            <p:cNvSpPr/>
            <p:nvPr/>
          </p:nvSpPr>
          <p:spPr>
            <a:xfrm>
              <a:off x="571507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0" name="Google Shape;3560;p40"/>
            <p:cNvSpPr/>
            <p:nvPr/>
          </p:nvSpPr>
          <p:spPr>
            <a:xfrm>
              <a:off x="609608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1" name="Google Shape;3561;p40"/>
            <p:cNvSpPr/>
            <p:nvPr/>
          </p:nvSpPr>
          <p:spPr>
            <a:xfrm>
              <a:off x="647708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2" name="Google Shape;3562;p40"/>
            <p:cNvSpPr/>
            <p:nvPr/>
          </p:nvSpPr>
          <p:spPr>
            <a:xfrm>
              <a:off x="685809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3" name="Google Shape;3563;p40"/>
            <p:cNvSpPr/>
            <p:nvPr/>
          </p:nvSpPr>
          <p:spPr>
            <a:xfrm>
              <a:off x="723909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4" name="Google Shape;3564;p40"/>
            <p:cNvSpPr/>
            <p:nvPr/>
          </p:nvSpPr>
          <p:spPr>
            <a:xfrm>
              <a:off x="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5" name="Google Shape;3565;p40"/>
            <p:cNvSpPr/>
            <p:nvPr/>
          </p:nvSpPr>
          <p:spPr>
            <a:xfrm>
              <a:off x="38100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6" name="Google Shape;3566;p40"/>
            <p:cNvSpPr/>
            <p:nvPr/>
          </p:nvSpPr>
          <p:spPr>
            <a:xfrm>
              <a:off x="76201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7" name="Google Shape;3567;p40"/>
            <p:cNvSpPr/>
            <p:nvPr/>
          </p:nvSpPr>
          <p:spPr>
            <a:xfrm>
              <a:off x="114301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8" name="Google Shape;3568;p40"/>
            <p:cNvSpPr/>
            <p:nvPr/>
          </p:nvSpPr>
          <p:spPr>
            <a:xfrm>
              <a:off x="152402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9" name="Google Shape;3569;p40"/>
            <p:cNvSpPr/>
            <p:nvPr/>
          </p:nvSpPr>
          <p:spPr>
            <a:xfrm>
              <a:off x="190502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0" name="Google Shape;3570;p40"/>
            <p:cNvSpPr/>
            <p:nvPr/>
          </p:nvSpPr>
          <p:spPr>
            <a:xfrm>
              <a:off x="228603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1" name="Google Shape;3571;p40"/>
            <p:cNvSpPr/>
            <p:nvPr/>
          </p:nvSpPr>
          <p:spPr>
            <a:xfrm>
              <a:off x="266703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2" name="Google Shape;3572;p40"/>
            <p:cNvSpPr/>
            <p:nvPr/>
          </p:nvSpPr>
          <p:spPr>
            <a:xfrm>
              <a:off x="304804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3" name="Google Shape;3573;p40"/>
            <p:cNvSpPr/>
            <p:nvPr/>
          </p:nvSpPr>
          <p:spPr>
            <a:xfrm>
              <a:off x="342904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4" name="Google Shape;3574;p40"/>
            <p:cNvSpPr/>
            <p:nvPr/>
          </p:nvSpPr>
          <p:spPr>
            <a:xfrm>
              <a:off x="381005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5" name="Google Shape;3575;p40"/>
            <p:cNvSpPr/>
            <p:nvPr/>
          </p:nvSpPr>
          <p:spPr>
            <a:xfrm>
              <a:off x="419105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6" name="Google Shape;3576;p40"/>
            <p:cNvSpPr/>
            <p:nvPr/>
          </p:nvSpPr>
          <p:spPr>
            <a:xfrm>
              <a:off x="457206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7" name="Google Shape;3577;p40"/>
            <p:cNvSpPr/>
            <p:nvPr/>
          </p:nvSpPr>
          <p:spPr>
            <a:xfrm>
              <a:off x="495306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8" name="Google Shape;3578;p40"/>
            <p:cNvSpPr/>
            <p:nvPr/>
          </p:nvSpPr>
          <p:spPr>
            <a:xfrm>
              <a:off x="533407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9" name="Google Shape;3579;p40"/>
            <p:cNvSpPr/>
            <p:nvPr/>
          </p:nvSpPr>
          <p:spPr>
            <a:xfrm>
              <a:off x="571507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0" name="Google Shape;3580;p40"/>
            <p:cNvSpPr/>
            <p:nvPr/>
          </p:nvSpPr>
          <p:spPr>
            <a:xfrm>
              <a:off x="609608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1" name="Google Shape;3581;p40"/>
            <p:cNvSpPr/>
            <p:nvPr/>
          </p:nvSpPr>
          <p:spPr>
            <a:xfrm>
              <a:off x="647708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2" name="Google Shape;3582;p40"/>
            <p:cNvSpPr/>
            <p:nvPr/>
          </p:nvSpPr>
          <p:spPr>
            <a:xfrm>
              <a:off x="685809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3" name="Google Shape;3583;p40"/>
            <p:cNvSpPr/>
            <p:nvPr/>
          </p:nvSpPr>
          <p:spPr>
            <a:xfrm>
              <a:off x="723909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4" name="Google Shape;3584;p40"/>
            <p:cNvSpPr/>
            <p:nvPr/>
          </p:nvSpPr>
          <p:spPr>
            <a:xfrm>
              <a:off x="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5" name="Google Shape;3585;p40"/>
            <p:cNvSpPr/>
            <p:nvPr/>
          </p:nvSpPr>
          <p:spPr>
            <a:xfrm>
              <a:off x="38100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6" name="Google Shape;3586;p40"/>
            <p:cNvSpPr/>
            <p:nvPr/>
          </p:nvSpPr>
          <p:spPr>
            <a:xfrm>
              <a:off x="76201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7" name="Google Shape;3587;p40"/>
            <p:cNvSpPr/>
            <p:nvPr/>
          </p:nvSpPr>
          <p:spPr>
            <a:xfrm>
              <a:off x="114301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8" name="Google Shape;3588;p40"/>
            <p:cNvSpPr/>
            <p:nvPr/>
          </p:nvSpPr>
          <p:spPr>
            <a:xfrm>
              <a:off x="152402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9" name="Google Shape;3589;p40"/>
            <p:cNvSpPr/>
            <p:nvPr/>
          </p:nvSpPr>
          <p:spPr>
            <a:xfrm>
              <a:off x="190502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0" name="Google Shape;3590;p40"/>
            <p:cNvSpPr/>
            <p:nvPr/>
          </p:nvSpPr>
          <p:spPr>
            <a:xfrm>
              <a:off x="228603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1" name="Google Shape;3591;p40"/>
            <p:cNvSpPr/>
            <p:nvPr/>
          </p:nvSpPr>
          <p:spPr>
            <a:xfrm>
              <a:off x="266703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2" name="Google Shape;3592;p40"/>
            <p:cNvSpPr/>
            <p:nvPr/>
          </p:nvSpPr>
          <p:spPr>
            <a:xfrm>
              <a:off x="304804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3" name="Google Shape;3593;p40"/>
            <p:cNvSpPr/>
            <p:nvPr/>
          </p:nvSpPr>
          <p:spPr>
            <a:xfrm>
              <a:off x="342904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4" name="Google Shape;3594;p40"/>
            <p:cNvSpPr/>
            <p:nvPr/>
          </p:nvSpPr>
          <p:spPr>
            <a:xfrm>
              <a:off x="381005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5" name="Google Shape;3595;p40"/>
            <p:cNvSpPr/>
            <p:nvPr/>
          </p:nvSpPr>
          <p:spPr>
            <a:xfrm>
              <a:off x="419105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6" name="Google Shape;3596;p40"/>
            <p:cNvSpPr/>
            <p:nvPr/>
          </p:nvSpPr>
          <p:spPr>
            <a:xfrm>
              <a:off x="457206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7" name="Google Shape;3597;p40"/>
            <p:cNvSpPr/>
            <p:nvPr/>
          </p:nvSpPr>
          <p:spPr>
            <a:xfrm>
              <a:off x="495306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8" name="Google Shape;3598;p40"/>
            <p:cNvSpPr/>
            <p:nvPr/>
          </p:nvSpPr>
          <p:spPr>
            <a:xfrm>
              <a:off x="533407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9" name="Google Shape;3599;p40"/>
            <p:cNvSpPr/>
            <p:nvPr/>
          </p:nvSpPr>
          <p:spPr>
            <a:xfrm>
              <a:off x="571507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0" name="Google Shape;3600;p40"/>
            <p:cNvSpPr/>
            <p:nvPr/>
          </p:nvSpPr>
          <p:spPr>
            <a:xfrm>
              <a:off x="609608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1" name="Google Shape;3601;p40"/>
            <p:cNvSpPr/>
            <p:nvPr/>
          </p:nvSpPr>
          <p:spPr>
            <a:xfrm>
              <a:off x="647708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2" name="Google Shape;3602;p40"/>
            <p:cNvSpPr/>
            <p:nvPr/>
          </p:nvSpPr>
          <p:spPr>
            <a:xfrm>
              <a:off x="685809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3" name="Google Shape;3603;p40"/>
            <p:cNvSpPr/>
            <p:nvPr/>
          </p:nvSpPr>
          <p:spPr>
            <a:xfrm>
              <a:off x="723909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4" name="Google Shape;3604;p40"/>
            <p:cNvSpPr/>
            <p:nvPr/>
          </p:nvSpPr>
          <p:spPr>
            <a:xfrm>
              <a:off x="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5" name="Google Shape;3605;p40"/>
            <p:cNvSpPr/>
            <p:nvPr/>
          </p:nvSpPr>
          <p:spPr>
            <a:xfrm>
              <a:off x="38100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6" name="Google Shape;3606;p40"/>
            <p:cNvSpPr/>
            <p:nvPr/>
          </p:nvSpPr>
          <p:spPr>
            <a:xfrm>
              <a:off x="76201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7" name="Google Shape;3607;p40"/>
            <p:cNvSpPr/>
            <p:nvPr/>
          </p:nvSpPr>
          <p:spPr>
            <a:xfrm>
              <a:off x="114301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8" name="Google Shape;3608;p40"/>
            <p:cNvSpPr/>
            <p:nvPr/>
          </p:nvSpPr>
          <p:spPr>
            <a:xfrm>
              <a:off x="152402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9" name="Google Shape;3609;p40"/>
            <p:cNvSpPr/>
            <p:nvPr/>
          </p:nvSpPr>
          <p:spPr>
            <a:xfrm>
              <a:off x="190502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0" name="Google Shape;3610;p40"/>
            <p:cNvSpPr/>
            <p:nvPr/>
          </p:nvSpPr>
          <p:spPr>
            <a:xfrm>
              <a:off x="228603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1" name="Google Shape;3611;p40"/>
            <p:cNvSpPr/>
            <p:nvPr/>
          </p:nvSpPr>
          <p:spPr>
            <a:xfrm>
              <a:off x="266703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2" name="Google Shape;3612;p40"/>
            <p:cNvSpPr/>
            <p:nvPr/>
          </p:nvSpPr>
          <p:spPr>
            <a:xfrm>
              <a:off x="304804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3" name="Google Shape;3613;p40"/>
            <p:cNvSpPr/>
            <p:nvPr/>
          </p:nvSpPr>
          <p:spPr>
            <a:xfrm>
              <a:off x="342904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4" name="Google Shape;3614;p40"/>
            <p:cNvSpPr/>
            <p:nvPr/>
          </p:nvSpPr>
          <p:spPr>
            <a:xfrm>
              <a:off x="381005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5" name="Google Shape;3615;p40"/>
            <p:cNvSpPr/>
            <p:nvPr/>
          </p:nvSpPr>
          <p:spPr>
            <a:xfrm>
              <a:off x="419105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6" name="Google Shape;3616;p40"/>
            <p:cNvSpPr/>
            <p:nvPr/>
          </p:nvSpPr>
          <p:spPr>
            <a:xfrm>
              <a:off x="457206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7" name="Google Shape;3617;p40"/>
            <p:cNvSpPr/>
            <p:nvPr/>
          </p:nvSpPr>
          <p:spPr>
            <a:xfrm>
              <a:off x="495306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8" name="Google Shape;3618;p40"/>
            <p:cNvSpPr/>
            <p:nvPr/>
          </p:nvSpPr>
          <p:spPr>
            <a:xfrm>
              <a:off x="533407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9" name="Google Shape;3619;p40"/>
            <p:cNvSpPr/>
            <p:nvPr/>
          </p:nvSpPr>
          <p:spPr>
            <a:xfrm>
              <a:off x="571507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0" name="Google Shape;3620;p40"/>
            <p:cNvSpPr/>
            <p:nvPr/>
          </p:nvSpPr>
          <p:spPr>
            <a:xfrm>
              <a:off x="609608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1" name="Google Shape;3621;p40"/>
            <p:cNvSpPr/>
            <p:nvPr/>
          </p:nvSpPr>
          <p:spPr>
            <a:xfrm>
              <a:off x="647708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2" name="Google Shape;3622;p40"/>
            <p:cNvSpPr/>
            <p:nvPr/>
          </p:nvSpPr>
          <p:spPr>
            <a:xfrm>
              <a:off x="685809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3" name="Google Shape;3623;p40"/>
            <p:cNvSpPr/>
            <p:nvPr/>
          </p:nvSpPr>
          <p:spPr>
            <a:xfrm>
              <a:off x="723909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4" name="Google Shape;3624;p40"/>
            <p:cNvSpPr/>
            <p:nvPr/>
          </p:nvSpPr>
          <p:spPr>
            <a:xfrm>
              <a:off x="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5" name="Google Shape;3625;p40"/>
            <p:cNvSpPr/>
            <p:nvPr/>
          </p:nvSpPr>
          <p:spPr>
            <a:xfrm>
              <a:off x="38100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6" name="Google Shape;3626;p40"/>
            <p:cNvSpPr/>
            <p:nvPr/>
          </p:nvSpPr>
          <p:spPr>
            <a:xfrm>
              <a:off x="76201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7" name="Google Shape;3627;p40"/>
            <p:cNvSpPr/>
            <p:nvPr/>
          </p:nvSpPr>
          <p:spPr>
            <a:xfrm>
              <a:off x="114301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8" name="Google Shape;3628;p40"/>
            <p:cNvSpPr/>
            <p:nvPr/>
          </p:nvSpPr>
          <p:spPr>
            <a:xfrm>
              <a:off x="152402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9" name="Google Shape;3629;p40"/>
            <p:cNvSpPr/>
            <p:nvPr/>
          </p:nvSpPr>
          <p:spPr>
            <a:xfrm>
              <a:off x="190502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0" name="Google Shape;3630;p40"/>
            <p:cNvSpPr/>
            <p:nvPr/>
          </p:nvSpPr>
          <p:spPr>
            <a:xfrm>
              <a:off x="228603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1" name="Google Shape;3631;p40"/>
            <p:cNvSpPr/>
            <p:nvPr/>
          </p:nvSpPr>
          <p:spPr>
            <a:xfrm>
              <a:off x="266703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2" name="Google Shape;3632;p40"/>
            <p:cNvSpPr/>
            <p:nvPr/>
          </p:nvSpPr>
          <p:spPr>
            <a:xfrm>
              <a:off x="304804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3" name="Google Shape;3633;p40"/>
            <p:cNvSpPr/>
            <p:nvPr/>
          </p:nvSpPr>
          <p:spPr>
            <a:xfrm>
              <a:off x="342904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4" name="Google Shape;3634;p40"/>
            <p:cNvSpPr/>
            <p:nvPr/>
          </p:nvSpPr>
          <p:spPr>
            <a:xfrm>
              <a:off x="381005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5" name="Google Shape;3635;p40"/>
            <p:cNvSpPr/>
            <p:nvPr/>
          </p:nvSpPr>
          <p:spPr>
            <a:xfrm>
              <a:off x="419105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6" name="Google Shape;3636;p40"/>
            <p:cNvSpPr/>
            <p:nvPr/>
          </p:nvSpPr>
          <p:spPr>
            <a:xfrm>
              <a:off x="457206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7" name="Google Shape;3637;p40"/>
            <p:cNvSpPr/>
            <p:nvPr/>
          </p:nvSpPr>
          <p:spPr>
            <a:xfrm>
              <a:off x="495306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8" name="Google Shape;3638;p40"/>
            <p:cNvSpPr/>
            <p:nvPr/>
          </p:nvSpPr>
          <p:spPr>
            <a:xfrm>
              <a:off x="533407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9" name="Google Shape;3639;p40"/>
            <p:cNvSpPr/>
            <p:nvPr/>
          </p:nvSpPr>
          <p:spPr>
            <a:xfrm>
              <a:off x="571507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0" name="Google Shape;3640;p40"/>
            <p:cNvSpPr/>
            <p:nvPr/>
          </p:nvSpPr>
          <p:spPr>
            <a:xfrm>
              <a:off x="609608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1" name="Google Shape;3641;p40"/>
            <p:cNvSpPr/>
            <p:nvPr/>
          </p:nvSpPr>
          <p:spPr>
            <a:xfrm>
              <a:off x="647708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2" name="Google Shape;3642;p40"/>
            <p:cNvSpPr/>
            <p:nvPr/>
          </p:nvSpPr>
          <p:spPr>
            <a:xfrm>
              <a:off x="685809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3" name="Google Shape;3643;p40"/>
            <p:cNvSpPr/>
            <p:nvPr/>
          </p:nvSpPr>
          <p:spPr>
            <a:xfrm>
              <a:off x="723909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4" name="Google Shape;3644;p40"/>
            <p:cNvSpPr/>
            <p:nvPr/>
          </p:nvSpPr>
          <p:spPr>
            <a:xfrm>
              <a:off x="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5" name="Google Shape;3645;p40"/>
            <p:cNvSpPr/>
            <p:nvPr/>
          </p:nvSpPr>
          <p:spPr>
            <a:xfrm>
              <a:off x="38100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6" name="Google Shape;3646;p40"/>
            <p:cNvSpPr/>
            <p:nvPr/>
          </p:nvSpPr>
          <p:spPr>
            <a:xfrm>
              <a:off x="76201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7" name="Google Shape;3647;p40"/>
            <p:cNvSpPr/>
            <p:nvPr/>
          </p:nvSpPr>
          <p:spPr>
            <a:xfrm>
              <a:off x="114301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8" name="Google Shape;3648;p40"/>
            <p:cNvSpPr/>
            <p:nvPr/>
          </p:nvSpPr>
          <p:spPr>
            <a:xfrm>
              <a:off x="152402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9" name="Google Shape;3649;p40"/>
            <p:cNvSpPr/>
            <p:nvPr/>
          </p:nvSpPr>
          <p:spPr>
            <a:xfrm>
              <a:off x="190502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0" name="Google Shape;3650;p40"/>
            <p:cNvSpPr/>
            <p:nvPr/>
          </p:nvSpPr>
          <p:spPr>
            <a:xfrm>
              <a:off x="228603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1" name="Google Shape;3651;p40"/>
            <p:cNvSpPr/>
            <p:nvPr/>
          </p:nvSpPr>
          <p:spPr>
            <a:xfrm>
              <a:off x="266703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2" name="Google Shape;3652;p40"/>
            <p:cNvSpPr/>
            <p:nvPr/>
          </p:nvSpPr>
          <p:spPr>
            <a:xfrm>
              <a:off x="304804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3" name="Google Shape;3653;p40"/>
            <p:cNvSpPr/>
            <p:nvPr/>
          </p:nvSpPr>
          <p:spPr>
            <a:xfrm>
              <a:off x="342904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4" name="Google Shape;3654;p40"/>
            <p:cNvSpPr/>
            <p:nvPr/>
          </p:nvSpPr>
          <p:spPr>
            <a:xfrm>
              <a:off x="381005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5" name="Google Shape;3655;p40"/>
            <p:cNvSpPr/>
            <p:nvPr/>
          </p:nvSpPr>
          <p:spPr>
            <a:xfrm>
              <a:off x="419105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6" name="Google Shape;3656;p40"/>
            <p:cNvSpPr/>
            <p:nvPr/>
          </p:nvSpPr>
          <p:spPr>
            <a:xfrm>
              <a:off x="457206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7" name="Google Shape;3657;p40"/>
            <p:cNvSpPr/>
            <p:nvPr/>
          </p:nvSpPr>
          <p:spPr>
            <a:xfrm>
              <a:off x="495306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8" name="Google Shape;3658;p40"/>
            <p:cNvSpPr/>
            <p:nvPr/>
          </p:nvSpPr>
          <p:spPr>
            <a:xfrm>
              <a:off x="533407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9" name="Google Shape;3659;p40"/>
            <p:cNvSpPr/>
            <p:nvPr/>
          </p:nvSpPr>
          <p:spPr>
            <a:xfrm>
              <a:off x="571507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0" name="Google Shape;3660;p40"/>
            <p:cNvSpPr/>
            <p:nvPr/>
          </p:nvSpPr>
          <p:spPr>
            <a:xfrm>
              <a:off x="609608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1" name="Google Shape;3661;p40"/>
            <p:cNvSpPr/>
            <p:nvPr/>
          </p:nvSpPr>
          <p:spPr>
            <a:xfrm>
              <a:off x="647708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2" name="Google Shape;3662;p40"/>
            <p:cNvSpPr/>
            <p:nvPr/>
          </p:nvSpPr>
          <p:spPr>
            <a:xfrm>
              <a:off x="685809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3" name="Google Shape;3663;p40"/>
            <p:cNvSpPr/>
            <p:nvPr/>
          </p:nvSpPr>
          <p:spPr>
            <a:xfrm>
              <a:off x="723909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4" name="Google Shape;3664;p40"/>
            <p:cNvSpPr/>
            <p:nvPr/>
          </p:nvSpPr>
          <p:spPr>
            <a:xfrm>
              <a:off x="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5" name="Google Shape;3665;p40"/>
            <p:cNvSpPr/>
            <p:nvPr/>
          </p:nvSpPr>
          <p:spPr>
            <a:xfrm>
              <a:off x="38100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6" name="Google Shape;3666;p40"/>
            <p:cNvSpPr/>
            <p:nvPr/>
          </p:nvSpPr>
          <p:spPr>
            <a:xfrm>
              <a:off x="76201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7" name="Google Shape;3667;p40"/>
            <p:cNvSpPr/>
            <p:nvPr/>
          </p:nvSpPr>
          <p:spPr>
            <a:xfrm>
              <a:off x="114301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8" name="Google Shape;3668;p40"/>
            <p:cNvSpPr/>
            <p:nvPr/>
          </p:nvSpPr>
          <p:spPr>
            <a:xfrm>
              <a:off x="152402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9" name="Google Shape;3669;p40"/>
            <p:cNvSpPr/>
            <p:nvPr/>
          </p:nvSpPr>
          <p:spPr>
            <a:xfrm>
              <a:off x="190502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0" name="Google Shape;3670;p40"/>
            <p:cNvSpPr/>
            <p:nvPr/>
          </p:nvSpPr>
          <p:spPr>
            <a:xfrm>
              <a:off x="228603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1" name="Google Shape;3671;p40"/>
            <p:cNvSpPr/>
            <p:nvPr/>
          </p:nvSpPr>
          <p:spPr>
            <a:xfrm>
              <a:off x="266703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2" name="Google Shape;3672;p40"/>
            <p:cNvSpPr/>
            <p:nvPr/>
          </p:nvSpPr>
          <p:spPr>
            <a:xfrm>
              <a:off x="304804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3" name="Google Shape;3673;p40"/>
            <p:cNvSpPr/>
            <p:nvPr/>
          </p:nvSpPr>
          <p:spPr>
            <a:xfrm>
              <a:off x="342904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4" name="Google Shape;3674;p40"/>
            <p:cNvSpPr/>
            <p:nvPr/>
          </p:nvSpPr>
          <p:spPr>
            <a:xfrm>
              <a:off x="381005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5" name="Google Shape;3675;p40"/>
            <p:cNvSpPr/>
            <p:nvPr/>
          </p:nvSpPr>
          <p:spPr>
            <a:xfrm>
              <a:off x="419105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6" name="Google Shape;3676;p40"/>
            <p:cNvSpPr/>
            <p:nvPr/>
          </p:nvSpPr>
          <p:spPr>
            <a:xfrm>
              <a:off x="457206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7" name="Google Shape;3677;p40"/>
            <p:cNvSpPr/>
            <p:nvPr/>
          </p:nvSpPr>
          <p:spPr>
            <a:xfrm>
              <a:off x="495306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8" name="Google Shape;3678;p40"/>
            <p:cNvSpPr/>
            <p:nvPr/>
          </p:nvSpPr>
          <p:spPr>
            <a:xfrm>
              <a:off x="533407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9" name="Google Shape;3679;p40"/>
            <p:cNvSpPr/>
            <p:nvPr/>
          </p:nvSpPr>
          <p:spPr>
            <a:xfrm>
              <a:off x="571507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0" name="Google Shape;3680;p40"/>
            <p:cNvSpPr/>
            <p:nvPr/>
          </p:nvSpPr>
          <p:spPr>
            <a:xfrm>
              <a:off x="609608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1" name="Google Shape;3681;p40"/>
            <p:cNvSpPr/>
            <p:nvPr/>
          </p:nvSpPr>
          <p:spPr>
            <a:xfrm>
              <a:off x="647708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2" name="Google Shape;3682;p40"/>
            <p:cNvSpPr/>
            <p:nvPr/>
          </p:nvSpPr>
          <p:spPr>
            <a:xfrm>
              <a:off x="685809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3" name="Google Shape;3683;p40"/>
            <p:cNvSpPr/>
            <p:nvPr/>
          </p:nvSpPr>
          <p:spPr>
            <a:xfrm>
              <a:off x="723909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4" name="Google Shape;3684;p40"/>
            <p:cNvSpPr/>
            <p:nvPr/>
          </p:nvSpPr>
          <p:spPr>
            <a:xfrm>
              <a:off x="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5" name="Google Shape;3685;p40"/>
            <p:cNvSpPr/>
            <p:nvPr/>
          </p:nvSpPr>
          <p:spPr>
            <a:xfrm>
              <a:off x="38100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6" name="Google Shape;3686;p40"/>
            <p:cNvSpPr/>
            <p:nvPr/>
          </p:nvSpPr>
          <p:spPr>
            <a:xfrm>
              <a:off x="76201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7" name="Google Shape;3687;p40"/>
            <p:cNvSpPr/>
            <p:nvPr/>
          </p:nvSpPr>
          <p:spPr>
            <a:xfrm>
              <a:off x="114301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8" name="Google Shape;3688;p40"/>
            <p:cNvSpPr/>
            <p:nvPr/>
          </p:nvSpPr>
          <p:spPr>
            <a:xfrm>
              <a:off x="152402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9" name="Google Shape;3689;p40"/>
            <p:cNvSpPr/>
            <p:nvPr/>
          </p:nvSpPr>
          <p:spPr>
            <a:xfrm>
              <a:off x="190502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0" name="Google Shape;3690;p40"/>
            <p:cNvSpPr/>
            <p:nvPr/>
          </p:nvSpPr>
          <p:spPr>
            <a:xfrm>
              <a:off x="228603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1" name="Google Shape;3691;p40"/>
            <p:cNvSpPr/>
            <p:nvPr/>
          </p:nvSpPr>
          <p:spPr>
            <a:xfrm>
              <a:off x="266703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2" name="Google Shape;3692;p40"/>
            <p:cNvSpPr/>
            <p:nvPr/>
          </p:nvSpPr>
          <p:spPr>
            <a:xfrm>
              <a:off x="304804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3" name="Google Shape;3693;p40"/>
            <p:cNvSpPr/>
            <p:nvPr/>
          </p:nvSpPr>
          <p:spPr>
            <a:xfrm>
              <a:off x="342904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4" name="Google Shape;3694;p40"/>
            <p:cNvSpPr/>
            <p:nvPr/>
          </p:nvSpPr>
          <p:spPr>
            <a:xfrm>
              <a:off x="381005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5" name="Google Shape;3695;p40"/>
            <p:cNvSpPr/>
            <p:nvPr/>
          </p:nvSpPr>
          <p:spPr>
            <a:xfrm>
              <a:off x="419105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6" name="Google Shape;3696;p40"/>
            <p:cNvSpPr/>
            <p:nvPr/>
          </p:nvSpPr>
          <p:spPr>
            <a:xfrm>
              <a:off x="457206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7" name="Google Shape;3697;p40"/>
            <p:cNvSpPr/>
            <p:nvPr/>
          </p:nvSpPr>
          <p:spPr>
            <a:xfrm>
              <a:off x="495306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8" name="Google Shape;3698;p40"/>
            <p:cNvSpPr/>
            <p:nvPr/>
          </p:nvSpPr>
          <p:spPr>
            <a:xfrm>
              <a:off x="533407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9" name="Google Shape;3699;p40"/>
            <p:cNvSpPr/>
            <p:nvPr/>
          </p:nvSpPr>
          <p:spPr>
            <a:xfrm>
              <a:off x="571507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0" name="Google Shape;3700;p40"/>
            <p:cNvSpPr/>
            <p:nvPr/>
          </p:nvSpPr>
          <p:spPr>
            <a:xfrm>
              <a:off x="609608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1" name="Google Shape;3701;p40"/>
            <p:cNvSpPr/>
            <p:nvPr/>
          </p:nvSpPr>
          <p:spPr>
            <a:xfrm>
              <a:off x="647708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2" name="Google Shape;3702;p40"/>
            <p:cNvSpPr/>
            <p:nvPr/>
          </p:nvSpPr>
          <p:spPr>
            <a:xfrm>
              <a:off x="685809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3" name="Google Shape;3703;p40"/>
            <p:cNvSpPr/>
            <p:nvPr/>
          </p:nvSpPr>
          <p:spPr>
            <a:xfrm>
              <a:off x="723909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4" name="Google Shape;3704;p40"/>
            <p:cNvSpPr/>
            <p:nvPr/>
          </p:nvSpPr>
          <p:spPr>
            <a:xfrm>
              <a:off x="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5" name="Google Shape;3705;p40"/>
            <p:cNvSpPr/>
            <p:nvPr/>
          </p:nvSpPr>
          <p:spPr>
            <a:xfrm>
              <a:off x="38100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6" name="Google Shape;3706;p40"/>
            <p:cNvSpPr/>
            <p:nvPr/>
          </p:nvSpPr>
          <p:spPr>
            <a:xfrm>
              <a:off x="76201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7" name="Google Shape;3707;p40"/>
            <p:cNvSpPr/>
            <p:nvPr/>
          </p:nvSpPr>
          <p:spPr>
            <a:xfrm>
              <a:off x="114301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8" name="Google Shape;3708;p40"/>
            <p:cNvSpPr/>
            <p:nvPr/>
          </p:nvSpPr>
          <p:spPr>
            <a:xfrm>
              <a:off x="152402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9" name="Google Shape;3709;p40"/>
            <p:cNvSpPr/>
            <p:nvPr/>
          </p:nvSpPr>
          <p:spPr>
            <a:xfrm>
              <a:off x="190502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0" name="Google Shape;3710;p40"/>
            <p:cNvSpPr/>
            <p:nvPr/>
          </p:nvSpPr>
          <p:spPr>
            <a:xfrm>
              <a:off x="228603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1" name="Google Shape;3711;p40"/>
            <p:cNvSpPr/>
            <p:nvPr/>
          </p:nvSpPr>
          <p:spPr>
            <a:xfrm>
              <a:off x="266703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2" name="Google Shape;3712;p40"/>
            <p:cNvSpPr/>
            <p:nvPr/>
          </p:nvSpPr>
          <p:spPr>
            <a:xfrm>
              <a:off x="304804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3" name="Google Shape;3713;p40"/>
            <p:cNvSpPr/>
            <p:nvPr/>
          </p:nvSpPr>
          <p:spPr>
            <a:xfrm>
              <a:off x="342904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4" name="Google Shape;3714;p40"/>
            <p:cNvSpPr/>
            <p:nvPr/>
          </p:nvSpPr>
          <p:spPr>
            <a:xfrm>
              <a:off x="381005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5" name="Google Shape;3715;p40"/>
            <p:cNvSpPr/>
            <p:nvPr/>
          </p:nvSpPr>
          <p:spPr>
            <a:xfrm>
              <a:off x="419105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6" name="Google Shape;3716;p40"/>
            <p:cNvSpPr/>
            <p:nvPr/>
          </p:nvSpPr>
          <p:spPr>
            <a:xfrm>
              <a:off x="457206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7" name="Google Shape;3717;p40"/>
            <p:cNvSpPr/>
            <p:nvPr/>
          </p:nvSpPr>
          <p:spPr>
            <a:xfrm>
              <a:off x="495306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8" name="Google Shape;3718;p40"/>
            <p:cNvSpPr/>
            <p:nvPr/>
          </p:nvSpPr>
          <p:spPr>
            <a:xfrm>
              <a:off x="533407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9" name="Google Shape;3719;p40"/>
            <p:cNvSpPr/>
            <p:nvPr/>
          </p:nvSpPr>
          <p:spPr>
            <a:xfrm>
              <a:off x="571507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0" name="Google Shape;3720;p40"/>
            <p:cNvSpPr/>
            <p:nvPr/>
          </p:nvSpPr>
          <p:spPr>
            <a:xfrm>
              <a:off x="609608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1" name="Google Shape;3721;p40"/>
            <p:cNvSpPr/>
            <p:nvPr/>
          </p:nvSpPr>
          <p:spPr>
            <a:xfrm>
              <a:off x="647708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2" name="Google Shape;3722;p40"/>
            <p:cNvSpPr/>
            <p:nvPr/>
          </p:nvSpPr>
          <p:spPr>
            <a:xfrm>
              <a:off x="685809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3" name="Google Shape;3723;p40"/>
            <p:cNvSpPr/>
            <p:nvPr/>
          </p:nvSpPr>
          <p:spPr>
            <a:xfrm>
              <a:off x="723909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4" name="Google Shape;3724;p40"/>
            <p:cNvSpPr/>
            <p:nvPr/>
          </p:nvSpPr>
          <p:spPr>
            <a:xfrm>
              <a:off x="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5" name="Google Shape;3725;p40"/>
            <p:cNvSpPr/>
            <p:nvPr/>
          </p:nvSpPr>
          <p:spPr>
            <a:xfrm>
              <a:off x="38100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6" name="Google Shape;3726;p40"/>
            <p:cNvSpPr/>
            <p:nvPr/>
          </p:nvSpPr>
          <p:spPr>
            <a:xfrm>
              <a:off x="76201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7" name="Google Shape;3727;p40"/>
            <p:cNvSpPr/>
            <p:nvPr/>
          </p:nvSpPr>
          <p:spPr>
            <a:xfrm>
              <a:off x="114301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8" name="Google Shape;3728;p40"/>
            <p:cNvSpPr/>
            <p:nvPr/>
          </p:nvSpPr>
          <p:spPr>
            <a:xfrm>
              <a:off x="152402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9" name="Google Shape;3729;p40"/>
            <p:cNvSpPr/>
            <p:nvPr/>
          </p:nvSpPr>
          <p:spPr>
            <a:xfrm>
              <a:off x="190502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0" name="Google Shape;3730;p40"/>
            <p:cNvSpPr/>
            <p:nvPr/>
          </p:nvSpPr>
          <p:spPr>
            <a:xfrm>
              <a:off x="228603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1" name="Google Shape;3731;p40"/>
            <p:cNvSpPr/>
            <p:nvPr/>
          </p:nvSpPr>
          <p:spPr>
            <a:xfrm>
              <a:off x="266703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2" name="Google Shape;3732;p40"/>
            <p:cNvSpPr/>
            <p:nvPr/>
          </p:nvSpPr>
          <p:spPr>
            <a:xfrm>
              <a:off x="304804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3" name="Google Shape;3733;p40"/>
            <p:cNvSpPr/>
            <p:nvPr/>
          </p:nvSpPr>
          <p:spPr>
            <a:xfrm>
              <a:off x="342904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4" name="Google Shape;3734;p40"/>
            <p:cNvSpPr/>
            <p:nvPr/>
          </p:nvSpPr>
          <p:spPr>
            <a:xfrm>
              <a:off x="381005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5" name="Google Shape;3735;p40"/>
            <p:cNvSpPr/>
            <p:nvPr/>
          </p:nvSpPr>
          <p:spPr>
            <a:xfrm>
              <a:off x="419105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6" name="Google Shape;3736;p40"/>
            <p:cNvSpPr/>
            <p:nvPr/>
          </p:nvSpPr>
          <p:spPr>
            <a:xfrm>
              <a:off x="457206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7" name="Google Shape;3737;p40"/>
            <p:cNvSpPr/>
            <p:nvPr/>
          </p:nvSpPr>
          <p:spPr>
            <a:xfrm>
              <a:off x="495306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8" name="Google Shape;3738;p40"/>
            <p:cNvSpPr/>
            <p:nvPr/>
          </p:nvSpPr>
          <p:spPr>
            <a:xfrm>
              <a:off x="533407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9" name="Google Shape;3739;p40"/>
            <p:cNvSpPr/>
            <p:nvPr/>
          </p:nvSpPr>
          <p:spPr>
            <a:xfrm>
              <a:off x="571507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0" name="Google Shape;3740;p40"/>
            <p:cNvSpPr/>
            <p:nvPr/>
          </p:nvSpPr>
          <p:spPr>
            <a:xfrm>
              <a:off x="609608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1" name="Google Shape;3741;p40"/>
            <p:cNvSpPr/>
            <p:nvPr/>
          </p:nvSpPr>
          <p:spPr>
            <a:xfrm>
              <a:off x="647708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2" name="Google Shape;3742;p40"/>
            <p:cNvSpPr/>
            <p:nvPr/>
          </p:nvSpPr>
          <p:spPr>
            <a:xfrm>
              <a:off x="685809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3" name="Google Shape;3743;p40"/>
            <p:cNvSpPr/>
            <p:nvPr/>
          </p:nvSpPr>
          <p:spPr>
            <a:xfrm>
              <a:off x="723909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4" name="Google Shape;3744;p40"/>
            <p:cNvSpPr/>
            <p:nvPr/>
          </p:nvSpPr>
          <p:spPr>
            <a:xfrm>
              <a:off x="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5" name="Google Shape;3745;p40"/>
            <p:cNvSpPr/>
            <p:nvPr/>
          </p:nvSpPr>
          <p:spPr>
            <a:xfrm>
              <a:off x="38100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6" name="Google Shape;3746;p40"/>
            <p:cNvSpPr/>
            <p:nvPr/>
          </p:nvSpPr>
          <p:spPr>
            <a:xfrm>
              <a:off x="76201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7" name="Google Shape;3747;p40"/>
            <p:cNvSpPr/>
            <p:nvPr/>
          </p:nvSpPr>
          <p:spPr>
            <a:xfrm>
              <a:off x="114301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8" name="Google Shape;3748;p40"/>
            <p:cNvSpPr/>
            <p:nvPr/>
          </p:nvSpPr>
          <p:spPr>
            <a:xfrm>
              <a:off x="152402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9" name="Google Shape;3749;p40"/>
            <p:cNvSpPr/>
            <p:nvPr/>
          </p:nvSpPr>
          <p:spPr>
            <a:xfrm>
              <a:off x="190502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0" name="Google Shape;3750;p40"/>
            <p:cNvSpPr/>
            <p:nvPr/>
          </p:nvSpPr>
          <p:spPr>
            <a:xfrm>
              <a:off x="228603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1" name="Google Shape;3751;p40"/>
            <p:cNvSpPr/>
            <p:nvPr/>
          </p:nvSpPr>
          <p:spPr>
            <a:xfrm>
              <a:off x="266703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2" name="Google Shape;3752;p40"/>
            <p:cNvSpPr/>
            <p:nvPr/>
          </p:nvSpPr>
          <p:spPr>
            <a:xfrm>
              <a:off x="304804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3" name="Google Shape;3753;p40"/>
            <p:cNvSpPr/>
            <p:nvPr/>
          </p:nvSpPr>
          <p:spPr>
            <a:xfrm>
              <a:off x="342904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4" name="Google Shape;3754;p40"/>
            <p:cNvSpPr/>
            <p:nvPr/>
          </p:nvSpPr>
          <p:spPr>
            <a:xfrm>
              <a:off x="381005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5" name="Google Shape;3755;p40"/>
            <p:cNvSpPr/>
            <p:nvPr/>
          </p:nvSpPr>
          <p:spPr>
            <a:xfrm>
              <a:off x="419105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6" name="Google Shape;3756;p40"/>
            <p:cNvSpPr/>
            <p:nvPr/>
          </p:nvSpPr>
          <p:spPr>
            <a:xfrm>
              <a:off x="457206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7" name="Google Shape;3757;p40"/>
            <p:cNvSpPr/>
            <p:nvPr/>
          </p:nvSpPr>
          <p:spPr>
            <a:xfrm>
              <a:off x="495306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8" name="Google Shape;3758;p40"/>
            <p:cNvSpPr/>
            <p:nvPr/>
          </p:nvSpPr>
          <p:spPr>
            <a:xfrm>
              <a:off x="533407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9" name="Google Shape;3759;p40"/>
            <p:cNvSpPr/>
            <p:nvPr/>
          </p:nvSpPr>
          <p:spPr>
            <a:xfrm>
              <a:off x="571507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0" name="Google Shape;3760;p40"/>
            <p:cNvSpPr/>
            <p:nvPr/>
          </p:nvSpPr>
          <p:spPr>
            <a:xfrm>
              <a:off x="609608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1" name="Google Shape;3761;p40"/>
            <p:cNvSpPr/>
            <p:nvPr/>
          </p:nvSpPr>
          <p:spPr>
            <a:xfrm>
              <a:off x="647708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2" name="Google Shape;3762;p40"/>
            <p:cNvSpPr/>
            <p:nvPr/>
          </p:nvSpPr>
          <p:spPr>
            <a:xfrm>
              <a:off x="685809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3" name="Google Shape;3763;p40"/>
            <p:cNvSpPr/>
            <p:nvPr/>
          </p:nvSpPr>
          <p:spPr>
            <a:xfrm>
              <a:off x="723909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4" name="Google Shape;3764;p40"/>
            <p:cNvSpPr/>
            <p:nvPr/>
          </p:nvSpPr>
          <p:spPr>
            <a:xfrm>
              <a:off x="7620110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5" name="Google Shape;3765;p40"/>
            <p:cNvSpPr/>
            <p:nvPr/>
          </p:nvSpPr>
          <p:spPr>
            <a:xfrm>
              <a:off x="8001115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6" name="Google Shape;3766;p40"/>
            <p:cNvSpPr/>
            <p:nvPr/>
          </p:nvSpPr>
          <p:spPr>
            <a:xfrm>
              <a:off x="8382120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7" name="Google Shape;3767;p40"/>
            <p:cNvSpPr/>
            <p:nvPr/>
          </p:nvSpPr>
          <p:spPr>
            <a:xfrm>
              <a:off x="8763125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8" name="Google Shape;3768;p40"/>
            <p:cNvSpPr/>
            <p:nvPr/>
          </p:nvSpPr>
          <p:spPr>
            <a:xfrm>
              <a:off x="7620110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9" name="Google Shape;3769;p40"/>
            <p:cNvSpPr/>
            <p:nvPr/>
          </p:nvSpPr>
          <p:spPr>
            <a:xfrm>
              <a:off x="8001115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0" name="Google Shape;3770;p40"/>
            <p:cNvSpPr/>
            <p:nvPr/>
          </p:nvSpPr>
          <p:spPr>
            <a:xfrm>
              <a:off x="8382120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1" name="Google Shape;3771;p40"/>
            <p:cNvSpPr/>
            <p:nvPr/>
          </p:nvSpPr>
          <p:spPr>
            <a:xfrm>
              <a:off x="8763125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2" name="Google Shape;3772;p40"/>
            <p:cNvSpPr/>
            <p:nvPr/>
          </p:nvSpPr>
          <p:spPr>
            <a:xfrm>
              <a:off x="7620110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3" name="Google Shape;3773;p40"/>
            <p:cNvSpPr/>
            <p:nvPr/>
          </p:nvSpPr>
          <p:spPr>
            <a:xfrm>
              <a:off x="8001115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4" name="Google Shape;3774;p40"/>
            <p:cNvSpPr/>
            <p:nvPr/>
          </p:nvSpPr>
          <p:spPr>
            <a:xfrm>
              <a:off x="8382120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5" name="Google Shape;3775;p40"/>
            <p:cNvSpPr/>
            <p:nvPr/>
          </p:nvSpPr>
          <p:spPr>
            <a:xfrm>
              <a:off x="8763125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6" name="Google Shape;3776;p40"/>
            <p:cNvSpPr/>
            <p:nvPr/>
          </p:nvSpPr>
          <p:spPr>
            <a:xfrm>
              <a:off x="7620110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7" name="Google Shape;3777;p40"/>
            <p:cNvSpPr/>
            <p:nvPr/>
          </p:nvSpPr>
          <p:spPr>
            <a:xfrm>
              <a:off x="8001115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8" name="Google Shape;3778;p40"/>
            <p:cNvSpPr/>
            <p:nvPr/>
          </p:nvSpPr>
          <p:spPr>
            <a:xfrm>
              <a:off x="8382120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9" name="Google Shape;3779;p40"/>
            <p:cNvSpPr/>
            <p:nvPr/>
          </p:nvSpPr>
          <p:spPr>
            <a:xfrm>
              <a:off x="8763125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0" name="Google Shape;3780;p40"/>
            <p:cNvSpPr/>
            <p:nvPr/>
          </p:nvSpPr>
          <p:spPr>
            <a:xfrm>
              <a:off x="7620110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1" name="Google Shape;3781;p40"/>
            <p:cNvSpPr/>
            <p:nvPr/>
          </p:nvSpPr>
          <p:spPr>
            <a:xfrm>
              <a:off x="8001115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2" name="Google Shape;3782;p40"/>
            <p:cNvSpPr/>
            <p:nvPr/>
          </p:nvSpPr>
          <p:spPr>
            <a:xfrm>
              <a:off x="8382120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3" name="Google Shape;3783;p40"/>
            <p:cNvSpPr/>
            <p:nvPr/>
          </p:nvSpPr>
          <p:spPr>
            <a:xfrm>
              <a:off x="8763125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4" name="Google Shape;3784;p40"/>
            <p:cNvSpPr/>
            <p:nvPr/>
          </p:nvSpPr>
          <p:spPr>
            <a:xfrm>
              <a:off x="7620110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5" name="Google Shape;3785;p40"/>
            <p:cNvSpPr/>
            <p:nvPr/>
          </p:nvSpPr>
          <p:spPr>
            <a:xfrm>
              <a:off x="8001115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6" name="Google Shape;3786;p40"/>
            <p:cNvSpPr/>
            <p:nvPr/>
          </p:nvSpPr>
          <p:spPr>
            <a:xfrm>
              <a:off x="8382120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7" name="Google Shape;3787;p40"/>
            <p:cNvSpPr/>
            <p:nvPr/>
          </p:nvSpPr>
          <p:spPr>
            <a:xfrm>
              <a:off x="8763125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8" name="Google Shape;3788;p40"/>
            <p:cNvSpPr/>
            <p:nvPr/>
          </p:nvSpPr>
          <p:spPr>
            <a:xfrm>
              <a:off x="7620110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9" name="Google Shape;3789;p40"/>
            <p:cNvSpPr/>
            <p:nvPr/>
          </p:nvSpPr>
          <p:spPr>
            <a:xfrm>
              <a:off x="8001115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0" name="Google Shape;3790;p40"/>
            <p:cNvSpPr/>
            <p:nvPr/>
          </p:nvSpPr>
          <p:spPr>
            <a:xfrm>
              <a:off x="8382120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1" name="Google Shape;3791;p40"/>
            <p:cNvSpPr/>
            <p:nvPr/>
          </p:nvSpPr>
          <p:spPr>
            <a:xfrm>
              <a:off x="8763125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2" name="Google Shape;3792;p40"/>
            <p:cNvSpPr/>
            <p:nvPr/>
          </p:nvSpPr>
          <p:spPr>
            <a:xfrm>
              <a:off x="7620110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3" name="Google Shape;3793;p40"/>
            <p:cNvSpPr/>
            <p:nvPr/>
          </p:nvSpPr>
          <p:spPr>
            <a:xfrm>
              <a:off x="8001115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4" name="Google Shape;3794;p40"/>
            <p:cNvSpPr/>
            <p:nvPr/>
          </p:nvSpPr>
          <p:spPr>
            <a:xfrm>
              <a:off x="8382120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5" name="Google Shape;3795;p40"/>
            <p:cNvSpPr/>
            <p:nvPr/>
          </p:nvSpPr>
          <p:spPr>
            <a:xfrm>
              <a:off x="8763125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6" name="Google Shape;3796;p40"/>
            <p:cNvSpPr/>
            <p:nvPr/>
          </p:nvSpPr>
          <p:spPr>
            <a:xfrm>
              <a:off x="7620110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7" name="Google Shape;3797;p40"/>
            <p:cNvSpPr/>
            <p:nvPr/>
          </p:nvSpPr>
          <p:spPr>
            <a:xfrm>
              <a:off x="8001115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8" name="Google Shape;3798;p40"/>
            <p:cNvSpPr/>
            <p:nvPr/>
          </p:nvSpPr>
          <p:spPr>
            <a:xfrm>
              <a:off x="8382120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9" name="Google Shape;3799;p40"/>
            <p:cNvSpPr/>
            <p:nvPr/>
          </p:nvSpPr>
          <p:spPr>
            <a:xfrm>
              <a:off x="8763125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0" name="Google Shape;3800;p40"/>
            <p:cNvSpPr/>
            <p:nvPr/>
          </p:nvSpPr>
          <p:spPr>
            <a:xfrm>
              <a:off x="7620110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1" name="Google Shape;3801;p40"/>
            <p:cNvSpPr/>
            <p:nvPr/>
          </p:nvSpPr>
          <p:spPr>
            <a:xfrm>
              <a:off x="8001115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2" name="Google Shape;3802;p40"/>
            <p:cNvSpPr/>
            <p:nvPr/>
          </p:nvSpPr>
          <p:spPr>
            <a:xfrm>
              <a:off x="8382120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3" name="Google Shape;3803;p40"/>
            <p:cNvSpPr/>
            <p:nvPr/>
          </p:nvSpPr>
          <p:spPr>
            <a:xfrm>
              <a:off x="8763125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4" name="Google Shape;3804;p40"/>
            <p:cNvSpPr/>
            <p:nvPr/>
          </p:nvSpPr>
          <p:spPr>
            <a:xfrm>
              <a:off x="7620110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5" name="Google Shape;3805;p40"/>
            <p:cNvSpPr/>
            <p:nvPr/>
          </p:nvSpPr>
          <p:spPr>
            <a:xfrm>
              <a:off x="8001115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6" name="Google Shape;3806;p40"/>
            <p:cNvSpPr/>
            <p:nvPr/>
          </p:nvSpPr>
          <p:spPr>
            <a:xfrm>
              <a:off x="8382120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7" name="Google Shape;3807;p40"/>
            <p:cNvSpPr/>
            <p:nvPr/>
          </p:nvSpPr>
          <p:spPr>
            <a:xfrm>
              <a:off x="8763125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8" name="Google Shape;3808;p40"/>
            <p:cNvSpPr/>
            <p:nvPr/>
          </p:nvSpPr>
          <p:spPr>
            <a:xfrm>
              <a:off x="7620110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9" name="Google Shape;3809;p40"/>
            <p:cNvSpPr/>
            <p:nvPr/>
          </p:nvSpPr>
          <p:spPr>
            <a:xfrm>
              <a:off x="8001115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0" name="Google Shape;3810;p40"/>
            <p:cNvSpPr/>
            <p:nvPr/>
          </p:nvSpPr>
          <p:spPr>
            <a:xfrm>
              <a:off x="8382120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1" name="Google Shape;3811;p40"/>
            <p:cNvSpPr/>
            <p:nvPr/>
          </p:nvSpPr>
          <p:spPr>
            <a:xfrm>
              <a:off x="8763125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2" name="Google Shape;3812;p40"/>
            <p:cNvSpPr/>
            <p:nvPr/>
          </p:nvSpPr>
          <p:spPr>
            <a:xfrm>
              <a:off x="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3" name="Google Shape;3813;p40"/>
            <p:cNvSpPr/>
            <p:nvPr/>
          </p:nvSpPr>
          <p:spPr>
            <a:xfrm>
              <a:off x="38100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4" name="Google Shape;3814;p40"/>
            <p:cNvSpPr/>
            <p:nvPr/>
          </p:nvSpPr>
          <p:spPr>
            <a:xfrm>
              <a:off x="76201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5" name="Google Shape;3815;p40"/>
            <p:cNvSpPr/>
            <p:nvPr/>
          </p:nvSpPr>
          <p:spPr>
            <a:xfrm>
              <a:off x="114301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6" name="Google Shape;3816;p40"/>
            <p:cNvSpPr/>
            <p:nvPr/>
          </p:nvSpPr>
          <p:spPr>
            <a:xfrm>
              <a:off x="152402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7" name="Google Shape;3817;p40"/>
            <p:cNvSpPr/>
            <p:nvPr/>
          </p:nvSpPr>
          <p:spPr>
            <a:xfrm>
              <a:off x="190502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8" name="Google Shape;3818;p40"/>
            <p:cNvSpPr/>
            <p:nvPr/>
          </p:nvSpPr>
          <p:spPr>
            <a:xfrm>
              <a:off x="228603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9" name="Google Shape;3819;p40"/>
            <p:cNvSpPr/>
            <p:nvPr/>
          </p:nvSpPr>
          <p:spPr>
            <a:xfrm>
              <a:off x="266703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0" name="Google Shape;3820;p40"/>
            <p:cNvSpPr/>
            <p:nvPr/>
          </p:nvSpPr>
          <p:spPr>
            <a:xfrm>
              <a:off x="304804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1" name="Google Shape;3821;p40"/>
            <p:cNvSpPr/>
            <p:nvPr/>
          </p:nvSpPr>
          <p:spPr>
            <a:xfrm>
              <a:off x="342904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2" name="Google Shape;3822;p40"/>
            <p:cNvSpPr/>
            <p:nvPr/>
          </p:nvSpPr>
          <p:spPr>
            <a:xfrm>
              <a:off x="381005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3" name="Google Shape;3823;p40"/>
            <p:cNvSpPr/>
            <p:nvPr/>
          </p:nvSpPr>
          <p:spPr>
            <a:xfrm>
              <a:off x="419105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4" name="Google Shape;3824;p40"/>
            <p:cNvSpPr/>
            <p:nvPr/>
          </p:nvSpPr>
          <p:spPr>
            <a:xfrm>
              <a:off x="457206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5" name="Google Shape;3825;p40"/>
            <p:cNvSpPr/>
            <p:nvPr/>
          </p:nvSpPr>
          <p:spPr>
            <a:xfrm>
              <a:off x="495306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6" name="Google Shape;3826;p40"/>
            <p:cNvSpPr/>
            <p:nvPr/>
          </p:nvSpPr>
          <p:spPr>
            <a:xfrm>
              <a:off x="533407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7" name="Google Shape;3827;p40"/>
            <p:cNvSpPr/>
            <p:nvPr/>
          </p:nvSpPr>
          <p:spPr>
            <a:xfrm>
              <a:off x="571507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8" name="Google Shape;3828;p40"/>
            <p:cNvSpPr/>
            <p:nvPr/>
          </p:nvSpPr>
          <p:spPr>
            <a:xfrm>
              <a:off x="609608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9" name="Google Shape;3829;p40"/>
            <p:cNvSpPr/>
            <p:nvPr/>
          </p:nvSpPr>
          <p:spPr>
            <a:xfrm>
              <a:off x="647708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0" name="Google Shape;3830;p40"/>
            <p:cNvSpPr/>
            <p:nvPr/>
          </p:nvSpPr>
          <p:spPr>
            <a:xfrm>
              <a:off x="685809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1" name="Google Shape;3831;p40"/>
            <p:cNvSpPr/>
            <p:nvPr/>
          </p:nvSpPr>
          <p:spPr>
            <a:xfrm>
              <a:off x="723909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2" name="Google Shape;3832;p40"/>
            <p:cNvSpPr/>
            <p:nvPr/>
          </p:nvSpPr>
          <p:spPr>
            <a:xfrm>
              <a:off x="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3" name="Google Shape;3833;p40"/>
            <p:cNvSpPr/>
            <p:nvPr/>
          </p:nvSpPr>
          <p:spPr>
            <a:xfrm>
              <a:off x="38100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4" name="Google Shape;3834;p40"/>
            <p:cNvSpPr/>
            <p:nvPr/>
          </p:nvSpPr>
          <p:spPr>
            <a:xfrm>
              <a:off x="76201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5" name="Google Shape;3835;p40"/>
            <p:cNvSpPr/>
            <p:nvPr/>
          </p:nvSpPr>
          <p:spPr>
            <a:xfrm>
              <a:off x="114301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6" name="Google Shape;3836;p40"/>
            <p:cNvSpPr/>
            <p:nvPr/>
          </p:nvSpPr>
          <p:spPr>
            <a:xfrm>
              <a:off x="152402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7" name="Google Shape;3837;p40"/>
            <p:cNvSpPr/>
            <p:nvPr/>
          </p:nvSpPr>
          <p:spPr>
            <a:xfrm>
              <a:off x="190502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8" name="Google Shape;3838;p40"/>
            <p:cNvSpPr/>
            <p:nvPr/>
          </p:nvSpPr>
          <p:spPr>
            <a:xfrm>
              <a:off x="228603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9" name="Google Shape;3839;p40"/>
            <p:cNvSpPr/>
            <p:nvPr/>
          </p:nvSpPr>
          <p:spPr>
            <a:xfrm>
              <a:off x="266703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0" name="Google Shape;3840;p40"/>
            <p:cNvSpPr/>
            <p:nvPr/>
          </p:nvSpPr>
          <p:spPr>
            <a:xfrm>
              <a:off x="304804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1" name="Google Shape;3841;p40"/>
            <p:cNvSpPr/>
            <p:nvPr/>
          </p:nvSpPr>
          <p:spPr>
            <a:xfrm>
              <a:off x="342904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2" name="Google Shape;3842;p40"/>
            <p:cNvSpPr/>
            <p:nvPr/>
          </p:nvSpPr>
          <p:spPr>
            <a:xfrm>
              <a:off x="381005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3" name="Google Shape;3843;p40"/>
            <p:cNvSpPr/>
            <p:nvPr/>
          </p:nvSpPr>
          <p:spPr>
            <a:xfrm>
              <a:off x="419105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4" name="Google Shape;3844;p40"/>
            <p:cNvSpPr/>
            <p:nvPr/>
          </p:nvSpPr>
          <p:spPr>
            <a:xfrm>
              <a:off x="457206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5" name="Google Shape;3845;p40"/>
            <p:cNvSpPr/>
            <p:nvPr/>
          </p:nvSpPr>
          <p:spPr>
            <a:xfrm>
              <a:off x="495306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6" name="Google Shape;3846;p40"/>
            <p:cNvSpPr/>
            <p:nvPr/>
          </p:nvSpPr>
          <p:spPr>
            <a:xfrm>
              <a:off x="533407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7" name="Google Shape;3847;p40"/>
            <p:cNvSpPr/>
            <p:nvPr/>
          </p:nvSpPr>
          <p:spPr>
            <a:xfrm>
              <a:off x="571507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8" name="Google Shape;3848;p40"/>
            <p:cNvSpPr/>
            <p:nvPr/>
          </p:nvSpPr>
          <p:spPr>
            <a:xfrm>
              <a:off x="609608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9" name="Google Shape;3849;p40"/>
            <p:cNvSpPr/>
            <p:nvPr/>
          </p:nvSpPr>
          <p:spPr>
            <a:xfrm>
              <a:off x="647708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0" name="Google Shape;3850;p40"/>
            <p:cNvSpPr/>
            <p:nvPr/>
          </p:nvSpPr>
          <p:spPr>
            <a:xfrm>
              <a:off x="685809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1" name="Google Shape;3851;p40"/>
            <p:cNvSpPr/>
            <p:nvPr/>
          </p:nvSpPr>
          <p:spPr>
            <a:xfrm>
              <a:off x="723909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2" name="Google Shape;3852;p40"/>
            <p:cNvSpPr/>
            <p:nvPr/>
          </p:nvSpPr>
          <p:spPr>
            <a:xfrm>
              <a:off x="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3" name="Google Shape;3853;p40"/>
            <p:cNvSpPr/>
            <p:nvPr/>
          </p:nvSpPr>
          <p:spPr>
            <a:xfrm>
              <a:off x="38100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4" name="Google Shape;3854;p40"/>
            <p:cNvSpPr/>
            <p:nvPr/>
          </p:nvSpPr>
          <p:spPr>
            <a:xfrm>
              <a:off x="76201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5" name="Google Shape;3855;p40"/>
            <p:cNvSpPr/>
            <p:nvPr/>
          </p:nvSpPr>
          <p:spPr>
            <a:xfrm>
              <a:off x="114301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6" name="Google Shape;3856;p40"/>
            <p:cNvSpPr/>
            <p:nvPr/>
          </p:nvSpPr>
          <p:spPr>
            <a:xfrm>
              <a:off x="152402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7" name="Google Shape;3857;p40"/>
            <p:cNvSpPr/>
            <p:nvPr/>
          </p:nvSpPr>
          <p:spPr>
            <a:xfrm>
              <a:off x="190502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8" name="Google Shape;3858;p40"/>
            <p:cNvSpPr/>
            <p:nvPr/>
          </p:nvSpPr>
          <p:spPr>
            <a:xfrm>
              <a:off x="228603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9" name="Google Shape;3859;p40"/>
            <p:cNvSpPr/>
            <p:nvPr/>
          </p:nvSpPr>
          <p:spPr>
            <a:xfrm>
              <a:off x="266703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0" name="Google Shape;3860;p40"/>
            <p:cNvSpPr/>
            <p:nvPr/>
          </p:nvSpPr>
          <p:spPr>
            <a:xfrm>
              <a:off x="304804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1" name="Google Shape;3861;p40"/>
            <p:cNvSpPr/>
            <p:nvPr/>
          </p:nvSpPr>
          <p:spPr>
            <a:xfrm>
              <a:off x="342904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2" name="Google Shape;3862;p40"/>
            <p:cNvSpPr/>
            <p:nvPr/>
          </p:nvSpPr>
          <p:spPr>
            <a:xfrm>
              <a:off x="381005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3" name="Google Shape;3863;p40"/>
            <p:cNvSpPr/>
            <p:nvPr/>
          </p:nvSpPr>
          <p:spPr>
            <a:xfrm>
              <a:off x="419105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4" name="Google Shape;3864;p40"/>
            <p:cNvSpPr/>
            <p:nvPr/>
          </p:nvSpPr>
          <p:spPr>
            <a:xfrm>
              <a:off x="457206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5" name="Google Shape;3865;p40"/>
            <p:cNvSpPr/>
            <p:nvPr/>
          </p:nvSpPr>
          <p:spPr>
            <a:xfrm>
              <a:off x="495306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6" name="Google Shape;3866;p40"/>
            <p:cNvSpPr/>
            <p:nvPr/>
          </p:nvSpPr>
          <p:spPr>
            <a:xfrm>
              <a:off x="533407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7" name="Google Shape;3867;p40"/>
            <p:cNvSpPr/>
            <p:nvPr/>
          </p:nvSpPr>
          <p:spPr>
            <a:xfrm>
              <a:off x="571507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8" name="Google Shape;3868;p40"/>
            <p:cNvSpPr/>
            <p:nvPr/>
          </p:nvSpPr>
          <p:spPr>
            <a:xfrm>
              <a:off x="609608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9" name="Google Shape;3869;p40"/>
            <p:cNvSpPr/>
            <p:nvPr/>
          </p:nvSpPr>
          <p:spPr>
            <a:xfrm>
              <a:off x="647708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0" name="Google Shape;3870;p40"/>
            <p:cNvSpPr/>
            <p:nvPr/>
          </p:nvSpPr>
          <p:spPr>
            <a:xfrm>
              <a:off x="685809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1" name="Google Shape;3871;p40"/>
            <p:cNvSpPr/>
            <p:nvPr/>
          </p:nvSpPr>
          <p:spPr>
            <a:xfrm>
              <a:off x="723909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2" name="Google Shape;3872;p40"/>
            <p:cNvSpPr/>
            <p:nvPr/>
          </p:nvSpPr>
          <p:spPr>
            <a:xfrm>
              <a:off x="7620110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3" name="Google Shape;3873;p40"/>
            <p:cNvSpPr/>
            <p:nvPr/>
          </p:nvSpPr>
          <p:spPr>
            <a:xfrm>
              <a:off x="8001115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4" name="Google Shape;3874;p40"/>
            <p:cNvSpPr/>
            <p:nvPr/>
          </p:nvSpPr>
          <p:spPr>
            <a:xfrm>
              <a:off x="8382120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5" name="Google Shape;3875;p40"/>
            <p:cNvSpPr/>
            <p:nvPr/>
          </p:nvSpPr>
          <p:spPr>
            <a:xfrm>
              <a:off x="8763125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6" name="Google Shape;3876;p40"/>
            <p:cNvSpPr/>
            <p:nvPr/>
          </p:nvSpPr>
          <p:spPr>
            <a:xfrm>
              <a:off x="7620110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7" name="Google Shape;3877;p40"/>
            <p:cNvSpPr/>
            <p:nvPr/>
          </p:nvSpPr>
          <p:spPr>
            <a:xfrm>
              <a:off x="8001115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8" name="Google Shape;3878;p40"/>
            <p:cNvSpPr/>
            <p:nvPr/>
          </p:nvSpPr>
          <p:spPr>
            <a:xfrm>
              <a:off x="8382120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9" name="Google Shape;3879;p40"/>
            <p:cNvSpPr/>
            <p:nvPr/>
          </p:nvSpPr>
          <p:spPr>
            <a:xfrm>
              <a:off x="8763125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0" name="Google Shape;3880;p40"/>
            <p:cNvSpPr/>
            <p:nvPr/>
          </p:nvSpPr>
          <p:spPr>
            <a:xfrm>
              <a:off x="7620110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1" name="Google Shape;3881;p40"/>
            <p:cNvSpPr/>
            <p:nvPr/>
          </p:nvSpPr>
          <p:spPr>
            <a:xfrm>
              <a:off x="8001115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2" name="Google Shape;3882;p40"/>
            <p:cNvSpPr/>
            <p:nvPr/>
          </p:nvSpPr>
          <p:spPr>
            <a:xfrm>
              <a:off x="8382120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3" name="Google Shape;3883;p40"/>
            <p:cNvSpPr/>
            <p:nvPr/>
          </p:nvSpPr>
          <p:spPr>
            <a:xfrm>
              <a:off x="8763125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84" name="Google Shape;3884;p40"/>
          <p:cNvSpPr/>
          <p:nvPr/>
        </p:nvSpPr>
        <p:spPr>
          <a:xfrm flipH="1">
            <a:off x="0" y="0"/>
            <a:ext cx="9144000" cy="5143500"/>
          </a:xfrm>
          <a:prstGeom prst="rtTriangle">
            <a:avLst/>
          </a:prstGeom>
          <a:solidFill>
            <a:srgbClr val="005051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885" name="Google Shape;3885;p40"/>
          <p:cNvGrpSpPr/>
          <p:nvPr/>
        </p:nvGrpSpPr>
        <p:grpSpPr>
          <a:xfrm>
            <a:off x="553048" y="535000"/>
            <a:ext cx="8105852" cy="4302000"/>
            <a:chOff x="553048" y="535000"/>
            <a:chExt cx="8105852" cy="4302000"/>
          </a:xfrm>
        </p:grpSpPr>
        <p:sp>
          <p:nvSpPr>
            <p:cNvPr id="3886" name="Google Shape;3886;p40"/>
            <p:cNvSpPr/>
            <p:nvPr/>
          </p:nvSpPr>
          <p:spPr>
            <a:xfrm>
              <a:off x="942300" y="763600"/>
              <a:ext cx="7716600" cy="4073400"/>
            </a:xfrm>
            <a:prstGeom prst="roundRect">
              <a:avLst>
                <a:gd fmla="val 2480" name="adj"/>
              </a:avLst>
            </a:prstGeom>
            <a:solidFill>
              <a:srgbClr val="222828">
                <a:alpha val="2039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7" name="Google Shape;3887;p40"/>
            <p:cNvSpPr/>
            <p:nvPr/>
          </p:nvSpPr>
          <p:spPr>
            <a:xfrm>
              <a:off x="712275" y="535000"/>
              <a:ext cx="7716600" cy="4073400"/>
            </a:xfrm>
            <a:prstGeom prst="roundRect">
              <a:avLst>
                <a:gd fmla="val 248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8" name="Google Shape;3888;p40"/>
            <p:cNvSpPr/>
            <p:nvPr/>
          </p:nvSpPr>
          <p:spPr>
            <a:xfrm>
              <a:off x="848698" y="898261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5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5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9" name="Google Shape;3889;p40"/>
            <p:cNvSpPr/>
            <p:nvPr/>
          </p:nvSpPr>
          <p:spPr>
            <a:xfrm>
              <a:off x="553048" y="931482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19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8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7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0" name="Google Shape;3890;p40"/>
            <p:cNvSpPr/>
            <p:nvPr/>
          </p:nvSpPr>
          <p:spPr>
            <a:xfrm>
              <a:off x="848698" y="1332681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8"/>
                    <a:pt x="0" y="7608"/>
                  </a:cubicBezTo>
                  <a:cubicBezTo>
                    <a:pt x="0" y="11808"/>
                    <a:pt x="3404" y="15212"/>
                    <a:pt x="7604" y="15212"/>
                  </a:cubicBezTo>
                  <a:cubicBezTo>
                    <a:pt x="11804" y="15212"/>
                    <a:pt x="15209" y="11808"/>
                    <a:pt x="15209" y="7608"/>
                  </a:cubicBezTo>
                  <a:cubicBezTo>
                    <a:pt x="15209" y="3408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1" name="Google Shape;3891;p40"/>
            <p:cNvSpPr/>
            <p:nvPr/>
          </p:nvSpPr>
          <p:spPr>
            <a:xfrm>
              <a:off x="553048" y="1365902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71"/>
                    <a:pt x="0" y="1497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9"/>
                  </a:lnTo>
                  <a:cubicBezTo>
                    <a:pt x="23340" y="7948"/>
                    <a:pt x="21591" y="9042"/>
                    <a:pt x="19596" y="9042"/>
                  </a:cubicBezTo>
                  <a:lnTo>
                    <a:pt x="1493" y="9042"/>
                  </a:lnTo>
                  <a:cubicBezTo>
                    <a:pt x="671" y="9042"/>
                    <a:pt x="0" y="9709"/>
                    <a:pt x="0" y="10535"/>
                  </a:cubicBezTo>
                  <a:cubicBezTo>
                    <a:pt x="0" y="11361"/>
                    <a:pt x="671" y="12028"/>
                    <a:pt x="1493" y="12028"/>
                  </a:cubicBezTo>
                  <a:lnTo>
                    <a:pt x="19596" y="12028"/>
                  </a:lnTo>
                  <a:cubicBezTo>
                    <a:pt x="23370" y="12028"/>
                    <a:pt x="26327" y="9688"/>
                    <a:pt x="26327" y="6699"/>
                  </a:cubicBezTo>
                  <a:lnTo>
                    <a:pt x="26327" y="5330"/>
                  </a:lnTo>
                  <a:cubicBezTo>
                    <a:pt x="26327" y="2344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2" name="Google Shape;3892;p40"/>
            <p:cNvSpPr/>
            <p:nvPr/>
          </p:nvSpPr>
          <p:spPr>
            <a:xfrm>
              <a:off x="848698" y="1767184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4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4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3" name="Google Shape;3893;p40"/>
            <p:cNvSpPr/>
            <p:nvPr/>
          </p:nvSpPr>
          <p:spPr>
            <a:xfrm>
              <a:off x="553048" y="1800405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68"/>
                    <a:pt x="0" y="1493"/>
                  </a:cubicBezTo>
                  <a:cubicBezTo>
                    <a:pt x="0" y="2319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5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7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4" name="Google Shape;3894;p40"/>
            <p:cNvSpPr/>
            <p:nvPr/>
          </p:nvSpPr>
          <p:spPr>
            <a:xfrm>
              <a:off x="848698" y="2201603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5"/>
                    <a:pt x="0" y="7608"/>
                  </a:cubicBezTo>
                  <a:cubicBezTo>
                    <a:pt x="0" y="11808"/>
                    <a:pt x="3404" y="15212"/>
                    <a:pt x="7604" y="15212"/>
                  </a:cubicBezTo>
                  <a:cubicBezTo>
                    <a:pt x="11804" y="15212"/>
                    <a:pt x="15209" y="11808"/>
                    <a:pt x="15209" y="7608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5" name="Google Shape;3895;p40"/>
            <p:cNvSpPr/>
            <p:nvPr/>
          </p:nvSpPr>
          <p:spPr>
            <a:xfrm>
              <a:off x="553048" y="2234824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68"/>
                    <a:pt x="0" y="1494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9"/>
                  </a:lnTo>
                  <a:cubicBezTo>
                    <a:pt x="23340" y="7945"/>
                    <a:pt x="21591" y="9039"/>
                    <a:pt x="19596" y="9039"/>
                  </a:cubicBezTo>
                  <a:lnTo>
                    <a:pt x="1493" y="9039"/>
                  </a:lnTo>
                  <a:cubicBezTo>
                    <a:pt x="671" y="9039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9"/>
                  </a:cubicBezTo>
                  <a:lnTo>
                    <a:pt x="26327" y="5330"/>
                  </a:lnTo>
                  <a:cubicBezTo>
                    <a:pt x="26327" y="2341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6" name="Google Shape;3896;p40"/>
            <p:cNvSpPr/>
            <p:nvPr/>
          </p:nvSpPr>
          <p:spPr>
            <a:xfrm>
              <a:off x="848698" y="2636106"/>
              <a:ext cx="317374" cy="317374"/>
            </a:xfrm>
            <a:custGeom>
              <a:rect b="b" l="l" r="r" t="t"/>
              <a:pathLst>
                <a:path extrusionOk="0" h="15209" w="15209">
                  <a:moveTo>
                    <a:pt x="7604" y="0"/>
                  </a:moveTo>
                  <a:cubicBezTo>
                    <a:pt x="3404" y="0"/>
                    <a:pt x="0" y="3404"/>
                    <a:pt x="0" y="7604"/>
                  </a:cubicBezTo>
                  <a:cubicBezTo>
                    <a:pt x="0" y="11805"/>
                    <a:pt x="3404" y="15209"/>
                    <a:pt x="7604" y="15209"/>
                  </a:cubicBezTo>
                  <a:cubicBezTo>
                    <a:pt x="11804" y="15209"/>
                    <a:pt x="15209" y="11805"/>
                    <a:pt x="15209" y="7604"/>
                  </a:cubicBezTo>
                  <a:cubicBezTo>
                    <a:pt x="15209" y="3404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7" name="Google Shape;3897;p40"/>
            <p:cNvSpPr/>
            <p:nvPr/>
          </p:nvSpPr>
          <p:spPr>
            <a:xfrm>
              <a:off x="553048" y="2669265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71"/>
                    <a:pt x="0" y="1496"/>
                  </a:cubicBezTo>
                  <a:cubicBezTo>
                    <a:pt x="0" y="2322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8"/>
                  </a:lnTo>
                  <a:cubicBezTo>
                    <a:pt x="23340" y="7947"/>
                    <a:pt x="21591" y="9041"/>
                    <a:pt x="19596" y="9041"/>
                  </a:cubicBezTo>
                  <a:lnTo>
                    <a:pt x="1493" y="9041"/>
                  </a:lnTo>
                  <a:cubicBezTo>
                    <a:pt x="671" y="9041"/>
                    <a:pt x="0" y="9709"/>
                    <a:pt x="0" y="10534"/>
                  </a:cubicBezTo>
                  <a:cubicBezTo>
                    <a:pt x="0" y="11360"/>
                    <a:pt x="671" y="12028"/>
                    <a:pt x="1493" y="12028"/>
                  </a:cubicBezTo>
                  <a:lnTo>
                    <a:pt x="19596" y="12028"/>
                  </a:lnTo>
                  <a:cubicBezTo>
                    <a:pt x="23370" y="12028"/>
                    <a:pt x="26327" y="9688"/>
                    <a:pt x="26327" y="6698"/>
                  </a:cubicBezTo>
                  <a:lnTo>
                    <a:pt x="26327" y="5330"/>
                  </a:lnTo>
                  <a:cubicBezTo>
                    <a:pt x="26327" y="2343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8" name="Google Shape;3898;p40"/>
            <p:cNvSpPr/>
            <p:nvPr/>
          </p:nvSpPr>
          <p:spPr>
            <a:xfrm>
              <a:off x="848698" y="3070526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5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9" name="Google Shape;3899;p40"/>
            <p:cNvSpPr/>
            <p:nvPr/>
          </p:nvSpPr>
          <p:spPr>
            <a:xfrm>
              <a:off x="553048" y="3103747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20"/>
                    <a:pt x="671" y="2987"/>
                    <a:pt x="1493" y="2987"/>
                  </a:cubicBezTo>
                  <a:lnTo>
                    <a:pt x="19596" y="2987"/>
                  </a:lnTo>
                  <a:cubicBezTo>
                    <a:pt x="21591" y="2987"/>
                    <a:pt x="23340" y="4081"/>
                    <a:pt x="23340" y="5330"/>
                  </a:cubicBezTo>
                  <a:lnTo>
                    <a:pt x="23340" y="6696"/>
                  </a:lnTo>
                  <a:cubicBezTo>
                    <a:pt x="23340" y="7945"/>
                    <a:pt x="21591" y="9039"/>
                    <a:pt x="19596" y="9039"/>
                  </a:cubicBezTo>
                  <a:lnTo>
                    <a:pt x="1493" y="9039"/>
                  </a:lnTo>
                  <a:cubicBezTo>
                    <a:pt x="671" y="9039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6"/>
                  </a:cubicBezTo>
                  <a:lnTo>
                    <a:pt x="26327" y="5330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0" name="Google Shape;3900;p40"/>
            <p:cNvSpPr/>
            <p:nvPr/>
          </p:nvSpPr>
          <p:spPr>
            <a:xfrm>
              <a:off x="848698" y="3504966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7"/>
                    <a:pt x="0" y="7607"/>
                  </a:cubicBezTo>
                  <a:cubicBezTo>
                    <a:pt x="0" y="11807"/>
                    <a:pt x="3404" y="15212"/>
                    <a:pt x="7604" y="15212"/>
                  </a:cubicBezTo>
                  <a:cubicBezTo>
                    <a:pt x="11804" y="15212"/>
                    <a:pt x="15209" y="11807"/>
                    <a:pt x="15209" y="7607"/>
                  </a:cubicBezTo>
                  <a:cubicBezTo>
                    <a:pt x="15209" y="3407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1" name="Google Shape;3901;p40"/>
            <p:cNvSpPr/>
            <p:nvPr/>
          </p:nvSpPr>
          <p:spPr>
            <a:xfrm>
              <a:off x="553048" y="3538167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72"/>
                    <a:pt x="0" y="1497"/>
                  </a:cubicBezTo>
                  <a:cubicBezTo>
                    <a:pt x="0" y="2320"/>
                    <a:pt x="671" y="2991"/>
                    <a:pt x="1493" y="2991"/>
                  </a:cubicBezTo>
                  <a:lnTo>
                    <a:pt x="19596" y="2991"/>
                  </a:lnTo>
                  <a:cubicBezTo>
                    <a:pt x="21591" y="2991"/>
                    <a:pt x="23340" y="4085"/>
                    <a:pt x="23340" y="5331"/>
                  </a:cubicBezTo>
                  <a:lnTo>
                    <a:pt x="23340" y="6699"/>
                  </a:lnTo>
                  <a:cubicBezTo>
                    <a:pt x="23340" y="7948"/>
                    <a:pt x="21591" y="9042"/>
                    <a:pt x="19596" y="9042"/>
                  </a:cubicBezTo>
                  <a:lnTo>
                    <a:pt x="1493" y="9042"/>
                  </a:lnTo>
                  <a:cubicBezTo>
                    <a:pt x="671" y="9042"/>
                    <a:pt x="0" y="9710"/>
                    <a:pt x="0" y="10535"/>
                  </a:cubicBezTo>
                  <a:cubicBezTo>
                    <a:pt x="0" y="11361"/>
                    <a:pt x="671" y="12029"/>
                    <a:pt x="1493" y="12029"/>
                  </a:cubicBezTo>
                  <a:lnTo>
                    <a:pt x="19596" y="12029"/>
                  </a:lnTo>
                  <a:cubicBezTo>
                    <a:pt x="23370" y="12029"/>
                    <a:pt x="26327" y="9689"/>
                    <a:pt x="26327" y="6699"/>
                  </a:cubicBezTo>
                  <a:lnTo>
                    <a:pt x="26327" y="5331"/>
                  </a:lnTo>
                  <a:cubicBezTo>
                    <a:pt x="26327" y="2344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2" name="Google Shape;3902;p40"/>
            <p:cNvSpPr/>
            <p:nvPr/>
          </p:nvSpPr>
          <p:spPr>
            <a:xfrm>
              <a:off x="848698" y="3939449"/>
              <a:ext cx="317374" cy="317395"/>
            </a:xfrm>
            <a:custGeom>
              <a:rect b="b" l="l" r="r" t="t"/>
              <a:pathLst>
                <a:path extrusionOk="0" h="15210" w="15209">
                  <a:moveTo>
                    <a:pt x="7604" y="1"/>
                  </a:moveTo>
                  <a:cubicBezTo>
                    <a:pt x="3404" y="1"/>
                    <a:pt x="0" y="3405"/>
                    <a:pt x="0" y="7605"/>
                  </a:cubicBezTo>
                  <a:cubicBezTo>
                    <a:pt x="0" y="11805"/>
                    <a:pt x="3404" y="15209"/>
                    <a:pt x="7604" y="15209"/>
                  </a:cubicBezTo>
                  <a:cubicBezTo>
                    <a:pt x="11804" y="15209"/>
                    <a:pt x="15209" y="11805"/>
                    <a:pt x="15209" y="7605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3" name="Google Shape;3903;p40"/>
            <p:cNvSpPr/>
            <p:nvPr/>
          </p:nvSpPr>
          <p:spPr>
            <a:xfrm>
              <a:off x="553048" y="3972670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5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904" name="Google Shape;3904;p40"/>
          <p:cNvSpPr txBox="1"/>
          <p:nvPr>
            <p:ph type="title"/>
          </p:nvPr>
        </p:nvSpPr>
        <p:spPr>
          <a:xfrm>
            <a:off x="1747800" y="1924800"/>
            <a:ext cx="5648400" cy="12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905" name="Google Shape;3905;p40"/>
          <p:cNvSpPr/>
          <p:nvPr/>
        </p:nvSpPr>
        <p:spPr>
          <a:xfrm>
            <a:off x="8428900" y="1041975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0"/>
                </a:moveTo>
                <a:lnTo>
                  <a:pt x="0" y="25897"/>
                </a:lnTo>
                <a:cubicBezTo>
                  <a:pt x="3176" y="25897"/>
                  <a:pt x="5749" y="23323"/>
                  <a:pt x="5749" y="20147"/>
                </a:cubicBezTo>
                <a:lnTo>
                  <a:pt x="5749" y="5752"/>
                </a:lnTo>
                <a:cubicBezTo>
                  <a:pt x="5749" y="2576"/>
                  <a:pt x="3176" y="0"/>
                  <a:pt x="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6" name="Google Shape;3906;p40"/>
          <p:cNvSpPr/>
          <p:nvPr/>
        </p:nvSpPr>
        <p:spPr>
          <a:xfrm>
            <a:off x="8428900" y="2620900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0"/>
                </a:moveTo>
                <a:lnTo>
                  <a:pt x="0" y="25897"/>
                </a:lnTo>
                <a:cubicBezTo>
                  <a:pt x="3176" y="25897"/>
                  <a:pt x="5749" y="23323"/>
                  <a:pt x="5749" y="20148"/>
                </a:cubicBezTo>
                <a:lnTo>
                  <a:pt x="5749" y="5752"/>
                </a:lnTo>
                <a:cubicBezTo>
                  <a:pt x="5749" y="2577"/>
                  <a:pt x="3176" y="0"/>
                  <a:pt x="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7" name="Google Shape;3907;p40"/>
          <p:cNvSpPr/>
          <p:nvPr/>
        </p:nvSpPr>
        <p:spPr>
          <a:xfrm>
            <a:off x="8428900" y="1811900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0"/>
                </a:moveTo>
                <a:lnTo>
                  <a:pt x="0" y="25897"/>
                </a:lnTo>
                <a:cubicBezTo>
                  <a:pt x="3176" y="25897"/>
                  <a:pt x="5749" y="23320"/>
                  <a:pt x="5749" y="20147"/>
                </a:cubicBezTo>
                <a:lnTo>
                  <a:pt x="5749" y="5749"/>
                </a:lnTo>
                <a:cubicBezTo>
                  <a:pt x="5749" y="2574"/>
                  <a:pt x="3176" y="0"/>
                  <a:pt x="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8" name="Google Shape;3908;p40"/>
          <p:cNvSpPr/>
          <p:nvPr/>
        </p:nvSpPr>
        <p:spPr>
          <a:xfrm>
            <a:off x="8428900" y="3454000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1"/>
                </a:moveTo>
                <a:lnTo>
                  <a:pt x="0" y="25897"/>
                </a:lnTo>
                <a:cubicBezTo>
                  <a:pt x="3176" y="25897"/>
                  <a:pt x="5749" y="23323"/>
                  <a:pt x="5749" y="20148"/>
                </a:cubicBezTo>
                <a:lnTo>
                  <a:pt x="5749" y="5752"/>
                </a:lnTo>
                <a:cubicBezTo>
                  <a:pt x="5749" y="2577"/>
                  <a:pt x="3176" y="1"/>
                  <a:pt x="0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9" name="Google Shape;3909;p40"/>
          <p:cNvSpPr/>
          <p:nvPr/>
        </p:nvSpPr>
        <p:spPr>
          <a:xfrm rot="-900008">
            <a:off x="1818499" y="4153738"/>
            <a:ext cx="585793" cy="623413"/>
          </a:xfrm>
          <a:custGeom>
            <a:rect b="b" l="l" r="r" t="t"/>
            <a:pathLst>
              <a:path extrusionOk="0" h="29017" w="27269">
                <a:moveTo>
                  <a:pt x="22507" y="0"/>
                </a:moveTo>
                <a:cubicBezTo>
                  <a:pt x="21719" y="0"/>
                  <a:pt x="20932" y="201"/>
                  <a:pt x="20248" y="603"/>
                </a:cubicBezTo>
                <a:cubicBezTo>
                  <a:pt x="20101" y="684"/>
                  <a:pt x="19960" y="774"/>
                  <a:pt x="19827" y="877"/>
                </a:cubicBezTo>
                <a:cubicBezTo>
                  <a:pt x="19689" y="973"/>
                  <a:pt x="19562" y="1080"/>
                  <a:pt x="19439" y="1195"/>
                </a:cubicBezTo>
                <a:cubicBezTo>
                  <a:pt x="19306" y="1313"/>
                  <a:pt x="19214" y="1408"/>
                  <a:pt x="19117" y="1505"/>
                </a:cubicBezTo>
                <a:lnTo>
                  <a:pt x="18821" y="1800"/>
                </a:lnTo>
                <a:lnTo>
                  <a:pt x="17642" y="2975"/>
                </a:lnTo>
                <a:lnTo>
                  <a:pt x="8210" y="12373"/>
                </a:lnTo>
                <a:lnTo>
                  <a:pt x="3494" y="17071"/>
                </a:lnTo>
                <a:lnTo>
                  <a:pt x="2315" y="18246"/>
                </a:lnTo>
                <a:lnTo>
                  <a:pt x="1721" y="18842"/>
                </a:lnTo>
                <a:cubicBezTo>
                  <a:pt x="1504" y="19073"/>
                  <a:pt x="1291" y="19311"/>
                  <a:pt x="1110" y="19576"/>
                </a:cubicBezTo>
                <a:cubicBezTo>
                  <a:pt x="744" y="20099"/>
                  <a:pt x="454" y="20675"/>
                  <a:pt x="267" y="21287"/>
                </a:cubicBezTo>
                <a:cubicBezTo>
                  <a:pt x="86" y="21900"/>
                  <a:pt x="1" y="22538"/>
                  <a:pt x="13" y="23174"/>
                </a:cubicBezTo>
                <a:cubicBezTo>
                  <a:pt x="35" y="24451"/>
                  <a:pt x="496" y="25713"/>
                  <a:pt x="1281" y="26719"/>
                </a:cubicBezTo>
                <a:cubicBezTo>
                  <a:pt x="1679" y="27216"/>
                  <a:pt x="2146" y="27657"/>
                  <a:pt x="2675" y="28015"/>
                </a:cubicBezTo>
                <a:cubicBezTo>
                  <a:pt x="3210" y="28365"/>
                  <a:pt x="3798" y="28634"/>
                  <a:pt x="4413" y="28805"/>
                </a:cubicBezTo>
                <a:cubicBezTo>
                  <a:pt x="4924" y="28947"/>
                  <a:pt x="5453" y="29016"/>
                  <a:pt x="5983" y="29016"/>
                </a:cubicBezTo>
                <a:cubicBezTo>
                  <a:pt x="6728" y="29016"/>
                  <a:pt x="7474" y="28878"/>
                  <a:pt x="8170" y="28610"/>
                </a:cubicBezTo>
                <a:cubicBezTo>
                  <a:pt x="8765" y="28375"/>
                  <a:pt x="9319" y="28045"/>
                  <a:pt x="9814" y="27642"/>
                </a:cubicBezTo>
                <a:lnTo>
                  <a:pt x="10170" y="27323"/>
                </a:lnTo>
                <a:cubicBezTo>
                  <a:pt x="10285" y="27216"/>
                  <a:pt x="10371" y="27125"/>
                  <a:pt x="10472" y="27025"/>
                </a:cubicBezTo>
                <a:lnTo>
                  <a:pt x="11063" y="26437"/>
                </a:lnTo>
                <a:lnTo>
                  <a:pt x="20495" y="17039"/>
                </a:lnTo>
                <a:cubicBezTo>
                  <a:pt x="21385" y="16152"/>
                  <a:pt x="21860" y="15184"/>
                  <a:pt x="21554" y="14878"/>
                </a:cubicBezTo>
                <a:cubicBezTo>
                  <a:pt x="21491" y="14814"/>
                  <a:pt x="21400" y="14784"/>
                  <a:pt x="21287" y="14784"/>
                </a:cubicBezTo>
                <a:cubicBezTo>
                  <a:pt x="20852" y="14784"/>
                  <a:pt x="20096" y="15227"/>
                  <a:pt x="19389" y="15931"/>
                </a:cubicBezTo>
                <a:lnTo>
                  <a:pt x="9957" y="25329"/>
                </a:lnTo>
                <a:lnTo>
                  <a:pt x="9369" y="25916"/>
                </a:lnTo>
                <a:cubicBezTo>
                  <a:pt x="9272" y="26009"/>
                  <a:pt x="9166" y="26121"/>
                  <a:pt x="9079" y="26200"/>
                </a:cubicBezTo>
                <a:lnTo>
                  <a:pt x="8814" y="26439"/>
                </a:lnTo>
                <a:cubicBezTo>
                  <a:pt x="8448" y="26735"/>
                  <a:pt x="8041" y="26978"/>
                  <a:pt x="7603" y="27152"/>
                </a:cubicBezTo>
                <a:cubicBezTo>
                  <a:pt x="7090" y="27349"/>
                  <a:pt x="6538" y="27451"/>
                  <a:pt x="5987" y="27451"/>
                </a:cubicBezTo>
                <a:cubicBezTo>
                  <a:pt x="5595" y="27451"/>
                  <a:pt x="5204" y="27399"/>
                  <a:pt x="4826" y="27294"/>
                </a:cubicBezTo>
                <a:cubicBezTo>
                  <a:pt x="4373" y="27166"/>
                  <a:pt x="3939" y="26970"/>
                  <a:pt x="3544" y="26715"/>
                </a:cubicBezTo>
                <a:cubicBezTo>
                  <a:pt x="3154" y="26449"/>
                  <a:pt x="2808" y="26121"/>
                  <a:pt x="2512" y="25753"/>
                </a:cubicBezTo>
                <a:cubicBezTo>
                  <a:pt x="1935" y="25011"/>
                  <a:pt x="1591" y="24083"/>
                  <a:pt x="1577" y="23138"/>
                </a:cubicBezTo>
                <a:cubicBezTo>
                  <a:pt x="1570" y="22667"/>
                  <a:pt x="1633" y="22194"/>
                  <a:pt x="1764" y="21743"/>
                </a:cubicBezTo>
                <a:cubicBezTo>
                  <a:pt x="1902" y="21291"/>
                  <a:pt x="2118" y="20866"/>
                  <a:pt x="2387" y="20480"/>
                </a:cubicBezTo>
                <a:cubicBezTo>
                  <a:pt x="2520" y="20285"/>
                  <a:pt x="2677" y="20110"/>
                  <a:pt x="2838" y="19937"/>
                </a:cubicBezTo>
                <a:lnTo>
                  <a:pt x="3418" y="19355"/>
                </a:lnTo>
                <a:lnTo>
                  <a:pt x="4597" y="18180"/>
                </a:lnTo>
                <a:lnTo>
                  <a:pt x="9313" y="13480"/>
                </a:lnTo>
                <a:lnTo>
                  <a:pt x="18747" y="4082"/>
                </a:lnTo>
                <a:lnTo>
                  <a:pt x="19926" y="2907"/>
                </a:lnTo>
                <a:lnTo>
                  <a:pt x="20220" y="2615"/>
                </a:lnTo>
                <a:cubicBezTo>
                  <a:pt x="20318" y="2515"/>
                  <a:pt x="20421" y="2412"/>
                  <a:pt x="20497" y="2348"/>
                </a:cubicBezTo>
                <a:cubicBezTo>
                  <a:pt x="20576" y="2273"/>
                  <a:pt x="20660" y="2201"/>
                  <a:pt x="20751" y="2140"/>
                </a:cubicBezTo>
                <a:cubicBezTo>
                  <a:pt x="20836" y="2070"/>
                  <a:pt x="20930" y="2014"/>
                  <a:pt x="21027" y="1961"/>
                </a:cubicBezTo>
                <a:cubicBezTo>
                  <a:pt x="21473" y="1696"/>
                  <a:pt x="21990" y="1565"/>
                  <a:pt x="22507" y="1565"/>
                </a:cubicBezTo>
                <a:cubicBezTo>
                  <a:pt x="22870" y="1565"/>
                  <a:pt x="23232" y="1629"/>
                  <a:pt x="23570" y="1758"/>
                </a:cubicBezTo>
                <a:cubicBezTo>
                  <a:pt x="24397" y="2056"/>
                  <a:pt x="25065" y="2764"/>
                  <a:pt x="25342" y="3593"/>
                </a:cubicBezTo>
                <a:cubicBezTo>
                  <a:pt x="25634" y="4424"/>
                  <a:pt x="25517" y="5384"/>
                  <a:pt x="25051" y="6128"/>
                </a:cubicBezTo>
                <a:cubicBezTo>
                  <a:pt x="24938" y="6315"/>
                  <a:pt x="24797" y="6486"/>
                  <a:pt x="24646" y="6647"/>
                </a:cubicBezTo>
                <a:lnTo>
                  <a:pt x="24063" y="7229"/>
                </a:lnTo>
                <a:lnTo>
                  <a:pt x="22884" y="8404"/>
                </a:lnTo>
                <a:lnTo>
                  <a:pt x="20526" y="10752"/>
                </a:lnTo>
                <a:lnTo>
                  <a:pt x="15811" y="15452"/>
                </a:lnTo>
                <a:lnTo>
                  <a:pt x="11095" y="20150"/>
                </a:lnTo>
                <a:lnTo>
                  <a:pt x="10506" y="20739"/>
                </a:lnTo>
                <a:cubicBezTo>
                  <a:pt x="10283" y="20961"/>
                  <a:pt x="10170" y="21073"/>
                  <a:pt x="10011" y="21174"/>
                </a:cubicBezTo>
                <a:cubicBezTo>
                  <a:pt x="9754" y="21340"/>
                  <a:pt x="9447" y="21423"/>
                  <a:pt x="9141" y="21423"/>
                </a:cubicBezTo>
                <a:cubicBezTo>
                  <a:pt x="9072" y="21423"/>
                  <a:pt x="9004" y="21419"/>
                  <a:pt x="8936" y="21411"/>
                </a:cubicBezTo>
                <a:cubicBezTo>
                  <a:pt x="8184" y="21331"/>
                  <a:pt x="7552" y="20653"/>
                  <a:pt x="7524" y="19898"/>
                </a:cubicBezTo>
                <a:cubicBezTo>
                  <a:pt x="7500" y="19524"/>
                  <a:pt x="7607" y="19142"/>
                  <a:pt x="7834" y="18846"/>
                </a:cubicBezTo>
                <a:cubicBezTo>
                  <a:pt x="7858" y="18806"/>
                  <a:pt x="7890" y="18770"/>
                  <a:pt x="7922" y="18737"/>
                </a:cubicBezTo>
                <a:cubicBezTo>
                  <a:pt x="7951" y="18701"/>
                  <a:pt x="7979" y="18667"/>
                  <a:pt x="8035" y="18611"/>
                </a:cubicBezTo>
                <a:lnTo>
                  <a:pt x="8325" y="18313"/>
                </a:lnTo>
                <a:lnTo>
                  <a:pt x="8906" y="17717"/>
                </a:lnTo>
                <a:lnTo>
                  <a:pt x="11224" y="15333"/>
                </a:lnTo>
                <a:lnTo>
                  <a:pt x="15864" y="10561"/>
                </a:lnTo>
                <a:cubicBezTo>
                  <a:pt x="16739" y="9661"/>
                  <a:pt x="17200" y="8685"/>
                  <a:pt x="16894" y="8380"/>
                </a:cubicBezTo>
                <a:cubicBezTo>
                  <a:pt x="16832" y="8319"/>
                  <a:pt x="16743" y="8290"/>
                  <a:pt x="16633" y="8290"/>
                </a:cubicBezTo>
                <a:cubicBezTo>
                  <a:pt x="16201" y="8290"/>
                  <a:pt x="15448" y="8744"/>
                  <a:pt x="14749" y="9464"/>
                </a:cubicBezTo>
                <a:lnTo>
                  <a:pt x="10105" y="14239"/>
                </a:lnTo>
                <a:lnTo>
                  <a:pt x="7784" y="16627"/>
                </a:lnTo>
                <a:lnTo>
                  <a:pt x="7204" y="17224"/>
                </a:lnTo>
                <a:lnTo>
                  <a:pt x="6914" y="17522"/>
                </a:lnTo>
                <a:cubicBezTo>
                  <a:pt x="6870" y="17566"/>
                  <a:pt x="6806" y="17635"/>
                  <a:pt x="6745" y="17705"/>
                </a:cubicBezTo>
                <a:cubicBezTo>
                  <a:pt x="6685" y="17774"/>
                  <a:pt x="6625" y="17844"/>
                  <a:pt x="6574" y="17920"/>
                </a:cubicBezTo>
                <a:cubicBezTo>
                  <a:pt x="6130" y="18510"/>
                  <a:pt x="5916" y="19262"/>
                  <a:pt x="5963" y="19993"/>
                </a:cubicBezTo>
                <a:cubicBezTo>
                  <a:pt x="6005" y="20725"/>
                  <a:pt x="6307" y="21448"/>
                  <a:pt x="6816" y="21979"/>
                </a:cubicBezTo>
                <a:cubicBezTo>
                  <a:pt x="7313" y="22514"/>
                  <a:pt x="8009" y="22878"/>
                  <a:pt x="8739" y="22963"/>
                </a:cubicBezTo>
                <a:cubicBezTo>
                  <a:pt x="8873" y="22981"/>
                  <a:pt x="9009" y="22989"/>
                  <a:pt x="9144" y="22989"/>
                </a:cubicBezTo>
                <a:cubicBezTo>
                  <a:pt x="9743" y="22989"/>
                  <a:pt x="10342" y="22822"/>
                  <a:pt x="10848" y="22496"/>
                </a:cubicBezTo>
                <a:cubicBezTo>
                  <a:pt x="11003" y="22395"/>
                  <a:pt x="11152" y="22287"/>
                  <a:pt x="11286" y="22162"/>
                </a:cubicBezTo>
                <a:cubicBezTo>
                  <a:pt x="11439" y="22025"/>
                  <a:pt x="11502" y="21951"/>
                  <a:pt x="11612" y="21848"/>
                </a:cubicBezTo>
                <a:lnTo>
                  <a:pt x="12200" y="21260"/>
                </a:lnTo>
                <a:lnTo>
                  <a:pt x="16916" y="16562"/>
                </a:lnTo>
                <a:lnTo>
                  <a:pt x="21632" y="11862"/>
                </a:lnTo>
                <a:lnTo>
                  <a:pt x="23990" y="9514"/>
                </a:lnTo>
                <a:lnTo>
                  <a:pt x="25169" y="8339"/>
                </a:lnTo>
                <a:lnTo>
                  <a:pt x="25763" y="7742"/>
                </a:lnTo>
                <a:cubicBezTo>
                  <a:pt x="25994" y="7502"/>
                  <a:pt x="26206" y="7241"/>
                  <a:pt x="26381" y="6955"/>
                </a:cubicBezTo>
                <a:cubicBezTo>
                  <a:pt x="27093" y="5816"/>
                  <a:pt x="27268" y="4360"/>
                  <a:pt x="26825" y="3092"/>
                </a:cubicBezTo>
                <a:cubicBezTo>
                  <a:pt x="26397" y="1820"/>
                  <a:pt x="25389" y="758"/>
                  <a:pt x="24125" y="295"/>
                </a:cubicBezTo>
                <a:cubicBezTo>
                  <a:pt x="23609" y="98"/>
                  <a:pt x="23058" y="0"/>
                  <a:pt x="2250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910" name="Google Shape;3910;p40"/>
          <p:cNvGrpSpPr/>
          <p:nvPr/>
        </p:nvGrpSpPr>
        <p:grpSpPr>
          <a:xfrm>
            <a:off x="6340450" y="4088531"/>
            <a:ext cx="1055760" cy="753780"/>
            <a:chOff x="3308425" y="649500"/>
            <a:chExt cx="947975" cy="676825"/>
          </a:xfrm>
        </p:grpSpPr>
        <p:sp>
          <p:nvSpPr>
            <p:cNvPr id="3911" name="Google Shape;3911;p40"/>
            <p:cNvSpPr/>
            <p:nvPr/>
          </p:nvSpPr>
          <p:spPr>
            <a:xfrm>
              <a:off x="3308425" y="649500"/>
              <a:ext cx="947975" cy="676275"/>
            </a:xfrm>
            <a:custGeom>
              <a:rect b="b" l="l" r="r" t="t"/>
              <a:pathLst>
                <a:path extrusionOk="0" h="27051" w="37919">
                  <a:moveTo>
                    <a:pt x="12816" y="19976"/>
                  </a:moveTo>
                  <a:cubicBezTo>
                    <a:pt x="12818" y="19976"/>
                    <a:pt x="12821" y="19976"/>
                    <a:pt x="12824" y="19976"/>
                  </a:cubicBezTo>
                  <a:lnTo>
                    <a:pt x="12824" y="19976"/>
                  </a:lnTo>
                  <a:cubicBezTo>
                    <a:pt x="12815" y="19979"/>
                    <a:pt x="12808" y="19979"/>
                    <a:pt x="12804" y="19979"/>
                  </a:cubicBezTo>
                  <a:cubicBezTo>
                    <a:pt x="12796" y="19979"/>
                    <a:pt x="12800" y="19976"/>
                    <a:pt x="12816" y="19976"/>
                  </a:cubicBezTo>
                  <a:close/>
                  <a:moveTo>
                    <a:pt x="23205" y="24113"/>
                  </a:moveTo>
                  <a:cubicBezTo>
                    <a:pt x="23209" y="24113"/>
                    <a:pt x="23211" y="24115"/>
                    <a:pt x="23210" y="24120"/>
                  </a:cubicBezTo>
                  <a:cubicBezTo>
                    <a:pt x="23210" y="24121"/>
                    <a:pt x="23207" y="24122"/>
                    <a:pt x="23199" y="24122"/>
                  </a:cubicBezTo>
                  <a:cubicBezTo>
                    <a:pt x="23195" y="24122"/>
                    <a:pt x="23190" y="24121"/>
                    <a:pt x="23183" y="24121"/>
                  </a:cubicBezTo>
                  <a:lnTo>
                    <a:pt x="23183" y="24121"/>
                  </a:lnTo>
                  <a:cubicBezTo>
                    <a:pt x="23192" y="24116"/>
                    <a:pt x="23200" y="24113"/>
                    <a:pt x="23205" y="24113"/>
                  </a:cubicBezTo>
                  <a:close/>
                  <a:moveTo>
                    <a:pt x="36242" y="1377"/>
                  </a:moveTo>
                  <a:cubicBezTo>
                    <a:pt x="35424" y="2822"/>
                    <a:pt x="34606" y="4266"/>
                    <a:pt x="33786" y="5709"/>
                  </a:cubicBezTo>
                  <a:cubicBezTo>
                    <a:pt x="31759" y="9274"/>
                    <a:pt x="29728" y="12836"/>
                    <a:pt x="27681" y="16390"/>
                  </a:cubicBezTo>
                  <a:cubicBezTo>
                    <a:pt x="26227" y="18914"/>
                    <a:pt x="24824" y="21495"/>
                    <a:pt x="23229" y="23934"/>
                  </a:cubicBezTo>
                  <a:cubicBezTo>
                    <a:pt x="23191" y="23992"/>
                    <a:pt x="23148" y="24050"/>
                    <a:pt x="23106" y="24108"/>
                  </a:cubicBezTo>
                  <a:lnTo>
                    <a:pt x="23106" y="24108"/>
                  </a:lnTo>
                  <a:cubicBezTo>
                    <a:pt x="23088" y="24104"/>
                    <a:pt x="23067" y="24099"/>
                    <a:pt x="23044" y="24092"/>
                  </a:cubicBezTo>
                  <a:cubicBezTo>
                    <a:pt x="22905" y="24054"/>
                    <a:pt x="22768" y="24012"/>
                    <a:pt x="22633" y="23962"/>
                  </a:cubicBezTo>
                  <a:cubicBezTo>
                    <a:pt x="22302" y="23842"/>
                    <a:pt x="21982" y="23692"/>
                    <a:pt x="21664" y="23540"/>
                  </a:cubicBezTo>
                  <a:cubicBezTo>
                    <a:pt x="19793" y="22645"/>
                    <a:pt x="18001" y="21587"/>
                    <a:pt x="16189" y="20578"/>
                  </a:cubicBezTo>
                  <a:cubicBezTo>
                    <a:pt x="15443" y="20163"/>
                    <a:pt x="14697" y="19740"/>
                    <a:pt x="13928" y="19365"/>
                  </a:cubicBezTo>
                  <a:cubicBezTo>
                    <a:pt x="13607" y="19207"/>
                    <a:pt x="13229" y="18985"/>
                    <a:pt x="12857" y="18985"/>
                  </a:cubicBezTo>
                  <a:cubicBezTo>
                    <a:pt x="12737" y="18985"/>
                    <a:pt x="12617" y="19009"/>
                    <a:pt x="12500" y="19066"/>
                  </a:cubicBezTo>
                  <a:cubicBezTo>
                    <a:pt x="12209" y="19207"/>
                    <a:pt x="11959" y="19472"/>
                    <a:pt x="11729" y="19693"/>
                  </a:cubicBezTo>
                  <a:cubicBezTo>
                    <a:pt x="11318" y="20094"/>
                    <a:pt x="10928" y="20513"/>
                    <a:pt x="10534" y="20928"/>
                  </a:cubicBezTo>
                  <a:cubicBezTo>
                    <a:pt x="9428" y="22101"/>
                    <a:pt x="8325" y="23277"/>
                    <a:pt x="7166" y="24400"/>
                  </a:cubicBezTo>
                  <a:cubicBezTo>
                    <a:pt x="6929" y="24629"/>
                    <a:pt x="6690" y="24856"/>
                    <a:pt x="6448" y="25080"/>
                  </a:cubicBezTo>
                  <a:lnTo>
                    <a:pt x="6448" y="25080"/>
                  </a:lnTo>
                  <a:cubicBezTo>
                    <a:pt x="7055" y="22855"/>
                    <a:pt x="7613" y="20617"/>
                    <a:pt x="8177" y="18381"/>
                  </a:cubicBezTo>
                  <a:cubicBezTo>
                    <a:pt x="8331" y="17766"/>
                    <a:pt x="8727" y="16974"/>
                    <a:pt x="8278" y="16415"/>
                  </a:cubicBezTo>
                  <a:cubicBezTo>
                    <a:pt x="7575" y="15537"/>
                    <a:pt x="6292" y="15010"/>
                    <a:pt x="5320" y="14501"/>
                  </a:cubicBezTo>
                  <a:cubicBezTo>
                    <a:pt x="4122" y="13870"/>
                    <a:pt x="2890" y="13287"/>
                    <a:pt x="1708" y="12620"/>
                  </a:cubicBezTo>
                  <a:lnTo>
                    <a:pt x="1708" y="12620"/>
                  </a:lnTo>
                  <a:cubicBezTo>
                    <a:pt x="6998" y="10932"/>
                    <a:pt x="12278" y="9210"/>
                    <a:pt x="17556" y="7490"/>
                  </a:cubicBezTo>
                  <a:cubicBezTo>
                    <a:pt x="23048" y="5699"/>
                    <a:pt x="28536" y="3904"/>
                    <a:pt x="34026" y="2105"/>
                  </a:cubicBezTo>
                  <a:cubicBezTo>
                    <a:pt x="34765" y="1863"/>
                    <a:pt x="35503" y="1620"/>
                    <a:pt x="36242" y="1377"/>
                  </a:cubicBezTo>
                  <a:close/>
                  <a:moveTo>
                    <a:pt x="37319" y="0"/>
                  </a:moveTo>
                  <a:cubicBezTo>
                    <a:pt x="37273" y="0"/>
                    <a:pt x="37225" y="7"/>
                    <a:pt x="37176" y="23"/>
                  </a:cubicBezTo>
                  <a:cubicBezTo>
                    <a:pt x="33967" y="1077"/>
                    <a:pt x="30757" y="2128"/>
                    <a:pt x="27546" y="3179"/>
                  </a:cubicBezTo>
                  <a:cubicBezTo>
                    <a:pt x="21382" y="5195"/>
                    <a:pt x="15218" y="7209"/>
                    <a:pt x="9047" y="9209"/>
                  </a:cubicBezTo>
                  <a:cubicBezTo>
                    <a:pt x="6184" y="10137"/>
                    <a:pt x="3319" y="11064"/>
                    <a:pt x="452" y="11976"/>
                  </a:cubicBezTo>
                  <a:lnTo>
                    <a:pt x="452" y="11976"/>
                  </a:lnTo>
                  <a:cubicBezTo>
                    <a:pt x="371" y="11985"/>
                    <a:pt x="297" y="12018"/>
                    <a:pt x="233" y="12067"/>
                  </a:cubicBezTo>
                  <a:lnTo>
                    <a:pt x="233" y="12067"/>
                  </a:lnTo>
                  <a:cubicBezTo>
                    <a:pt x="111" y="12148"/>
                    <a:pt x="46" y="12272"/>
                    <a:pt x="28" y="12402"/>
                  </a:cubicBezTo>
                  <a:lnTo>
                    <a:pt x="28" y="12402"/>
                  </a:lnTo>
                  <a:cubicBezTo>
                    <a:pt x="0" y="12540"/>
                    <a:pt x="26" y="12688"/>
                    <a:pt x="128" y="12807"/>
                  </a:cubicBezTo>
                  <a:lnTo>
                    <a:pt x="128" y="12807"/>
                  </a:lnTo>
                  <a:cubicBezTo>
                    <a:pt x="180" y="12878"/>
                    <a:pt x="249" y="12934"/>
                    <a:pt x="332" y="12964"/>
                  </a:cubicBezTo>
                  <a:lnTo>
                    <a:pt x="332" y="12964"/>
                  </a:lnTo>
                  <a:cubicBezTo>
                    <a:pt x="1532" y="13711"/>
                    <a:pt x="2813" y="14326"/>
                    <a:pt x="4069" y="14970"/>
                  </a:cubicBezTo>
                  <a:cubicBezTo>
                    <a:pt x="5152" y="15529"/>
                    <a:pt x="6416" y="16055"/>
                    <a:pt x="7339" y="16873"/>
                  </a:cubicBezTo>
                  <a:cubicBezTo>
                    <a:pt x="7383" y="16913"/>
                    <a:pt x="7435" y="16989"/>
                    <a:pt x="7487" y="17027"/>
                  </a:cubicBezTo>
                  <a:lnTo>
                    <a:pt x="7487" y="17027"/>
                  </a:lnTo>
                  <a:cubicBezTo>
                    <a:pt x="7393" y="17359"/>
                    <a:pt x="7319" y="17699"/>
                    <a:pt x="7235" y="18033"/>
                  </a:cubicBezTo>
                  <a:cubicBezTo>
                    <a:pt x="6913" y="19321"/>
                    <a:pt x="6584" y="20606"/>
                    <a:pt x="6254" y="21891"/>
                  </a:cubicBezTo>
                  <a:cubicBezTo>
                    <a:pt x="5860" y="23410"/>
                    <a:pt x="5464" y="24931"/>
                    <a:pt x="5034" y="26439"/>
                  </a:cubicBezTo>
                  <a:cubicBezTo>
                    <a:pt x="4930" y="26803"/>
                    <a:pt x="5214" y="27050"/>
                    <a:pt x="5517" y="27050"/>
                  </a:cubicBezTo>
                  <a:cubicBezTo>
                    <a:pt x="5639" y="27050"/>
                    <a:pt x="5763" y="27011"/>
                    <a:pt x="5866" y="26924"/>
                  </a:cubicBezTo>
                  <a:cubicBezTo>
                    <a:pt x="8247" y="24910"/>
                    <a:pt x="10227" y="22525"/>
                    <a:pt x="12464" y="20370"/>
                  </a:cubicBezTo>
                  <a:cubicBezTo>
                    <a:pt x="12589" y="20250"/>
                    <a:pt x="12713" y="20123"/>
                    <a:pt x="12852" y="20018"/>
                  </a:cubicBezTo>
                  <a:cubicBezTo>
                    <a:pt x="12863" y="20009"/>
                    <a:pt x="12877" y="19999"/>
                    <a:pt x="12890" y="19990"/>
                  </a:cubicBezTo>
                  <a:lnTo>
                    <a:pt x="12890" y="19990"/>
                  </a:lnTo>
                  <a:cubicBezTo>
                    <a:pt x="12900" y="19993"/>
                    <a:pt x="12910" y="19997"/>
                    <a:pt x="12921" y="20001"/>
                  </a:cubicBezTo>
                  <a:cubicBezTo>
                    <a:pt x="13088" y="20068"/>
                    <a:pt x="13031" y="20039"/>
                    <a:pt x="13176" y="20106"/>
                  </a:cubicBezTo>
                  <a:cubicBezTo>
                    <a:pt x="13893" y="20437"/>
                    <a:pt x="14584" y="20827"/>
                    <a:pt x="15275" y="21210"/>
                  </a:cubicBezTo>
                  <a:cubicBezTo>
                    <a:pt x="17105" y="22224"/>
                    <a:pt x="18913" y="23285"/>
                    <a:pt x="20786" y="24217"/>
                  </a:cubicBezTo>
                  <a:cubicBezTo>
                    <a:pt x="21424" y="24535"/>
                    <a:pt x="22098" y="24897"/>
                    <a:pt x="22800" y="25057"/>
                  </a:cubicBezTo>
                  <a:cubicBezTo>
                    <a:pt x="22930" y="25087"/>
                    <a:pt x="23053" y="25105"/>
                    <a:pt x="23169" y="25105"/>
                  </a:cubicBezTo>
                  <a:cubicBezTo>
                    <a:pt x="23448" y="25105"/>
                    <a:pt x="23685" y="25004"/>
                    <a:pt x="23880" y="24741"/>
                  </a:cubicBezTo>
                  <a:cubicBezTo>
                    <a:pt x="24388" y="24059"/>
                    <a:pt x="24801" y="23292"/>
                    <a:pt x="25237" y="22563"/>
                  </a:cubicBezTo>
                  <a:cubicBezTo>
                    <a:pt x="26092" y="21124"/>
                    <a:pt x="26933" y="19677"/>
                    <a:pt x="27771" y="18227"/>
                  </a:cubicBezTo>
                  <a:cubicBezTo>
                    <a:pt x="29844" y="14642"/>
                    <a:pt x="31898" y="11043"/>
                    <a:pt x="33946" y="7443"/>
                  </a:cubicBezTo>
                  <a:cubicBezTo>
                    <a:pt x="35191" y="5254"/>
                    <a:pt x="36493" y="3084"/>
                    <a:pt x="37679" y="860"/>
                  </a:cubicBezTo>
                  <a:cubicBezTo>
                    <a:pt x="37698" y="826"/>
                    <a:pt x="37717" y="790"/>
                    <a:pt x="37738" y="754"/>
                  </a:cubicBezTo>
                  <a:cubicBezTo>
                    <a:pt x="37919" y="436"/>
                    <a:pt x="37673" y="0"/>
                    <a:pt x="373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2" name="Google Shape;3912;p40"/>
            <p:cNvSpPr/>
            <p:nvPr/>
          </p:nvSpPr>
          <p:spPr>
            <a:xfrm>
              <a:off x="3492300" y="863350"/>
              <a:ext cx="474450" cy="278325"/>
            </a:xfrm>
            <a:custGeom>
              <a:rect b="b" l="l" r="r" t="t"/>
              <a:pathLst>
                <a:path extrusionOk="0" h="11133" w="18978">
                  <a:moveTo>
                    <a:pt x="18335" y="1"/>
                  </a:moveTo>
                  <a:cubicBezTo>
                    <a:pt x="18285" y="1"/>
                    <a:pt x="18233" y="10"/>
                    <a:pt x="18179" y="31"/>
                  </a:cubicBezTo>
                  <a:cubicBezTo>
                    <a:pt x="15036" y="1249"/>
                    <a:pt x="11985" y="2675"/>
                    <a:pt x="8954" y="4143"/>
                  </a:cubicBezTo>
                  <a:cubicBezTo>
                    <a:pt x="6184" y="5485"/>
                    <a:pt x="3415" y="6829"/>
                    <a:pt x="534" y="7916"/>
                  </a:cubicBezTo>
                  <a:cubicBezTo>
                    <a:pt x="1" y="8116"/>
                    <a:pt x="152" y="8911"/>
                    <a:pt x="623" y="8911"/>
                  </a:cubicBezTo>
                  <a:cubicBezTo>
                    <a:pt x="678" y="8911"/>
                    <a:pt x="737" y="8900"/>
                    <a:pt x="799" y="8877"/>
                  </a:cubicBezTo>
                  <a:cubicBezTo>
                    <a:pt x="5885" y="6960"/>
                    <a:pt x="10658" y="4331"/>
                    <a:pt x="15633" y="2155"/>
                  </a:cubicBezTo>
                  <a:lnTo>
                    <a:pt x="15633" y="2155"/>
                  </a:lnTo>
                  <a:cubicBezTo>
                    <a:pt x="12206" y="4952"/>
                    <a:pt x="8533" y="7433"/>
                    <a:pt x="5160" y="10303"/>
                  </a:cubicBezTo>
                  <a:cubicBezTo>
                    <a:pt x="4776" y="10629"/>
                    <a:pt x="5131" y="11132"/>
                    <a:pt x="5535" y="11132"/>
                  </a:cubicBezTo>
                  <a:cubicBezTo>
                    <a:pt x="5646" y="11132"/>
                    <a:pt x="5760" y="11095"/>
                    <a:pt x="5863" y="11007"/>
                  </a:cubicBezTo>
                  <a:cubicBezTo>
                    <a:pt x="10016" y="7474"/>
                    <a:pt x="14621" y="4533"/>
                    <a:pt x="18664" y="863"/>
                  </a:cubicBezTo>
                  <a:cubicBezTo>
                    <a:pt x="18977" y="577"/>
                    <a:pt x="18723" y="1"/>
                    <a:pt x="183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3" name="Google Shape;3913;p40"/>
            <p:cNvSpPr/>
            <p:nvPr/>
          </p:nvSpPr>
          <p:spPr>
            <a:xfrm>
              <a:off x="3428775" y="1197550"/>
              <a:ext cx="352850" cy="128775"/>
            </a:xfrm>
            <a:custGeom>
              <a:rect b="b" l="l" r="r" t="t"/>
              <a:pathLst>
                <a:path extrusionOk="0" h="5151" w="14114">
                  <a:moveTo>
                    <a:pt x="13430" y="0"/>
                  </a:moveTo>
                  <a:cubicBezTo>
                    <a:pt x="13384" y="0"/>
                    <a:pt x="13335" y="7"/>
                    <a:pt x="13283" y="21"/>
                  </a:cubicBezTo>
                  <a:cubicBezTo>
                    <a:pt x="8994" y="1241"/>
                    <a:pt x="4865" y="2969"/>
                    <a:pt x="568" y="4169"/>
                  </a:cubicBezTo>
                  <a:cubicBezTo>
                    <a:pt x="1" y="4328"/>
                    <a:pt x="175" y="5151"/>
                    <a:pt x="688" y="5151"/>
                  </a:cubicBezTo>
                  <a:cubicBezTo>
                    <a:pt x="734" y="5151"/>
                    <a:pt x="782" y="5144"/>
                    <a:pt x="833" y="5130"/>
                  </a:cubicBezTo>
                  <a:cubicBezTo>
                    <a:pt x="5131" y="3929"/>
                    <a:pt x="9260" y="2202"/>
                    <a:pt x="13549" y="982"/>
                  </a:cubicBezTo>
                  <a:cubicBezTo>
                    <a:pt x="14113" y="822"/>
                    <a:pt x="13940" y="0"/>
                    <a:pt x="134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914" name="Google Shape;3914;p40"/>
          <p:cNvSpPr/>
          <p:nvPr/>
        </p:nvSpPr>
        <p:spPr>
          <a:xfrm>
            <a:off x="7725050" y="845325"/>
            <a:ext cx="146125" cy="136975"/>
          </a:xfrm>
          <a:custGeom>
            <a:rect b="b" l="l" r="r" t="t"/>
            <a:pathLst>
              <a:path extrusionOk="0" h="5479" w="5845">
                <a:moveTo>
                  <a:pt x="3075" y="4462"/>
                </a:moveTo>
                <a:cubicBezTo>
                  <a:pt x="3073" y="4462"/>
                  <a:pt x="3072" y="4463"/>
                  <a:pt x="3071" y="4463"/>
                </a:cubicBezTo>
                <a:lnTo>
                  <a:pt x="3071" y="4463"/>
                </a:lnTo>
                <a:cubicBezTo>
                  <a:pt x="3072" y="4463"/>
                  <a:pt x="3073" y="4462"/>
                  <a:pt x="3075" y="4462"/>
                </a:cubicBezTo>
                <a:close/>
                <a:moveTo>
                  <a:pt x="3051" y="4466"/>
                </a:moveTo>
                <a:cubicBezTo>
                  <a:pt x="3036" y="4468"/>
                  <a:pt x="3030" y="4469"/>
                  <a:pt x="3030" y="4469"/>
                </a:cubicBezTo>
                <a:cubicBezTo>
                  <a:pt x="3030" y="4469"/>
                  <a:pt x="3040" y="4467"/>
                  <a:pt x="3051" y="4466"/>
                </a:cubicBezTo>
                <a:close/>
                <a:moveTo>
                  <a:pt x="3032" y="988"/>
                </a:moveTo>
                <a:cubicBezTo>
                  <a:pt x="3081" y="988"/>
                  <a:pt x="3130" y="990"/>
                  <a:pt x="3180" y="993"/>
                </a:cubicBezTo>
                <a:cubicBezTo>
                  <a:pt x="3209" y="995"/>
                  <a:pt x="3237" y="997"/>
                  <a:pt x="3266" y="999"/>
                </a:cubicBezTo>
                <a:cubicBezTo>
                  <a:pt x="3274" y="999"/>
                  <a:pt x="3280" y="999"/>
                  <a:pt x="3284" y="1000"/>
                </a:cubicBezTo>
                <a:lnTo>
                  <a:pt x="3284" y="1000"/>
                </a:lnTo>
                <a:cubicBezTo>
                  <a:pt x="3395" y="1021"/>
                  <a:pt x="3505" y="1046"/>
                  <a:pt x="3612" y="1081"/>
                </a:cubicBezTo>
                <a:cubicBezTo>
                  <a:pt x="3641" y="1090"/>
                  <a:pt x="3709" y="1119"/>
                  <a:pt x="3711" y="1119"/>
                </a:cubicBezTo>
                <a:cubicBezTo>
                  <a:pt x="3712" y="1119"/>
                  <a:pt x="3702" y="1114"/>
                  <a:pt x="3673" y="1100"/>
                </a:cubicBezTo>
                <a:lnTo>
                  <a:pt x="3673" y="1100"/>
                </a:lnTo>
                <a:cubicBezTo>
                  <a:pt x="3730" y="1125"/>
                  <a:pt x="3787" y="1153"/>
                  <a:pt x="3841" y="1184"/>
                </a:cubicBezTo>
                <a:cubicBezTo>
                  <a:pt x="3883" y="1208"/>
                  <a:pt x="3923" y="1235"/>
                  <a:pt x="3966" y="1262"/>
                </a:cubicBezTo>
                <a:cubicBezTo>
                  <a:pt x="3985" y="1274"/>
                  <a:pt x="3997" y="1281"/>
                  <a:pt x="4005" y="1285"/>
                </a:cubicBezTo>
                <a:lnTo>
                  <a:pt x="4005" y="1285"/>
                </a:lnTo>
                <a:cubicBezTo>
                  <a:pt x="4007" y="1287"/>
                  <a:pt x="4009" y="1289"/>
                  <a:pt x="4012" y="1292"/>
                </a:cubicBezTo>
                <a:cubicBezTo>
                  <a:pt x="4096" y="1368"/>
                  <a:pt x="4181" y="1443"/>
                  <a:pt x="4254" y="1530"/>
                </a:cubicBezTo>
                <a:cubicBezTo>
                  <a:pt x="4264" y="1542"/>
                  <a:pt x="4273" y="1553"/>
                  <a:pt x="4283" y="1565"/>
                </a:cubicBezTo>
                <a:lnTo>
                  <a:pt x="4283" y="1565"/>
                </a:lnTo>
                <a:cubicBezTo>
                  <a:pt x="4284" y="1566"/>
                  <a:pt x="4285" y="1568"/>
                  <a:pt x="4286" y="1570"/>
                </a:cubicBezTo>
                <a:cubicBezTo>
                  <a:pt x="4315" y="1614"/>
                  <a:pt x="4347" y="1656"/>
                  <a:pt x="4374" y="1703"/>
                </a:cubicBezTo>
                <a:cubicBezTo>
                  <a:pt x="4400" y="1743"/>
                  <a:pt x="4423" y="1785"/>
                  <a:pt x="4444" y="1827"/>
                </a:cubicBezTo>
                <a:cubicBezTo>
                  <a:pt x="4458" y="1852"/>
                  <a:pt x="4499" y="1948"/>
                  <a:pt x="4501" y="1948"/>
                </a:cubicBezTo>
                <a:cubicBezTo>
                  <a:pt x="4501" y="1948"/>
                  <a:pt x="4497" y="1936"/>
                  <a:pt x="4484" y="1903"/>
                </a:cubicBezTo>
                <a:lnTo>
                  <a:pt x="4484" y="1903"/>
                </a:lnTo>
                <a:cubicBezTo>
                  <a:pt x="4520" y="1991"/>
                  <a:pt x="4551" y="2082"/>
                  <a:pt x="4577" y="2174"/>
                </a:cubicBezTo>
                <a:cubicBezTo>
                  <a:pt x="4589" y="2221"/>
                  <a:pt x="4600" y="2267"/>
                  <a:pt x="4610" y="2314"/>
                </a:cubicBezTo>
                <a:cubicBezTo>
                  <a:pt x="4616" y="2344"/>
                  <a:pt x="4628" y="2444"/>
                  <a:pt x="4630" y="2444"/>
                </a:cubicBezTo>
                <a:cubicBezTo>
                  <a:pt x="4631" y="2444"/>
                  <a:pt x="4630" y="2431"/>
                  <a:pt x="4627" y="2396"/>
                </a:cubicBezTo>
                <a:lnTo>
                  <a:pt x="4627" y="2396"/>
                </a:lnTo>
                <a:cubicBezTo>
                  <a:pt x="4636" y="2497"/>
                  <a:pt x="4644" y="2600"/>
                  <a:pt x="4644" y="2703"/>
                </a:cubicBezTo>
                <a:cubicBezTo>
                  <a:pt x="4642" y="2756"/>
                  <a:pt x="4642" y="2811"/>
                  <a:pt x="4638" y="2865"/>
                </a:cubicBezTo>
                <a:cubicBezTo>
                  <a:pt x="4636" y="2887"/>
                  <a:pt x="4632" y="2911"/>
                  <a:pt x="4631" y="2933"/>
                </a:cubicBezTo>
                <a:lnTo>
                  <a:pt x="4631" y="2933"/>
                </a:lnTo>
                <a:cubicBezTo>
                  <a:pt x="4631" y="2933"/>
                  <a:pt x="4631" y="2933"/>
                  <a:pt x="4631" y="2933"/>
                </a:cubicBezTo>
                <a:cubicBezTo>
                  <a:pt x="4614" y="3034"/>
                  <a:pt x="4596" y="3135"/>
                  <a:pt x="4566" y="3234"/>
                </a:cubicBezTo>
                <a:cubicBezTo>
                  <a:pt x="4553" y="3280"/>
                  <a:pt x="4537" y="3327"/>
                  <a:pt x="4522" y="3373"/>
                </a:cubicBezTo>
                <a:cubicBezTo>
                  <a:pt x="4513" y="3396"/>
                  <a:pt x="4503" y="3417"/>
                  <a:pt x="4497" y="3441"/>
                </a:cubicBezTo>
                <a:cubicBezTo>
                  <a:pt x="4496" y="3441"/>
                  <a:pt x="4496" y="3441"/>
                  <a:pt x="4496" y="3441"/>
                </a:cubicBezTo>
                <a:lnTo>
                  <a:pt x="4496" y="3441"/>
                </a:lnTo>
                <a:cubicBezTo>
                  <a:pt x="4494" y="3445"/>
                  <a:pt x="4491" y="3450"/>
                  <a:pt x="4488" y="3455"/>
                </a:cubicBezTo>
                <a:cubicBezTo>
                  <a:pt x="4440" y="3542"/>
                  <a:pt x="4400" y="3630"/>
                  <a:pt x="4347" y="3712"/>
                </a:cubicBezTo>
                <a:cubicBezTo>
                  <a:pt x="4337" y="3727"/>
                  <a:pt x="4283" y="3802"/>
                  <a:pt x="4272" y="3820"/>
                </a:cubicBezTo>
                <a:lnTo>
                  <a:pt x="4272" y="3820"/>
                </a:lnTo>
                <a:cubicBezTo>
                  <a:pt x="4267" y="3826"/>
                  <a:pt x="4263" y="3832"/>
                  <a:pt x="4261" y="3835"/>
                </a:cubicBezTo>
                <a:cubicBezTo>
                  <a:pt x="4235" y="3862"/>
                  <a:pt x="4210" y="3891"/>
                  <a:pt x="4185" y="3919"/>
                </a:cubicBezTo>
                <a:cubicBezTo>
                  <a:pt x="4151" y="3955"/>
                  <a:pt x="4115" y="3990"/>
                  <a:pt x="4077" y="4024"/>
                </a:cubicBezTo>
                <a:cubicBezTo>
                  <a:pt x="4063" y="4037"/>
                  <a:pt x="3977" y="4106"/>
                  <a:pt x="3981" y="4106"/>
                </a:cubicBezTo>
                <a:cubicBezTo>
                  <a:pt x="3982" y="4106"/>
                  <a:pt x="3992" y="4099"/>
                  <a:pt x="4016" y="4081"/>
                </a:cubicBezTo>
                <a:lnTo>
                  <a:pt x="4016" y="4081"/>
                </a:lnTo>
                <a:cubicBezTo>
                  <a:pt x="3919" y="4153"/>
                  <a:pt x="3818" y="4216"/>
                  <a:pt x="3713" y="4271"/>
                </a:cubicBezTo>
                <a:cubicBezTo>
                  <a:pt x="3692" y="4282"/>
                  <a:pt x="3605" y="4320"/>
                  <a:pt x="3609" y="4320"/>
                </a:cubicBezTo>
                <a:cubicBezTo>
                  <a:pt x="3609" y="4320"/>
                  <a:pt x="3609" y="4320"/>
                  <a:pt x="3611" y="4319"/>
                </a:cubicBezTo>
                <a:lnTo>
                  <a:pt x="3611" y="4319"/>
                </a:lnTo>
                <a:cubicBezTo>
                  <a:pt x="3569" y="4335"/>
                  <a:pt x="3527" y="4350"/>
                  <a:pt x="3483" y="4365"/>
                </a:cubicBezTo>
                <a:cubicBezTo>
                  <a:pt x="3353" y="4408"/>
                  <a:pt x="3218" y="4437"/>
                  <a:pt x="3083" y="4460"/>
                </a:cubicBezTo>
                <a:cubicBezTo>
                  <a:pt x="3075" y="4462"/>
                  <a:pt x="3068" y="4463"/>
                  <a:pt x="3062" y="4464"/>
                </a:cubicBezTo>
                <a:lnTo>
                  <a:pt x="3062" y="4464"/>
                </a:lnTo>
                <a:cubicBezTo>
                  <a:pt x="3028" y="4467"/>
                  <a:pt x="2994" y="4471"/>
                  <a:pt x="2959" y="4473"/>
                </a:cubicBezTo>
                <a:cubicBezTo>
                  <a:pt x="2900" y="4477"/>
                  <a:pt x="2841" y="4481"/>
                  <a:pt x="2782" y="4481"/>
                </a:cubicBezTo>
                <a:cubicBezTo>
                  <a:pt x="2718" y="4481"/>
                  <a:pt x="2653" y="4479"/>
                  <a:pt x="2590" y="4475"/>
                </a:cubicBezTo>
                <a:cubicBezTo>
                  <a:pt x="2563" y="4473"/>
                  <a:pt x="2536" y="4471"/>
                  <a:pt x="2509" y="4469"/>
                </a:cubicBezTo>
                <a:lnTo>
                  <a:pt x="2509" y="4469"/>
                </a:lnTo>
                <a:cubicBezTo>
                  <a:pt x="2506" y="4468"/>
                  <a:pt x="2503" y="4467"/>
                  <a:pt x="2499" y="4467"/>
                </a:cubicBezTo>
                <a:cubicBezTo>
                  <a:pt x="2392" y="4445"/>
                  <a:pt x="2287" y="4422"/>
                  <a:pt x="2181" y="4389"/>
                </a:cubicBezTo>
                <a:cubicBezTo>
                  <a:pt x="2154" y="4379"/>
                  <a:pt x="2102" y="4357"/>
                  <a:pt x="2090" y="4352"/>
                </a:cubicBezTo>
                <a:lnTo>
                  <a:pt x="2090" y="4352"/>
                </a:lnTo>
                <a:cubicBezTo>
                  <a:pt x="2048" y="4332"/>
                  <a:pt x="2007" y="4312"/>
                  <a:pt x="1966" y="4290"/>
                </a:cubicBezTo>
                <a:cubicBezTo>
                  <a:pt x="1924" y="4266"/>
                  <a:pt x="1884" y="4241"/>
                  <a:pt x="1844" y="4214"/>
                </a:cubicBezTo>
                <a:cubicBezTo>
                  <a:pt x="1820" y="4198"/>
                  <a:pt x="1770" y="4158"/>
                  <a:pt x="1769" y="4158"/>
                </a:cubicBezTo>
                <a:lnTo>
                  <a:pt x="1769" y="4158"/>
                </a:lnTo>
                <a:cubicBezTo>
                  <a:pt x="1769" y="4158"/>
                  <a:pt x="1769" y="4158"/>
                  <a:pt x="1770" y="4159"/>
                </a:cubicBezTo>
                <a:lnTo>
                  <a:pt x="1770" y="4159"/>
                </a:lnTo>
                <a:cubicBezTo>
                  <a:pt x="1698" y="4097"/>
                  <a:pt x="1630" y="4032"/>
                  <a:pt x="1566" y="3961"/>
                </a:cubicBezTo>
                <a:cubicBezTo>
                  <a:pt x="1559" y="3952"/>
                  <a:pt x="1523" y="3908"/>
                  <a:pt x="1505" y="3886"/>
                </a:cubicBezTo>
                <a:lnTo>
                  <a:pt x="1505" y="3886"/>
                </a:lnTo>
                <a:cubicBezTo>
                  <a:pt x="1487" y="3859"/>
                  <a:pt x="1452" y="3809"/>
                  <a:pt x="1446" y="3799"/>
                </a:cubicBezTo>
                <a:cubicBezTo>
                  <a:pt x="1389" y="3710"/>
                  <a:pt x="1347" y="3618"/>
                  <a:pt x="1296" y="3525"/>
                </a:cubicBezTo>
                <a:cubicBezTo>
                  <a:pt x="1293" y="3520"/>
                  <a:pt x="1291" y="3516"/>
                  <a:pt x="1289" y="3513"/>
                </a:cubicBezTo>
                <a:lnTo>
                  <a:pt x="1289" y="3513"/>
                </a:lnTo>
                <a:cubicBezTo>
                  <a:pt x="1287" y="3505"/>
                  <a:pt x="1284" y="3496"/>
                  <a:pt x="1280" y="3485"/>
                </a:cubicBezTo>
                <a:cubicBezTo>
                  <a:pt x="1263" y="3441"/>
                  <a:pt x="1248" y="3396"/>
                  <a:pt x="1233" y="3352"/>
                </a:cubicBezTo>
                <a:cubicBezTo>
                  <a:pt x="1202" y="3251"/>
                  <a:pt x="1176" y="3150"/>
                  <a:pt x="1157" y="3047"/>
                </a:cubicBezTo>
                <a:cubicBezTo>
                  <a:pt x="1153" y="3023"/>
                  <a:pt x="1148" y="2988"/>
                  <a:pt x="1146" y="2969"/>
                </a:cubicBezTo>
                <a:lnTo>
                  <a:pt x="1146" y="2969"/>
                </a:lnTo>
                <a:cubicBezTo>
                  <a:pt x="1142" y="2928"/>
                  <a:pt x="1138" y="2887"/>
                  <a:pt x="1134" y="2847"/>
                </a:cubicBezTo>
                <a:cubicBezTo>
                  <a:pt x="1128" y="2743"/>
                  <a:pt x="1130" y="2638"/>
                  <a:pt x="1136" y="2533"/>
                </a:cubicBezTo>
                <a:cubicBezTo>
                  <a:pt x="1138" y="2513"/>
                  <a:pt x="1146" y="2433"/>
                  <a:pt x="1149" y="2401"/>
                </a:cubicBezTo>
                <a:lnTo>
                  <a:pt x="1149" y="2401"/>
                </a:lnTo>
                <a:cubicBezTo>
                  <a:pt x="1155" y="2369"/>
                  <a:pt x="1164" y="2316"/>
                  <a:pt x="1166" y="2301"/>
                </a:cubicBezTo>
                <a:cubicBezTo>
                  <a:pt x="1191" y="2189"/>
                  <a:pt x="1225" y="2080"/>
                  <a:pt x="1261" y="1970"/>
                </a:cubicBezTo>
                <a:cubicBezTo>
                  <a:pt x="1267" y="1952"/>
                  <a:pt x="1270" y="1940"/>
                  <a:pt x="1272" y="1933"/>
                </a:cubicBezTo>
                <a:lnTo>
                  <a:pt x="1272" y="1933"/>
                </a:lnTo>
                <a:cubicBezTo>
                  <a:pt x="1276" y="1925"/>
                  <a:pt x="1282" y="1914"/>
                  <a:pt x="1290" y="1898"/>
                </a:cubicBezTo>
                <a:cubicBezTo>
                  <a:pt x="1315" y="1848"/>
                  <a:pt x="1341" y="1797"/>
                  <a:pt x="1370" y="1747"/>
                </a:cubicBezTo>
                <a:cubicBezTo>
                  <a:pt x="1398" y="1698"/>
                  <a:pt x="1429" y="1652"/>
                  <a:pt x="1461" y="1604"/>
                </a:cubicBezTo>
                <a:cubicBezTo>
                  <a:pt x="1470" y="1590"/>
                  <a:pt x="1476" y="1580"/>
                  <a:pt x="1480" y="1574"/>
                </a:cubicBezTo>
                <a:lnTo>
                  <a:pt x="1480" y="1574"/>
                </a:lnTo>
                <a:cubicBezTo>
                  <a:pt x="1484" y="1570"/>
                  <a:pt x="1489" y="1565"/>
                  <a:pt x="1497" y="1557"/>
                </a:cubicBezTo>
                <a:cubicBezTo>
                  <a:pt x="1572" y="1477"/>
                  <a:pt x="1648" y="1401"/>
                  <a:pt x="1728" y="1328"/>
                </a:cubicBezTo>
                <a:cubicBezTo>
                  <a:pt x="1729" y="1327"/>
                  <a:pt x="1729" y="1327"/>
                  <a:pt x="1730" y="1326"/>
                </a:cubicBezTo>
                <a:lnTo>
                  <a:pt x="1730" y="1326"/>
                </a:lnTo>
                <a:cubicBezTo>
                  <a:pt x="1753" y="1312"/>
                  <a:pt x="1774" y="1295"/>
                  <a:pt x="1796" y="1281"/>
                </a:cubicBezTo>
                <a:cubicBezTo>
                  <a:pt x="1846" y="1248"/>
                  <a:pt x="1899" y="1218"/>
                  <a:pt x="1952" y="1191"/>
                </a:cubicBezTo>
                <a:cubicBezTo>
                  <a:pt x="1973" y="1180"/>
                  <a:pt x="1996" y="1170"/>
                  <a:pt x="2015" y="1159"/>
                </a:cubicBezTo>
                <a:cubicBezTo>
                  <a:pt x="2019" y="1157"/>
                  <a:pt x="2023" y="1154"/>
                  <a:pt x="2026" y="1152"/>
                </a:cubicBezTo>
                <a:lnTo>
                  <a:pt x="2026" y="1152"/>
                </a:lnTo>
                <a:cubicBezTo>
                  <a:pt x="2028" y="1152"/>
                  <a:pt x="2030" y="1151"/>
                  <a:pt x="2032" y="1151"/>
                </a:cubicBezTo>
                <a:cubicBezTo>
                  <a:pt x="2093" y="1132"/>
                  <a:pt x="2152" y="1108"/>
                  <a:pt x="2213" y="1092"/>
                </a:cubicBezTo>
                <a:cubicBezTo>
                  <a:pt x="2272" y="1075"/>
                  <a:pt x="2329" y="1064"/>
                  <a:pt x="2388" y="1052"/>
                </a:cubicBezTo>
                <a:cubicBezTo>
                  <a:pt x="2406" y="1047"/>
                  <a:pt x="2452" y="1041"/>
                  <a:pt x="2450" y="1041"/>
                </a:cubicBezTo>
                <a:lnTo>
                  <a:pt x="2450" y="1041"/>
                </a:lnTo>
                <a:cubicBezTo>
                  <a:pt x="2449" y="1041"/>
                  <a:pt x="2434" y="1042"/>
                  <a:pt x="2396" y="1047"/>
                </a:cubicBezTo>
                <a:cubicBezTo>
                  <a:pt x="2438" y="1041"/>
                  <a:pt x="2480" y="1037"/>
                  <a:pt x="2523" y="1035"/>
                </a:cubicBezTo>
                <a:cubicBezTo>
                  <a:pt x="2551" y="1033"/>
                  <a:pt x="2579" y="1028"/>
                  <a:pt x="2607" y="1022"/>
                </a:cubicBezTo>
                <a:lnTo>
                  <a:pt x="2607" y="1022"/>
                </a:lnTo>
                <a:cubicBezTo>
                  <a:pt x="2623" y="1021"/>
                  <a:pt x="2639" y="1018"/>
                  <a:pt x="2655" y="1016"/>
                </a:cubicBezTo>
                <a:cubicBezTo>
                  <a:pt x="2677" y="1012"/>
                  <a:pt x="2699" y="1009"/>
                  <a:pt x="2720" y="1006"/>
                </a:cubicBezTo>
                <a:lnTo>
                  <a:pt x="2720" y="1006"/>
                </a:lnTo>
                <a:cubicBezTo>
                  <a:pt x="2727" y="1005"/>
                  <a:pt x="2777" y="1000"/>
                  <a:pt x="2792" y="999"/>
                </a:cubicBezTo>
                <a:cubicBezTo>
                  <a:pt x="2853" y="995"/>
                  <a:pt x="2917" y="991"/>
                  <a:pt x="2978" y="988"/>
                </a:cubicBezTo>
                <a:cubicBezTo>
                  <a:pt x="2996" y="988"/>
                  <a:pt x="3014" y="988"/>
                  <a:pt x="3032" y="988"/>
                </a:cubicBezTo>
                <a:close/>
                <a:moveTo>
                  <a:pt x="3031" y="0"/>
                </a:moveTo>
                <a:cubicBezTo>
                  <a:pt x="2841" y="0"/>
                  <a:pt x="2651" y="16"/>
                  <a:pt x="2463" y="44"/>
                </a:cubicBezTo>
                <a:lnTo>
                  <a:pt x="2463" y="44"/>
                </a:lnTo>
                <a:cubicBezTo>
                  <a:pt x="1887" y="101"/>
                  <a:pt x="1345" y="305"/>
                  <a:pt x="921" y="715"/>
                </a:cubicBezTo>
                <a:cubicBezTo>
                  <a:pt x="551" y="1073"/>
                  <a:pt x="298" y="1566"/>
                  <a:pt x="199" y="2071"/>
                </a:cubicBezTo>
                <a:cubicBezTo>
                  <a:pt x="1" y="3089"/>
                  <a:pt x="296" y="4250"/>
                  <a:pt x="1128" y="4915"/>
                </a:cubicBezTo>
                <a:cubicBezTo>
                  <a:pt x="1602" y="5295"/>
                  <a:pt x="2207" y="5479"/>
                  <a:pt x="2815" y="5479"/>
                </a:cubicBezTo>
                <a:cubicBezTo>
                  <a:pt x="3435" y="5479"/>
                  <a:pt x="4059" y="5288"/>
                  <a:pt x="4551" y="4917"/>
                </a:cubicBezTo>
                <a:cubicBezTo>
                  <a:pt x="5478" y="4222"/>
                  <a:pt x="5845" y="2981"/>
                  <a:pt x="5529" y="1873"/>
                </a:cubicBezTo>
                <a:cubicBezTo>
                  <a:pt x="5356" y="1275"/>
                  <a:pt x="4989" y="750"/>
                  <a:pt x="4469" y="401"/>
                </a:cubicBezTo>
                <a:cubicBezTo>
                  <a:pt x="4037" y="112"/>
                  <a:pt x="3537" y="0"/>
                  <a:pt x="303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5" name="Google Shape;3915;p40"/>
          <p:cNvSpPr/>
          <p:nvPr/>
        </p:nvSpPr>
        <p:spPr>
          <a:xfrm>
            <a:off x="7962600" y="3978450"/>
            <a:ext cx="117525" cy="110100"/>
          </a:xfrm>
          <a:custGeom>
            <a:rect b="b" l="l" r="r" t="t"/>
            <a:pathLst>
              <a:path extrusionOk="0" h="4404" w="4701">
                <a:moveTo>
                  <a:pt x="1951" y="1032"/>
                </a:moveTo>
                <a:cubicBezTo>
                  <a:pt x="1950" y="1033"/>
                  <a:pt x="1949" y="1033"/>
                  <a:pt x="1947" y="1033"/>
                </a:cubicBezTo>
                <a:cubicBezTo>
                  <a:pt x="1948" y="1033"/>
                  <a:pt x="1950" y="1033"/>
                  <a:pt x="1951" y="1032"/>
                </a:cubicBezTo>
                <a:close/>
                <a:moveTo>
                  <a:pt x="2857" y="1059"/>
                </a:moveTo>
                <a:cubicBezTo>
                  <a:pt x="2871" y="1059"/>
                  <a:pt x="2889" y="1066"/>
                  <a:pt x="2907" y="1075"/>
                </a:cubicBezTo>
                <a:lnTo>
                  <a:pt x="2907" y="1075"/>
                </a:lnTo>
                <a:cubicBezTo>
                  <a:pt x="2887" y="1068"/>
                  <a:pt x="2858" y="1059"/>
                  <a:pt x="2857" y="1059"/>
                </a:cubicBezTo>
                <a:close/>
                <a:moveTo>
                  <a:pt x="3091" y="1185"/>
                </a:moveTo>
                <a:cubicBezTo>
                  <a:pt x="3091" y="1185"/>
                  <a:pt x="3091" y="1185"/>
                  <a:pt x="3091" y="1185"/>
                </a:cubicBezTo>
                <a:lnTo>
                  <a:pt x="3091" y="1185"/>
                </a:lnTo>
                <a:cubicBezTo>
                  <a:pt x="3091" y="1185"/>
                  <a:pt x="3091" y="1185"/>
                  <a:pt x="3091" y="1185"/>
                </a:cubicBezTo>
                <a:close/>
                <a:moveTo>
                  <a:pt x="3104" y="1198"/>
                </a:moveTo>
                <a:cubicBezTo>
                  <a:pt x="3111" y="1203"/>
                  <a:pt x="3118" y="1208"/>
                  <a:pt x="3125" y="1213"/>
                </a:cubicBezTo>
                <a:cubicBezTo>
                  <a:pt x="3142" y="1224"/>
                  <a:pt x="3149" y="1229"/>
                  <a:pt x="3148" y="1229"/>
                </a:cubicBezTo>
                <a:cubicBezTo>
                  <a:pt x="3148" y="1229"/>
                  <a:pt x="3121" y="1211"/>
                  <a:pt x="3104" y="1198"/>
                </a:cubicBezTo>
                <a:close/>
                <a:moveTo>
                  <a:pt x="1747" y="3319"/>
                </a:moveTo>
                <a:cubicBezTo>
                  <a:pt x="1767" y="3326"/>
                  <a:pt x="1803" y="3338"/>
                  <a:pt x="1802" y="3338"/>
                </a:cubicBezTo>
                <a:cubicBezTo>
                  <a:pt x="1800" y="3339"/>
                  <a:pt x="1799" y="3339"/>
                  <a:pt x="1797" y="3339"/>
                </a:cubicBezTo>
                <a:cubicBezTo>
                  <a:pt x="1785" y="3339"/>
                  <a:pt x="1766" y="3330"/>
                  <a:pt x="1747" y="3319"/>
                </a:cubicBezTo>
                <a:close/>
                <a:moveTo>
                  <a:pt x="2463" y="3393"/>
                </a:moveTo>
                <a:cubicBezTo>
                  <a:pt x="2461" y="3393"/>
                  <a:pt x="2459" y="3393"/>
                  <a:pt x="2456" y="3393"/>
                </a:cubicBezTo>
                <a:lnTo>
                  <a:pt x="2456" y="3393"/>
                </a:lnTo>
                <a:cubicBezTo>
                  <a:pt x="2459" y="3393"/>
                  <a:pt x="2462" y="3393"/>
                  <a:pt x="2463" y="3393"/>
                </a:cubicBezTo>
                <a:close/>
                <a:moveTo>
                  <a:pt x="2387" y="989"/>
                </a:moveTo>
                <a:cubicBezTo>
                  <a:pt x="2440" y="989"/>
                  <a:pt x="2491" y="989"/>
                  <a:pt x="2541" y="993"/>
                </a:cubicBezTo>
                <a:cubicBezTo>
                  <a:pt x="2560" y="993"/>
                  <a:pt x="2582" y="997"/>
                  <a:pt x="2601" y="998"/>
                </a:cubicBezTo>
                <a:lnTo>
                  <a:pt x="2601" y="998"/>
                </a:lnTo>
                <a:cubicBezTo>
                  <a:pt x="2682" y="1018"/>
                  <a:pt x="2761" y="1029"/>
                  <a:pt x="2840" y="1057"/>
                </a:cubicBezTo>
                <a:cubicBezTo>
                  <a:pt x="2857" y="1061"/>
                  <a:pt x="2876" y="1069"/>
                  <a:pt x="2895" y="1076"/>
                </a:cubicBezTo>
                <a:cubicBezTo>
                  <a:pt x="2906" y="1079"/>
                  <a:pt x="2914" y="1081"/>
                  <a:pt x="2919" y="1082"/>
                </a:cubicBezTo>
                <a:lnTo>
                  <a:pt x="2919" y="1082"/>
                </a:lnTo>
                <a:cubicBezTo>
                  <a:pt x="2944" y="1096"/>
                  <a:pt x="2968" y="1113"/>
                  <a:pt x="2984" y="1122"/>
                </a:cubicBezTo>
                <a:cubicBezTo>
                  <a:pt x="3015" y="1139"/>
                  <a:pt x="3049" y="1160"/>
                  <a:pt x="3080" y="1181"/>
                </a:cubicBezTo>
                <a:cubicBezTo>
                  <a:pt x="3084" y="1184"/>
                  <a:pt x="3088" y="1186"/>
                  <a:pt x="3092" y="1189"/>
                </a:cubicBezTo>
                <a:lnTo>
                  <a:pt x="3092" y="1189"/>
                </a:lnTo>
                <a:cubicBezTo>
                  <a:pt x="3107" y="1217"/>
                  <a:pt x="3258" y="1347"/>
                  <a:pt x="3274" y="1366"/>
                </a:cubicBezTo>
                <a:cubicBezTo>
                  <a:pt x="3278" y="1370"/>
                  <a:pt x="3281" y="1374"/>
                  <a:pt x="3284" y="1378"/>
                </a:cubicBezTo>
                <a:lnTo>
                  <a:pt x="3284" y="1378"/>
                </a:lnTo>
                <a:cubicBezTo>
                  <a:pt x="3304" y="1410"/>
                  <a:pt x="3328" y="1440"/>
                  <a:pt x="3348" y="1474"/>
                </a:cubicBezTo>
                <a:cubicBezTo>
                  <a:pt x="3367" y="1503"/>
                  <a:pt x="3386" y="1535"/>
                  <a:pt x="3403" y="1569"/>
                </a:cubicBezTo>
                <a:cubicBezTo>
                  <a:pt x="3409" y="1579"/>
                  <a:pt x="3414" y="1591"/>
                  <a:pt x="3420" y="1604"/>
                </a:cubicBezTo>
                <a:lnTo>
                  <a:pt x="3420" y="1604"/>
                </a:lnTo>
                <a:cubicBezTo>
                  <a:pt x="3420" y="1602"/>
                  <a:pt x="3420" y="1600"/>
                  <a:pt x="3420" y="1598"/>
                </a:cubicBezTo>
                <a:lnTo>
                  <a:pt x="3420" y="1598"/>
                </a:lnTo>
                <a:cubicBezTo>
                  <a:pt x="3420" y="1600"/>
                  <a:pt x="3420" y="1602"/>
                  <a:pt x="3420" y="1604"/>
                </a:cubicBezTo>
                <a:lnTo>
                  <a:pt x="3420" y="1604"/>
                </a:lnTo>
                <a:cubicBezTo>
                  <a:pt x="3420" y="1604"/>
                  <a:pt x="3420" y="1604"/>
                  <a:pt x="3420" y="1604"/>
                </a:cubicBezTo>
                <a:lnTo>
                  <a:pt x="3420" y="1604"/>
                </a:lnTo>
                <a:cubicBezTo>
                  <a:pt x="3420" y="1621"/>
                  <a:pt x="3423" y="1634"/>
                  <a:pt x="3427" y="1644"/>
                </a:cubicBezTo>
                <a:lnTo>
                  <a:pt x="3427" y="1644"/>
                </a:lnTo>
                <a:cubicBezTo>
                  <a:pt x="3423" y="1630"/>
                  <a:pt x="3420" y="1616"/>
                  <a:pt x="3420" y="1604"/>
                </a:cubicBezTo>
                <a:lnTo>
                  <a:pt x="3420" y="1604"/>
                </a:lnTo>
                <a:cubicBezTo>
                  <a:pt x="3422" y="1608"/>
                  <a:pt x="3424" y="1613"/>
                  <a:pt x="3426" y="1617"/>
                </a:cubicBezTo>
                <a:cubicBezTo>
                  <a:pt x="3442" y="1646"/>
                  <a:pt x="3443" y="1659"/>
                  <a:pt x="3439" y="1659"/>
                </a:cubicBezTo>
                <a:cubicBezTo>
                  <a:pt x="3436" y="1659"/>
                  <a:pt x="3432" y="1654"/>
                  <a:pt x="3427" y="1644"/>
                </a:cubicBezTo>
                <a:lnTo>
                  <a:pt x="3427" y="1644"/>
                </a:lnTo>
                <a:cubicBezTo>
                  <a:pt x="3443" y="1697"/>
                  <a:pt x="3479" y="1760"/>
                  <a:pt x="3491" y="1802"/>
                </a:cubicBezTo>
                <a:cubicBezTo>
                  <a:pt x="3500" y="1838"/>
                  <a:pt x="3508" y="1874"/>
                  <a:pt x="3517" y="1910"/>
                </a:cubicBezTo>
                <a:cubicBezTo>
                  <a:pt x="3521" y="1933"/>
                  <a:pt x="3525" y="1954"/>
                  <a:pt x="3529" y="1977"/>
                </a:cubicBezTo>
                <a:cubicBezTo>
                  <a:pt x="3534" y="2005"/>
                  <a:pt x="3537" y="2015"/>
                  <a:pt x="3538" y="2015"/>
                </a:cubicBezTo>
                <a:cubicBezTo>
                  <a:pt x="3540" y="2015"/>
                  <a:pt x="3530" y="1942"/>
                  <a:pt x="3525" y="1939"/>
                </a:cubicBezTo>
                <a:lnTo>
                  <a:pt x="3525" y="1939"/>
                </a:lnTo>
                <a:cubicBezTo>
                  <a:pt x="3550" y="1954"/>
                  <a:pt x="3538" y="2142"/>
                  <a:pt x="3538" y="2173"/>
                </a:cubicBezTo>
                <a:cubicBezTo>
                  <a:pt x="3538" y="2215"/>
                  <a:pt x="3535" y="2257"/>
                  <a:pt x="3533" y="2297"/>
                </a:cubicBezTo>
                <a:cubicBezTo>
                  <a:pt x="3532" y="2312"/>
                  <a:pt x="3530" y="2326"/>
                  <a:pt x="3529" y="2339"/>
                </a:cubicBezTo>
                <a:lnTo>
                  <a:pt x="3529" y="2339"/>
                </a:lnTo>
                <a:cubicBezTo>
                  <a:pt x="3514" y="2409"/>
                  <a:pt x="3504" y="2477"/>
                  <a:pt x="3483" y="2546"/>
                </a:cubicBezTo>
                <a:cubicBezTo>
                  <a:pt x="3472" y="2582"/>
                  <a:pt x="3462" y="2618"/>
                  <a:pt x="3449" y="2651"/>
                </a:cubicBezTo>
                <a:cubicBezTo>
                  <a:pt x="3445" y="2663"/>
                  <a:pt x="3440" y="2676"/>
                  <a:pt x="3436" y="2688"/>
                </a:cubicBezTo>
                <a:lnTo>
                  <a:pt x="3436" y="2688"/>
                </a:lnTo>
                <a:cubicBezTo>
                  <a:pt x="3398" y="2751"/>
                  <a:pt x="3369" y="2818"/>
                  <a:pt x="3329" y="2881"/>
                </a:cubicBezTo>
                <a:cubicBezTo>
                  <a:pt x="3324" y="2889"/>
                  <a:pt x="3300" y="2922"/>
                  <a:pt x="3284" y="2945"/>
                </a:cubicBezTo>
                <a:lnTo>
                  <a:pt x="3284" y="2945"/>
                </a:lnTo>
                <a:cubicBezTo>
                  <a:pt x="3263" y="2968"/>
                  <a:pt x="3232" y="3005"/>
                  <a:pt x="3224" y="3014"/>
                </a:cubicBezTo>
                <a:cubicBezTo>
                  <a:pt x="3198" y="3041"/>
                  <a:pt x="3171" y="3069"/>
                  <a:pt x="3142" y="3094"/>
                </a:cubicBezTo>
                <a:cubicBezTo>
                  <a:pt x="3127" y="3106"/>
                  <a:pt x="3112" y="3119"/>
                  <a:pt x="3099" y="3132"/>
                </a:cubicBezTo>
                <a:cubicBezTo>
                  <a:pt x="3075" y="3154"/>
                  <a:pt x="3071" y="3163"/>
                  <a:pt x="3076" y="3163"/>
                </a:cubicBezTo>
                <a:cubicBezTo>
                  <a:pt x="3076" y="3163"/>
                  <a:pt x="3077" y="3163"/>
                  <a:pt x="3078" y="3162"/>
                </a:cubicBezTo>
                <a:lnTo>
                  <a:pt x="3078" y="3162"/>
                </a:lnTo>
                <a:cubicBezTo>
                  <a:pt x="3021" y="3203"/>
                  <a:pt x="2923" y="3245"/>
                  <a:pt x="2889" y="3262"/>
                </a:cubicBezTo>
                <a:cubicBezTo>
                  <a:pt x="2863" y="3275"/>
                  <a:pt x="2803" y="3296"/>
                  <a:pt x="2805" y="3296"/>
                </a:cubicBezTo>
                <a:cubicBezTo>
                  <a:pt x="2806" y="3296"/>
                  <a:pt x="2822" y="3291"/>
                  <a:pt x="2866" y="3277"/>
                </a:cubicBezTo>
                <a:lnTo>
                  <a:pt x="2866" y="3277"/>
                </a:lnTo>
                <a:cubicBezTo>
                  <a:pt x="2823" y="3292"/>
                  <a:pt x="2783" y="3309"/>
                  <a:pt x="2741" y="3323"/>
                </a:cubicBezTo>
                <a:cubicBezTo>
                  <a:pt x="2642" y="3355"/>
                  <a:pt x="2541" y="3376"/>
                  <a:pt x="2438" y="3395"/>
                </a:cubicBezTo>
                <a:cubicBezTo>
                  <a:pt x="2437" y="3395"/>
                  <a:pt x="2437" y="3395"/>
                  <a:pt x="2437" y="3395"/>
                </a:cubicBezTo>
                <a:lnTo>
                  <a:pt x="2437" y="3395"/>
                </a:lnTo>
                <a:cubicBezTo>
                  <a:pt x="2416" y="3397"/>
                  <a:pt x="2395" y="3400"/>
                  <a:pt x="2375" y="3401"/>
                </a:cubicBezTo>
                <a:cubicBezTo>
                  <a:pt x="2330" y="3403"/>
                  <a:pt x="2284" y="3406"/>
                  <a:pt x="2240" y="3406"/>
                </a:cubicBezTo>
                <a:cubicBezTo>
                  <a:pt x="2226" y="3406"/>
                  <a:pt x="2211" y="3406"/>
                  <a:pt x="2197" y="3406"/>
                </a:cubicBezTo>
                <a:cubicBezTo>
                  <a:pt x="2163" y="3406"/>
                  <a:pt x="2129" y="3405"/>
                  <a:pt x="2094" y="3403"/>
                </a:cubicBezTo>
                <a:cubicBezTo>
                  <a:pt x="2081" y="3402"/>
                  <a:pt x="2067" y="3400"/>
                  <a:pt x="2054" y="3398"/>
                </a:cubicBezTo>
                <a:lnTo>
                  <a:pt x="2054" y="3398"/>
                </a:lnTo>
                <a:cubicBezTo>
                  <a:pt x="1975" y="3376"/>
                  <a:pt x="1893" y="3365"/>
                  <a:pt x="1814" y="3340"/>
                </a:cubicBezTo>
                <a:cubicBezTo>
                  <a:pt x="1797" y="3334"/>
                  <a:pt x="1778" y="3326"/>
                  <a:pt x="1762" y="3321"/>
                </a:cubicBezTo>
                <a:cubicBezTo>
                  <a:pt x="1752" y="3318"/>
                  <a:pt x="1745" y="3316"/>
                  <a:pt x="1740" y="3315"/>
                </a:cubicBezTo>
                <a:lnTo>
                  <a:pt x="1740" y="3315"/>
                </a:lnTo>
                <a:cubicBezTo>
                  <a:pt x="1716" y="3301"/>
                  <a:pt x="1691" y="3283"/>
                  <a:pt x="1679" y="3277"/>
                </a:cubicBezTo>
                <a:cubicBezTo>
                  <a:pt x="1648" y="3258"/>
                  <a:pt x="1616" y="3241"/>
                  <a:pt x="1587" y="3220"/>
                </a:cubicBezTo>
                <a:cubicBezTo>
                  <a:pt x="1572" y="3210"/>
                  <a:pt x="1557" y="3199"/>
                  <a:pt x="1543" y="3191"/>
                </a:cubicBezTo>
                <a:cubicBezTo>
                  <a:pt x="1525" y="3180"/>
                  <a:pt x="1519" y="3175"/>
                  <a:pt x="1519" y="3175"/>
                </a:cubicBezTo>
                <a:lnTo>
                  <a:pt x="1519" y="3175"/>
                </a:lnTo>
                <a:cubicBezTo>
                  <a:pt x="1518" y="3175"/>
                  <a:pt x="1582" y="3218"/>
                  <a:pt x="1580" y="3218"/>
                </a:cubicBezTo>
                <a:cubicBezTo>
                  <a:pt x="1580" y="3218"/>
                  <a:pt x="1579" y="3218"/>
                  <a:pt x="1578" y="3218"/>
                </a:cubicBezTo>
                <a:cubicBezTo>
                  <a:pt x="1542" y="3218"/>
                  <a:pt x="1420" y="3070"/>
                  <a:pt x="1399" y="3045"/>
                </a:cubicBezTo>
                <a:cubicBezTo>
                  <a:pt x="1384" y="3030"/>
                  <a:pt x="1353" y="2977"/>
                  <a:pt x="1351" y="2977"/>
                </a:cubicBezTo>
                <a:lnTo>
                  <a:pt x="1351" y="2977"/>
                </a:lnTo>
                <a:cubicBezTo>
                  <a:pt x="1350" y="2977"/>
                  <a:pt x="1354" y="2985"/>
                  <a:pt x="1363" y="3005"/>
                </a:cubicBezTo>
                <a:cubicBezTo>
                  <a:pt x="1372" y="3025"/>
                  <a:pt x="1375" y="3032"/>
                  <a:pt x="1374" y="3032"/>
                </a:cubicBezTo>
                <a:cubicBezTo>
                  <a:pt x="1372" y="3032"/>
                  <a:pt x="1335" y="2962"/>
                  <a:pt x="1326" y="2946"/>
                </a:cubicBezTo>
                <a:cubicBezTo>
                  <a:pt x="1285" y="2881"/>
                  <a:pt x="1252" y="2814"/>
                  <a:pt x="1215" y="2746"/>
                </a:cubicBezTo>
                <a:lnTo>
                  <a:pt x="1215" y="2746"/>
                </a:lnTo>
                <a:cubicBezTo>
                  <a:pt x="1214" y="2743"/>
                  <a:pt x="1213" y="2740"/>
                  <a:pt x="1212" y="2736"/>
                </a:cubicBezTo>
                <a:cubicBezTo>
                  <a:pt x="1199" y="2702"/>
                  <a:pt x="1187" y="2668"/>
                  <a:pt x="1176" y="2635"/>
                </a:cubicBezTo>
                <a:cubicBezTo>
                  <a:pt x="1153" y="2559"/>
                  <a:pt x="1132" y="2481"/>
                  <a:pt x="1119" y="2403"/>
                </a:cubicBezTo>
                <a:cubicBezTo>
                  <a:pt x="1119" y="2401"/>
                  <a:pt x="1118" y="2399"/>
                  <a:pt x="1118" y="2397"/>
                </a:cubicBezTo>
                <a:lnTo>
                  <a:pt x="1118" y="2397"/>
                </a:lnTo>
                <a:cubicBezTo>
                  <a:pt x="1122" y="2365"/>
                  <a:pt x="1108" y="2315"/>
                  <a:pt x="1106" y="2283"/>
                </a:cubicBezTo>
                <a:cubicBezTo>
                  <a:pt x="1102" y="2203"/>
                  <a:pt x="1102" y="2123"/>
                  <a:pt x="1106" y="2043"/>
                </a:cubicBezTo>
                <a:cubicBezTo>
                  <a:pt x="1107" y="2033"/>
                  <a:pt x="1110" y="2004"/>
                  <a:pt x="1113" y="1978"/>
                </a:cubicBezTo>
                <a:lnTo>
                  <a:pt x="1113" y="1978"/>
                </a:lnTo>
                <a:cubicBezTo>
                  <a:pt x="1117" y="1953"/>
                  <a:pt x="1123" y="1911"/>
                  <a:pt x="1125" y="1899"/>
                </a:cubicBezTo>
                <a:cubicBezTo>
                  <a:pt x="1144" y="1813"/>
                  <a:pt x="1170" y="1731"/>
                  <a:pt x="1197" y="1647"/>
                </a:cubicBezTo>
                <a:cubicBezTo>
                  <a:pt x="1199" y="1642"/>
                  <a:pt x="1200" y="1637"/>
                  <a:pt x="1201" y="1634"/>
                </a:cubicBezTo>
                <a:lnTo>
                  <a:pt x="1201" y="1634"/>
                </a:lnTo>
                <a:cubicBezTo>
                  <a:pt x="1203" y="1630"/>
                  <a:pt x="1205" y="1626"/>
                  <a:pt x="1208" y="1621"/>
                </a:cubicBezTo>
                <a:cubicBezTo>
                  <a:pt x="1227" y="1583"/>
                  <a:pt x="1246" y="1543"/>
                  <a:pt x="1269" y="1507"/>
                </a:cubicBezTo>
                <a:cubicBezTo>
                  <a:pt x="1290" y="1470"/>
                  <a:pt x="1313" y="1434"/>
                  <a:pt x="1338" y="1398"/>
                </a:cubicBezTo>
                <a:cubicBezTo>
                  <a:pt x="1341" y="1394"/>
                  <a:pt x="1344" y="1390"/>
                  <a:pt x="1346" y="1386"/>
                </a:cubicBezTo>
                <a:lnTo>
                  <a:pt x="1346" y="1386"/>
                </a:lnTo>
                <a:cubicBezTo>
                  <a:pt x="1346" y="1386"/>
                  <a:pt x="1346" y="1386"/>
                  <a:pt x="1347" y="1385"/>
                </a:cubicBezTo>
                <a:cubicBezTo>
                  <a:pt x="1399" y="1329"/>
                  <a:pt x="1454" y="1275"/>
                  <a:pt x="1511" y="1223"/>
                </a:cubicBezTo>
                <a:lnTo>
                  <a:pt x="1511" y="1223"/>
                </a:lnTo>
                <a:cubicBezTo>
                  <a:pt x="1524" y="1213"/>
                  <a:pt x="1537" y="1203"/>
                  <a:pt x="1551" y="1194"/>
                </a:cubicBezTo>
                <a:cubicBezTo>
                  <a:pt x="1589" y="1170"/>
                  <a:pt x="1627" y="1147"/>
                  <a:pt x="1667" y="1126"/>
                </a:cubicBezTo>
                <a:cubicBezTo>
                  <a:pt x="1682" y="1119"/>
                  <a:pt x="1697" y="1111"/>
                  <a:pt x="1712" y="1103"/>
                </a:cubicBezTo>
                <a:lnTo>
                  <a:pt x="1712" y="1103"/>
                </a:lnTo>
                <a:cubicBezTo>
                  <a:pt x="1755" y="1090"/>
                  <a:pt x="1797" y="1075"/>
                  <a:pt x="1840" y="1063"/>
                </a:cubicBezTo>
                <a:cubicBezTo>
                  <a:pt x="1884" y="1050"/>
                  <a:pt x="1928" y="1042"/>
                  <a:pt x="1970" y="1031"/>
                </a:cubicBezTo>
                <a:cubicBezTo>
                  <a:pt x="1976" y="1030"/>
                  <a:pt x="1983" y="1028"/>
                  <a:pt x="1990" y="1026"/>
                </a:cubicBezTo>
                <a:lnTo>
                  <a:pt x="1990" y="1026"/>
                </a:lnTo>
                <a:cubicBezTo>
                  <a:pt x="2008" y="1025"/>
                  <a:pt x="2026" y="1024"/>
                  <a:pt x="2042" y="1023"/>
                </a:cubicBezTo>
                <a:cubicBezTo>
                  <a:pt x="2063" y="1021"/>
                  <a:pt x="2083" y="1018"/>
                  <a:pt x="2104" y="1015"/>
                </a:cubicBezTo>
                <a:lnTo>
                  <a:pt x="2104" y="1015"/>
                </a:lnTo>
                <a:cubicBezTo>
                  <a:pt x="2127" y="1013"/>
                  <a:pt x="2151" y="1010"/>
                  <a:pt x="2175" y="1006"/>
                </a:cubicBezTo>
                <a:cubicBezTo>
                  <a:pt x="2200" y="1002"/>
                  <a:pt x="2223" y="998"/>
                  <a:pt x="2248" y="996"/>
                </a:cubicBezTo>
                <a:lnTo>
                  <a:pt x="2248" y="996"/>
                </a:lnTo>
                <a:cubicBezTo>
                  <a:pt x="2202" y="1002"/>
                  <a:pt x="2186" y="1004"/>
                  <a:pt x="2186" y="1004"/>
                </a:cubicBezTo>
                <a:cubicBezTo>
                  <a:pt x="2187" y="1004"/>
                  <a:pt x="2227" y="999"/>
                  <a:pt x="2246" y="998"/>
                </a:cubicBezTo>
                <a:cubicBezTo>
                  <a:pt x="2293" y="996"/>
                  <a:pt x="2341" y="991"/>
                  <a:pt x="2387" y="989"/>
                </a:cubicBezTo>
                <a:close/>
                <a:moveTo>
                  <a:pt x="2431" y="0"/>
                </a:moveTo>
                <a:cubicBezTo>
                  <a:pt x="2283" y="0"/>
                  <a:pt x="2134" y="12"/>
                  <a:pt x="1987" y="33"/>
                </a:cubicBezTo>
                <a:lnTo>
                  <a:pt x="1987" y="33"/>
                </a:lnTo>
                <a:cubicBezTo>
                  <a:pt x="1519" y="79"/>
                  <a:pt x="1082" y="246"/>
                  <a:pt x="738" y="578"/>
                </a:cubicBezTo>
                <a:cubicBezTo>
                  <a:pt x="443" y="863"/>
                  <a:pt x="236" y="1259"/>
                  <a:pt x="158" y="1661"/>
                </a:cubicBezTo>
                <a:cubicBezTo>
                  <a:pt x="0" y="2477"/>
                  <a:pt x="228" y="3403"/>
                  <a:pt x="896" y="3941"/>
                </a:cubicBezTo>
                <a:cubicBezTo>
                  <a:pt x="1283" y="4251"/>
                  <a:pt x="1777" y="4404"/>
                  <a:pt x="2272" y="4404"/>
                </a:cubicBezTo>
                <a:cubicBezTo>
                  <a:pt x="2762" y="4404"/>
                  <a:pt x="3253" y="4255"/>
                  <a:pt x="3645" y="3962"/>
                </a:cubicBezTo>
                <a:cubicBezTo>
                  <a:pt x="4395" y="3401"/>
                  <a:pt x="4700" y="2409"/>
                  <a:pt x="4443" y="1512"/>
                </a:cubicBezTo>
                <a:cubicBezTo>
                  <a:pt x="4302" y="1025"/>
                  <a:pt x="4003" y="604"/>
                  <a:pt x="3582" y="321"/>
                </a:cubicBezTo>
                <a:cubicBezTo>
                  <a:pt x="3236" y="89"/>
                  <a:pt x="2836" y="0"/>
                  <a:pt x="243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6" name="Google Shape;3916;p40"/>
          <p:cNvSpPr/>
          <p:nvPr/>
        </p:nvSpPr>
        <p:spPr>
          <a:xfrm>
            <a:off x="7578925" y="3242625"/>
            <a:ext cx="146125" cy="137000"/>
          </a:xfrm>
          <a:custGeom>
            <a:rect b="b" l="l" r="r" t="t"/>
            <a:pathLst>
              <a:path extrusionOk="0" h="5480" w="5845">
                <a:moveTo>
                  <a:pt x="3672" y="1101"/>
                </a:moveTo>
                <a:cubicBezTo>
                  <a:pt x="3677" y="1103"/>
                  <a:pt x="3681" y="1105"/>
                  <a:pt x="3685" y="1107"/>
                </a:cubicBezTo>
                <a:lnTo>
                  <a:pt x="3685" y="1107"/>
                </a:lnTo>
                <a:cubicBezTo>
                  <a:pt x="3681" y="1105"/>
                  <a:pt x="3677" y="1103"/>
                  <a:pt x="3672" y="1101"/>
                </a:cubicBezTo>
                <a:close/>
                <a:moveTo>
                  <a:pt x="3072" y="4464"/>
                </a:moveTo>
                <a:lnTo>
                  <a:pt x="3072" y="4464"/>
                </a:lnTo>
                <a:cubicBezTo>
                  <a:pt x="3071" y="4464"/>
                  <a:pt x="3070" y="4464"/>
                  <a:pt x="3069" y="4464"/>
                </a:cubicBezTo>
                <a:lnTo>
                  <a:pt x="3069" y="4464"/>
                </a:lnTo>
                <a:cubicBezTo>
                  <a:pt x="3070" y="4464"/>
                  <a:pt x="3071" y="4464"/>
                  <a:pt x="3072" y="4464"/>
                </a:cubicBezTo>
                <a:close/>
                <a:moveTo>
                  <a:pt x="3052" y="4466"/>
                </a:moveTo>
                <a:lnTo>
                  <a:pt x="3052" y="4466"/>
                </a:lnTo>
                <a:cubicBezTo>
                  <a:pt x="3035" y="4469"/>
                  <a:pt x="3029" y="4470"/>
                  <a:pt x="3029" y="4470"/>
                </a:cubicBezTo>
                <a:cubicBezTo>
                  <a:pt x="3028" y="4470"/>
                  <a:pt x="3040" y="4468"/>
                  <a:pt x="3052" y="4466"/>
                </a:cubicBezTo>
                <a:close/>
                <a:moveTo>
                  <a:pt x="3036" y="989"/>
                </a:moveTo>
                <a:cubicBezTo>
                  <a:pt x="3084" y="989"/>
                  <a:pt x="3131" y="990"/>
                  <a:pt x="3177" y="992"/>
                </a:cubicBezTo>
                <a:cubicBezTo>
                  <a:pt x="3207" y="994"/>
                  <a:pt x="3236" y="998"/>
                  <a:pt x="3264" y="1000"/>
                </a:cubicBezTo>
                <a:cubicBezTo>
                  <a:pt x="3270" y="1000"/>
                  <a:pt x="3275" y="1000"/>
                  <a:pt x="3280" y="1000"/>
                </a:cubicBezTo>
                <a:lnTo>
                  <a:pt x="3280" y="1000"/>
                </a:lnTo>
                <a:cubicBezTo>
                  <a:pt x="3393" y="1021"/>
                  <a:pt x="3502" y="1045"/>
                  <a:pt x="3611" y="1080"/>
                </a:cubicBezTo>
                <a:cubicBezTo>
                  <a:pt x="3640" y="1091"/>
                  <a:pt x="3708" y="1119"/>
                  <a:pt x="3711" y="1119"/>
                </a:cubicBezTo>
                <a:cubicBezTo>
                  <a:pt x="3711" y="1119"/>
                  <a:pt x="3710" y="1118"/>
                  <a:pt x="3707" y="1117"/>
                </a:cubicBezTo>
                <a:lnTo>
                  <a:pt x="3707" y="1117"/>
                </a:lnTo>
                <a:cubicBezTo>
                  <a:pt x="3752" y="1138"/>
                  <a:pt x="3795" y="1160"/>
                  <a:pt x="3839" y="1186"/>
                </a:cubicBezTo>
                <a:cubicBezTo>
                  <a:pt x="3883" y="1209"/>
                  <a:pt x="3923" y="1236"/>
                  <a:pt x="3965" y="1261"/>
                </a:cubicBezTo>
                <a:cubicBezTo>
                  <a:pt x="3979" y="1270"/>
                  <a:pt x="3990" y="1277"/>
                  <a:pt x="3997" y="1281"/>
                </a:cubicBezTo>
                <a:lnTo>
                  <a:pt x="3997" y="1281"/>
                </a:lnTo>
                <a:cubicBezTo>
                  <a:pt x="4000" y="1284"/>
                  <a:pt x="4004" y="1288"/>
                  <a:pt x="4010" y="1293"/>
                </a:cubicBezTo>
                <a:cubicBezTo>
                  <a:pt x="4096" y="1369"/>
                  <a:pt x="4178" y="1443"/>
                  <a:pt x="4252" y="1531"/>
                </a:cubicBezTo>
                <a:cubicBezTo>
                  <a:pt x="4265" y="1544"/>
                  <a:pt x="4276" y="1558"/>
                  <a:pt x="4288" y="1572"/>
                </a:cubicBezTo>
                <a:lnTo>
                  <a:pt x="4288" y="1572"/>
                </a:lnTo>
                <a:cubicBezTo>
                  <a:pt x="4314" y="1615"/>
                  <a:pt x="4345" y="1659"/>
                  <a:pt x="4374" y="1704"/>
                </a:cubicBezTo>
                <a:cubicBezTo>
                  <a:pt x="4397" y="1744"/>
                  <a:pt x="4422" y="1784"/>
                  <a:pt x="4444" y="1826"/>
                </a:cubicBezTo>
                <a:cubicBezTo>
                  <a:pt x="4456" y="1852"/>
                  <a:pt x="4498" y="1948"/>
                  <a:pt x="4500" y="1948"/>
                </a:cubicBezTo>
                <a:cubicBezTo>
                  <a:pt x="4500" y="1948"/>
                  <a:pt x="4500" y="1947"/>
                  <a:pt x="4500" y="1946"/>
                </a:cubicBezTo>
                <a:lnTo>
                  <a:pt x="4500" y="1946"/>
                </a:lnTo>
                <a:cubicBezTo>
                  <a:pt x="4527" y="2021"/>
                  <a:pt x="4553" y="2096"/>
                  <a:pt x="4574" y="2174"/>
                </a:cubicBezTo>
                <a:cubicBezTo>
                  <a:pt x="4587" y="2220"/>
                  <a:pt x="4597" y="2266"/>
                  <a:pt x="4608" y="2315"/>
                </a:cubicBezTo>
                <a:cubicBezTo>
                  <a:pt x="4614" y="2346"/>
                  <a:pt x="4627" y="2444"/>
                  <a:pt x="4628" y="2444"/>
                </a:cubicBezTo>
                <a:cubicBezTo>
                  <a:pt x="4629" y="2444"/>
                  <a:pt x="4628" y="2430"/>
                  <a:pt x="4625" y="2395"/>
                </a:cubicBezTo>
                <a:lnTo>
                  <a:pt x="4625" y="2395"/>
                </a:lnTo>
                <a:cubicBezTo>
                  <a:pt x="4635" y="2498"/>
                  <a:pt x="4644" y="2599"/>
                  <a:pt x="4642" y="2702"/>
                </a:cubicBezTo>
                <a:cubicBezTo>
                  <a:pt x="4642" y="2757"/>
                  <a:pt x="4639" y="2812"/>
                  <a:pt x="4635" y="2867"/>
                </a:cubicBezTo>
                <a:cubicBezTo>
                  <a:pt x="4633" y="2890"/>
                  <a:pt x="4631" y="2915"/>
                  <a:pt x="4629" y="2938"/>
                </a:cubicBezTo>
                <a:cubicBezTo>
                  <a:pt x="4629" y="2941"/>
                  <a:pt x="4629" y="2943"/>
                  <a:pt x="4629" y="2945"/>
                </a:cubicBezTo>
                <a:lnTo>
                  <a:pt x="4629" y="2945"/>
                </a:lnTo>
                <a:cubicBezTo>
                  <a:pt x="4610" y="3044"/>
                  <a:pt x="4592" y="3139"/>
                  <a:pt x="4564" y="3235"/>
                </a:cubicBezTo>
                <a:cubicBezTo>
                  <a:pt x="4551" y="3282"/>
                  <a:pt x="4536" y="3328"/>
                  <a:pt x="4519" y="3372"/>
                </a:cubicBezTo>
                <a:cubicBezTo>
                  <a:pt x="4511" y="3396"/>
                  <a:pt x="4503" y="3419"/>
                  <a:pt x="4494" y="3442"/>
                </a:cubicBezTo>
                <a:cubicBezTo>
                  <a:pt x="4493" y="3445"/>
                  <a:pt x="4492" y="3448"/>
                  <a:pt x="4491" y="3451"/>
                </a:cubicBezTo>
                <a:lnTo>
                  <a:pt x="4491" y="3451"/>
                </a:lnTo>
                <a:cubicBezTo>
                  <a:pt x="4490" y="3453"/>
                  <a:pt x="4489" y="3455"/>
                  <a:pt x="4488" y="3457"/>
                </a:cubicBezTo>
                <a:cubicBezTo>
                  <a:pt x="4439" y="3543"/>
                  <a:pt x="4399" y="3629"/>
                  <a:pt x="4345" y="3714"/>
                </a:cubicBezTo>
                <a:cubicBezTo>
                  <a:pt x="4335" y="3728"/>
                  <a:pt x="4281" y="3805"/>
                  <a:pt x="4270" y="3821"/>
                </a:cubicBezTo>
                <a:lnTo>
                  <a:pt x="4270" y="3821"/>
                </a:lnTo>
                <a:cubicBezTo>
                  <a:pt x="4265" y="3827"/>
                  <a:pt x="4261" y="3833"/>
                  <a:pt x="4258" y="3836"/>
                </a:cubicBezTo>
                <a:cubicBezTo>
                  <a:pt x="4233" y="3863"/>
                  <a:pt x="4210" y="3891"/>
                  <a:pt x="4184" y="3918"/>
                </a:cubicBezTo>
                <a:cubicBezTo>
                  <a:pt x="4149" y="3956"/>
                  <a:pt x="4113" y="3990"/>
                  <a:pt x="4077" y="4025"/>
                </a:cubicBezTo>
                <a:cubicBezTo>
                  <a:pt x="4063" y="4038"/>
                  <a:pt x="3976" y="4107"/>
                  <a:pt x="3979" y="4107"/>
                </a:cubicBezTo>
                <a:cubicBezTo>
                  <a:pt x="3979" y="4107"/>
                  <a:pt x="3980" y="4107"/>
                  <a:pt x="3980" y="4107"/>
                </a:cubicBezTo>
                <a:lnTo>
                  <a:pt x="3980" y="4107"/>
                </a:lnTo>
                <a:cubicBezTo>
                  <a:pt x="3895" y="4167"/>
                  <a:pt x="3805" y="4221"/>
                  <a:pt x="3713" y="4270"/>
                </a:cubicBezTo>
                <a:cubicBezTo>
                  <a:pt x="3690" y="4281"/>
                  <a:pt x="3603" y="4321"/>
                  <a:pt x="3608" y="4321"/>
                </a:cubicBezTo>
                <a:cubicBezTo>
                  <a:pt x="3609" y="4321"/>
                  <a:pt x="3610" y="4320"/>
                  <a:pt x="3614" y="4319"/>
                </a:cubicBezTo>
                <a:lnTo>
                  <a:pt x="3614" y="4319"/>
                </a:lnTo>
                <a:cubicBezTo>
                  <a:pt x="3570" y="4336"/>
                  <a:pt x="3525" y="4351"/>
                  <a:pt x="3481" y="4365"/>
                </a:cubicBezTo>
                <a:cubicBezTo>
                  <a:pt x="3350" y="4407"/>
                  <a:pt x="3217" y="4438"/>
                  <a:pt x="3080" y="4461"/>
                </a:cubicBezTo>
                <a:cubicBezTo>
                  <a:pt x="3073" y="4463"/>
                  <a:pt x="3067" y="4464"/>
                  <a:pt x="3061" y="4465"/>
                </a:cubicBezTo>
                <a:lnTo>
                  <a:pt x="3061" y="4465"/>
                </a:lnTo>
                <a:cubicBezTo>
                  <a:pt x="3027" y="4468"/>
                  <a:pt x="2993" y="4470"/>
                  <a:pt x="2958" y="4474"/>
                </a:cubicBezTo>
                <a:cubicBezTo>
                  <a:pt x="2899" y="4478"/>
                  <a:pt x="2840" y="4480"/>
                  <a:pt x="2779" y="4480"/>
                </a:cubicBezTo>
                <a:cubicBezTo>
                  <a:pt x="2762" y="4481"/>
                  <a:pt x="2745" y="4481"/>
                  <a:pt x="2728" y="4481"/>
                </a:cubicBezTo>
                <a:cubicBezTo>
                  <a:pt x="2682" y="4481"/>
                  <a:pt x="2635" y="4479"/>
                  <a:pt x="2588" y="4476"/>
                </a:cubicBezTo>
                <a:cubicBezTo>
                  <a:pt x="2560" y="4474"/>
                  <a:pt x="2533" y="4470"/>
                  <a:pt x="2505" y="4468"/>
                </a:cubicBezTo>
                <a:cubicBezTo>
                  <a:pt x="2503" y="4468"/>
                  <a:pt x="2500" y="4468"/>
                  <a:pt x="2498" y="4467"/>
                </a:cubicBezTo>
                <a:lnTo>
                  <a:pt x="2498" y="4467"/>
                </a:lnTo>
                <a:cubicBezTo>
                  <a:pt x="2389" y="4444"/>
                  <a:pt x="2284" y="4423"/>
                  <a:pt x="2179" y="4388"/>
                </a:cubicBezTo>
                <a:cubicBezTo>
                  <a:pt x="2150" y="4378"/>
                  <a:pt x="2089" y="4350"/>
                  <a:pt x="2086" y="4350"/>
                </a:cubicBezTo>
                <a:lnTo>
                  <a:pt x="2086" y="4350"/>
                </a:lnTo>
                <a:cubicBezTo>
                  <a:pt x="2085" y="4350"/>
                  <a:pt x="2095" y="4356"/>
                  <a:pt x="2126" y="4371"/>
                </a:cubicBezTo>
                <a:cubicBezTo>
                  <a:pt x="2071" y="4346"/>
                  <a:pt x="2017" y="4318"/>
                  <a:pt x="1964" y="4289"/>
                </a:cubicBezTo>
                <a:cubicBezTo>
                  <a:pt x="1924" y="4266"/>
                  <a:pt x="1884" y="4240"/>
                  <a:pt x="1844" y="4215"/>
                </a:cubicBezTo>
                <a:cubicBezTo>
                  <a:pt x="1818" y="4198"/>
                  <a:pt x="1769" y="4158"/>
                  <a:pt x="1768" y="4158"/>
                </a:cubicBezTo>
                <a:lnTo>
                  <a:pt x="1768" y="4158"/>
                </a:lnTo>
                <a:cubicBezTo>
                  <a:pt x="1768" y="4158"/>
                  <a:pt x="1777" y="4166"/>
                  <a:pt x="1804" y="4190"/>
                </a:cubicBezTo>
                <a:cubicBezTo>
                  <a:pt x="1720" y="4116"/>
                  <a:pt x="1637" y="4044"/>
                  <a:pt x="1564" y="3960"/>
                </a:cubicBezTo>
                <a:cubicBezTo>
                  <a:pt x="1558" y="3953"/>
                  <a:pt x="1523" y="3910"/>
                  <a:pt x="1505" y="3887"/>
                </a:cubicBezTo>
                <a:lnTo>
                  <a:pt x="1505" y="3887"/>
                </a:lnTo>
                <a:cubicBezTo>
                  <a:pt x="1486" y="3860"/>
                  <a:pt x="1451" y="3810"/>
                  <a:pt x="1444" y="3800"/>
                </a:cubicBezTo>
                <a:cubicBezTo>
                  <a:pt x="1389" y="3712"/>
                  <a:pt x="1345" y="3617"/>
                  <a:pt x="1294" y="3526"/>
                </a:cubicBezTo>
                <a:cubicBezTo>
                  <a:pt x="1292" y="3522"/>
                  <a:pt x="1290" y="3518"/>
                  <a:pt x="1288" y="3515"/>
                </a:cubicBezTo>
                <a:lnTo>
                  <a:pt x="1288" y="3515"/>
                </a:lnTo>
                <a:cubicBezTo>
                  <a:pt x="1286" y="3508"/>
                  <a:pt x="1282" y="3497"/>
                  <a:pt x="1277" y="3484"/>
                </a:cubicBezTo>
                <a:cubicBezTo>
                  <a:pt x="1262" y="3440"/>
                  <a:pt x="1246" y="3398"/>
                  <a:pt x="1231" y="3353"/>
                </a:cubicBezTo>
                <a:cubicBezTo>
                  <a:pt x="1199" y="3252"/>
                  <a:pt x="1174" y="3149"/>
                  <a:pt x="1155" y="3046"/>
                </a:cubicBezTo>
                <a:cubicBezTo>
                  <a:pt x="1149" y="3013"/>
                  <a:pt x="1144" y="2955"/>
                  <a:pt x="1143" y="2955"/>
                </a:cubicBezTo>
                <a:lnTo>
                  <a:pt x="1143" y="2955"/>
                </a:lnTo>
                <a:cubicBezTo>
                  <a:pt x="1143" y="2955"/>
                  <a:pt x="1144" y="2969"/>
                  <a:pt x="1147" y="3006"/>
                </a:cubicBezTo>
                <a:cubicBezTo>
                  <a:pt x="1142" y="2953"/>
                  <a:pt x="1136" y="2900"/>
                  <a:pt x="1134" y="2848"/>
                </a:cubicBezTo>
                <a:cubicBezTo>
                  <a:pt x="1128" y="2742"/>
                  <a:pt x="1128" y="2637"/>
                  <a:pt x="1134" y="2532"/>
                </a:cubicBezTo>
                <a:cubicBezTo>
                  <a:pt x="1135" y="2514"/>
                  <a:pt x="1144" y="2437"/>
                  <a:pt x="1147" y="2404"/>
                </a:cubicBezTo>
                <a:lnTo>
                  <a:pt x="1147" y="2404"/>
                </a:lnTo>
                <a:cubicBezTo>
                  <a:pt x="1152" y="2372"/>
                  <a:pt x="1162" y="2318"/>
                  <a:pt x="1166" y="2302"/>
                </a:cubicBezTo>
                <a:cubicBezTo>
                  <a:pt x="1189" y="2188"/>
                  <a:pt x="1222" y="2081"/>
                  <a:pt x="1260" y="1969"/>
                </a:cubicBezTo>
                <a:cubicBezTo>
                  <a:pt x="1266" y="1952"/>
                  <a:pt x="1270" y="1941"/>
                  <a:pt x="1272" y="1933"/>
                </a:cubicBezTo>
                <a:lnTo>
                  <a:pt x="1272" y="1933"/>
                </a:lnTo>
                <a:cubicBezTo>
                  <a:pt x="1276" y="1926"/>
                  <a:pt x="1282" y="1915"/>
                  <a:pt x="1290" y="1900"/>
                </a:cubicBezTo>
                <a:cubicBezTo>
                  <a:pt x="1315" y="1849"/>
                  <a:pt x="1340" y="1797"/>
                  <a:pt x="1368" y="1748"/>
                </a:cubicBezTo>
                <a:cubicBezTo>
                  <a:pt x="1397" y="1700"/>
                  <a:pt x="1429" y="1651"/>
                  <a:pt x="1460" y="1605"/>
                </a:cubicBezTo>
                <a:cubicBezTo>
                  <a:pt x="1471" y="1589"/>
                  <a:pt x="1477" y="1579"/>
                  <a:pt x="1481" y="1572"/>
                </a:cubicBezTo>
                <a:lnTo>
                  <a:pt x="1481" y="1572"/>
                </a:lnTo>
                <a:cubicBezTo>
                  <a:pt x="1485" y="1568"/>
                  <a:pt x="1490" y="1563"/>
                  <a:pt x="1496" y="1556"/>
                </a:cubicBezTo>
                <a:cubicBezTo>
                  <a:pt x="1571" y="1480"/>
                  <a:pt x="1645" y="1406"/>
                  <a:pt x="1723" y="1331"/>
                </a:cubicBezTo>
                <a:lnTo>
                  <a:pt x="1723" y="1331"/>
                </a:lnTo>
                <a:cubicBezTo>
                  <a:pt x="1723" y="1331"/>
                  <a:pt x="1724" y="1331"/>
                  <a:pt x="1724" y="1331"/>
                </a:cubicBezTo>
                <a:cubicBezTo>
                  <a:pt x="1747" y="1314"/>
                  <a:pt x="1770" y="1297"/>
                  <a:pt x="1795" y="1280"/>
                </a:cubicBezTo>
                <a:cubicBezTo>
                  <a:pt x="1846" y="1249"/>
                  <a:pt x="1897" y="1219"/>
                  <a:pt x="1949" y="1192"/>
                </a:cubicBezTo>
                <a:cubicBezTo>
                  <a:pt x="1970" y="1179"/>
                  <a:pt x="1993" y="1171"/>
                  <a:pt x="2015" y="1158"/>
                </a:cubicBezTo>
                <a:cubicBezTo>
                  <a:pt x="2019" y="1156"/>
                  <a:pt x="2023" y="1153"/>
                  <a:pt x="2026" y="1151"/>
                </a:cubicBezTo>
                <a:lnTo>
                  <a:pt x="2026" y="1151"/>
                </a:lnTo>
                <a:cubicBezTo>
                  <a:pt x="2028" y="1151"/>
                  <a:pt x="2030" y="1150"/>
                  <a:pt x="2031" y="1150"/>
                </a:cubicBezTo>
                <a:cubicBezTo>
                  <a:pt x="2092" y="1131"/>
                  <a:pt x="2151" y="1108"/>
                  <a:pt x="2213" y="1091"/>
                </a:cubicBezTo>
                <a:cubicBezTo>
                  <a:pt x="2269" y="1076"/>
                  <a:pt x="2328" y="1066"/>
                  <a:pt x="2385" y="1051"/>
                </a:cubicBezTo>
                <a:cubicBezTo>
                  <a:pt x="2395" y="1049"/>
                  <a:pt x="2412" y="1046"/>
                  <a:pt x="2426" y="1043"/>
                </a:cubicBezTo>
                <a:lnTo>
                  <a:pt x="2426" y="1043"/>
                </a:lnTo>
                <a:cubicBezTo>
                  <a:pt x="2457" y="1040"/>
                  <a:pt x="2490" y="1037"/>
                  <a:pt x="2522" y="1034"/>
                </a:cubicBezTo>
                <a:cubicBezTo>
                  <a:pt x="2545" y="1032"/>
                  <a:pt x="2568" y="1029"/>
                  <a:pt x="2590" y="1025"/>
                </a:cubicBezTo>
                <a:lnTo>
                  <a:pt x="2590" y="1025"/>
                </a:lnTo>
                <a:cubicBezTo>
                  <a:pt x="2612" y="1023"/>
                  <a:pt x="2633" y="1021"/>
                  <a:pt x="2655" y="1017"/>
                </a:cubicBezTo>
                <a:cubicBezTo>
                  <a:pt x="2687" y="1011"/>
                  <a:pt x="2720" y="1004"/>
                  <a:pt x="2754" y="1000"/>
                </a:cubicBezTo>
                <a:lnTo>
                  <a:pt x="2754" y="1000"/>
                </a:lnTo>
                <a:cubicBezTo>
                  <a:pt x="2725" y="1004"/>
                  <a:pt x="2717" y="1006"/>
                  <a:pt x="2719" y="1006"/>
                </a:cubicBezTo>
                <a:cubicBezTo>
                  <a:pt x="2724" y="1006"/>
                  <a:pt x="2776" y="1000"/>
                  <a:pt x="2790" y="998"/>
                </a:cubicBezTo>
                <a:cubicBezTo>
                  <a:pt x="2853" y="996"/>
                  <a:pt x="2914" y="990"/>
                  <a:pt x="2977" y="990"/>
                </a:cubicBezTo>
                <a:cubicBezTo>
                  <a:pt x="2997" y="989"/>
                  <a:pt x="3017" y="989"/>
                  <a:pt x="3036" y="989"/>
                </a:cubicBezTo>
                <a:close/>
                <a:moveTo>
                  <a:pt x="3033" y="0"/>
                </a:moveTo>
                <a:cubicBezTo>
                  <a:pt x="2855" y="0"/>
                  <a:pt x="2675" y="14"/>
                  <a:pt x="2498" y="40"/>
                </a:cubicBezTo>
                <a:lnTo>
                  <a:pt x="2498" y="40"/>
                </a:lnTo>
                <a:cubicBezTo>
                  <a:pt x="1906" y="92"/>
                  <a:pt x="1353" y="298"/>
                  <a:pt x="921" y="716"/>
                </a:cubicBezTo>
                <a:cubicBezTo>
                  <a:pt x="548" y="1074"/>
                  <a:pt x="295" y="1567"/>
                  <a:pt x="199" y="2073"/>
                </a:cubicBezTo>
                <a:cubicBezTo>
                  <a:pt x="1" y="3090"/>
                  <a:pt x="293" y="4249"/>
                  <a:pt x="1125" y="4914"/>
                </a:cubicBezTo>
                <a:cubicBezTo>
                  <a:pt x="1601" y="5295"/>
                  <a:pt x="2207" y="5480"/>
                  <a:pt x="2815" y="5480"/>
                </a:cubicBezTo>
                <a:cubicBezTo>
                  <a:pt x="3434" y="5480"/>
                  <a:pt x="4057" y="5289"/>
                  <a:pt x="4549" y="4919"/>
                </a:cubicBezTo>
                <a:cubicBezTo>
                  <a:pt x="5476" y="4221"/>
                  <a:pt x="5844" y="2983"/>
                  <a:pt x="5526" y="1874"/>
                </a:cubicBezTo>
                <a:cubicBezTo>
                  <a:pt x="5354" y="1274"/>
                  <a:pt x="4987" y="750"/>
                  <a:pt x="4469" y="402"/>
                </a:cubicBezTo>
                <a:cubicBezTo>
                  <a:pt x="4038" y="112"/>
                  <a:pt x="3538" y="0"/>
                  <a:pt x="303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917" name="Google Shape;3917;p40"/>
          <p:cNvGrpSpPr/>
          <p:nvPr/>
        </p:nvGrpSpPr>
        <p:grpSpPr>
          <a:xfrm flipH="1" rot="-6299880">
            <a:off x="1406840" y="476245"/>
            <a:ext cx="708049" cy="444266"/>
            <a:chOff x="1445125" y="3867675"/>
            <a:chExt cx="803300" cy="502950"/>
          </a:xfrm>
        </p:grpSpPr>
        <p:sp>
          <p:nvSpPr>
            <p:cNvPr id="3918" name="Google Shape;3918;p40"/>
            <p:cNvSpPr/>
            <p:nvPr/>
          </p:nvSpPr>
          <p:spPr>
            <a:xfrm>
              <a:off x="1445125" y="3867675"/>
              <a:ext cx="535450" cy="502950"/>
            </a:xfrm>
            <a:custGeom>
              <a:rect b="b" l="l" r="r" t="t"/>
              <a:pathLst>
                <a:path extrusionOk="0" h="20118" w="21418">
                  <a:moveTo>
                    <a:pt x="5846" y="993"/>
                  </a:moveTo>
                  <a:cubicBezTo>
                    <a:pt x="6726" y="993"/>
                    <a:pt x="7300" y="1814"/>
                    <a:pt x="7545" y="2688"/>
                  </a:cubicBezTo>
                  <a:cubicBezTo>
                    <a:pt x="7686" y="3200"/>
                    <a:pt x="7749" y="3726"/>
                    <a:pt x="7770" y="4255"/>
                  </a:cubicBezTo>
                  <a:cubicBezTo>
                    <a:pt x="7787" y="4700"/>
                    <a:pt x="7676" y="5216"/>
                    <a:pt x="7812" y="5641"/>
                  </a:cubicBezTo>
                  <a:cubicBezTo>
                    <a:pt x="8017" y="6280"/>
                    <a:pt x="8790" y="6621"/>
                    <a:pt x="9352" y="6861"/>
                  </a:cubicBezTo>
                  <a:cubicBezTo>
                    <a:pt x="10899" y="7523"/>
                    <a:pt x="12588" y="7895"/>
                    <a:pt x="14238" y="8195"/>
                  </a:cubicBezTo>
                  <a:cubicBezTo>
                    <a:pt x="14279" y="8202"/>
                    <a:pt x="14320" y="8206"/>
                    <a:pt x="14360" y="8206"/>
                  </a:cubicBezTo>
                  <a:cubicBezTo>
                    <a:pt x="14538" y="8206"/>
                    <a:pt x="14697" y="8128"/>
                    <a:pt x="14800" y="7965"/>
                  </a:cubicBezTo>
                  <a:cubicBezTo>
                    <a:pt x="15658" y="6602"/>
                    <a:pt x="16673" y="5266"/>
                    <a:pt x="17868" y="4181"/>
                  </a:cubicBezTo>
                  <a:cubicBezTo>
                    <a:pt x="18246" y="3837"/>
                    <a:pt x="19055" y="3130"/>
                    <a:pt x="19662" y="3130"/>
                  </a:cubicBezTo>
                  <a:cubicBezTo>
                    <a:pt x="19761" y="3130"/>
                    <a:pt x="19855" y="3149"/>
                    <a:pt x="19941" y="3191"/>
                  </a:cubicBezTo>
                  <a:cubicBezTo>
                    <a:pt x="19972" y="3206"/>
                    <a:pt x="20042" y="3282"/>
                    <a:pt x="20078" y="3334"/>
                  </a:cubicBezTo>
                  <a:cubicBezTo>
                    <a:pt x="20170" y="3474"/>
                    <a:pt x="20200" y="3554"/>
                    <a:pt x="20244" y="3703"/>
                  </a:cubicBezTo>
                  <a:cubicBezTo>
                    <a:pt x="20356" y="4074"/>
                    <a:pt x="20385" y="4459"/>
                    <a:pt x="20391" y="4845"/>
                  </a:cubicBezTo>
                  <a:cubicBezTo>
                    <a:pt x="20434" y="7253"/>
                    <a:pt x="19715" y="9724"/>
                    <a:pt x="18959" y="11987"/>
                  </a:cubicBezTo>
                  <a:cubicBezTo>
                    <a:pt x="18546" y="13223"/>
                    <a:pt x="18074" y="14443"/>
                    <a:pt x="17505" y="15619"/>
                  </a:cubicBezTo>
                  <a:cubicBezTo>
                    <a:pt x="16974" y="16720"/>
                    <a:pt x="16385" y="17795"/>
                    <a:pt x="15472" y="18631"/>
                  </a:cubicBezTo>
                  <a:cubicBezTo>
                    <a:pt x="15279" y="18808"/>
                    <a:pt x="15055" y="19008"/>
                    <a:pt x="14800" y="19090"/>
                  </a:cubicBezTo>
                  <a:cubicBezTo>
                    <a:pt x="14731" y="19114"/>
                    <a:pt x="14679" y="19127"/>
                    <a:pt x="14633" y="19127"/>
                  </a:cubicBezTo>
                  <a:cubicBezTo>
                    <a:pt x="14584" y="19127"/>
                    <a:pt x="14541" y="19112"/>
                    <a:pt x="14491" y="19078"/>
                  </a:cubicBezTo>
                  <a:cubicBezTo>
                    <a:pt x="14179" y="18859"/>
                    <a:pt x="14040" y="18279"/>
                    <a:pt x="13943" y="17913"/>
                  </a:cubicBezTo>
                  <a:cubicBezTo>
                    <a:pt x="13496" y="16204"/>
                    <a:pt x="13420" y="14392"/>
                    <a:pt x="13231" y="12644"/>
                  </a:cubicBezTo>
                  <a:cubicBezTo>
                    <a:pt x="13231" y="12642"/>
                    <a:pt x="13231" y="12641"/>
                    <a:pt x="13230" y="12640"/>
                  </a:cubicBezTo>
                  <a:lnTo>
                    <a:pt x="13230" y="12640"/>
                  </a:lnTo>
                  <a:cubicBezTo>
                    <a:pt x="13241" y="12479"/>
                    <a:pt x="13172" y="12316"/>
                    <a:pt x="12984" y="12214"/>
                  </a:cubicBezTo>
                  <a:cubicBezTo>
                    <a:pt x="12340" y="11860"/>
                    <a:pt x="11598" y="11675"/>
                    <a:pt x="10890" y="11496"/>
                  </a:cubicBezTo>
                  <a:cubicBezTo>
                    <a:pt x="10069" y="11291"/>
                    <a:pt x="9239" y="11119"/>
                    <a:pt x="8404" y="10971"/>
                  </a:cubicBezTo>
                  <a:cubicBezTo>
                    <a:pt x="7943" y="10890"/>
                    <a:pt x="7439" y="10757"/>
                    <a:pt x="6964" y="10757"/>
                  </a:cubicBezTo>
                  <a:cubicBezTo>
                    <a:pt x="6933" y="10757"/>
                    <a:pt x="6903" y="10757"/>
                    <a:pt x="6873" y="10758"/>
                  </a:cubicBezTo>
                  <a:cubicBezTo>
                    <a:pt x="6281" y="10782"/>
                    <a:pt x="5857" y="11237"/>
                    <a:pt x="5518" y="11671"/>
                  </a:cubicBezTo>
                  <a:cubicBezTo>
                    <a:pt x="4848" y="12532"/>
                    <a:pt x="4110" y="13945"/>
                    <a:pt x="2900" y="13945"/>
                  </a:cubicBezTo>
                  <a:cubicBezTo>
                    <a:pt x="2748" y="13945"/>
                    <a:pt x="2589" y="13923"/>
                    <a:pt x="2421" y="13874"/>
                  </a:cubicBezTo>
                  <a:cubicBezTo>
                    <a:pt x="1265" y="13539"/>
                    <a:pt x="1147" y="12161"/>
                    <a:pt x="1191" y="11150"/>
                  </a:cubicBezTo>
                  <a:cubicBezTo>
                    <a:pt x="1259" y="9547"/>
                    <a:pt x="1735" y="7959"/>
                    <a:pt x="2242" y="6446"/>
                  </a:cubicBezTo>
                  <a:cubicBezTo>
                    <a:pt x="2666" y="5186"/>
                    <a:pt x="3155" y="3943"/>
                    <a:pt x="3669" y="2717"/>
                  </a:cubicBezTo>
                  <a:cubicBezTo>
                    <a:pt x="4014" y="1894"/>
                    <a:pt x="4701" y="1150"/>
                    <a:pt x="5619" y="1011"/>
                  </a:cubicBezTo>
                  <a:cubicBezTo>
                    <a:pt x="5697" y="999"/>
                    <a:pt x="5772" y="993"/>
                    <a:pt x="5846" y="993"/>
                  </a:cubicBezTo>
                  <a:close/>
                  <a:moveTo>
                    <a:pt x="5851" y="1"/>
                  </a:moveTo>
                  <a:cubicBezTo>
                    <a:pt x="4753" y="1"/>
                    <a:pt x="3750" y="699"/>
                    <a:pt x="3144" y="1580"/>
                  </a:cubicBezTo>
                  <a:cubicBezTo>
                    <a:pt x="2849" y="2009"/>
                    <a:pt x="2683" y="2515"/>
                    <a:pt x="2487" y="2993"/>
                  </a:cubicBezTo>
                  <a:cubicBezTo>
                    <a:pt x="2217" y="3653"/>
                    <a:pt x="1954" y="4314"/>
                    <a:pt x="1705" y="4982"/>
                  </a:cubicBezTo>
                  <a:cubicBezTo>
                    <a:pt x="1113" y="6581"/>
                    <a:pt x="576" y="8224"/>
                    <a:pt x="323" y="9914"/>
                  </a:cubicBezTo>
                  <a:cubicBezTo>
                    <a:pt x="121" y="11253"/>
                    <a:pt x="1" y="12901"/>
                    <a:pt x="913" y="14026"/>
                  </a:cubicBezTo>
                  <a:cubicBezTo>
                    <a:pt x="1411" y="14639"/>
                    <a:pt x="2111" y="14918"/>
                    <a:pt x="2824" y="14918"/>
                  </a:cubicBezTo>
                  <a:cubicBezTo>
                    <a:pt x="3509" y="14918"/>
                    <a:pt x="4207" y="14660"/>
                    <a:pt x="4751" y="14192"/>
                  </a:cubicBezTo>
                  <a:cubicBezTo>
                    <a:pt x="5371" y="13659"/>
                    <a:pt x="5777" y="12949"/>
                    <a:pt x="6272" y="12311"/>
                  </a:cubicBezTo>
                  <a:cubicBezTo>
                    <a:pt x="6566" y="11931"/>
                    <a:pt x="6732" y="11776"/>
                    <a:pt x="7065" y="11776"/>
                  </a:cubicBezTo>
                  <a:cubicBezTo>
                    <a:pt x="7129" y="11776"/>
                    <a:pt x="7199" y="11782"/>
                    <a:pt x="7277" y="11793"/>
                  </a:cubicBezTo>
                  <a:cubicBezTo>
                    <a:pt x="8166" y="11915"/>
                    <a:pt x="9053" y="12094"/>
                    <a:pt x="9930" y="12292"/>
                  </a:cubicBezTo>
                  <a:cubicBezTo>
                    <a:pt x="10726" y="12472"/>
                    <a:pt x="11550" y="12626"/>
                    <a:pt x="12268" y="12966"/>
                  </a:cubicBezTo>
                  <a:lnTo>
                    <a:pt x="12268" y="12966"/>
                  </a:lnTo>
                  <a:cubicBezTo>
                    <a:pt x="12439" y="14633"/>
                    <a:pt x="12548" y="16332"/>
                    <a:pt x="12930" y="17963"/>
                  </a:cubicBezTo>
                  <a:cubicBezTo>
                    <a:pt x="13136" y="18845"/>
                    <a:pt x="13555" y="20118"/>
                    <a:pt x="14640" y="20118"/>
                  </a:cubicBezTo>
                  <a:cubicBezTo>
                    <a:pt x="14672" y="20118"/>
                    <a:pt x="14706" y="20116"/>
                    <a:pt x="14739" y="20114"/>
                  </a:cubicBezTo>
                  <a:cubicBezTo>
                    <a:pt x="15314" y="20074"/>
                    <a:pt x="15818" y="19674"/>
                    <a:pt x="16220" y="19295"/>
                  </a:cubicBezTo>
                  <a:cubicBezTo>
                    <a:pt x="16778" y="18770"/>
                    <a:pt x="17242" y="18165"/>
                    <a:pt x="17630" y="17506"/>
                  </a:cubicBezTo>
                  <a:cubicBezTo>
                    <a:pt x="18329" y="16326"/>
                    <a:pt x="18879" y="15058"/>
                    <a:pt x="19372" y="13779"/>
                  </a:cubicBezTo>
                  <a:cubicBezTo>
                    <a:pt x="20387" y="11140"/>
                    <a:pt x="21255" y="8266"/>
                    <a:pt x="21379" y="5422"/>
                  </a:cubicBezTo>
                  <a:cubicBezTo>
                    <a:pt x="21417" y="4558"/>
                    <a:pt x="21409" y="3509"/>
                    <a:pt x="20893" y="2768"/>
                  </a:cubicBezTo>
                  <a:cubicBezTo>
                    <a:pt x="20591" y="2334"/>
                    <a:pt x="20167" y="2169"/>
                    <a:pt x="19717" y="2169"/>
                  </a:cubicBezTo>
                  <a:cubicBezTo>
                    <a:pt x="19269" y="2169"/>
                    <a:pt x="18796" y="2332"/>
                    <a:pt x="18392" y="2557"/>
                  </a:cubicBezTo>
                  <a:cubicBezTo>
                    <a:pt x="17206" y="3219"/>
                    <a:pt x="16258" y="4331"/>
                    <a:pt x="15430" y="5382"/>
                  </a:cubicBezTo>
                  <a:cubicBezTo>
                    <a:pt x="14975" y="5959"/>
                    <a:pt x="14535" y="6551"/>
                    <a:pt x="14131" y="7165"/>
                  </a:cubicBezTo>
                  <a:lnTo>
                    <a:pt x="14131" y="7165"/>
                  </a:lnTo>
                  <a:cubicBezTo>
                    <a:pt x="12741" y="6903"/>
                    <a:pt x="11340" y="6572"/>
                    <a:pt x="10022" y="6067"/>
                  </a:cubicBezTo>
                  <a:cubicBezTo>
                    <a:pt x="9692" y="5938"/>
                    <a:pt x="9355" y="5795"/>
                    <a:pt x="9057" y="5599"/>
                  </a:cubicBezTo>
                  <a:cubicBezTo>
                    <a:pt x="8975" y="5544"/>
                    <a:pt x="8902" y="5490"/>
                    <a:pt x="8830" y="5420"/>
                  </a:cubicBezTo>
                  <a:cubicBezTo>
                    <a:pt x="8801" y="5393"/>
                    <a:pt x="8791" y="5386"/>
                    <a:pt x="8788" y="5385"/>
                  </a:cubicBezTo>
                  <a:lnTo>
                    <a:pt x="8788" y="5385"/>
                  </a:lnTo>
                  <a:cubicBezTo>
                    <a:pt x="8787" y="5381"/>
                    <a:pt x="8781" y="5370"/>
                    <a:pt x="8767" y="5346"/>
                  </a:cubicBezTo>
                  <a:cubicBezTo>
                    <a:pt x="8764" y="5342"/>
                    <a:pt x="8761" y="5338"/>
                    <a:pt x="8759" y="5334"/>
                  </a:cubicBezTo>
                  <a:lnTo>
                    <a:pt x="8759" y="5334"/>
                  </a:lnTo>
                  <a:cubicBezTo>
                    <a:pt x="8759" y="5333"/>
                    <a:pt x="8759" y="5331"/>
                    <a:pt x="8758" y="5329"/>
                  </a:cubicBezTo>
                  <a:cubicBezTo>
                    <a:pt x="8680" y="4813"/>
                    <a:pt x="8779" y="4238"/>
                    <a:pt x="8729" y="3712"/>
                  </a:cubicBezTo>
                  <a:cubicBezTo>
                    <a:pt x="8683" y="3244"/>
                    <a:pt x="8611" y="2774"/>
                    <a:pt x="8476" y="2325"/>
                  </a:cubicBezTo>
                  <a:cubicBezTo>
                    <a:pt x="8116" y="1129"/>
                    <a:pt x="7256" y="33"/>
                    <a:pt x="5914" y="2"/>
                  </a:cubicBezTo>
                  <a:cubicBezTo>
                    <a:pt x="5893" y="1"/>
                    <a:pt x="5872" y="1"/>
                    <a:pt x="585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9" name="Google Shape;3919;p40"/>
            <p:cNvSpPr/>
            <p:nvPr/>
          </p:nvSpPr>
          <p:spPr>
            <a:xfrm>
              <a:off x="1903525" y="4088100"/>
              <a:ext cx="344900" cy="185850"/>
            </a:xfrm>
            <a:custGeom>
              <a:rect b="b" l="l" r="r" t="t"/>
              <a:pathLst>
                <a:path extrusionOk="0" h="7434" w="13796">
                  <a:moveTo>
                    <a:pt x="2035" y="1"/>
                  </a:moveTo>
                  <a:cubicBezTo>
                    <a:pt x="1593" y="1"/>
                    <a:pt x="1301" y="661"/>
                    <a:pt x="1777" y="928"/>
                  </a:cubicBezTo>
                  <a:cubicBezTo>
                    <a:pt x="5023" y="2748"/>
                    <a:pt x="8420" y="4238"/>
                    <a:pt x="11476" y="6352"/>
                  </a:cubicBezTo>
                  <a:lnTo>
                    <a:pt x="11476" y="6352"/>
                  </a:lnTo>
                  <a:cubicBezTo>
                    <a:pt x="7847" y="6103"/>
                    <a:pt x="4252" y="5482"/>
                    <a:pt x="636" y="5110"/>
                  </a:cubicBezTo>
                  <a:cubicBezTo>
                    <a:pt x="615" y="5108"/>
                    <a:pt x="596" y="5107"/>
                    <a:pt x="577" y="5107"/>
                  </a:cubicBezTo>
                  <a:cubicBezTo>
                    <a:pt x="0" y="5107"/>
                    <a:pt x="24" y="6045"/>
                    <a:pt x="636" y="6106"/>
                  </a:cubicBezTo>
                  <a:cubicBezTo>
                    <a:pt x="4792" y="6534"/>
                    <a:pt x="8919" y="7290"/>
                    <a:pt x="13101" y="7434"/>
                  </a:cubicBezTo>
                  <a:cubicBezTo>
                    <a:pt x="13106" y="7434"/>
                    <a:pt x="13111" y="7434"/>
                    <a:pt x="13115" y="7434"/>
                  </a:cubicBezTo>
                  <a:cubicBezTo>
                    <a:pt x="13508" y="7434"/>
                    <a:pt x="13796" y="6851"/>
                    <a:pt x="13455" y="6582"/>
                  </a:cubicBezTo>
                  <a:cubicBezTo>
                    <a:pt x="11767" y="5262"/>
                    <a:pt x="9981" y="4109"/>
                    <a:pt x="8087" y="3106"/>
                  </a:cubicBezTo>
                  <a:cubicBezTo>
                    <a:pt x="6157" y="2083"/>
                    <a:pt x="4187" y="1139"/>
                    <a:pt x="2281" y="69"/>
                  </a:cubicBezTo>
                  <a:cubicBezTo>
                    <a:pt x="2197" y="21"/>
                    <a:pt x="2114" y="1"/>
                    <a:pt x="20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0" name="Google Shape;3920;p40"/>
            <p:cNvSpPr/>
            <p:nvPr/>
          </p:nvSpPr>
          <p:spPr>
            <a:xfrm>
              <a:off x="1462675" y="3884050"/>
              <a:ext cx="125100" cy="332450"/>
            </a:xfrm>
            <a:custGeom>
              <a:rect b="b" l="l" r="r" t="t"/>
              <a:pathLst>
                <a:path extrusionOk="0" h="13298" w="5004">
                  <a:moveTo>
                    <a:pt x="4226" y="0"/>
                  </a:moveTo>
                  <a:cubicBezTo>
                    <a:pt x="3978" y="0"/>
                    <a:pt x="3745" y="159"/>
                    <a:pt x="3776" y="478"/>
                  </a:cubicBezTo>
                  <a:cubicBezTo>
                    <a:pt x="3995" y="2762"/>
                    <a:pt x="3470" y="4910"/>
                    <a:pt x="2764" y="7066"/>
                  </a:cubicBezTo>
                  <a:cubicBezTo>
                    <a:pt x="2160" y="8913"/>
                    <a:pt x="1574" y="10906"/>
                    <a:pt x="310" y="12425"/>
                  </a:cubicBezTo>
                  <a:cubicBezTo>
                    <a:pt x="1" y="12799"/>
                    <a:pt x="333" y="13298"/>
                    <a:pt x="690" y="13298"/>
                  </a:cubicBezTo>
                  <a:cubicBezTo>
                    <a:pt x="802" y="13298"/>
                    <a:pt x="916" y="13249"/>
                    <a:pt x="1014" y="13131"/>
                  </a:cubicBezTo>
                  <a:cubicBezTo>
                    <a:pt x="2366" y="11506"/>
                    <a:pt x="3030" y="9452"/>
                    <a:pt x="3679" y="7474"/>
                  </a:cubicBezTo>
                  <a:cubicBezTo>
                    <a:pt x="4424" y="5193"/>
                    <a:pt x="5004" y="2899"/>
                    <a:pt x="4772" y="478"/>
                  </a:cubicBezTo>
                  <a:cubicBezTo>
                    <a:pt x="4741" y="160"/>
                    <a:pt x="4476" y="0"/>
                    <a:pt x="42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921" name="Google Shape;3921;p40"/>
          <p:cNvSpPr/>
          <p:nvPr/>
        </p:nvSpPr>
        <p:spPr>
          <a:xfrm>
            <a:off x="2859550" y="831275"/>
            <a:ext cx="176025" cy="165050"/>
          </a:xfrm>
          <a:custGeom>
            <a:rect b="b" l="l" r="r" t="t"/>
            <a:pathLst>
              <a:path extrusionOk="0" h="6602" w="7041">
                <a:moveTo>
                  <a:pt x="4935" y="1378"/>
                </a:moveTo>
                <a:cubicBezTo>
                  <a:pt x="4939" y="1380"/>
                  <a:pt x="4948" y="1387"/>
                  <a:pt x="4965" y="1400"/>
                </a:cubicBezTo>
                <a:cubicBezTo>
                  <a:pt x="4955" y="1392"/>
                  <a:pt x="4945" y="1385"/>
                  <a:pt x="4935" y="1378"/>
                </a:cubicBezTo>
                <a:close/>
                <a:moveTo>
                  <a:pt x="1630" y="1762"/>
                </a:moveTo>
                <a:lnTo>
                  <a:pt x="1630" y="1762"/>
                </a:lnTo>
                <a:cubicBezTo>
                  <a:pt x="1621" y="1773"/>
                  <a:pt x="1618" y="1778"/>
                  <a:pt x="1618" y="1778"/>
                </a:cubicBezTo>
                <a:cubicBezTo>
                  <a:pt x="1618" y="1778"/>
                  <a:pt x="1623" y="1771"/>
                  <a:pt x="1630" y="1762"/>
                </a:cubicBezTo>
                <a:close/>
                <a:moveTo>
                  <a:pt x="3639" y="986"/>
                </a:moveTo>
                <a:cubicBezTo>
                  <a:pt x="4036" y="986"/>
                  <a:pt x="4418" y="1072"/>
                  <a:pt x="4734" y="1250"/>
                </a:cubicBezTo>
                <a:cubicBezTo>
                  <a:pt x="4786" y="1280"/>
                  <a:pt x="4839" y="1313"/>
                  <a:pt x="4890" y="1347"/>
                </a:cubicBezTo>
                <a:cubicBezTo>
                  <a:pt x="4906" y="1357"/>
                  <a:pt x="4921" y="1367"/>
                  <a:pt x="4935" y="1378"/>
                </a:cubicBezTo>
                <a:lnTo>
                  <a:pt x="4935" y="1378"/>
                </a:lnTo>
                <a:cubicBezTo>
                  <a:pt x="4934" y="1377"/>
                  <a:pt x="4933" y="1376"/>
                  <a:pt x="4933" y="1376"/>
                </a:cubicBezTo>
                <a:lnTo>
                  <a:pt x="4933" y="1376"/>
                </a:lnTo>
                <a:cubicBezTo>
                  <a:pt x="4934" y="1376"/>
                  <a:pt x="4964" y="1397"/>
                  <a:pt x="4972" y="1404"/>
                </a:cubicBezTo>
                <a:cubicBezTo>
                  <a:pt x="5081" y="1495"/>
                  <a:pt x="5182" y="1594"/>
                  <a:pt x="5275" y="1701"/>
                </a:cubicBezTo>
                <a:cubicBezTo>
                  <a:pt x="5296" y="1724"/>
                  <a:pt x="5315" y="1747"/>
                  <a:pt x="5332" y="1771"/>
                </a:cubicBezTo>
                <a:cubicBezTo>
                  <a:pt x="5336" y="1776"/>
                  <a:pt x="5339" y="1780"/>
                  <a:pt x="5342" y="1782"/>
                </a:cubicBezTo>
                <a:lnTo>
                  <a:pt x="5342" y="1782"/>
                </a:lnTo>
                <a:cubicBezTo>
                  <a:pt x="5378" y="1835"/>
                  <a:pt x="5414" y="1889"/>
                  <a:pt x="5446" y="1943"/>
                </a:cubicBezTo>
                <a:cubicBezTo>
                  <a:pt x="5477" y="1994"/>
                  <a:pt x="5507" y="2045"/>
                  <a:pt x="5534" y="2097"/>
                </a:cubicBezTo>
                <a:cubicBezTo>
                  <a:pt x="5548" y="2126"/>
                  <a:pt x="5603" y="2244"/>
                  <a:pt x="5604" y="2244"/>
                </a:cubicBezTo>
                <a:cubicBezTo>
                  <a:pt x="5605" y="2244"/>
                  <a:pt x="5604" y="2244"/>
                  <a:pt x="5604" y="2242"/>
                </a:cubicBezTo>
                <a:lnTo>
                  <a:pt x="5604" y="2242"/>
                </a:lnTo>
                <a:cubicBezTo>
                  <a:pt x="5646" y="2347"/>
                  <a:pt x="5682" y="2454"/>
                  <a:pt x="5711" y="2561"/>
                </a:cubicBezTo>
                <a:cubicBezTo>
                  <a:pt x="5726" y="2620"/>
                  <a:pt x="5741" y="2679"/>
                  <a:pt x="5751" y="2738"/>
                </a:cubicBezTo>
                <a:cubicBezTo>
                  <a:pt x="5756" y="2758"/>
                  <a:pt x="5778" y="2901"/>
                  <a:pt x="5781" y="2901"/>
                </a:cubicBezTo>
                <a:cubicBezTo>
                  <a:pt x="5781" y="2901"/>
                  <a:pt x="5781" y="2892"/>
                  <a:pt x="5779" y="2872"/>
                </a:cubicBezTo>
                <a:lnTo>
                  <a:pt x="5779" y="2872"/>
                </a:lnTo>
                <a:cubicBezTo>
                  <a:pt x="5793" y="2999"/>
                  <a:pt x="5800" y="3127"/>
                  <a:pt x="5800" y="3256"/>
                </a:cubicBezTo>
                <a:cubicBezTo>
                  <a:pt x="5798" y="3323"/>
                  <a:pt x="5796" y="3393"/>
                  <a:pt x="5791" y="3460"/>
                </a:cubicBezTo>
                <a:cubicBezTo>
                  <a:pt x="5787" y="3518"/>
                  <a:pt x="5781" y="3572"/>
                  <a:pt x="5780" y="3582"/>
                </a:cubicBezTo>
                <a:lnTo>
                  <a:pt x="5780" y="3582"/>
                </a:lnTo>
                <a:cubicBezTo>
                  <a:pt x="5759" y="3706"/>
                  <a:pt x="5734" y="3831"/>
                  <a:pt x="5699" y="3953"/>
                </a:cubicBezTo>
                <a:cubicBezTo>
                  <a:pt x="5682" y="4012"/>
                  <a:pt x="5663" y="4069"/>
                  <a:pt x="5642" y="4126"/>
                </a:cubicBezTo>
                <a:cubicBezTo>
                  <a:pt x="5631" y="4155"/>
                  <a:pt x="5621" y="4183"/>
                  <a:pt x="5610" y="4212"/>
                </a:cubicBezTo>
                <a:cubicBezTo>
                  <a:pt x="5606" y="4223"/>
                  <a:pt x="5602" y="4232"/>
                  <a:pt x="5600" y="4238"/>
                </a:cubicBezTo>
                <a:lnTo>
                  <a:pt x="5600" y="4238"/>
                </a:lnTo>
                <a:cubicBezTo>
                  <a:pt x="5597" y="4244"/>
                  <a:pt x="5593" y="4252"/>
                  <a:pt x="5589" y="4261"/>
                </a:cubicBezTo>
                <a:cubicBezTo>
                  <a:pt x="5534" y="4370"/>
                  <a:pt x="5477" y="4478"/>
                  <a:pt x="5412" y="4581"/>
                </a:cubicBezTo>
                <a:cubicBezTo>
                  <a:pt x="5311" y="4737"/>
                  <a:pt x="5324" y="4720"/>
                  <a:pt x="5189" y="4863"/>
                </a:cubicBezTo>
                <a:cubicBezTo>
                  <a:pt x="4814" y="5261"/>
                  <a:pt x="4355" y="5476"/>
                  <a:pt x="3756" y="5573"/>
                </a:cubicBezTo>
                <a:cubicBezTo>
                  <a:pt x="3620" y="5595"/>
                  <a:pt x="3482" y="5605"/>
                  <a:pt x="3344" y="5605"/>
                </a:cubicBezTo>
                <a:cubicBezTo>
                  <a:pt x="2954" y="5605"/>
                  <a:pt x="2572" y="5519"/>
                  <a:pt x="2265" y="5346"/>
                </a:cubicBezTo>
                <a:cubicBezTo>
                  <a:pt x="2214" y="5316"/>
                  <a:pt x="2164" y="5285"/>
                  <a:pt x="2113" y="5253"/>
                </a:cubicBezTo>
                <a:cubicBezTo>
                  <a:pt x="2098" y="5243"/>
                  <a:pt x="2015" y="5180"/>
                  <a:pt x="2013" y="5180"/>
                </a:cubicBezTo>
                <a:lnTo>
                  <a:pt x="2013" y="5180"/>
                </a:lnTo>
                <a:cubicBezTo>
                  <a:pt x="2013" y="5180"/>
                  <a:pt x="2019" y="5186"/>
                  <a:pt x="2037" y="5200"/>
                </a:cubicBezTo>
                <a:cubicBezTo>
                  <a:pt x="1930" y="5114"/>
                  <a:pt x="1831" y="5019"/>
                  <a:pt x="1740" y="4916"/>
                </a:cubicBezTo>
                <a:cubicBezTo>
                  <a:pt x="1728" y="4902"/>
                  <a:pt x="1675" y="4837"/>
                  <a:pt x="1657" y="4816"/>
                </a:cubicBezTo>
                <a:lnTo>
                  <a:pt x="1657" y="4816"/>
                </a:lnTo>
                <a:cubicBezTo>
                  <a:pt x="1647" y="4801"/>
                  <a:pt x="1584" y="4711"/>
                  <a:pt x="1570" y="4688"/>
                </a:cubicBezTo>
                <a:cubicBezTo>
                  <a:pt x="1500" y="4579"/>
                  <a:pt x="1439" y="4465"/>
                  <a:pt x="1382" y="4347"/>
                </a:cubicBezTo>
                <a:cubicBezTo>
                  <a:pt x="1372" y="4327"/>
                  <a:pt x="1369" y="4322"/>
                  <a:pt x="1368" y="4322"/>
                </a:cubicBezTo>
                <a:lnTo>
                  <a:pt x="1368" y="4322"/>
                </a:lnTo>
                <a:cubicBezTo>
                  <a:pt x="1368" y="4322"/>
                  <a:pt x="1368" y="4322"/>
                  <a:pt x="1368" y="4322"/>
                </a:cubicBezTo>
                <a:lnTo>
                  <a:pt x="1368" y="4322"/>
                </a:lnTo>
                <a:cubicBezTo>
                  <a:pt x="1366" y="4315"/>
                  <a:pt x="1360" y="4299"/>
                  <a:pt x="1348" y="4265"/>
                </a:cubicBezTo>
                <a:cubicBezTo>
                  <a:pt x="1329" y="4210"/>
                  <a:pt x="1308" y="4155"/>
                  <a:pt x="1291" y="4101"/>
                </a:cubicBezTo>
                <a:cubicBezTo>
                  <a:pt x="1251" y="3974"/>
                  <a:pt x="1220" y="3848"/>
                  <a:pt x="1197" y="3717"/>
                </a:cubicBezTo>
                <a:cubicBezTo>
                  <a:pt x="1192" y="3696"/>
                  <a:pt x="1179" y="3596"/>
                  <a:pt x="1178" y="3596"/>
                </a:cubicBezTo>
                <a:lnTo>
                  <a:pt x="1178" y="3596"/>
                </a:lnTo>
                <a:cubicBezTo>
                  <a:pt x="1178" y="3596"/>
                  <a:pt x="1179" y="3606"/>
                  <a:pt x="1182" y="3633"/>
                </a:cubicBezTo>
                <a:cubicBezTo>
                  <a:pt x="1173" y="3568"/>
                  <a:pt x="1167" y="3502"/>
                  <a:pt x="1165" y="3437"/>
                </a:cubicBezTo>
                <a:cubicBezTo>
                  <a:pt x="1157" y="3304"/>
                  <a:pt x="1157" y="3174"/>
                  <a:pt x="1165" y="3041"/>
                </a:cubicBezTo>
                <a:cubicBezTo>
                  <a:pt x="1167" y="3011"/>
                  <a:pt x="1179" y="2898"/>
                  <a:pt x="1181" y="2870"/>
                </a:cubicBezTo>
                <a:lnTo>
                  <a:pt x="1181" y="2870"/>
                </a:lnTo>
                <a:cubicBezTo>
                  <a:pt x="1186" y="2847"/>
                  <a:pt x="1203" y="2750"/>
                  <a:pt x="1209" y="2721"/>
                </a:cubicBezTo>
                <a:cubicBezTo>
                  <a:pt x="1239" y="2580"/>
                  <a:pt x="1281" y="2443"/>
                  <a:pt x="1327" y="2306"/>
                </a:cubicBezTo>
                <a:cubicBezTo>
                  <a:pt x="1342" y="2262"/>
                  <a:pt x="1345" y="2248"/>
                  <a:pt x="1346" y="2244"/>
                </a:cubicBezTo>
                <a:lnTo>
                  <a:pt x="1346" y="2244"/>
                </a:lnTo>
                <a:cubicBezTo>
                  <a:pt x="1348" y="2241"/>
                  <a:pt x="1355" y="2229"/>
                  <a:pt x="1376" y="2188"/>
                </a:cubicBezTo>
                <a:cubicBezTo>
                  <a:pt x="1407" y="2125"/>
                  <a:pt x="1439" y="2059"/>
                  <a:pt x="1475" y="1998"/>
                </a:cubicBezTo>
                <a:cubicBezTo>
                  <a:pt x="1511" y="1937"/>
                  <a:pt x="1551" y="1878"/>
                  <a:pt x="1588" y="1819"/>
                </a:cubicBezTo>
                <a:cubicBezTo>
                  <a:pt x="1603" y="1799"/>
                  <a:pt x="1618" y="1779"/>
                  <a:pt x="1632" y="1759"/>
                </a:cubicBezTo>
                <a:lnTo>
                  <a:pt x="1632" y="1759"/>
                </a:lnTo>
                <a:cubicBezTo>
                  <a:pt x="1639" y="1751"/>
                  <a:pt x="1646" y="1741"/>
                  <a:pt x="1654" y="1733"/>
                </a:cubicBezTo>
                <a:cubicBezTo>
                  <a:pt x="1744" y="1632"/>
                  <a:pt x="1839" y="1535"/>
                  <a:pt x="1945" y="1446"/>
                </a:cubicBezTo>
                <a:cubicBezTo>
                  <a:pt x="1949" y="1443"/>
                  <a:pt x="1952" y="1440"/>
                  <a:pt x="1955" y="1437"/>
                </a:cubicBezTo>
                <a:lnTo>
                  <a:pt x="1955" y="1437"/>
                </a:lnTo>
                <a:cubicBezTo>
                  <a:pt x="1958" y="1435"/>
                  <a:pt x="1960" y="1434"/>
                  <a:pt x="1963" y="1431"/>
                </a:cubicBezTo>
                <a:cubicBezTo>
                  <a:pt x="1993" y="1410"/>
                  <a:pt x="2022" y="1389"/>
                  <a:pt x="2054" y="1370"/>
                </a:cubicBezTo>
                <a:cubicBezTo>
                  <a:pt x="2115" y="1328"/>
                  <a:pt x="2180" y="1292"/>
                  <a:pt x="2246" y="1257"/>
                </a:cubicBezTo>
                <a:cubicBezTo>
                  <a:pt x="2372" y="1191"/>
                  <a:pt x="2412" y="1174"/>
                  <a:pt x="2604" y="1120"/>
                </a:cubicBezTo>
                <a:cubicBezTo>
                  <a:pt x="2802" y="1065"/>
                  <a:pt x="2859" y="1059"/>
                  <a:pt x="3023" y="1044"/>
                </a:cubicBezTo>
                <a:cubicBezTo>
                  <a:pt x="3046" y="1042"/>
                  <a:pt x="3069" y="1039"/>
                  <a:pt x="3092" y="1035"/>
                </a:cubicBezTo>
                <a:lnTo>
                  <a:pt x="3092" y="1035"/>
                </a:lnTo>
                <a:cubicBezTo>
                  <a:pt x="3113" y="1033"/>
                  <a:pt x="3134" y="1031"/>
                  <a:pt x="3156" y="1027"/>
                </a:cubicBezTo>
                <a:cubicBezTo>
                  <a:pt x="3317" y="1000"/>
                  <a:pt x="3479" y="986"/>
                  <a:pt x="3639" y="986"/>
                </a:cubicBezTo>
                <a:close/>
                <a:moveTo>
                  <a:pt x="3656" y="0"/>
                </a:moveTo>
                <a:cubicBezTo>
                  <a:pt x="3424" y="0"/>
                  <a:pt x="3191" y="20"/>
                  <a:pt x="2962" y="55"/>
                </a:cubicBezTo>
                <a:lnTo>
                  <a:pt x="2962" y="55"/>
                </a:lnTo>
                <a:cubicBezTo>
                  <a:pt x="1592" y="189"/>
                  <a:pt x="506" y="1128"/>
                  <a:pt x="238" y="2500"/>
                </a:cubicBezTo>
                <a:cubicBezTo>
                  <a:pt x="0" y="3730"/>
                  <a:pt x="360" y="5131"/>
                  <a:pt x="1367" y="5933"/>
                </a:cubicBezTo>
                <a:cubicBezTo>
                  <a:pt x="1934" y="6385"/>
                  <a:pt x="2656" y="6602"/>
                  <a:pt x="3382" y="6602"/>
                </a:cubicBezTo>
                <a:cubicBezTo>
                  <a:pt x="4138" y="6602"/>
                  <a:pt x="4898" y="6367"/>
                  <a:pt x="5494" y="5917"/>
                </a:cubicBezTo>
                <a:cubicBezTo>
                  <a:pt x="6607" y="5078"/>
                  <a:pt x="7041" y="3580"/>
                  <a:pt x="6659" y="2253"/>
                </a:cubicBezTo>
                <a:cubicBezTo>
                  <a:pt x="6453" y="1537"/>
                  <a:pt x="6015" y="905"/>
                  <a:pt x="5393" y="488"/>
                </a:cubicBezTo>
                <a:cubicBezTo>
                  <a:pt x="4872" y="137"/>
                  <a:pt x="4267" y="0"/>
                  <a:pt x="365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lt1"/>
        </a:solidFill>
      </p:bgPr>
    </p:bg>
    <p:spTree>
      <p:nvGrpSpPr>
        <p:cNvPr id="3922" name="Shape 3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23" name="Google Shape;3923;p41"/>
          <p:cNvGrpSpPr/>
          <p:nvPr/>
        </p:nvGrpSpPr>
        <p:grpSpPr>
          <a:xfrm>
            <a:off x="0" y="0"/>
            <a:ext cx="9144125" cy="5143391"/>
            <a:chOff x="0" y="0"/>
            <a:chExt cx="9144125" cy="5143391"/>
          </a:xfrm>
        </p:grpSpPr>
        <p:sp>
          <p:nvSpPr>
            <p:cNvPr id="3924" name="Google Shape;3924;p41"/>
            <p:cNvSpPr/>
            <p:nvPr/>
          </p:nvSpPr>
          <p:spPr>
            <a:xfrm>
              <a:off x="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5" name="Google Shape;3925;p41"/>
            <p:cNvSpPr/>
            <p:nvPr/>
          </p:nvSpPr>
          <p:spPr>
            <a:xfrm>
              <a:off x="38100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6" name="Google Shape;3926;p41"/>
            <p:cNvSpPr/>
            <p:nvPr/>
          </p:nvSpPr>
          <p:spPr>
            <a:xfrm>
              <a:off x="76201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7" name="Google Shape;3927;p41"/>
            <p:cNvSpPr/>
            <p:nvPr/>
          </p:nvSpPr>
          <p:spPr>
            <a:xfrm>
              <a:off x="114301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8" name="Google Shape;3928;p41"/>
            <p:cNvSpPr/>
            <p:nvPr/>
          </p:nvSpPr>
          <p:spPr>
            <a:xfrm>
              <a:off x="152402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9" name="Google Shape;3929;p41"/>
            <p:cNvSpPr/>
            <p:nvPr/>
          </p:nvSpPr>
          <p:spPr>
            <a:xfrm>
              <a:off x="190502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0" name="Google Shape;3930;p41"/>
            <p:cNvSpPr/>
            <p:nvPr/>
          </p:nvSpPr>
          <p:spPr>
            <a:xfrm>
              <a:off x="228603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1" name="Google Shape;3931;p41"/>
            <p:cNvSpPr/>
            <p:nvPr/>
          </p:nvSpPr>
          <p:spPr>
            <a:xfrm>
              <a:off x="266703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2" name="Google Shape;3932;p41"/>
            <p:cNvSpPr/>
            <p:nvPr/>
          </p:nvSpPr>
          <p:spPr>
            <a:xfrm>
              <a:off x="304804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3" name="Google Shape;3933;p41"/>
            <p:cNvSpPr/>
            <p:nvPr/>
          </p:nvSpPr>
          <p:spPr>
            <a:xfrm>
              <a:off x="342904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4" name="Google Shape;3934;p41"/>
            <p:cNvSpPr/>
            <p:nvPr/>
          </p:nvSpPr>
          <p:spPr>
            <a:xfrm>
              <a:off x="381005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5" name="Google Shape;3935;p41"/>
            <p:cNvSpPr/>
            <p:nvPr/>
          </p:nvSpPr>
          <p:spPr>
            <a:xfrm>
              <a:off x="419105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6" name="Google Shape;3936;p41"/>
            <p:cNvSpPr/>
            <p:nvPr/>
          </p:nvSpPr>
          <p:spPr>
            <a:xfrm>
              <a:off x="457206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7" name="Google Shape;3937;p41"/>
            <p:cNvSpPr/>
            <p:nvPr/>
          </p:nvSpPr>
          <p:spPr>
            <a:xfrm>
              <a:off x="495306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8" name="Google Shape;3938;p41"/>
            <p:cNvSpPr/>
            <p:nvPr/>
          </p:nvSpPr>
          <p:spPr>
            <a:xfrm>
              <a:off x="533407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9" name="Google Shape;3939;p41"/>
            <p:cNvSpPr/>
            <p:nvPr/>
          </p:nvSpPr>
          <p:spPr>
            <a:xfrm>
              <a:off x="571507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0" name="Google Shape;3940;p41"/>
            <p:cNvSpPr/>
            <p:nvPr/>
          </p:nvSpPr>
          <p:spPr>
            <a:xfrm>
              <a:off x="609608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1" name="Google Shape;3941;p41"/>
            <p:cNvSpPr/>
            <p:nvPr/>
          </p:nvSpPr>
          <p:spPr>
            <a:xfrm>
              <a:off x="647708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2" name="Google Shape;3942;p41"/>
            <p:cNvSpPr/>
            <p:nvPr/>
          </p:nvSpPr>
          <p:spPr>
            <a:xfrm>
              <a:off x="685809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3" name="Google Shape;3943;p41"/>
            <p:cNvSpPr/>
            <p:nvPr/>
          </p:nvSpPr>
          <p:spPr>
            <a:xfrm>
              <a:off x="723909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4" name="Google Shape;3944;p41"/>
            <p:cNvSpPr/>
            <p:nvPr/>
          </p:nvSpPr>
          <p:spPr>
            <a:xfrm>
              <a:off x="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5" name="Google Shape;3945;p41"/>
            <p:cNvSpPr/>
            <p:nvPr/>
          </p:nvSpPr>
          <p:spPr>
            <a:xfrm>
              <a:off x="38100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6" name="Google Shape;3946;p41"/>
            <p:cNvSpPr/>
            <p:nvPr/>
          </p:nvSpPr>
          <p:spPr>
            <a:xfrm>
              <a:off x="76201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7" name="Google Shape;3947;p41"/>
            <p:cNvSpPr/>
            <p:nvPr/>
          </p:nvSpPr>
          <p:spPr>
            <a:xfrm>
              <a:off x="114301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8" name="Google Shape;3948;p41"/>
            <p:cNvSpPr/>
            <p:nvPr/>
          </p:nvSpPr>
          <p:spPr>
            <a:xfrm>
              <a:off x="152402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9" name="Google Shape;3949;p41"/>
            <p:cNvSpPr/>
            <p:nvPr/>
          </p:nvSpPr>
          <p:spPr>
            <a:xfrm>
              <a:off x="190502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0" name="Google Shape;3950;p41"/>
            <p:cNvSpPr/>
            <p:nvPr/>
          </p:nvSpPr>
          <p:spPr>
            <a:xfrm>
              <a:off x="228603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1" name="Google Shape;3951;p41"/>
            <p:cNvSpPr/>
            <p:nvPr/>
          </p:nvSpPr>
          <p:spPr>
            <a:xfrm>
              <a:off x="266703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2" name="Google Shape;3952;p41"/>
            <p:cNvSpPr/>
            <p:nvPr/>
          </p:nvSpPr>
          <p:spPr>
            <a:xfrm>
              <a:off x="304804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3" name="Google Shape;3953;p41"/>
            <p:cNvSpPr/>
            <p:nvPr/>
          </p:nvSpPr>
          <p:spPr>
            <a:xfrm>
              <a:off x="342904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4" name="Google Shape;3954;p41"/>
            <p:cNvSpPr/>
            <p:nvPr/>
          </p:nvSpPr>
          <p:spPr>
            <a:xfrm>
              <a:off x="381005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5" name="Google Shape;3955;p41"/>
            <p:cNvSpPr/>
            <p:nvPr/>
          </p:nvSpPr>
          <p:spPr>
            <a:xfrm>
              <a:off x="419105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6" name="Google Shape;3956;p41"/>
            <p:cNvSpPr/>
            <p:nvPr/>
          </p:nvSpPr>
          <p:spPr>
            <a:xfrm>
              <a:off x="457206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7" name="Google Shape;3957;p41"/>
            <p:cNvSpPr/>
            <p:nvPr/>
          </p:nvSpPr>
          <p:spPr>
            <a:xfrm>
              <a:off x="495306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8" name="Google Shape;3958;p41"/>
            <p:cNvSpPr/>
            <p:nvPr/>
          </p:nvSpPr>
          <p:spPr>
            <a:xfrm>
              <a:off x="533407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9" name="Google Shape;3959;p41"/>
            <p:cNvSpPr/>
            <p:nvPr/>
          </p:nvSpPr>
          <p:spPr>
            <a:xfrm>
              <a:off x="571507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0" name="Google Shape;3960;p41"/>
            <p:cNvSpPr/>
            <p:nvPr/>
          </p:nvSpPr>
          <p:spPr>
            <a:xfrm>
              <a:off x="609608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1" name="Google Shape;3961;p41"/>
            <p:cNvSpPr/>
            <p:nvPr/>
          </p:nvSpPr>
          <p:spPr>
            <a:xfrm>
              <a:off x="647708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2" name="Google Shape;3962;p41"/>
            <p:cNvSpPr/>
            <p:nvPr/>
          </p:nvSpPr>
          <p:spPr>
            <a:xfrm>
              <a:off x="685809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3" name="Google Shape;3963;p41"/>
            <p:cNvSpPr/>
            <p:nvPr/>
          </p:nvSpPr>
          <p:spPr>
            <a:xfrm>
              <a:off x="723909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4" name="Google Shape;3964;p41"/>
            <p:cNvSpPr/>
            <p:nvPr/>
          </p:nvSpPr>
          <p:spPr>
            <a:xfrm>
              <a:off x="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5" name="Google Shape;3965;p41"/>
            <p:cNvSpPr/>
            <p:nvPr/>
          </p:nvSpPr>
          <p:spPr>
            <a:xfrm>
              <a:off x="38100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6" name="Google Shape;3966;p41"/>
            <p:cNvSpPr/>
            <p:nvPr/>
          </p:nvSpPr>
          <p:spPr>
            <a:xfrm>
              <a:off x="76201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7" name="Google Shape;3967;p41"/>
            <p:cNvSpPr/>
            <p:nvPr/>
          </p:nvSpPr>
          <p:spPr>
            <a:xfrm>
              <a:off x="114301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8" name="Google Shape;3968;p41"/>
            <p:cNvSpPr/>
            <p:nvPr/>
          </p:nvSpPr>
          <p:spPr>
            <a:xfrm>
              <a:off x="152402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9" name="Google Shape;3969;p41"/>
            <p:cNvSpPr/>
            <p:nvPr/>
          </p:nvSpPr>
          <p:spPr>
            <a:xfrm>
              <a:off x="190502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0" name="Google Shape;3970;p41"/>
            <p:cNvSpPr/>
            <p:nvPr/>
          </p:nvSpPr>
          <p:spPr>
            <a:xfrm>
              <a:off x="228603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1" name="Google Shape;3971;p41"/>
            <p:cNvSpPr/>
            <p:nvPr/>
          </p:nvSpPr>
          <p:spPr>
            <a:xfrm>
              <a:off x="266703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2" name="Google Shape;3972;p41"/>
            <p:cNvSpPr/>
            <p:nvPr/>
          </p:nvSpPr>
          <p:spPr>
            <a:xfrm>
              <a:off x="304804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3" name="Google Shape;3973;p41"/>
            <p:cNvSpPr/>
            <p:nvPr/>
          </p:nvSpPr>
          <p:spPr>
            <a:xfrm>
              <a:off x="342904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4" name="Google Shape;3974;p41"/>
            <p:cNvSpPr/>
            <p:nvPr/>
          </p:nvSpPr>
          <p:spPr>
            <a:xfrm>
              <a:off x="381005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5" name="Google Shape;3975;p41"/>
            <p:cNvSpPr/>
            <p:nvPr/>
          </p:nvSpPr>
          <p:spPr>
            <a:xfrm>
              <a:off x="419105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6" name="Google Shape;3976;p41"/>
            <p:cNvSpPr/>
            <p:nvPr/>
          </p:nvSpPr>
          <p:spPr>
            <a:xfrm>
              <a:off x="457206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7" name="Google Shape;3977;p41"/>
            <p:cNvSpPr/>
            <p:nvPr/>
          </p:nvSpPr>
          <p:spPr>
            <a:xfrm>
              <a:off x="495306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8" name="Google Shape;3978;p41"/>
            <p:cNvSpPr/>
            <p:nvPr/>
          </p:nvSpPr>
          <p:spPr>
            <a:xfrm>
              <a:off x="533407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9" name="Google Shape;3979;p41"/>
            <p:cNvSpPr/>
            <p:nvPr/>
          </p:nvSpPr>
          <p:spPr>
            <a:xfrm>
              <a:off x="571507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0" name="Google Shape;3980;p41"/>
            <p:cNvSpPr/>
            <p:nvPr/>
          </p:nvSpPr>
          <p:spPr>
            <a:xfrm>
              <a:off x="609608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1" name="Google Shape;3981;p41"/>
            <p:cNvSpPr/>
            <p:nvPr/>
          </p:nvSpPr>
          <p:spPr>
            <a:xfrm>
              <a:off x="647708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2" name="Google Shape;3982;p41"/>
            <p:cNvSpPr/>
            <p:nvPr/>
          </p:nvSpPr>
          <p:spPr>
            <a:xfrm>
              <a:off x="685809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3" name="Google Shape;3983;p41"/>
            <p:cNvSpPr/>
            <p:nvPr/>
          </p:nvSpPr>
          <p:spPr>
            <a:xfrm>
              <a:off x="723909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4" name="Google Shape;3984;p41"/>
            <p:cNvSpPr/>
            <p:nvPr/>
          </p:nvSpPr>
          <p:spPr>
            <a:xfrm>
              <a:off x="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5" name="Google Shape;3985;p41"/>
            <p:cNvSpPr/>
            <p:nvPr/>
          </p:nvSpPr>
          <p:spPr>
            <a:xfrm>
              <a:off x="38100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6" name="Google Shape;3986;p41"/>
            <p:cNvSpPr/>
            <p:nvPr/>
          </p:nvSpPr>
          <p:spPr>
            <a:xfrm>
              <a:off x="76201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7" name="Google Shape;3987;p41"/>
            <p:cNvSpPr/>
            <p:nvPr/>
          </p:nvSpPr>
          <p:spPr>
            <a:xfrm>
              <a:off x="114301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8" name="Google Shape;3988;p41"/>
            <p:cNvSpPr/>
            <p:nvPr/>
          </p:nvSpPr>
          <p:spPr>
            <a:xfrm>
              <a:off x="152402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9" name="Google Shape;3989;p41"/>
            <p:cNvSpPr/>
            <p:nvPr/>
          </p:nvSpPr>
          <p:spPr>
            <a:xfrm>
              <a:off x="190502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0" name="Google Shape;3990;p41"/>
            <p:cNvSpPr/>
            <p:nvPr/>
          </p:nvSpPr>
          <p:spPr>
            <a:xfrm>
              <a:off x="228603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1" name="Google Shape;3991;p41"/>
            <p:cNvSpPr/>
            <p:nvPr/>
          </p:nvSpPr>
          <p:spPr>
            <a:xfrm>
              <a:off x="266703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2" name="Google Shape;3992;p41"/>
            <p:cNvSpPr/>
            <p:nvPr/>
          </p:nvSpPr>
          <p:spPr>
            <a:xfrm>
              <a:off x="304804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3" name="Google Shape;3993;p41"/>
            <p:cNvSpPr/>
            <p:nvPr/>
          </p:nvSpPr>
          <p:spPr>
            <a:xfrm>
              <a:off x="342904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4" name="Google Shape;3994;p41"/>
            <p:cNvSpPr/>
            <p:nvPr/>
          </p:nvSpPr>
          <p:spPr>
            <a:xfrm>
              <a:off x="381005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5" name="Google Shape;3995;p41"/>
            <p:cNvSpPr/>
            <p:nvPr/>
          </p:nvSpPr>
          <p:spPr>
            <a:xfrm>
              <a:off x="419105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6" name="Google Shape;3996;p41"/>
            <p:cNvSpPr/>
            <p:nvPr/>
          </p:nvSpPr>
          <p:spPr>
            <a:xfrm>
              <a:off x="457206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7" name="Google Shape;3997;p41"/>
            <p:cNvSpPr/>
            <p:nvPr/>
          </p:nvSpPr>
          <p:spPr>
            <a:xfrm>
              <a:off x="495306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8" name="Google Shape;3998;p41"/>
            <p:cNvSpPr/>
            <p:nvPr/>
          </p:nvSpPr>
          <p:spPr>
            <a:xfrm>
              <a:off x="533407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9" name="Google Shape;3999;p41"/>
            <p:cNvSpPr/>
            <p:nvPr/>
          </p:nvSpPr>
          <p:spPr>
            <a:xfrm>
              <a:off x="571507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0" name="Google Shape;4000;p41"/>
            <p:cNvSpPr/>
            <p:nvPr/>
          </p:nvSpPr>
          <p:spPr>
            <a:xfrm>
              <a:off x="609608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1" name="Google Shape;4001;p41"/>
            <p:cNvSpPr/>
            <p:nvPr/>
          </p:nvSpPr>
          <p:spPr>
            <a:xfrm>
              <a:off x="647708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2" name="Google Shape;4002;p41"/>
            <p:cNvSpPr/>
            <p:nvPr/>
          </p:nvSpPr>
          <p:spPr>
            <a:xfrm>
              <a:off x="685809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3" name="Google Shape;4003;p41"/>
            <p:cNvSpPr/>
            <p:nvPr/>
          </p:nvSpPr>
          <p:spPr>
            <a:xfrm>
              <a:off x="723909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4" name="Google Shape;4004;p41"/>
            <p:cNvSpPr/>
            <p:nvPr/>
          </p:nvSpPr>
          <p:spPr>
            <a:xfrm>
              <a:off x="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5" name="Google Shape;4005;p41"/>
            <p:cNvSpPr/>
            <p:nvPr/>
          </p:nvSpPr>
          <p:spPr>
            <a:xfrm>
              <a:off x="38100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6" name="Google Shape;4006;p41"/>
            <p:cNvSpPr/>
            <p:nvPr/>
          </p:nvSpPr>
          <p:spPr>
            <a:xfrm>
              <a:off x="76201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7" name="Google Shape;4007;p41"/>
            <p:cNvSpPr/>
            <p:nvPr/>
          </p:nvSpPr>
          <p:spPr>
            <a:xfrm>
              <a:off x="114301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8" name="Google Shape;4008;p41"/>
            <p:cNvSpPr/>
            <p:nvPr/>
          </p:nvSpPr>
          <p:spPr>
            <a:xfrm>
              <a:off x="152402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9" name="Google Shape;4009;p41"/>
            <p:cNvSpPr/>
            <p:nvPr/>
          </p:nvSpPr>
          <p:spPr>
            <a:xfrm>
              <a:off x="190502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0" name="Google Shape;4010;p41"/>
            <p:cNvSpPr/>
            <p:nvPr/>
          </p:nvSpPr>
          <p:spPr>
            <a:xfrm>
              <a:off x="228603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1" name="Google Shape;4011;p41"/>
            <p:cNvSpPr/>
            <p:nvPr/>
          </p:nvSpPr>
          <p:spPr>
            <a:xfrm>
              <a:off x="266703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2" name="Google Shape;4012;p41"/>
            <p:cNvSpPr/>
            <p:nvPr/>
          </p:nvSpPr>
          <p:spPr>
            <a:xfrm>
              <a:off x="304804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3" name="Google Shape;4013;p41"/>
            <p:cNvSpPr/>
            <p:nvPr/>
          </p:nvSpPr>
          <p:spPr>
            <a:xfrm>
              <a:off x="342904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4" name="Google Shape;4014;p41"/>
            <p:cNvSpPr/>
            <p:nvPr/>
          </p:nvSpPr>
          <p:spPr>
            <a:xfrm>
              <a:off x="381005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5" name="Google Shape;4015;p41"/>
            <p:cNvSpPr/>
            <p:nvPr/>
          </p:nvSpPr>
          <p:spPr>
            <a:xfrm>
              <a:off x="419105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6" name="Google Shape;4016;p41"/>
            <p:cNvSpPr/>
            <p:nvPr/>
          </p:nvSpPr>
          <p:spPr>
            <a:xfrm>
              <a:off x="457206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7" name="Google Shape;4017;p41"/>
            <p:cNvSpPr/>
            <p:nvPr/>
          </p:nvSpPr>
          <p:spPr>
            <a:xfrm>
              <a:off x="495306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8" name="Google Shape;4018;p41"/>
            <p:cNvSpPr/>
            <p:nvPr/>
          </p:nvSpPr>
          <p:spPr>
            <a:xfrm>
              <a:off x="533407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9" name="Google Shape;4019;p41"/>
            <p:cNvSpPr/>
            <p:nvPr/>
          </p:nvSpPr>
          <p:spPr>
            <a:xfrm>
              <a:off x="571507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0" name="Google Shape;4020;p41"/>
            <p:cNvSpPr/>
            <p:nvPr/>
          </p:nvSpPr>
          <p:spPr>
            <a:xfrm>
              <a:off x="609608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1" name="Google Shape;4021;p41"/>
            <p:cNvSpPr/>
            <p:nvPr/>
          </p:nvSpPr>
          <p:spPr>
            <a:xfrm>
              <a:off x="647708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2" name="Google Shape;4022;p41"/>
            <p:cNvSpPr/>
            <p:nvPr/>
          </p:nvSpPr>
          <p:spPr>
            <a:xfrm>
              <a:off x="685809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3" name="Google Shape;4023;p41"/>
            <p:cNvSpPr/>
            <p:nvPr/>
          </p:nvSpPr>
          <p:spPr>
            <a:xfrm>
              <a:off x="723909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4" name="Google Shape;4024;p41"/>
            <p:cNvSpPr/>
            <p:nvPr/>
          </p:nvSpPr>
          <p:spPr>
            <a:xfrm>
              <a:off x="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5" name="Google Shape;4025;p41"/>
            <p:cNvSpPr/>
            <p:nvPr/>
          </p:nvSpPr>
          <p:spPr>
            <a:xfrm>
              <a:off x="38100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6" name="Google Shape;4026;p41"/>
            <p:cNvSpPr/>
            <p:nvPr/>
          </p:nvSpPr>
          <p:spPr>
            <a:xfrm>
              <a:off x="76201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7" name="Google Shape;4027;p41"/>
            <p:cNvSpPr/>
            <p:nvPr/>
          </p:nvSpPr>
          <p:spPr>
            <a:xfrm>
              <a:off x="114301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8" name="Google Shape;4028;p41"/>
            <p:cNvSpPr/>
            <p:nvPr/>
          </p:nvSpPr>
          <p:spPr>
            <a:xfrm>
              <a:off x="152402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9" name="Google Shape;4029;p41"/>
            <p:cNvSpPr/>
            <p:nvPr/>
          </p:nvSpPr>
          <p:spPr>
            <a:xfrm>
              <a:off x="190502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0" name="Google Shape;4030;p41"/>
            <p:cNvSpPr/>
            <p:nvPr/>
          </p:nvSpPr>
          <p:spPr>
            <a:xfrm>
              <a:off x="228603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1" name="Google Shape;4031;p41"/>
            <p:cNvSpPr/>
            <p:nvPr/>
          </p:nvSpPr>
          <p:spPr>
            <a:xfrm>
              <a:off x="266703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2" name="Google Shape;4032;p41"/>
            <p:cNvSpPr/>
            <p:nvPr/>
          </p:nvSpPr>
          <p:spPr>
            <a:xfrm>
              <a:off x="304804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3" name="Google Shape;4033;p41"/>
            <p:cNvSpPr/>
            <p:nvPr/>
          </p:nvSpPr>
          <p:spPr>
            <a:xfrm>
              <a:off x="342904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4" name="Google Shape;4034;p41"/>
            <p:cNvSpPr/>
            <p:nvPr/>
          </p:nvSpPr>
          <p:spPr>
            <a:xfrm>
              <a:off x="381005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5" name="Google Shape;4035;p41"/>
            <p:cNvSpPr/>
            <p:nvPr/>
          </p:nvSpPr>
          <p:spPr>
            <a:xfrm>
              <a:off x="419105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6" name="Google Shape;4036;p41"/>
            <p:cNvSpPr/>
            <p:nvPr/>
          </p:nvSpPr>
          <p:spPr>
            <a:xfrm>
              <a:off x="457206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7" name="Google Shape;4037;p41"/>
            <p:cNvSpPr/>
            <p:nvPr/>
          </p:nvSpPr>
          <p:spPr>
            <a:xfrm>
              <a:off x="495306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8" name="Google Shape;4038;p41"/>
            <p:cNvSpPr/>
            <p:nvPr/>
          </p:nvSpPr>
          <p:spPr>
            <a:xfrm>
              <a:off x="533407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9" name="Google Shape;4039;p41"/>
            <p:cNvSpPr/>
            <p:nvPr/>
          </p:nvSpPr>
          <p:spPr>
            <a:xfrm>
              <a:off x="571507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0" name="Google Shape;4040;p41"/>
            <p:cNvSpPr/>
            <p:nvPr/>
          </p:nvSpPr>
          <p:spPr>
            <a:xfrm>
              <a:off x="609608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1" name="Google Shape;4041;p41"/>
            <p:cNvSpPr/>
            <p:nvPr/>
          </p:nvSpPr>
          <p:spPr>
            <a:xfrm>
              <a:off x="647708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2" name="Google Shape;4042;p41"/>
            <p:cNvSpPr/>
            <p:nvPr/>
          </p:nvSpPr>
          <p:spPr>
            <a:xfrm>
              <a:off x="685809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3" name="Google Shape;4043;p41"/>
            <p:cNvSpPr/>
            <p:nvPr/>
          </p:nvSpPr>
          <p:spPr>
            <a:xfrm>
              <a:off x="723909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4" name="Google Shape;4044;p41"/>
            <p:cNvSpPr/>
            <p:nvPr/>
          </p:nvSpPr>
          <p:spPr>
            <a:xfrm>
              <a:off x="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5" name="Google Shape;4045;p41"/>
            <p:cNvSpPr/>
            <p:nvPr/>
          </p:nvSpPr>
          <p:spPr>
            <a:xfrm>
              <a:off x="38100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6" name="Google Shape;4046;p41"/>
            <p:cNvSpPr/>
            <p:nvPr/>
          </p:nvSpPr>
          <p:spPr>
            <a:xfrm>
              <a:off x="76201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7" name="Google Shape;4047;p41"/>
            <p:cNvSpPr/>
            <p:nvPr/>
          </p:nvSpPr>
          <p:spPr>
            <a:xfrm>
              <a:off x="114301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8" name="Google Shape;4048;p41"/>
            <p:cNvSpPr/>
            <p:nvPr/>
          </p:nvSpPr>
          <p:spPr>
            <a:xfrm>
              <a:off x="152402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9" name="Google Shape;4049;p41"/>
            <p:cNvSpPr/>
            <p:nvPr/>
          </p:nvSpPr>
          <p:spPr>
            <a:xfrm>
              <a:off x="190502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0" name="Google Shape;4050;p41"/>
            <p:cNvSpPr/>
            <p:nvPr/>
          </p:nvSpPr>
          <p:spPr>
            <a:xfrm>
              <a:off x="228603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1" name="Google Shape;4051;p41"/>
            <p:cNvSpPr/>
            <p:nvPr/>
          </p:nvSpPr>
          <p:spPr>
            <a:xfrm>
              <a:off x="266703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2" name="Google Shape;4052;p41"/>
            <p:cNvSpPr/>
            <p:nvPr/>
          </p:nvSpPr>
          <p:spPr>
            <a:xfrm>
              <a:off x="304804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3" name="Google Shape;4053;p41"/>
            <p:cNvSpPr/>
            <p:nvPr/>
          </p:nvSpPr>
          <p:spPr>
            <a:xfrm>
              <a:off x="342904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4" name="Google Shape;4054;p41"/>
            <p:cNvSpPr/>
            <p:nvPr/>
          </p:nvSpPr>
          <p:spPr>
            <a:xfrm>
              <a:off x="381005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5" name="Google Shape;4055;p41"/>
            <p:cNvSpPr/>
            <p:nvPr/>
          </p:nvSpPr>
          <p:spPr>
            <a:xfrm>
              <a:off x="419105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6" name="Google Shape;4056;p41"/>
            <p:cNvSpPr/>
            <p:nvPr/>
          </p:nvSpPr>
          <p:spPr>
            <a:xfrm>
              <a:off x="457206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7" name="Google Shape;4057;p41"/>
            <p:cNvSpPr/>
            <p:nvPr/>
          </p:nvSpPr>
          <p:spPr>
            <a:xfrm>
              <a:off x="495306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8" name="Google Shape;4058;p41"/>
            <p:cNvSpPr/>
            <p:nvPr/>
          </p:nvSpPr>
          <p:spPr>
            <a:xfrm>
              <a:off x="533407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9" name="Google Shape;4059;p41"/>
            <p:cNvSpPr/>
            <p:nvPr/>
          </p:nvSpPr>
          <p:spPr>
            <a:xfrm>
              <a:off x="571507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0" name="Google Shape;4060;p41"/>
            <p:cNvSpPr/>
            <p:nvPr/>
          </p:nvSpPr>
          <p:spPr>
            <a:xfrm>
              <a:off x="609608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1" name="Google Shape;4061;p41"/>
            <p:cNvSpPr/>
            <p:nvPr/>
          </p:nvSpPr>
          <p:spPr>
            <a:xfrm>
              <a:off x="647708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2" name="Google Shape;4062;p41"/>
            <p:cNvSpPr/>
            <p:nvPr/>
          </p:nvSpPr>
          <p:spPr>
            <a:xfrm>
              <a:off x="685809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3" name="Google Shape;4063;p41"/>
            <p:cNvSpPr/>
            <p:nvPr/>
          </p:nvSpPr>
          <p:spPr>
            <a:xfrm>
              <a:off x="723909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4" name="Google Shape;4064;p41"/>
            <p:cNvSpPr/>
            <p:nvPr/>
          </p:nvSpPr>
          <p:spPr>
            <a:xfrm>
              <a:off x="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5" name="Google Shape;4065;p41"/>
            <p:cNvSpPr/>
            <p:nvPr/>
          </p:nvSpPr>
          <p:spPr>
            <a:xfrm>
              <a:off x="38100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6" name="Google Shape;4066;p41"/>
            <p:cNvSpPr/>
            <p:nvPr/>
          </p:nvSpPr>
          <p:spPr>
            <a:xfrm>
              <a:off x="76201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7" name="Google Shape;4067;p41"/>
            <p:cNvSpPr/>
            <p:nvPr/>
          </p:nvSpPr>
          <p:spPr>
            <a:xfrm>
              <a:off x="114301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8" name="Google Shape;4068;p41"/>
            <p:cNvSpPr/>
            <p:nvPr/>
          </p:nvSpPr>
          <p:spPr>
            <a:xfrm>
              <a:off x="152402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9" name="Google Shape;4069;p41"/>
            <p:cNvSpPr/>
            <p:nvPr/>
          </p:nvSpPr>
          <p:spPr>
            <a:xfrm>
              <a:off x="190502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0" name="Google Shape;4070;p41"/>
            <p:cNvSpPr/>
            <p:nvPr/>
          </p:nvSpPr>
          <p:spPr>
            <a:xfrm>
              <a:off x="228603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1" name="Google Shape;4071;p41"/>
            <p:cNvSpPr/>
            <p:nvPr/>
          </p:nvSpPr>
          <p:spPr>
            <a:xfrm>
              <a:off x="266703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2" name="Google Shape;4072;p41"/>
            <p:cNvSpPr/>
            <p:nvPr/>
          </p:nvSpPr>
          <p:spPr>
            <a:xfrm>
              <a:off x="304804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3" name="Google Shape;4073;p41"/>
            <p:cNvSpPr/>
            <p:nvPr/>
          </p:nvSpPr>
          <p:spPr>
            <a:xfrm>
              <a:off x="342904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4" name="Google Shape;4074;p41"/>
            <p:cNvSpPr/>
            <p:nvPr/>
          </p:nvSpPr>
          <p:spPr>
            <a:xfrm>
              <a:off x="381005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5" name="Google Shape;4075;p41"/>
            <p:cNvSpPr/>
            <p:nvPr/>
          </p:nvSpPr>
          <p:spPr>
            <a:xfrm>
              <a:off x="419105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6" name="Google Shape;4076;p41"/>
            <p:cNvSpPr/>
            <p:nvPr/>
          </p:nvSpPr>
          <p:spPr>
            <a:xfrm>
              <a:off x="457206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7" name="Google Shape;4077;p41"/>
            <p:cNvSpPr/>
            <p:nvPr/>
          </p:nvSpPr>
          <p:spPr>
            <a:xfrm>
              <a:off x="495306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8" name="Google Shape;4078;p41"/>
            <p:cNvSpPr/>
            <p:nvPr/>
          </p:nvSpPr>
          <p:spPr>
            <a:xfrm>
              <a:off x="533407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9" name="Google Shape;4079;p41"/>
            <p:cNvSpPr/>
            <p:nvPr/>
          </p:nvSpPr>
          <p:spPr>
            <a:xfrm>
              <a:off x="571507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0" name="Google Shape;4080;p41"/>
            <p:cNvSpPr/>
            <p:nvPr/>
          </p:nvSpPr>
          <p:spPr>
            <a:xfrm>
              <a:off x="609608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1" name="Google Shape;4081;p41"/>
            <p:cNvSpPr/>
            <p:nvPr/>
          </p:nvSpPr>
          <p:spPr>
            <a:xfrm>
              <a:off x="647708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2" name="Google Shape;4082;p41"/>
            <p:cNvSpPr/>
            <p:nvPr/>
          </p:nvSpPr>
          <p:spPr>
            <a:xfrm>
              <a:off x="685809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3" name="Google Shape;4083;p41"/>
            <p:cNvSpPr/>
            <p:nvPr/>
          </p:nvSpPr>
          <p:spPr>
            <a:xfrm>
              <a:off x="723909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4" name="Google Shape;4084;p41"/>
            <p:cNvSpPr/>
            <p:nvPr/>
          </p:nvSpPr>
          <p:spPr>
            <a:xfrm>
              <a:off x="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5" name="Google Shape;4085;p41"/>
            <p:cNvSpPr/>
            <p:nvPr/>
          </p:nvSpPr>
          <p:spPr>
            <a:xfrm>
              <a:off x="38100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6" name="Google Shape;4086;p41"/>
            <p:cNvSpPr/>
            <p:nvPr/>
          </p:nvSpPr>
          <p:spPr>
            <a:xfrm>
              <a:off x="76201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7" name="Google Shape;4087;p41"/>
            <p:cNvSpPr/>
            <p:nvPr/>
          </p:nvSpPr>
          <p:spPr>
            <a:xfrm>
              <a:off x="114301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8" name="Google Shape;4088;p41"/>
            <p:cNvSpPr/>
            <p:nvPr/>
          </p:nvSpPr>
          <p:spPr>
            <a:xfrm>
              <a:off x="152402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9" name="Google Shape;4089;p41"/>
            <p:cNvSpPr/>
            <p:nvPr/>
          </p:nvSpPr>
          <p:spPr>
            <a:xfrm>
              <a:off x="190502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0" name="Google Shape;4090;p41"/>
            <p:cNvSpPr/>
            <p:nvPr/>
          </p:nvSpPr>
          <p:spPr>
            <a:xfrm>
              <a:off x="228603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1" name="Google Shape;4091;p41"/>
            <p:cNvSpPr/>
            <p:nvPr/>
          </p:nvSpPr>
          <p:spPr>
            <a:xfrm>
              <a:off x="266703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2" name="Google Shape;4092;p41"/>
            <p:cNvSpPr/>
            <p:nvPr/>
          </p:nvSpPr>
          <p:spPr>
            <a:xfrm>
              <a:off x="304804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3" name="Google Shape;4093;p41"/>
            <p:cNvSpPr/>
            <p:nvPr/>
          </p:nvSpPr>
          <p:spPr>
            <a:xfrm>
              <a:off x="342904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4" name="Google Shape;4094;p41"/>
            <p:cNvSpPr/>
            <p:nvPr/>
          </p:nvSpPr>
          <p:spPr>
            <a:xfrm>
              <a:off x="381005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5" name="Google Shape;4095;p41"/>
            <p:cNvSpPr/>
            <p:nvPr/>
          </p:nvSpPr>
          <p:spPr>
            <a:xfrm>
              <a:off x="419105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6" name="Google Shape;4096;p41"/>
            <p:cNvSpPr/>
            <p:nvPr/>
          </p:nvSpPr>
          <p:spPr>
            <a:xfrm>
              <a:off x="457206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7" name="Google Shape;4097;p41"/>
            <p:cNvSpPr/>
            <p:nvPr/>
          </p:nvSpPr>
          <p:spPr>
            <a:xfrm>
              <a:off x="495306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8" name="Google Shape;4098;p41"/>
            <p:cNvSpPr/>
            <p:nvPr/>
          </p:nvSpPr>
          <p:spPr>
            <a:xfrm>
              <a:off x="533407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9" name="Google Shape;4099;p41"/>
            <p:cNvSpPr/>
            <p:nvPr/>
          </p:nvSpPr>
          <p:spPr>
            <a:xfrm>
              <a:off x="571507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0" name="Google Shape;4100;p41"/>
            <p:cNvSpPr/>
            <p:nvPr/>
          </p:nvSpPr>
          <p:spPr>
            <a:xfrm>
              <a:off x="609608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1" name="Google Shape;4101;p41"/>
            <p:cNvSpPr/>
            <p:nvPr/>
          </p:nvSpPr>
          <p:spPr>
            <a:xfrm>
              <a:off x="647708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2" name="Google Shape;4102;p41"/>
            <p:cNvSpPr/>
            <p:nvPr/>
          </p:nvSpPr>
          <p:spPr>
            <a:xfrm>
              <a:off x="685809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3" name="Google Shape;4103;p41"/>
            <p:cNvSpPr/>
            <p:nvPr/>
          </p:nvSpPr>
          <p:spPr>
            <a:xfrm>
              <a:off x="723909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4" name="Google Shape;4104;p41"/>
            <p:cNvSpPr/>
            <p:nvPr/>
          </p:nvSpPr>
          <p:spPr>
            <a:xfrm>
              <a:off x="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5" name="Google Shape;4105;p41"/>
            <p:cNvSpPr/>
            <p:nvPr/>
          </p:nvSpPr>
          <p:spPr>
            <a:xfrm>
              <a:off x="38100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6" name="Google Shape;4106;p41"/>
            <p:cNvSpPr/>
            <p:nvPr/>
          </p:nvSpPr>
          <p:spPr>
            <a:xfrm>
              <a:off x="76201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7" name="Google Shape;4107;p41"/>
            <p:cNvSpPr/>
            <p:nvPr/>
          </p:nvSpPr>
          <p:spPr>
            <a:xfrm>
              <a:off x="114301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8" name="Google Shape;4108;p41"/>
            <p:cNvSpPr/>
            <p:nvPr/>
          </p:nvSpPr>
          <p:spPr>
            <a:xfrm>
              <a:off x="152402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9" name="Google Shape;4109;p41"/>
            <p:cNvSpPr/>
            <p:nvPr/>
          </p:nvSpPr>
          <p:spPr>
            <a:xfrm>
              <a:off x="190502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0" name="Google Shape;4110;p41"/>
            <p:cNvSpPr/>
            <p:nvPr/>
          </p:nvSpPr>
          <p:spPr>
            <a:xfrm>
              <a:off x="228603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1" name="Google Shape;4111;p41"/>
            <p:cNvSpPr/>
            <p:nvPr/>
          </p:nvSpPr>
          <p:spPr>
            <a:xfrm>
              <a:off x="266703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2" name="Google Shape;4112;p41"/>
            <p:cNvSpPr/>
            <p:nvPr/>
          </p:nvSpPr>
          <p:spPr>
            <a:xfrm>
              <a:off x="304804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3" name="Google Shape;4113;p41"/>
            <p:cNvSpPr/>
            <p:nvPr/>
          </p:nvSpPr>
          <p:spPr>
            <a:xfrm>
              <a:off x="342904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4" name="Google Shape;4114;p41"/>
            <p:cNvSpPr/>
            <p:nvPr/>
          </p:nvSpPr>
          <p:spPr>
            <a:xfrm>
              <a:off x="381005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5" name="Google Shape;4115;p41"/>
            <p:cNvSpPr/>
            <p:nvPr/>
          </p:nvSpPr>
          <p:spPr>
            <a:xfrm>
              <a:off x="419105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6" name="Google Shape;4116;p41"/>
            <p:cNvSpPr/>
            <p:nvPr/>
          </p:nvSpPr>
          <p:spPr>
            <a:xfrm>
              <a:off x="457206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7" name="Google Shape;4117;p41"/>
            <p:cNvSpPr/>
            <p:nvPr/>
          </p:nvSpPr>
          <p:spPr>
            <a:xfrm>
              <a:off x="495306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8" name="Google Shape;4118;p41"/>
            <p:cNvSpPr/>
            <p:nvPr/>
          </p:nvSpPr>
          <p:spPr>
            <a:xfrm>
              <a:off x="533407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9" name="Google Shape;4119;p41"/>
            <p:cNvSpPr/>
            <p:nvPr/>
          </p:nvSpPr>
          <p:spPr>
            <a:xfrm>
              <a:off x="571507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0" name="Google Shape;4120;p41"/>
            <p:cNvSpPr/>
            <p:nvPr/>
          </p:nvSpPr>
          <p:spPr>
            <a:xfrm>
              <a:off x="609608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1" name="Google Shape;4121;p41"/>
            <p:cNvSpPr/>
            <p:nvPr/>
          </p:nvSpPr>
          <p:spPr>
            <a:xfrm>
              <a:off x="647708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2" name="Google Shape;4122;p41"/>
            <p:cNvSpPr/>
            <p:nvPr/>
          </p:nvSpPr>
          <p:spPr>
            <a:xfrm>
              <a:off x="685809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3" name="Google Shape;4123;p41"/>
            <p:cNvSpPr/>
            <p:nvPr/>
          </p:nvSpPr>
          <p:spPr>
            <a:xfrm>
              <a:off x="723909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4" name="Google Shape;4124;p41"/>
            <p:cNvSpPr/>
            <p:nvPr/>
          </p:nvSpPr>
          <p:spPr>
            <a:xfrm>
              <a:off x="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5" name="Google Shape;4125;p41"/>
            <p:cNvSpPr/>
            <p:nvPr/>
          </p:nvSpPr>
          <p:spPr>
            <a:xfrm>
              <a:off x="38100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6" name="Google Shape;4126;p41"/>
            <p:cNvSpPr/>
            <p:nvPr/>
          </p:nvSpPr>
          <p:spPr>
            <a:xfrm>
              <a:off x="76201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7" name="Google Shape;4127;p41"/>
            <p:cNvSpPr/>
            <p:nvPr/>
          </p:nvSpPr>
          <p:spPr>
            <a:xfrm>
              <a:off x="114301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8" name="Google Shape;4128;p41"/>
            <p:cNvSpPr/>
            <p:nvPr/>
          </p:nvSpPr>
          <p:spPr>
            <a:xfrm>
              <a:off x="152402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9" name="Google Shape;4129;p41"/>
            <p:cNvSpPr/>
            <p:nvPr/>
          </p:nvSpPr>
          <p:spPr>
            <a:xfrm>
              <a:off x="190502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0" name="Google Shape;4130;p41"/>
            <p:cNvSpPr/>
            <p:nvPr/>
          </p:nvSpPr>
          <p:spPr>
            <a:xfrm>
              <a:off x="228603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1" name="Google Shape;4131;p41"/>
            <p:cNvSpPr/>
            <p:nvPr/>
          </p:nvSpPr>
          <p:spPr>
            <a:xfrm>
              <a:off x="266703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2" name="Google Shape;4132;p41"/>
            <p:cNvSpPr/>
            <p:nvPr/>
          </p:nvSpPr>
          <p:spPr>
            <a:xfrm>
              <a:off x="304804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3" name="Google Shape;4133;p41"/>
            <p:cNvSpPr/>
            <p:nvPr/>
          </p:nvSpPr>
          <p:spPr>
            <a:xfrm>
              <a:off x="342904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4" name="Google Shape;4134;p41"/>
            <p:cNvSpPr/>
            <p:nvPr/>
          </p:nvSpPr>
          <p:spPr>
            <a:xfrm>
              <a:off x="381005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5" name="Google Shape;4135;p41"/>
            <p:cNvSpPr/>
            <p:nvPr/>
          </p:nvSpPr>
          <p:spPr>
            <a:xfrm>
              <a:off x="419105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6" name="Google Shape;4136;p41"/>
            <p:cNvSpPr/>
            <p:nvPr/>
          </p:nvSpPr>
          <p:spPr>
            <a:xfrm>
              <a:off x="457206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7" name="Google Shape;4137;p41"/>
            <p:cNvSpPr/>
            <p:nvPr/>
          </p:nvSpPr>
          <p:spPr>
            <a:xfrm>
              <a:off x="495306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8" name="Google Shape;4138;p41"/>
            <p:cNvSpPr/>
            <p:nvPr/>
          </p:nvSpPr>
          <p:spPr>
            <a:xfrm>
              <a:off x="533407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9" name="Google Shape;4139;p41"/>
            <p:cNvSpPr/>
            <p:nvPr/>
          </p:nvSpPr>
          <p:spPr>
            <a:xfrm>
              <a:off x="571507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0" name="Google Shape;4140;p41"/>
            <p:cNvSpPr/>
            <p:nvPr/>
          </p:nvSpPr>
          <p:spPr>
            <a:xfrm>
              <a:off x="609608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1" name="Google Shape;4141;p41"/>
            <p:cNvSpPr/>
            <p:nvPr/>
          </p:nvSpPr>
          <p:spPr>
            <a:xfrm>
              <a:off x="647708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2" name="Google Shape;4142;p41"/>
            <p:cNvSpPr/>
            <p:nvPr/>
          </p:nvSpPr>
          <p:spPr>
            <a:xfrm>
              <a:off x="685809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3" name="Google Shape;4143;p41"/>
            <p:cNvSpPr/>
            <p:nvPr/>
          </p:nvSpPr>
          <p:spPr>
            <a:xfrm>
              <a:off x="723909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4" name="Google Shape;4144;p41"/>
            <p:cNvSpPr/>
            <p:nvPr/>
          </p:nvSpPr>
          <p:spPr>
            <a:xfrm>
              <a:off x="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5" name="Google Shape;4145;p41"/>
            <p:cNvSpPr/>
            <p:nvPr/>
          </p:nvSpPr>
          <p:spPr>
            <a:xfrm>
              <a:off x="38100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6" name="Google Shape;4146;p41"/>
            <p:cNvSpPr/>
            <p:nvPr/>
          </p:nvSpPr>
          <p:spPr>
            <a:xfrm>
              <a:off x="76201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7" name="Google Shape;4147;p41"/>
            <p:cNvSpPr/>
            <p:nvPr/>
          </p:nvSpPr>
          <p:spPr>
            <a:xfrm>
              <a:off x="114301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8" name="Google Shape;4148;p41"/>
            <p:cNvSpPr/>
            <p:nvPr/>
          </p:nvSpPr>
          <p:spPr>
            <a:xfrm>
              <a:off x="152402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9" name="Google Shape;4149;p41"/>
            <p:cNvSpPr/>
            <p:nvPr/>
          </p:nvSpPr>
          <p:spPr>
            <a:xfrm>
              <a:off x="190502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0" name="Google Shape;4150;p41"/>
            <p:cNvSpPr/>
            <p:nvPr/>
          </p:nvSpPr>
          <p:spPr>
            <a:xfrm>
              <a:off x="228603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1" name="Google Shape;4151;p41"/>
            <p:cNvSpPr/>
            <p:nvPr/>
          </p:nvSpPr>
          <p:spPr>
            <a:xfrm>
              <a:off x="266703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2" name="Google Shape;4152;p41"/>
            <p:cNvSpPr/>
            <p:nvPr/>
          </p:nvSpPr>
          <p:spPr>
            <a:xfrm>
              <a:off x="304804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3" name="Google Shape;4153;p41"/>
            <p:cNvSpPr/>
            <p:nvPr/>
          </p:nvSpPr>
          <p:spPr>
            <a:xfrm>
              <a:off x="342904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4" name="Google Shape;4154;p41"/>
            <p:cNvSpPr/>
            <p:nvPr/>
          </p:nvSpPr>
          <p:spPr>
            <a:xfrm>
              <a:off x="381005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5" name="Google Shape;4155;p41"/>
            <p:cNvSpPr/>
            <p:nvPr/>
          </p:nvSpPr>
          <p:spPr>
            <a:xfrm>
              <a:off x="419105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6" name="Google Shape;4156;p41"/>
            <p:cNvSpPr/>
            <p:nvPr/>
          </p:nvSpPr>
          <p:spPr>
            <a:xfrm>
              <a:off x="457206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7" name="Google Shape;4157;p41"/>
            <p:cNvSpPr/>
            <p:nvPr/>
          </p:nvSpPr>
          <p:spPr>
            <a:xfrm>
              <a:off x="495306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8" name="Google Shape;4158;p41"/>
            <p:cNvSpPr/>
            <p:nvPr/>
          </p:nvSpPr>
          <p:spPr>
            <a:xfrm>
              <a:off x="533407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9" name="Google Shape;4159;p41"/>
            <p:cNvSpPr/>
            <p:nvPr/>
          </p:nvSpPr>
          <p:spPr>
            <a:xfrm>
              <a:off x="571507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0" name="Google Shape;4160;p41"/>
            <p:cNvSpPr/>
            <p:nvPr/>
          </p:nvSpPr>
          <p:spPr>
            <a:xfrm>
              <a:off x="609608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1" name="Google Shape;4161;p41"/>
            <p:cNvSpPr/>
            <p:nvPr/>
          </p:nvSpPr>
          <p:spPr>
            <a:xfrm>
              <a:off x="647708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2" name="Google Shape;4162;p41"/>
            <p:cNvSpPr/>
            <p:nvPr/>
          </p:nvSpPr>
          <p:spPr>
            <a:xfrm>
              <a:off x="685809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3" name="Google Shape;4163;p41"/>
            <p:cNvSpPr/>
            <p:nvPr/>
          </p:nvSpPr>
          <p:spPr>
            <a:xfrm>
              <a:off x="723909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4" name="Google Shape;4164;p41"/>
            <p:cNvSpPr/>
            <p:nvPr/>
          </p:nvSpPr>
          <p:spPr>
            <a:xfrm>
              <a:off x="7620110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5" name="Google Shape;4165;p41"/>
            <p:cNvSpPr/>
            <p:nvPr/>
          </p:nvSpPr>
          <p:spPr>
            <a:xfrm>
              <a:off x="8001115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6" name="Google Shape;4166;p41"/>
            <p:cNvSpPr/>
            <p:nvPr/>
          </p:nvSpPr>
          <p:spPr>
            <a:xfrm>
              <a:off x="8382120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7" name="Google Shape;4167;p41"/>
            <p:cNvSpPr/>
            <p:nvPr/>
          </p:nvSpPr>
          <p:spPr>
            <a:xfrm>
              <a:off x="8763125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8" name="Google Shape;4168;p41"/>
            <p:cNvSpPr/>
            <p:nvPr/>
          </p:nvSpPr>
          <p:spPr>
            <a:xfrm>
              <a:off x="7620110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9" name="Google Shape;4169;p41"/>
            <p:cNvSpPr/>
            <p:nvPr/>
          </p:nvSpPr>
          <p:spPr>
            <a:xfrm>
              <a:off x="8001115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0" name="Google Shape;4170;p41"/>
            <p:cNvSpPr/>
            <p:nvPr/>
          </p:nvSpPr>
          <p:spPr>
            <a:xfrm>
              <a:off x="8382120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1" name="Google Shape;4171;p41"/>
            <p:cNvSpPr/>
            <p:nvPr/>
          </p:nvSpPr>
          <p:spPr>
            <a:xfrm>
              <a:off x="8763125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2" name="Google Shape;4172;p41"/>
            <p:cNvSpPr/>
            <p:nvPr/>
          </p:nvSpPr>
          <p:spPr>
            <a:xfrm>
              <a:off x="7620110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3" name="Google Shape;4173;p41"/>
            <p:cNvSpPr/>
            <p:nvPr/>
          </p:nvSpPr>
          <p:spPr>
            <a:xfrm>
              <a:off x="8001115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4" name="Google Shape;4174;p41"/>
            <p:cNvSpPr/>
            <p:nvPr/>
          </p:nvSpPr>
          <p:spPr>
            <a:xfrm>
              <a:off x="8382120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5" name="Google Shape;4175;p41"/>
            <p:cNvSpPr/>
            <p:nvPr/>
          </p:nvSpPr>
          <p:spPr>
            <a:xfrm>
              <a:off x="8763125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6" name="Google Shape;4176;p41"/>
            <p:cNvSpPr/>
            <p:nvPr/>
          </p:nvSpPr>
          <p:spPr>
            <a:xfrm>
              <a:off x="7620110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7" name="Google Shape;4177;p41"/>
            <p:cNvSpPr/>
            <p:nvPr/>
          </p:nvSpPr>
          <p:spPr>
            <a:xfrm>
              <a:off x="8001115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8" name="Google Shape;4178;p41"/>
            <p:cNvSpPr/>
            <p:nvPr/>
          </p:nvSpPr>
          <p:spPr>
            <a:xfrm>
              <a:off x="8382120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9" name="Google Shape;4179;p41"/>
            <p:cNvSpPr/>
            <p:nvPr/>
          </p:nvSpPr>
          <p:spPr>
            <a:xfrm>
              <a:off x="8763125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0" name="Google Shape;4180;p41"/>
            <p:cNvSpPr/>
            <p:nvPr/>
          </p:nvSpPr>
          <p:spPr>
            <a:xfrm>
              <a:off x="7620110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1" name="Google Shape;4181;p41"/>
            <p:cNvSpPr/>
            <p:nvPr/>
          </p:nvSpPr>
          <p:spPr>
            <a:xfrm>
              <a:off x="8001115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2" name="Google Shape;4182;p41"/>
            <p:cNvSpPr/>
            <p:nvPr/>
          </p:nvSpPr>
          <p:spPr>
            <a:xfrm>
              <a:off x="8382120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3" name="Google Shape;4183;p41"/>
            <p:cNvSpPr/>
            <p:nvPr/>
          </p:nvSpPr>
          <p:spPr>
            <a:xfrm>
              <a:off x="8763125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4" name="Google Shape;4184;p41"/>
            <p:cNvSpPr/>
            <p:nvPr/>
          </p:nvSpPr>
          <p:spPr>
            <a:xfrm>
              <a:off x="7620110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5" name="Google Shape;4185;p41"/>
            <p:cNvSpPr/>
            <p:nvPr/>
          </p:nvSpPr>
          <p:spPr>
            <a:xfrm>
              <a:off x="8001115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6" name="Google Shape;4186;p41"/>
            <p:cNvSpPr/>
            <p:nvPr/>
          </p:nvSpPr>
          <p:spPr>
            <a:xfrm>
              <a:off x="8382120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7" name="Google Shape;4187;p41"/>
            <p:cNvSpPr/>
            <p:nvPr/>
          </p:nvSpPr>
          <p:spPr>
            <a:xfrm>
              <a:off x="8763125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8" name="Google Shape;4188;p41"/>
            <p:cNvSpPr/>
            <p:nvPr/>
          </p:nvSpPr>
          <p:spPr>
            <a:xfrm>
              <a:off x="7620110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9" name="Google Shape;4189;p41"/>
            <p:cNvSpPr/>
            <p:nvPr/>
          </p:nvSpPr>
          <p:spPr>
            <a:xfrm>
              <a:off x="8001115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0" name="Google Shape;4190;p41"/>
            <p:cNvSpPr/>
            <p:nvPr/>
          </p:nvSpPr>
          <p:spPr>
            <a:xfrm>
              <a:off x="8382120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1" name="Google Shape;4191;p41"/>
            <p:cNvSpPr/>
            <p:nvPr/>
          </p:nvSpPr>
          <p:spPr>
            <a:xfrm>
              <a:off x="8763125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2" name="Google Shape;4192;p41"/>
            <p:cNvSpPr/>
            <p:nvPr/>
          </p:nvSpPr>
          <p:spPr>
            <a:xfrm>
              <a:off x="7620110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3" name="Google Shape;4193;p41"/>
            <p:cNvSpPr/>
            <p:nvPr/>
          </p:nvSpPr>
          <p:spPr>
            <a:xfrm>
              <a:off x="8001115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4" name="Google Shape;4194;p41"/>
            <p:cNvSpPr/>
            <p:nvPr/>
          </p:nvSpPr>
          <p:spPr>
            <a:xfrm>
              <a:off x="8382120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5" name="Google Shape;4195;p41"/>
            <p:cNvSpPr/>
            <p:nvPr/>
          </p:nvSpPr>
          <p:spPr>
            <a:xfrm>
              <a:off x="8763125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6" name="Google Shape;4196;p41"/>
            <p:cNvSpPr/>
            <p:nvPr/>
          </p:nvSpPr>
          <p:spPr>
            <a:xfrm>
              <a:off x="7620110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7" name="Google Shape;4197;p41"/>
            <p:cNvSpPr/>
            <p:nvPr/>
          </p:nvSpPr>
          <p:spPr>
            <a:xfrm>
              <a:off x="8001115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8" name="Google Shape;4198;p41"/>
            <p:cNvSpPr/>
            <p:nvPr/>
          </p:nvSpPr>
          <p:spPr>
            <a:xfrm>
              <a:off x="8382120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9" name="Google Shape;4199;p41"/>
            <p:cNvSpPr/>
            <p:nvPr/>
          </p:nvSpPr>
          <p:spPr>
            <a:xfrm>
              <a:off x="8763125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0" name="Google Shape;4200;p41"/>
            <p:cNvSpPr/>
            <p:nvPr/>
          </p:nvSpPr>
          <p:spPr>
            <a:xfrm>
              <a:off x="7620110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1" name="Google Shape;4201;p41"/>
            <p:cNvSpPr/>
            <p:nvPr/>
          </p:nvSpPr>
          <p:spPr>
            <a:xfrm>
              <a:off x="8001115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2" name="Google Shape;4202;p41"/>
            <p:cNvSpPr/>
            <p:nvPr/>
          </p:nvSpPr>
          <p:spPr>
            <a:xfrm>
              <a:off x="8382120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3" name="Google Shape;4203;p41"/>
            <p:cNvSpPr/>
            <p:nvPr/>
          </p:nvSpPr>
          <p:spPr>
            <a:xfrm>
              <a:off x="8763125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4" name="Google Shape;4204;p41"/>
            <p:cNvSpPr/>
            <p:nvPr/>
          </p:nvSpPr>
          <p:spPr>
            <a:xfrm>
              <a:off x="7620110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5" name="Google Shape;4205;p41"/>
            <p:cNvSpPr/>
            <p:nvPr/>
          </p:nvSpPr>
          <p:spPr>
            <a:xfrm>
              <a:off x="8001115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6" name="Google Shape;4206;p41"/>
            <p:cNvSpPr/>
            <p:nvPr/>
          </p:nvSpPr>
          <p:spPr>
            <a:xfrm>
              <a:off x="8382120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7" name="Google Shape;4207;p41"/>
            <p:cNvSpPr/>
            <p:nvPr/>
          </p:nvSpPr>
          <p:spPr>
            <a:xfrm>
              <a:off x="8763125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8" name="Google Shape;4208;p41"/>
            <p:cNvSpPr/>
            <p:nvPr/>
          </p:nvSpPr>
          <p:spPr>
            <a:xfrm>
              <a:off x="7620110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9" name="Google Shape;4209;p41"/>
            <p:cNvSpPr/>
            <p:nvPr/>
          </p:nvSpPr>
          <p:spPr>
            <a:xfrm>
              <a:off x="8001115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0" name="Google Shape;4210;p41"/>
            <p:cNvSpPr/>
            <p:nvPr/>
          </p:nvSpPr>
          <p:spPr>
            <a:xfrm>
              <a:off x="8382120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1" name="Google Shape;4211;p41"/>
            <p:cNvSpPr/>
            <p:nvPr/>
          </p:nvSpPr>
          <p:spPr>
            <a:xfrm>
              <a:off x="8763125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2" name="Google Shape;4212;p41"/>
            <p:cNvSpPr/>
            <p:nvPr/>
          </p:nvSpPr>
          <p:spPr>
            <a:xfrm>
              <a:off x="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3" name="Google Shape;4213;p41"/>
            <p:cNvSpPr/>
            <p:nvPr/>
          </p:nvSpPr>
          <p:spPr>
            <a:xfrm>
              <a:off x="38100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4" name="Google Shape;4214;p41"/>
            <p:cNvSpPr/>
            <p:nvPr/>
          </p:nvSpPr>
          <p:spPr>
            <a:xfrm>
              <a:off x="76201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5" name="Google Shape;4215;p41"/>
            <p:cNvSpPr/>
            <p:nvPr/>
          </p:nvSpPr>
          <p:spPr>
            <a:xfrm>
              <a:off x="114301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6" name="Google Shape;4216;p41"/>
            <p:cNvSpPr/>
            <p:nvPr/>
          </p:nvSpPr>
          <p:spPr>
            <a:xfrm>
              <a:off x="152402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7" name="Google Shape;4217;p41"/>
            <p:cNvSpPr/>
            <p:nvPr/>
          </p:nvSpPr>
          <p:spPr>
            <a:xfrm>
              <a:off x="190502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8" name="Google Shape;4218;p41"/>
            <p:cNvSpPr/>
            <p:nvPr/>
          </p:nvSpPr>
          <p:spPr>
            <a:xfrm>
              <a:off x="228603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9" name="Google Shape;4219;p41"/>
            <p:cNvSpPr/>
            <p:nvPr/>
          </p:nvSpPr>
          <p:spPr>
            <a:xfrm>
              <a:off x="266703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0" name="Google Shape;4220;p41"/>
            <p:cNvSpPr/>
            <p:nvPr/>
          </p:nvSpPr>
          <p:spPr>
            <a:xfrm>
              <a:off x="304804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1" name="Google Shape;4221;p41"/>
            <p:cNvSpPr/>
            <p:nvPr/>
          </p:nvSpPr>
          <p:spPr>
            <a:xfrm>
              <a:off x="342904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2" name="Google Shape;4222;p41"/>
            <p:cNvSpPr/>
            <p:nvPr/>
          </p:nvSpPr>
          <p:spPr>
            <a:xfrm>
              <a:off x="381005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3" name="Google Shape;4223;p41"/>
            <p:cNvSpPr/>
            <p:nvPr/>
          </p:nvSpPr>
          <p:spPr>
            <a:xfrm>
              <a:off x="419105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4" name="Google Shape;4224;p41"/>
            <p:cNvSpPr/>
            <p:nvPr/>
          </p:nvSpPr>
          <p:spPr>
            <a:xfrm>
              <a:off x="457206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5" name="Google Shape;4225;p41"/>
            <p:cNvSpPr/>
            <p:nvPr/>
          </p:nvSpPr>
          <p:spPr>
            <a:xfrm>
              <a:off x="495306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6" name="Google Shape;4226;p41"/>
            <p:cNvSpPr/>
            <p:nvPr/>
          </p:nvSpPr>
          <p:spPr>
            <a:xfrm>
              <a:off x="533407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7" name="Google Shape;4227;p41"/>
            <p:cNvSpPr/>
            <p:nvPr/>
          </p:nvSpPr>
          <p:spPr>
            <a:xfrm>
              <a:off x="571507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8" name="Google Shape;4228;p41"/>
            <p:cNvSpPr/>
            <p:nvPr/>
          </p:nvSpPr>
          <p:spPr>
            <a:xfrm>
              <a:off x="609608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9" name="Google Shape;4229;p41"/>
            <p:cNvSpPr/>
            <p:nvPr/>
          </p:nvSpPr>
          <p:spPr>
            <a:xfrm>
              <a:off x="647708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0" name="Google Shape;4230;p41"/>
            <p:cNvSpPr/>
            <p:nvPr/>
          </p:nvSpPr>
          <p:spPr>
            <a:xfrm>
              <a:off x="685809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1" name="Google Shape;4231;p41"/>
            <p:cNvSpPr/>
            <p:nvPr/>
          </p:nvSpPr>
          <p:spPr>
            <a:xfrm>
              <a:off x="723909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2" name="Google Shape;4232;p41"/>
            <p:cNvSpPr/>
            <p:nvPr/>
          </p:nvSpPr>
          <p:spPr>
            <a:xfrm>
              <a:off x="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3" name="Google Shape;4233;p41"/>
            <p:cNvSpPr/>
            <p:nvPr/>
          </p:nvSpPr>
          <p:spPr>
            <a:xfrm>
              <a:off x="38100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4" name="Google Shape;4234;p41"/>
            <p:cNvSpPr/>
            <p:nvPr/>
          </p:nvSpPr>
          <p:spPr>
            <a:xfrm>
              <a:off x="76201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5" name="Google Shape;4235;p41"/>
            <p:cNvSpPr/>
            <p:nvPr/>
          </p:nvSpPr>
          <p:spPr>
            <a:xfrm>
              <a:off x="114301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6" name="Google Shape;4236;p41"/>
            <p:cNvSpPr/>
            <p:nvPr/>
          </p:nvSpPr>
          <p:spPr>
            <a:xfrm>
              <a:off x="152402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7" name="Google Shape;4237;p41"/>
            <p:cNvSpPr/>
            <p:nvPr/>
          </p:nvSpPr>
          <p:spPr>
            <a:xfrm>
              <a:off x="190502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8" name="Google Shape;4238;p41"/>
            <p:cNvSpPr/>
            <p:nvPr/>
          </p:nvSpPr>
          <p:spPr>
            <a:xfrm>
              <a:off x="228603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9" name="Google Shape;4239;p41"/>
            <p:cNvSpPr/>
            <p:nvPr/>
          </p:nvSpPr>
          <p:spPr>
            <a:xfrm>
              <a:off x="266703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0" name="Google Shape;4240;p41"/>
            <p:cNvSpPr/>
            <p:nvPr/>
          </p:nvSpPr>
          <p:spPr>
            <a:xfrm>
              <a:off x="304804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1" name="Google Shape;4241;p41"/>
            <p:cNvSpPr/>
            <p:nvPr/>
          </p:nvSpPr>
          <p:spPr>
            <a:xfrm>
              <a:off x="342904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2" name="Google Shape;4242;p41"/>
            <p:cNvSpPr/>
            <p:nvPr/>
          </p:nvSpPr>
          <p:spPr>
            <a:xfrm>
              <a:off x="381005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3" name="Google Shape;4243;p41"/>
            <p:cNvSpPr/>
            <p:nvPr/>
          </p:nvSpPr>
          <p:spPr>
            <a:xfrm>
              <a:off x="419105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4" name="Google Shape;4244;p41"/>
            <p:cNvSpPr/>
            <p:nvPr/>
          </p:nvSpPr>
          <p:spPr>
            <a:xfrm>
              <a:off x="457206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5" name="Google Shape;4245;p41"/>
            <p:cNvSpPr/>
            <p:nvPr/>
          </p:nvSpPr>
          <p:spPr>
            <a:xfrm>
              <a:off x="495306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6" name="Google Shape;4246;p41"/>
            <p:cNvSpPr/>
            <p:nvPr/>
          </p:nvSpPr>
          <p:spPr>
            <a:xfrm>
              <a:off x="533407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7" name="Google Shape;4247;p41"/>
            <p:cNvSpPr/>
            <p:nvPr/>
          </p:nvSpPr>
          <p:spPr>
            <a:xfrm>
              <a:off x="571507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8" name="Google Shape;4248;p41"/>
            <p:cNvSpPr/>
            <p:nvPr/>
          </p:nvSpPr>
          <p:spPr>
            <a:xfrm>
              <a:off x="609608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9" name="Google Shape;4249;p41"/>
            <p:cNvSpPr/>
            <p:nvPr/>
          </p:nvSpPr>
          <p:spPr>
            <a:xfrm>
              <a:off x="647708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0" name="Google Shape;4250;p41"/>
            <p:cNvSpPr/>
            <p:nvPr/>
          </p:nvSpPr>
          <p:spPr>
            <a:xfrm>
              <a:off x="685809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1" name="Google Shape;4251;p41"/>
            <p:cNvSpPr/>
            <p:nvPr/>
          </p:nvSpPr>
          <p:spPr>
            <a:xfrm>
              <a:off x="723909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2" name="Google Shape;4252;p41"/>
            <p:cNvSpPr/>
            <p:nvPr/>
          </p:nvSpPr>
          <p:spPr>
            <a:xfrm>
              <a:off x="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3" name="Google Shape;4253;p41"/>
            <p:cNvSpPr/>
            <p:nvPr/>
          </p:nvSpPr>
          <p:spPr>
            <a:xfrm>
              <a:off x="38100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4" name="Google Shape;4254;p41"/>
            <p:cNvSpPr/>
            <p:nvPr/>
          </p:nvSpPr>
          <p:spPr>
            <a:xfrm>
              <a:off x="76201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5" name="Google Shape;4255;p41"/>
            <p:cNvSpPr/>
            <p:nvPr/>
          </p:nvSpPr>
          <p:spPr>
            <a:xfrm>
              <a:off x="114301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6" name="Google Shape;4256;p41"/>
            <p:cNvSpPr/>
            <p:nvPr/>
          </p:nvSpPr>
          <p:spPr>
            <a:xfrm>
              <a:off x="152402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7" name="Google Shape;4257;p41"/>
            <p:cNvSpPr/>
            <p:nvPr/>
          </p:nvSpPr>
          <p:spPr>
            <a:xfrm>
              <a:off x="190502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8" name="Google Shape;4258;p41"/>
            <p:cNvSpPr/>
            <p:nvPr/>
          </p:nvSpPr>
          <p:spPr>
            <a:xfrm>
              <a:off x="228603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9" name="Google Shape;4259;p41"/>
            <p:cNvSpPr/>
            <p:nvPr/>
          </p:nvSpPr>
          <p:spPr>
            <a:xfrm>
              <a:off x="266703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0" name="Google Shape;4260;p41"/>
            <p:cNvSpPr/>
            <p:nvPr/>
          </p:nvSpPr>
          <p:spPr>
            <a:xfrm>
              <a:off x="304804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1" name="Google Shape;4261;p41"/>
            <p:cNvSpPr/>
            <p:nvPr/>
          </p:nvSpPr>
          <p:spPr>
            <a:xfrm>
              <a:off x="342904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2" name="Google Shape;4262;p41"/>
            <p:cNvSpPr/>
            <p:nvPr/>
          </p:nvSpPr>
          <p:spPr>
            <a:xfrm>
              <a:off x="381005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3" name="Google Shape;4263;p41"/>
            <p:cNvSpPr/>
            <p:nvPr/>
          </p:nvSpPr>
          <p:spPr>
            <a:xfrm>
              <a:off x="419105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4" name="Google Shape;4264;p41"/>
            <p:cNvSpPr/>
            <p:nvPr/>
          </p:nvSpPr>
          <p:spPr>
            <a:xfrm>
              <a:off x="457206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5" name="Google Shape;4265;p41"/>
            <p:cNvSpPr/>
            <p:nvPr/>
          </p:nvSpPr>
          <p:spPr>
            <a:xfrm>
              <a:off x="495306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6" name="Google Shape;4266;p41"/>
            <p:cNvSpPr/>
            <p:nvPr/>
          </p:nvSpPr>
          <p:spPr>
            <a:xfrm>
              <a:off x="533407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7" name="Google Shape;4267;p41"/>
            <p:cNvSpPr/>
            <p:nvPr/>
          </p:nvSpPr>
          <p:spPr>
            <a:xfrm>
              <a:off x="571507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8" name="Google Shape;4268;p41"/>
            <p:cNvSpPr/>
            <p:nvPr/>
          </p:nvSpPr>
          <p:spPr>
            <a:xfrm>
              <a:off x="609608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9" name="Google Shape;4269;p41"/>
            <p:cNvSpPr/>
            <p:nvPr/>
          </p:nvSpPr>
          <p:spPr>
            <a:xfrm>
              <a:off x="647708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0" name="Google Shape;4270;p41"/>
            <p:cNvSpPr/>
            <p:nvPr/>
          </p:nvSpPr>
          <p:spPr>
            <a:xfrm>
              <a:off x="685809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1" name="Google Shape;4271;p41"/>
            <p:cNvSpPr/>
            <p:nvPr/>
          </p:nvSpPr>
          <p:spPr>
            <a:xfrm>
              <a:off x="723909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2" name="Google Shape;4272;p41"/>
            <p:cNvSpPr/>
            <p:nvPr/>
          </p:nvSpPr>
          <p:spPr>
            <a:xfrm>
              <a:off x="7620110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3" name="Google Shape;4273;p41"/>
            <p:cNvSpPr/>
            <p:nvPr/>
          </p:nvSpPr>
          <p:spPr>
            <a:xfrm>
              <a:off x="8001115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4" name="Google Shape;4274;p41"/>
            <p:cNvSpPr/>
            <p:nvPr/>
          </p:nvSpPr>
          <p:spPr>
            <a:xfrm>
              <a:off x="8382120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5" name="Google Shape;4275;p41"/>
            <p:cNvSpPr/>
            <p:nvPr/>
          </p:nvSpPr>
          <p:spPr>
            <a:xfrm>
              <a:off x="8763125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6" name="Google Shape;4276;p41"/>
            <p:cNvSpPr/>
            <p:nvPr/>
          </p:nvSpPr>
          <p:spPr>
            <a:xfrm>
              <a:off x="7620110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7" name="Google Shape;4277;p41"/>
            <p:cNvSpPr/>
            <p:nvPr/>
          </p:nvSpPr>
          <p:spPr>
            <a:xfrm>
              <a:off x="8001115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8" name="Google Shape;4278;p41"/>
            <p:cNvSpPr/>
            <p:nvPr/>
          </p:nvSpPr>
          <p:spPr>
            <a:xfrm>
              <a:off x="8382120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9" name="Google Shape;4279;p41"/>
            <p:cNvSpPr/>
            <p:nvPr/>
          </p:nvSpPr>
          <p:spPr>
            <a:xfrm>
              <a:off x="8763125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0" name="Google Shape;4280;p41"/>
            <p:cNvSpPr/>
            <p:nvPr/>
          </p:nvSpPr>
          <p:spPr>
            <a:xfrm>
              <a:off x="7620110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1" name="Google Shape;4281;p41"/>
            <p:cNvSpPr/>
            <p:nvPr/>
          </p:nvSpPr>
          <p:spPr>
            <a:xfrm>
              <a:off x="8001115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2" name="Google Shape;4282;p41"/>
            <p:cNvSpPr/>
            <p:nvPr/>
          </p:nvSpPr>
          <p:spPr>
            <a:xfrm>
              <a:off x="8382120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3" name="Google Shape;4283;p41"/>
            <p:cNvSpPr/>
            <p:nvPr/>
          </p:nvSpPr>
          <p:spPr>
            <a:xfrm>
              <a:off x="8763125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284" name="Google Shape;4284;p41"/>
          <p:cNvSpPr/>
          <p:nvPr/>
        </p:nvSpPr>
        <p:spPr>
          <a:xfrm flipH="1">
            <a:off x="0" y="0"/>
            <a:ext cx="9144000" cy="5143500"/>
          </a:xfrm>
          <a:prstGeom prst="rtTriangle">
            <a:avLst/>
          </a:prstGeom>
          <a:solidFill>
            <a:srgbClr val="005051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285" name="Google Shape;4285;p41"/>
          <p:cNvGrpSpPr/>
          <p:nvPr/>
        </p:nvGrpSpPr>
        <p:grpSpPr>
          <a:xfrm>
            <a:off x="553048" y="535000"/>
            <a:ext cx="8105852" cy="4302000"/>
            <a:chOff x="553048" y="535000"/>
            <a:chExt cx="8105852" cy="4302000"/>
          </a:xfrm>
        </p:grpSpPr>
        <p:sp>
          <p:nvSpPr>
            <p:cNvPr id="4286" name="Google Shape;4286;p41"/>
            <p:cNvSpPr/>
            <p:nvPr/>
          </p:nvSpPr>
          <p:spPr>
            <a:xfrm>
              <a:off x="942300" y="763600"/>
              <a:ext cx="7716600" cy="4073400"/>
            </a:xfrm>
            <a:prstGeom prst="roundRect">
              <a:avLst>
                <a:gd fmla="val 2480" name="adj"/>
              </a:avLst>
            </a:prstGeom>
            <a:solidFill>
              <a:srgbClr val="222828">
                <a:alpha val="2039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7" name="Google Shape;4287;p41"/>
            <p:cNvSpPr/>
            <p:nvPr/>
          </p:nvSpPr>
          <p:spPr>
            <a:xfrm>
              <a:off x="712275" y="535000"/>
              <a:ext cx="7716600" cy="4073400"/>
            </a:xfrm>
            <a:prstGeom prst="roundRect">
              <a:avLst>
                <a:gd fmla="val 248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8" name="Google Shape;4288;p41"/>
            <p:cNvSpPr/>
            <p:nvPr/>
          </p:nvSpPr>
          <p:spPr>
            <a:xfrm>
              <a:off x="848698" y="898261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5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5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9" name="Google Shape;4289;p41"/>
            <p:cNvSpPr/>
            <p:nvPr/>
          </p:nvSpPr>
          <p:spPr>
            <a:xfrm>
              <a:off x="553048" y="931482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19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8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7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0" name="Google Shape;4290;p41"/>
            <p:cNvSpPr/>
            <p:nvPr/>
          </p:nvSpPr>
          <p:spPr>
            <a:xfrm>
              <a:off x="848698" y="1332681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8"/>
                    <a:pt x="0" y="7608"/>
                  </a:cubicBezTo>
                  <a:cubicBezTo>
                    <a:pt x="0" y="11808"/>
                    <a:pt x="3404" y="15212"/>
                    <a:pt x="7604" y="15212"/>
                  </a:cubicBezTo>
                  <a:cubicBezTo>
                    <a:pt x="11804" y="15212"/>
                    <a:pt x="15209" y="11808"/>
                    <a:pt x="15209" y="7608"/>
                  </a:cubicBezTo>
                  <a:cubicBezTo>
                    <a:pt x="15209" y="3408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1" name="Google Shape;4291;p41"/>
            <p:cNvSpPr/>
            <p:nvPr/>
          </p:nvSpPr>
          <p:spPr>
            <a:xfrm>
              <a:off x="553048" y="1365902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71"/>
                    <a:pt x="0" y="1497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9"/>
                  </a:lnTo>
                  <a:cubicBezTo>
                    <a:pt x="23340" y="7948"/>
                    <a:pt x="21591" y="9042"/>
                    <a:pt x="19596" y="9042"/>
                  </a:cubicBezTo>
                  <a:lnTo>
                    <a:pt x="1493" y="9042"/>
                  </a:lnTo>
                  <a:cubicBezTo>
                    <a:pt x="671" y="9042"/>
                    <a:pt x="0" y="9709"/>
                    <a:pt x="0" y="10535"/>
                  </a:cubicBezTo>
                  <a:cubicBezTo>
                    <a:pt x="0" y="11361"/>
                    <a:pt x="671" y="12028"/>
                    <a:pt x="1493" y="12028"/>
                  </a:cubicBezTo>
                  <a:lnTo>
                    <a:pt x="19596" y="12028"/>
                  </a:lnTo>
                  <a:cubicBezTo>
                    <a:pt x="23370" y="12028"/>
                    <a:pt x="26327" y="9688"/>
                    <a:pt x="26327" y="6699"/>
                  </a:cubicBezTo>
                  <a:lnTo>
                    <a:pt x="26327" y="5330"/>
                  </a:lnTo>
                  <a:cubicBezTo>
                    <a:pt x="26327" y="2344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2" name="Google Shape;4292;p41"/>
            <p:cNvSpPr/>
            <p:nvPr/>
          </p:nvSpPr>
          <p:spPr>
            <a:xfrm>
              <a:off x="848698" y="1767184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4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4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3" name="Google Shape;4293;p41"/>
            <p:cNvSpPr/>
            <p:nvPr/>
          </p:nvSpPr>
          <p:spPr>
            <a:xfrm>
              <a:off x="553048" y="1800405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68"/>
                    <a:pt x="0" y="1493"/>
                  </a:cubicBezTo>
                  <a:cubicBezTo>
                    <a:pt x="0" y="2319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5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7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4" name="Google Shape;4294;p41"/>
            <p:cNvSpPr/>
            <p:nvPr/>
          </p:nvSpPr>
          <p:spPr>
            <a:xfrm>
              <a:off x="848698" y="2201603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5"/>
                    <a:pt x="0" y="7608"/>
                  </a:cubicBezTo>
                  <a:cubicBezTo>
                    <a:pt x="0" y="11808"/>
                    <a:pt x="3404" y="15212"/>
                    <a:pt x="7604" y="15212"/>
                  </a:cubicBezTo>
                  <a:cubicBezTo>
                    <a:pt x="11804" y="15212"/>
                    <a:pt x="15209" y="11808"/>
                    <a:pt x="15209" y="7608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5" name="Google Shape;4295;p41"/>
            <p:cNvSpPr/>
            <p:nvPr/>
          </p:nvSpPr>
          <p:spPr>
            <a:xfrm>
              <a:off x="553048" y="2234824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68"/>
                    <a:pt x="0" y="1494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9"/>
                  </a:lnTo>
                  <a:cubicBezTo>
                    <a:pt x="23340" y="7945"/>
                    <a:pt x="21591" y="9039"/>
                    <a:pt x="19596" y="9039"/>
                  </a:cubicBezTo>
                  <a:lnTo>
                    <a:pt x="1493" y="9039"/>
                  </a:lnTo>
                  <a:cubicBezTo>
                    <a:pt x="671" y="9039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9"/>
                  </a:cubicBezTo>
                  <a:lnTo>
                    <a:pt x="26327" y="5330"/>
                  </a:lnTo>
                  <a:cubicBezTo>
                    <a:pt x="26327" y="2341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6" name="Google Shape;4296;p41"/>
            <p:cNvSpPr/>
            <p:nvPr/>
          </p:nvSpPr>
          <p:spPr>
            <a:xfrm>
              <a:off x="848698" y="2636106"/>
              <a:ext cx="317374" cy="317374"/>
            </a:xfrm>
            <a:custGeom>
              <a:rect b="b" l="l" r="r" t="t"/>
              <a:pathLst>
                <a:path extrusionOk="0" h="15209" w="15209">
                  <a:moveTo>
                    <a:pt x="7604" y="0"/>
                  </a:moveTo>
                  <a:cubicBezTo>
                    <a:pt x="3404" y="0"/>
                    <a:pt x="0" y="3404"/>
                    <a:pt x="0" y="7604"/>
                  </a:cubicBezTo>
                  <a:cubicBezTo>
                    <a:pt x="0" y="11805"/>
                    <a:pt x="3404" y="15209"/>
                    <a:pt x="7604" y="15209"/>
                  </a:cubicBezTo>
                  <a:cubicBezTo>
                    <a:pt x="11804" y="15209"/>
                    <a:pt x="15209" y="11805"/>
                    <a:pt x="15209" y="7604"/>
                  </a:cubicBezTo>
                  <a:cubicBezTo>
                    <a:pt x="15209" y="3404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7" name="Google Shape;4297;p41"/>
            <p:cNvSpPr/>
            <p:nvPr/>
          </p:nvSpPr>
          <p:spPr>
            <a:xfrm>
              <a:off x="553048" y="2669265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71"/>
                    <a:pt x="0" y="1496"/>
                  </a:cubicBezTo>
                  <a:cubicBezTo>
                    <a:pt x="0" y="2322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8"/>
                  </a:lnTo>
                  <a:cubicBezTo>
                    <a:pt x="23340" y="7947"/>
                    <a:pt x="21591" y="9041"/>
                    <a:pt x="19596" y="9041"/>
                  </a:cubicBezTo>
                  <a:lnTo>
                    <a:pt x="1493" y="9041"/>
                  </a:lnTo>
                  <a:cubicBezTo>
                    <a:pt x="671" y="9041"/>
                    <a:pt x="0" y="9709"/>
                    <a:pt x="0" y="10534"/>
                  </a:cubicBezTo>
                  <a:cubicBezTo>
                    <a:pt x="0" y="11360"/>
                    <a:pt x="671" y="12028"/>
                    <a:pt x="1493" y="12028"/>
                  </a:cubicBezTo>
                  <a:lnTo>
                    <a:pt x="19596" y="12028"/>
                  </a:lnTo>
                  <a:cubicBezTo>
                    <a:pt x="23370" y="12028"/>
                    <a:pt x="26327" y="9688"/>
                    <a:pt x="26327" y="6698"/>
                  </a:cubicBezTo>
                  <a:lnTo>
                    <a:pt x="26327" y="5330"/>
                  </a:lnTo>
                  <a:cubicBezTo>
                    <a:pt x="26327" y="2343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8" name="Google Shape;4298;p41"/>
            <p:cNvSpPr/>
            <p:nvPr/>
          </p:nvSpPr>
          <p:spPr>
            <a:xfrm>
              <a:off x="848698" y="3070526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5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9" name="Google Shape;4299;p41"/>
            <p:cNvSpPr/>
            <p:nvPr/>
          </p:nvSpPr>
          <p:spPr>
            <a:xfrm>
              <a:off x="553048" y="3103747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20"/>
                    <a:pt x="671" y="2987"/>
                    <a:pt x="1493" y="2987"/>
                  </a:cubicBezTo>
                  <a:lnTo>
                    <a:pt x="19596" y="2987"/>
                  </a:lnTo>
                  <a:cubicBezTo>
                    <a:pt x="21591" y="2987"/>
                    <a:pt x="23340" y="4081"/>
                    <a:pt x="23340" y="5330"/>
                  </a:cubicBezTo>
                  <a:lnTo>
                    <a:pt x="23340" y="6696"/>
                  </a:lnTo>
                  <a:cubicBezTo>
                    <a:pt x="23340" y="7945"/>
                    <a:pt x="21591" y="9039"/>
                    <a:pt x="19596" y="9039"/>
                  </a:cubicBezTo>
                  <a:lnTo>
                    <a:pt x="1493" y="9039"/>
                  </a:lnTo>
                  <a:cubicBezTo>
                    <a:pt x="671" y="9039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6"/>
                  </a:cubicBezTo>
                  <a:lnTo>
                    <a:pt x="26327" y="5330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0" name="Google Shape;4300;p41"/>
            <p:cNvSpPr/>
            <p:nvPr/>
          </p:nvSpPr>
          <p:spPr>
            <a:xfrm>
              <a:off x="848698" y="3504966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7"/>
                    <a:pt x="0" y="7607"/>
                  </a:cubicBezTo>
                  <a:cubicBezTo>
                    <a:pt x="0" y="11807"/>
                    <a:pt x="3404" y="15212"/>
                    <a:pt x="7604" y="15212"/>
                  </a:cubicBezTo>
                  <a:cubicBezTo>
                    <a:pt x="11804" y="15212"/>
                    <a:pt x="15209" y="11807"/>
                    <a:pt x="15209" y="7607"/>
                  </a:cubicBezTo>
                  <a:cubicBezTo>
                    <a:pt x="15209" y="3407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1" name="Google Shape;4301;p41"/>
            <p:cNvSpPr/>
            <p:nvPr/>
          </p:nvSpPr>
          <p:spPr>
            <a:xfrm>
              <a:off x="553048" y="3538167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72"/>
                    <a:pt x="0" y="1497"/>
                  </a:cubicBezTo>
                  <a:cubicBezTo>
                    <a:pt x="0" y="2320"/>
                    <a:pt x="671" y="2991"/>
                    <a:pt x="1493" y="2991"/>
                  </a:cubicBezTo>
                  <a:lnTo>
                    <a:pt x="19596" y="2991"/>
                  </a:lnTo>
                  <a:cubicBezTo>
                    <a:pt x="21591" y="2991"/>
                    <a:pt x="23340" y="4085"/>
                    <a:pt x="23340" y="5331"/>
                  </a:cubicBezTo>
                  <a:lnTo>
                    <a:pt x="23340" y="6699"/>
                  </a:lnTo>
                  <a:cubicBezTo>
                    <a:pt x="23340" y="7948"/>
                    <a:pt x="21591" y="9042"/>
                    <a:pt x="19596" y="9042"/>
                  </a:cubicBezTo>
                  <a:lnTo>
                    <a:pt x="1493" y="9042"/>
                  </a:lnTo>
                  <a:cubicBezTo>
                    <a:pt x="671" y="9042"/>
                    <a:pt x="0" y="9710"/>
                    <a:pt x="0" y="10535"/>
                  </a:cubicBezTo>
                  <a:cubicBezTo>
                    <a:pt x="0" y="11361"/>
                    <a:pt x="671" y="12029"/>
                    <a:pt x="1493" y="12029"/>
                  </a:cubicBezTo>
                  <a:lnTo>
                    <a:pt x="19596" y="12029"/>
                  </a:lnTo>
                  <a:cubicBezTo>
                    <a:pt x="23370" y="12029"/>
                    <a:pt x="26327" y="9689"/>
                    <a:pt x="26327" y="6699"/>
                  </a:cubicBezTo>
                  <a:lnTo>
                    <a:pt x="26327" y="5331"/>
                  </a:lnTo>
                  <a:cubicBezTo>
                    <a:pt x="26327" y="2344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2" name="Google Shape;4302;p41"/>
            <p:cNvSpPr/>
            <p:nvPr/>
          </p:nvSpPr>
          <p:spPr>
            <a:xfrm>
              <a:off x="848698" y="3939449"/>
              <a:ext cx="317374" cy="317395"/>
            </a:xfrm>
            <a:custGeom>
              <a:rect b="b" l="l" r="r" t="t"/>
              <a:pathLst>
                <a:path extrusionOk="0" h="15210" w="15209">
                  <a:moveTo>
                    <a:pt x="7604" y="1"/>
                  </a:moveTo>
                  <a:cubicBezTo>
                    <a:pt x="3404" y="1"/>
                    <a:pt x="0" y="3405"/>
                    <a:pt x="0" y="7605"/>
                  </a:cubicBezTo>
                  <a:cubicBezTo>
                    <a:pt x="0" y="11805"/>
                    <a:pt x="3404" y="15209"/>
                    <a:pt x="7604" y="15209"/>
                  </a:cubicBezTo>
                  <a:cubicBezTo>
                    <a:pt x="11804" y="15209"/>
                    <a:pt x="15209" y="11805"/>
                    <a:pt x="15209" y="7605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3" name="Google Shape;4303;p41"/>
            <p:cNvSpPr/>
            <p:nvPr/>
          </p:nvSpPr>
          <p:spPr>
            <a:xfrm>
              <a:off x="553048" y="3972670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5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04" name="Google Shape;4304;p41"/>
          <p:cNvSpPr txBox="1"/>
          <p:nvPr>
            <p:ph type="title"/>
          </p:nvPr>
        </p:nvSpPr>
        <p:spPr>
          <a:xfrm>
            <a:off x="1270650" y="2317450"/>
            <a:ext cx="7020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lt1"/>
        </a:solidFill>
      </p:bgPr>
    </p:bg>
    <p:spTree>
      <p:nvGrpSpPr>
        <p:cNvPr id="4305" name="Shape 4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06" name="Google Shape;4306;p42"/>
          <p:cNvGrpSpPr/>
          <p:nvPr/>
        </p:nvGrpSpPr>
        <p:grpSpPr>
          <a:xfrm>
            <a:off x="0" y="0"/>
            <a:ext cx="9144125" cy="5143391"/>
            <a:chOff x="0" y="0"/>
            <a:chExt cx="9144125" cy="5143391"/>
          </a:xfrm>
        </p:grpSpPr>
        <p:sp>
          <p:nvSpPr>
            <p:cNvPr id="4307" name="Google Shape;4307;p42"/>
            <p:cNvSpPr/>
            <p:nvPr/>
          </p:nvSpPr>
          <p:spPr>
            <a:xfrm>
              <a:off x="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8" name="Google Shape;4308;p42"/>
            <p:cNvSpPr/>
            <p:nvPr/>
          </p:nvSpPr>
          <p:spPr>
            <a:xfrm>
              <a:off x="38100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9" name="Google Shape;4309;p42"/>
            <p:cNvSpPr/>
            <p:nvPr/>
          </p:nvSpPr>
          <p:spPr>
            <a:xfrm>
              <a:off x="76201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0" name="Google Shape;4310;p42"/>
            <p:cNvSpPr/>
            <p:nvPr/>
          </p:nvSpPr>
          <p:spPr>
            <a:xfrm>
              <a:off x="114301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1" name="Google Shape;4311;p42"/>
            <p:cNvSpPr/>
            <p:nvPr/>
          </p:nvSpPr>
          <p:spPr>
            <a:xfrm>
              <a:off x="152402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2" name="Google Shape;4312;p42"/>
            <p:cNvSpPr/>
            <p:nvPr/>
          </p:nvSpPr>
          <p:spPr>
            <a:xfrm>
              <a:off x="190502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3" name="Google Shape;4313;p42"/>
            <p:cNvSpPr/>
            <p:nvPr/>
          </p:nvSpPr>
          <p:spPr>
            <a:xfrm>
              <a:off x="228603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4" name="Google Shape;4314;p42"/>
            <p:cNvSpPr/>
            <p:nvPr/>
          </p:nvSpPr>
          <p:spPr>
            <a:xfrm>
              <a:off x="266703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5" name="Google Shape;4315;p42"/>
            <p:cNvSpPr/>
            <p:nvPr/>
          </p:nvSpPr>
          <p:spPr>
            <a:xfrm>
              <a:off x="304804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6" name="Google Shape;4316;p42"/>
            <p:cNvSpPr/>
            <p:nvPr/>
          </p:nvSpPr>
          <p:spPr>
            <a:xfrm>
              <a:off x="342904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7" name="Google Shape;4317;p42"/>
            <p:cNvSpPr/>
            <p:nvPr/>
          </p:nvSpPr>
          <p:spPr>
            <a:xfrm>
              <a:off x="381005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8" name="Google Shape;4318;p42"/>
            <p:cNvSpPr/>
            <p:nvPr/>
          </p:nvSpPr>
          <p:spPr>
            <a:xfrm>
              <a:off x="419105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9" name="Google Shape;4319;p42"/>
            <p:cNvSpPr/>
            <p:nvPr/>
          </p:nvSpPr>
          <p:spPr>
            <a:xfrm>
              <a:off x="457206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0" name="Google Shape;4320;p42"/>
            <p:cNvSpPr/>
            <p:nvPr/>
          </p:nvSpPr>
          <p:spPr>
            <a:xfrm>
              <a:off x="495306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1" name="Google Shape;4321;p42"/>
            <p:cNvSpPr/>
            <p:nvPr/>
          </p:nvSpPr>
          <p:spPr>
            <a:xfrm>
              <a:off x="533407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2" name="Google Shape;4322;p42"/>
            <p:cNvSpPr/>
            <p:nvPr/>
          </p:nvSpPr>
          <p:spPr>
            <a:xfrm>
              <a:off x="571507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3" name="Google Shape;4323;p42"/>
            <p:cNvSpPr/>
            <p:nvPr/>
          </p:nvSpPr>
          <p:spPr>
            <a:xfrm>
              <a:off x="609608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4" name="Google Shape;4324;p42"/>
            <p:cNvSpPr/>
            <p:nvPr/>
          </p:nvSpPr>
          <p:spPr>
            <a:xfrm>
              <a:off x="647708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5" name="Google Shape;4325;p42"/>
            <p:cNvSpPr/>
            <p:nvPr/>
          </p:nvSpPr>
          <p:spPr>
            <a:xfrm>
              <a:off x="685809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6" name="Google Shape;4326;p42"/>
            <p:cNvSpPr/>
            <p:nvPr/>
          </p:nvSpPr>
          <p:spPr>
            <a:xfrm>
              <a:off x="723909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7" name="Google Shape;4327;p42"/>
            <p:cNvSpPr/>
            <p:nvPr/>
          </p:nvSpPr>
          <p:spPr>
            <a:xfrm>
              <a:off x="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8" name="Google Shape;4328;p42"/>
            <p:cNvSpPr/>
            <p:nvPr/>
          </p:nvSpPr>
          <p:spPr>
            <a:xfrm>
              <a:off x="38100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9" name="Google Shape;4329;p42"/>
            <p:cNvSpPr/>
            <p:nvPr/>
          </p:nvSpPr>
          <p:spPr>
            <a:xfrm>
              <a:off x="76201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0" name="Google Shape;4330;p42"/>
            <p:cNvSpPr/>
            <p:nvPr/>
          </p:nvSpPr>
          <p:spPr>
            <a:xfrm>
              <a:off x="114301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1" name="Google Shape;4331;p42"/>
            <p:cNvSpPr/>
            <p:nvPr/>
          </p:nvSpPr>
          <p:spPr>
            <a:xfrm>
              <a:off x="152402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2" name="Google Shape;4332;p42"/>
            <p:cNvSpPr/>
            <p:nvPr/>
          </p:nvSpPr>
          <p:spPr>
            <a:xfrm>
              <a:off x="190502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3" name="Google Shape;4333;p42"/>
            <p:cNvSpPr/>
            <p:nvPr/>
          </p:nvSpPr>
          <p:spPr>
            <a:xfrm>
              <a:off x="228603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4" name="Google Shape;4334;p42"/>
            <p:cNvSpPr/>
            <p:nvPr/>
          </p:nvSpPr>
          <p:spPr>
            <a:xfrm>
              <a:off x="266703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5" name="Google Shape;4335;p42"/>
            <p:cNvSpPr/>
            <p:nvPr/>
          </p:nvSpPr>
          <p:spPr>
            <a:xfrm>
              <a:off x="304804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6" name="Google Shape;4336;p42"/>
            <p:cNvSpPr/>
            <p:nvPr/>
          </p:nvSpPr>
          <p:spPr>
            <a:xfrm>
              <a:off x="342904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7" name="Google Shape;4337;p42"/>
            <p:cNvSpPr/>
            <p:nvPr/>
          </p:nvSpPr>
          <p:spPr>
            <a:xfrm>
              <a:off x="381005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8" name="Google Shape;4338;p42"/>
            <p:cNvSpPr/>
            <p:nvPr/>
          </p:nvSpPr>
          <p:spPr>
            <a:xfrm>
              <a:off x="419105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9" name="Google Shape;4339;p42"/>
            <p:cNvSpPr/>
            <p:nvPr/>
          </p:nvSpPr>
          <p:spPr>
            <a:xfrm>
              <a:off x="457206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0" name="Google Shape;4340;p42"/>
            <p:cNvSpPr/>
            <p:nvPr/>
          </p:nvSpPr>
          <p:spPr>
            <a:xfrm>
              <a:off x="495306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1" name="Google Shape;4341;p42"/>
            <p:cNvSpPr/>
            <p:nvPr/>
          </p:nvSpPr>
          <p:spPr>
            <a:xfrm>
              <a:off x="533407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2" name="Google Shape;4342;p42"/>
            <p:cNvSpPr/>
            <p:nvPr/>
          </p:nvSpPr>
          <p:spPr>
            <a:xfrm>
              <a:off x="571507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3" name="Google Shape;4343;p42"/>
            <p:cNvSpPr/>
            <p:nvPr/>
          </p:nvSpPr>
          <p:spPr>
            <a:xfrm>
              <a:off x="609608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4" name="Google Shape;4344;p42"/>
            <p:cNvSpPr/>
            <p:nvPr/>
          </p:nvSpPr>
          <p:spPr>
            <a:xfrm>
              <a:off x="647708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5" name="Google Shape;4345;p42"/>
            <p:cNvSpPr/>
            <p:nvPr/>
          </p:nvSpPr>
          <p:spPr>
            <a:xfrm>
              <a:off x="685809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6" name="Google Shape;4346;p42"/>
            <p:cNvSpPr/>
            <p:nvPr/>
          </p:nvSpPr>
          <p:spPr>
            <a:xfrm>
              <a:off x="723909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7" name="Google Shape;4347;p42"/>
            <p:cNvSpPr/>
            <p:nvPr/>
          </p:nvSpPr>
          <p:spPr>
            <a:xfrm>
              <a:off x="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8" name="Google Shape;4348;p42"/>
            <p:cNvSpPr/>
            <p:nvPr/>
          </p:nvSpPr>
          <p:spPr>
            <a:xfrm>
              <a:off x="38100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9" name="Google Shape;4349;p42"/>
            <p:cNvSpPr/>
            <p:nvPr/>
          </p:nvSpPr>
          <p:spPr>
            <a:xfrm>
              <a:off x="76201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0" name="Google Shape;4350;p42"/>
            <p:cNvSpPr/>
            <p:nvPr/>
          </p:nvSpPr>
          <p:spPr>
            <a:xfrm>
              <a:off x="114301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1" name="Google Shape;4351;p42"/>
            <p:cNvSpPr/>
            <p:nvPr/>
          </p:nvSpPr>
          <p:spPr>
            <a:xfrm>
              <a:off x="152402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2" name="Google Shape;4352;p42"/>
            <p:cNvSpPr/>
            <p:nvPr/>
          </p:nvSpPr>
          <p:spPr>
            <a:xfrm>
              <a:off x="190502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3" name="Google Shape;4353;p42"/>
            <p:cNvSpPr/>
            <p:nvPr/>
          </p:nvSpPr>
          <p:spPr>
            <a:xfrm>
              <a:off x="228603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4" name="Google Shape;4354;p42"/>
            <p:cNvSpPr/>
            <p:nvPr/>
          </p:nvSpPr>
          <p:spPr>
            <a:xfrm>
              <a:off x="266703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5" name="Google Shape;4355;p42"/>
            <p:cNvSpPr/>
            <p:nvPr/>
          </p:nvSpPr>
          <p:spPr>
            <a:xfrm>
              <a:off x="304804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6" name="Google Shape;4356;p42"/>
            <p:cNvSpPr/>
            <p:nvPr/>
          </p:nvSpPr>
          <p:spPr>
            <a:xfrm>
              <a:off x="342904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7" name="Google Shape;4357;p42"/>
            <p:cNvSpPr/>
            <p:nvPr/>
          </p:nvSpPr>
          <p:spPr>
            <a:xfrm>
              <a:off x="381005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8" name="Google Shape;4358;p42"/>
            <p:cNvSpPr/>
            <p:nvPr/>
          </p:nvSpPr>
          <p:spPr>
            <a:xfrm>
              <a:off x="419105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9" name="Google Shape;4359;p42"/>
            <p:cNvSpPr/>
            <p:nvPr/>
          </p:nvSpPr>
          <p:spPr>
            <a:xfrm>
              <a:off x="457206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0" name="Google Shape;4360;p42"/>
            <p:cNvSpPr/>
            <p:nvPr/>
          </p:nvSpPr>
          <p:spPr>
            <a:xfrm>
              <a:off x="495306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1" name="Google Shape;4361;p42"/>
            <p:cNvSpPr/>
            <p:nvPr/>
          </p:nvSpPr>
          <p:spPr>
            <a:xfrm>
              <a:off x="533407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2" name="Google Shape;4362;p42"/>
            <p:cNvSpPr/>
            <p:nvPr/>
          </p:nvSpPr>
          <p:spPr>
            <a:xfrm>
              <a:off x="571507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3" name="Google Shape;4363;p42"/>
            <p:cNvSpPr/>
            <p:nvPr/>
          </p:nvSpPr>
          <p:spPr>
            <a:xfrm>
              <a:off x="609608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4" name="Google Shape;4364;p42"/>
            <p:cNvSpPr/>
            <p:nvPr/>
          </p:nvSpPr>
          <p:spPr>
            <a:xfrm>
              <a:off x="647708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5" name="Google Shape;4365;p42"/>
            <p:cNvSpPr/>
            <p:nvPr/>
          </p:nvSpPr>
          <p:spPr>
            <a:xfrm>
              <a:off x="685809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6" name="Google Shape;4366;p42"/>
            <p:cNvSpPr/>
            <p:nvPr/>
          </p:nvSpPr>
          <p:spPr>
            <a:xfrm>
              <a:off x="723909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7" name="Google Shape;4367;p42"/>
            <p:cNvSpPr/>
            <p:nvPr/>
          </p:nvSpPr>
          <p:spPr>
            <a:xfrm>
              <a:off x="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8" name="Google Shape;4368;p42"/>
            <p:cNvSpPr/>
            <p:nvPr/>
          </p:nvSpPr>
          <p:spPr>
            <a:xfrm>
              <a:off x="38100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9" name="Google Shape;4369;p42"/>
            <p:cNvSpPr/>
            <p:nvPr/>
          </p:nvSpPr>
          <p:spPr>
            <a:xfrm>
              <a:off x="76201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0" name="Google Shape;4370;p42"/>
            <p:cNvSpPr/>
            <p:nvPr/>
          </p:nvSpPr>
          <p:spPr>
            <a:xfrm>
              <a:off x="114301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1" name="Google Shape;4371;p42"/>
            <p:cNvSpPr/>
            <p:nvPr/>
          </p:nvSpPr>
          <p:spPr>
            <a:xfrm>
              <a:off x="152402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2" name="Google Shape;4372;p42"/>
            <p:cNvSpPr/>
            <p:nvPr/>
          </p:nvSpPr>
          <p:spPr>
            <a:xfrm>
              <a:off x="190502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3" name="Google Shape;4373;p42"/>
            <p:cNvSpPr/>
            <p:nvPr/>
          </p:nvSpPr>
          <p:spPr>
            <a:xfrm>
              <a:off x="228603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4" name="Google Shape;4374;p42"/>
            <p:cNvSpPr/>
            <p:nvPr/>
          </p:nvSpPr>
          <p:spPr>
            <a:xfrm>
              <a:off x="266703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5" name="Google Shape;4375;p42"/>
            <p:cNvSpPr/>
            <p:nvPr/>
          </p:nvSpPr>
          <p:spPr>
            <a:xfrm>
              <a:off x="304804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6" name="Google Shape;4376;p42"/>
            <p:cNvSpPr/>
            <p:nvPr/>
          </p:nvSpPr>
          <p:spPr>
            <a:xfrm>
              <a:off x="342904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7" name="Google Shape;4377;p42"/>
            <p:cNvSpPr/>
            <p:nvPr/>
          </p:nvSpPr>
          <p:spPr>
            <a:xfrm>
              <a:off x="381005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8" name="Google Shape;4378;p42"/>
            <p:cNvSpPr/>
            <p:nvPr/>
          </p:nvSpPr>
          <p:spPr>
            <a:xfrm>
              <a:off x="419105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9" name="Google Shape;4379;p42"/>
            <p:cNvSpPr/>
            <p:nvPr/>
          </p:nvSpPr>
          <p:spPr>
            <a:xfrm>
              <a:off x="457206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0" name="Google Shape;4380;p42"/>
            <p:cNvSpPr/>
            <p:nvPr/>
          </p:nvSpPr>
          <p:spPr>
            <a:xfrm>
              <a:off x="495306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1" name="Google Shape;4381;p42"/>
            <p:cNvSpPr/>
            <p:nvPr/>
          </p:nvSpPr>
          <p:spPr>
            <a:xfrm>
              <a:off x="533407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2" name="Google Shape;4382;p42"/>
            <p:cNvSpPr/>
            <p:nvPr/>
          </p:nvSpPr>
          <p:spPr>
            <a:xfrm>
              <a:off x="571507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3" name="Google Shape;4383;p42"/>
            <p:cNvSpPr/>
            <p:nvPr/>
          </p:nvSpPr>
          <p:spPr>
            <a:xfrm>
              <a:off x="609608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4" name="Google Shape;4384;p42"/>
            <p:cNvSpPr/>
            <p:nvPr/>
          </p:nvSpPr>
          <p:spPr>
            <a:xfrm>
              <a:off x="647708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5" name="Google Shape;4385;p42"/>
            <p:cNvSpPr/>
            <p:nvPr/>
          </p:nvSpPr>
          <p:spPr>
            <a:xfrm>
              <a:off x="685809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6" name="Google Shape;4386;p42"/>
            <p:cNvSpPr/>
            <p:nvPr/>
          </p:nvSpPr>
          <p:spPr>
            <a:xfrm>
              <a:off x="723909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7" name="Google Shape;4387;p42"/>
            <p:cNvSpPr/>
            <p:nvPr/>
          </p:nvSpPr>
          <p:spPr>
            <a:xfrm>
              <a:off x="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8" name="Google Shape;4388;p42"/>
            <p:cNvSpPr/>
            <p:nvPr/>
          </p:nvSpPr>
          <p:spPr>
            <a:xfrm>
              <a:off x="38100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9" name="Google Shape;4389;p42"/>
            <p:cNvSpPr/>
            <p:nvPr/>
          </p:nvSpPr>
          <p:spPr>
            <a:xfrm>
              <a:off x="76201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0" name="Google Shape;4390;p42"/>
            <p:cNvSpPr/>
            <p:nvPr/>
          </p:nvSpPr>
          <p:spPr>
            <a:xfrm>
              <a:off x="114301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1" name="Google Shape;4391;p42"/>
            <p:cNvSpPr/>
            <p:nvPr/>
          </p:nvSpPr>
          <p:spPr>
            <a:xfrm>
              <a:off x="152402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2" name="Google Shape;4392;p42"/>
            <p:cNvSpPr/>
            <p:nvPr/>
          </p:nvSpPr>
          <p:spPr>
            <a:xfrm>
              <a:off x="190502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3" name="Google Shape;4393;p42"/>
            <p:cNvSpPr/>
            <p:nvPr/>
          </p:nvSpPr>
          <p:spPr>
            <a:xfrm>
              <a:off x="228603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4" name="Google Shape;4394;p42"/>
            <p:cNvSpPr/>
            <p:nvPr/>
          </p:nvSpPr>
          <p:spPr>
            <a:xfrm>
              <a:off x="266703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5" name="Google Shape;4395;p42"/>
            <p:cNvSpPr/>
            <p:nvPr/>
          </p:nvSpPr>
          <p:spPr>
            <a:xfrm>
              <a:off x="304804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6" name="Google Shape;4396;p42"/>
            <p:cNvSpPr/>
            <p:nvPr/>
          </p:nvSpPr>
          <p:spPr>
            <a:xfrm>
              <a:off x="342904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7" name="Google Shape;4397;p42"/>
            <p:cNvSpPr/>
            <p:nvPr/>
          </p:nvSpPr>
          <p:spPr>
            <a:xfrm>
              <a:off x="381005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8" name="Google Shape;4398;p42"/>
            <p:cNvSpPr/>
            <p:nvPr/>
          </p:nvSpPr>
          <p:spPr>
            <a:xfrm>
              <a:off x="419105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9" name="Google Shape;4399;p42"/>
            <p:cNvSpPr/>
            <p:nvPr/>
          </p:nvSpPr>
          <p:spPr>
            <a:xfrm>
              <a:off x="457206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0" name="Google Shape;4400;p42"/>
            <p:cNvSpPr/>
            <p:nvPr/>
          </p:nvSpPr>
          <p:spPr>
            <a:xfrm>
              <a:off x="495306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1" name="Google Shape;4401;p42"/>
            <p:cNvSpPr/>
            <p:nvPr/>
          </p:nvSpPr>
          <p:spPr>
            <a:xfrm>
              <a:off x="533407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2" name="Google Shape;4402;p42"/>
            <p:cNvSpPr/>
            <p:nvPr/>
          </p:nvSpPr>
          <p:spPr>
            <a:xfrm>
              <a:off x="571507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3" name="Google Shape;4403;p42"/>
            <p:cNvSpPr/>
            <p:nvPr/>
          </p:nvSpPr>
          <p:spPr>
            <a:xfrm>
              <a:off x="609608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4" name="Google Shape;4404;p42"/>
            <p:cNvSpPr/>
            <p:nvPr/>
          </p:nvSpPr>
          <p:spPr>
            <a:xfrm>
              <a:off x="647708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5" name="Google Shape;4405;p42"/>
            <p:cNvSpPr/>
            <p:nvPr/>
          </p:nvSpPr>
          <p:spPr>
            <a:xfrm>
              <a:off x="685809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6" name="Google Shape;4406;p42"/>
            <p:cNvSpPr/>
            <p:nvPr/>
          </p:nvSpPr>
          <p:spPr>
            <a:xfrm>
              <a:off x="723909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7" name="Google Shape;4407;p42"/>
            <p:cNvSpPr/>
            <p:nvPr/>
          </p:nvSpPr>
          <p:spPr>
            <a:xfrm>
              <a:off x="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8" name="Google Shape;4408;p42"/>
            <p:cNvSpPr/>
            <p:nvPr/>
          </p:nvSpPr>
          <p:spPr>
            <a:xfrm>
              <a:off x="38100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9" name="Google Shape;4409;p42"/>
            <p:cNvSpPr/>
            <p:nvPr/>
          </p:nvSpPr>
          <p:spPr>
            <a:xfrm>
              <a:off x="76201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0" name="Google Shape;4410;p42"/>
            <p:cNvSpPr/>
            <p:nvPr/>
          </p:nvSpPr>
          <p:spPr>
            <a:xfrm>
              <a:off x="114301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1" name="Google Shape;4411;p42"/>
            <p:cNvSpPr/>
            <p:nvPr/>
          </p:nvSpPr>
          <p:spPr>
            <a:xfrm>
              <a:off x="152402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2" name="Google Shape;4412;p42"/>
            <p:cNvSpPr/>
            <p:nvPr/>
          </p:nvSpPr>
          <p:spPr>
            <a:xfrm>
              <a:off x="190502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3" name="Google Shape;4413;p42"/>
            <p:cNvSpPr/>
            <p:nvPr/>
          </p:nvSpPr>
          <p:spPr>
            <a:xfrm>
              <a:off x="228603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4" name="Google Shape;4414;p42"/>
            <p:cNvSpPr/>
            <p:nvPr/>
          </p:nvSpPr>
          <p:spPr>
            <a:xfrm>
              <a:off x="266703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5" name="Google Shape;4415;p42"/>
            <p:cNvSpPr/>
            <p:nvPr/>
          </p:nvSpPr>
          <p:spPr>
            <a:xfrm>
              <a:off x="304804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6" name="Google Shape;4416;p42"/>
            <p:cNvSpPr/>
            <p:nvPr/>
          </p:nvSpPr>
          <p:spPr>
            <a:xfrm>
              <a:off x="342904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7" name="Google Shape;4417;p42"/>
            <p:cNvSpPr/>
            <p:nvPr/>
          </p:nvSpPr>
          <p:spPr>
            <a:xfrm>
              <a:off x="381005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8" name="Google Shape;4418;p42"/>
            <p:cNvSpPr/>
            <p:nvPr/>
          </p:nvSpPr>
          <p:spPr>
            <a:xfrm>
              <a:off x="419105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9" name="Google Shape;4419;p42"/>
            <p:cNvSpPr/>
            <p:nvPr/>
          </p:nvSpPr>
          <p:spPr>
            <a:xfrm>
              <a:off x="457206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0" name="Google Shape;4420;p42"/>
            <p:cNvSpPr/>
            <p:nvPr/>
          </p:nvSpPr>
          <p:spPr>
            <a:xfrm>
              <a:off x="495306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1" name="Google Shape;4421;p42"/>
            <p:cNvSpPr/>
            <p:nvPr/>
          </p:nvSpPr>
          <p:spPr>
            <a:xfrm>
              <a:off x="533407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2" name="Google Shape;4422;p42"/>
            <p:cNvSpPr/>
            <p:nvPr/>
          </p:nvSpPr>
          <p:spPr>
            <a:xfrm>
              <a:off x="571507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3" name="Google Shape;4423;p42"/>
            <p:cNvSpPr/>
            <p:nvPr/>
          </p:nvSpPr>
          <p:spPr>
            <a:xfrm>
              <a:off x="609608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4" name="Google Shape;4424;p42"/>
            <p:cNvSpPr/>
            <p:nvPr/>
          </p:nvSpPr>
          <p:spPr>
            <a:xfrm>
              <a:off x="647708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5" name="Google Shape;4425;p42"/>
            <p:cNvSpPr/>
            <p:nvPr/>
          </p:nvSpPr>
          <p:spPr>
            <a:xfrm>
              <a:off x="685809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6" name="Google Shape;4426;p42"/>
            <p:cNvSpPr/>
            <p:nvPr/>
          </p:nvSpPr>
          <p:spPr>
            <a:xfrm>
              <a:off x="723909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7" name="Google Shape;4427;p42"/>
            <p:cNvSpPr/>
            <p:nvPr/>
          </p:nvSpPr>
          <p:spPr>
            <a:xfrm>
              <a:off x="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8" name="Google Shape;4428;p42"/>
            <p:cNvSpPr/>
            <p:nvPr/>
          </p:nvSpPr>
          <p:spPr>
            <a:xfrm>
              <a:off x="38100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9" name="Google Shape;4429;p42"/>
            <p:cNvSpPr/>
            <p:nvPr/>
          </p:nvSpPr>
          <p:spPr>
            <a:xfrm>
              <a:off x="76201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0" name="Google Shape;4430;p42"/>
            <p:cNvSpPr/>
            <p:nvPr/>
          </p:nvSpPr>
          <p:spPr>
            <a:xfrm>
              <a:off x="114301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1" name="Google Shape;4431;p42"/>
            <p:cNvSpPr/>
            <p:nvPr/>
          </p:nvSpPr>
          <p:spPr>
            <a:xfrm>
              <a:off x="152402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2" name="Google Shape;4432;p42"/>
            <p:cNvSpPr/>
            <p:nvPr/>
          </p:nvSpPr>
          <p:spPr>
            <a:xfrm>
              <a:off x="190502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3" name="Google Shape;4433;p42"/>
            <p:cNvSpPr/>
            <p:nvPr/>
          </p:nvSpPr>
          <p:spPr>
            <a:xfrm>
              <a:off x="228603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4" name="Google Shape;4434;p42"/>
            <p:cNvSpPr/>
            <p:nvPr/>
          </p:nvSpPr>
          <p:spPr>
            <a:xfrm>
              <a:off x="266703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5" name="Google Shape;4435;p42"/>
            <p:cNvSpPr/>
            <p:nvPr/>
          </p:nvSpPr>
          <p:spPr>
            <a:xfrm>
              <a:off x="304804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6" name="Google Shape;4436;p42"/>
            <p:cNvSpPr/>
            <p:nvPr/>
          </p:nvSpPr>
          <p:spPr>
            <a:xfrm>
              <a:off x="342904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7" name="Google Shape;4437;p42"/>
            <p:cNvSpPr/>
            <p:nvPr/>
          </p:nvSpPr>
          <p:spPr>
            <a:xfrm>
              <a:off x="381005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8" name="Google Shape;4438;p42"/>
            <p:cNvSpPr/>
            <p:nvPr/>
          </p:nvSpPr>
          <p:spPr>
            <a:xfrm>
              <a:off x="419105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9" name="Google Shape;4439;p42"/>
            <p:cNvSpPr/>
            <p:nvPr/>
          </p:nvSpPr>
          <p:spPr>
            <a:xfrm>
              <a:off x="457206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0" name="Google Shape;4440;p42"/>
            <p:cNvSpPr/>
            <p:nvPr/>
          </p:nvSpPr>
          <p:spPr>
            <a:xfrm>
              <a:off x="495306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1" name="Google Shape;4441;p42"/>
            <p:cNvSpPr/>
            <p:nvPr/>
          </p:nvSpPr>
          <p:spPr>
            <a:xfrm>
              <a:off x="533407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2" name="Google Shape;4442;p42"/>
            <p:cNvSpPr/>
            <p:nvPr/>
          </p:nvSpPr>
          <p:spPr>
            <a:xfrm>
              <a:off x="571507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3" name="Google Shape;4443;p42"/>
            <p:cNvSpPr/>
            <p:nvPr/>
          </p:nvSpPr>
          <p:spPr>
            <a:xfrm>
              <a:off x="609608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4" name="Google Shape;4444;p42"/>
            <p:cNvSpPr/>
            <p:nvPr/>
          </p:nvSpPr>
          <p:spPr>
            <a:xfrm>
              <a:off x="647708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5" name="Google Shape;4445;p42"/>
            <p:cNvSpPr/>
            <p:nvPr/>
          </p:nvSpPr>
          <p:spPr>
            <a:xfrm>
              <a:off x="685809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6" name="Google Shape;4446;p42"/>
            <p:cNvSpPr/>
            <p:nvPr/>
          </p:nvSpPr>
          <p:spPr>
            <a:xfrm>
              <a:off x="723909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7" name="Google Shape;4447;p42"/>
            <p:cNvSpPr/>
            <p:nvPr/>
          </p:nvSpPr>
          <p:spPr>
            <a:xfrm>
              <a:off x="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8" name="Google Shape;4448;p42"/>
            <p:cNvSpPr/>
            <p:nvPr/>
          </p:nvSpPr>
          <p:spPr>
            <a:xfrm>
              <a:off x="38100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9" name="Google Shape;4449;p42"/>
            <p:cNvSpPr/>
            <p:nvPr/>
          </p:nvSpPr>
          <p:spPr>
            <a:xfrm>
              <a:off x="76201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0" name="Google Shape;4450;p42"/>
            <p:cNvSpPr/>
            <p:nvPr/>
          </p:nvSpPr>
          <p:spPr>
            <a:xfrm>
              <a:off x="114301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1" name="Google Shape;4451;p42"/>
            <p:cNvSpPr/>
            <p:nvPr/>
          </p:nvSpPr>
          <p:spPr>
            <a:xfrm>
              <a:off x="152402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2" name="Google Shape;4452;p42"/>
            <p:cNvSpPr/>
            <p:nvPr/>
          </p:nvSpPr>
          <p:spPr>
            <a:xfrm>
              <a:off x="190502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3" name="Google Shape;4453;p42"/>
            <p:cNvSpPr/>
            <p:nvPr/>
          </p:nvSpPr>
          <p:spPr>
            <a:xfrm>
              <a:off x="228603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4" name="Google Shape;4454;p42"/>
            <p:cNvSpPr/>
            <p:nvPr/>
          </p:nvSpPr>
          <p:spPr>
            <a:xfrm>
              <a:off x="266703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5" name="Google Shape;4455;p42"/>
            <p:cNvSpPr/>
            <p:nvPr/>
          </p:nvSpPr>
          <p:spPr>
            <a:xfrm>
              <a:off x="304804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6" name="Google Shape;4456;p42"/>
            <p:cNvSpPr/>
            <p:nvPr/>
          </p:nvSpPr>
          <p:spPr>
            <a:xfrm>
              <a:off x="342904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7" name="Google Shape;4457;p42"/>
            <p:cNvSpPr/>
            <p:nvPr/>
          </p:nvSpPr>
          <p:spPr>
            <a:xfrm>
              <a:off x="381005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8" name="Google Shape;4458;p42"/>
            <p:cNvSpPr/>
            <p:nvPr/>
          </p:nvSpPr>
          <p:spPr>
            <a:xfrm>
              <a:off x="419105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9" name="Google Shape;4459;p42"/>
            <p:cNvSpPr/>
            <p:nvPr/>
          </p:nvSpPr>
          <p:spPr>
            <a:xfrm>
              <a:off x="457206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0" name="Google Shape;4460;p42"/>
            <p:cNvSpPr/>
            <p:nvPr/>
          </p:nvSpPr>
          <p:spPr>
            <a:xfrm>
              <a:off x="495306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1" name="Google Shape;4461;p42"/>
            <p:cNvSpPr/>
            <p:nvPr/>
          </p:nvSpPr>
          <p:spPr>
            <a:xfrm>
              <a:off x="533407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2" name="Google Shape;4462;p42"/>
            <p:cNvSpPr/>
            <p:nvPr/>
          </p:nvSpPr>
          <p:spPr>
            <a:xfrm>
              <a:off x="571507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3" name="Google Shape;4463;p42"/>
            <p:cNvSpPr/>
            <p:nvPr/>
          </p:nvSpPr>
          <p:spPr>
            <a:xfrm>
              <a:off x="609608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4" name="Google Shape;4464;p42"/>
            <p:cNvSpPr/>
            <p:nvPr/>
          </p:nvSpPr>
          <p:spPr>
            <a:xfrm>
              <a:off x="647708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5" name="Google Shape;4465;p42"/>
            <p:cNvSpPr/>
            <p:nvPr/>
          </p:nvSpPr>
          <p:spPr>
            <a:xfrm>
              <a:off x="685809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6" name="Google Shape;4466;p42"/>
            <p:cNvSpPr/>
            <p:nvPr/>
          </p:nvSpPr>
          <p:spPr>
            <a:xfrm>
              <a:off x="723909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7" name="Google Shape;4467;p42"/>
            <p:cNvSpPr/>
            <p:nvPr/>
          </p:nvSpPr>
          <p:spPr>
            <a:xfrm>
              <a:off x="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8" name="Google Shape;4468;p42"/>
            <p:cNvSpPr/>
            <p:nvPr/>
          </p:nvSpPr>
          <p:spPr>
            <a:xfrm>
              <a:off x="38100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9" name="Google Shape;4469;p42"/>
            <p:cNvSpPr/>
            <p:nvPr/>
          </p:nvSpPr>
          <p:spPr>
            <a:xfrm>
              <a:off x="76201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0" name="Google Shape;4470;p42"/>
            <p:cNvSpPr/>
            <p:nvPr/>
          </p:nvSpPr>
          <p:spPr>
            <a:xfrm>
              <a:off x="114301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1" name="Google Shape;4471;p42"/>
            <p:cNvSpPr/>
            <p:nvPr/>
          </p:nvSpPr>
          <p:spPr>
            <a:xfrm>
              <a:off x="152402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2" name="Google Shape;4472;p42"/>
            <p:cNvSpPr/>
            <p:nvPr/>
          </p:nvSpPr>
          <p:spPr>
            <a:xfrm>
              <a:off x="190502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3" name="Google Shape;4473;p42"/>
            <p:cNvSpPr/>
            <p:nvPr/>
          </p:nvSpPr>
          <p:spPr>
            <a:xfrm>
              <a:off x="228603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4" name="Google Shape;4474;p42"/>
            <p:cNvSpPr/>
            <p:nvPr/>
          </p:nvSpPr>
          <p:spPr>
            <a:xfrm>
              <a:off x="266703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5" name="Google Shape;4475;p42"/>
            <p:cNvSpPr/>
            <p:nvPr/>
          </p:nvSpPr>
          <p:spPr>
            <a:xfrm>
              <a:off x="304804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6" name="Google Shape;4476;p42"/>
            <p:cNvSpPr/>
            <p:nvPr/>
          </p:nvSpPr>
          <p:spPr>
            <a:xfrm>
              <a:off x="342904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7" name="Google Shape;4477;p42"/>
            <p:cNvSpPr/>
            <p:nvPr/>
          </p:nvSpPr>
          <p:spPr>
            <a:xfrm>
              <a:off x="381005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8" name="Google Shape;4478;p42"/>
            <p:cNvSpPr/>
            <p:nvPr/>
          </p:nvSpPr>
          <p:spPr>
            <a:xfrm>
              <a:off x="419105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9" name="Google Shape;4479;p42"/>
            <p:cNvSpPr/>
            <p:nvPr/>
          </p:nvSpPr>
          <p:spPr>
            <a:xfrm>
              <a:off x="457206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0" name="Google Shape;4480;p42"/>
            <p:cNvSpPr/>
            <p:nvPr/>
          </p:nvSpPr>
          <p:spPr>
            <a:xfrm>
              <a:off x="495306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1" name="Google Shape;4481;p42"/>
            <p:cNvSpPr/>
            <p:nvPr/>
          </p:nvSpPr>
          <p:spPr>
            <a:xfrm>
              <a:off x="533407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2" name="Google Shape;4482;p42"/>
            <p:cNvSpPr/>
            <p:nvPr/>
          </p:nvSpPr>
          <p:spPr>
            <a:xfrm>
              <a:off x="571507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3" name="Google Shape;4483;p42"/>
            <p:cNvSpPr/>
            <p:nvPr/>
          </p:nvSpPr>
          <p:spPr>
            <a:xfrm>
              <a:off x="609608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4" name="Google Shape;4484;p42"/>
            <p:cNvSpPr/>
            <p:nvPr/>
          </p:nvSpPr>
          <p:spPr>
            <a:xfrm>
              <a:off x="647708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5" name="Google Shape;4485;p42"/>
            <p:cNvSpPr/>
            <p:nvPr/>
          </p:nvSpPr>
          <p:spPr>
            <a:xfrm>
              <a:off x="685809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6" name="Google Shape;4486;p42"/>
            <p:cNvSpPr/>
            <p:nvPr/>
          </p:nvSpPr>
          <p:spPr>
            <a:xfrm>
              <a:off x="723909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7" name="Google Shape;4487;p42"/>
            <p:cNvSpPr/>
            <p:nvPr/>
          </p:nvSpPr>
          <p:spPr>
            <a:xfrm>
              <a:off x="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8" name="Google Shape;4488;p42"/>
            <p:cNvSpPr/>
            <p:nvPr/>
          </p:nvSpPr>
          <p:spPr>
            <a:xfrm>
              <a:off x="38100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9" name="Google Shape;4489;p42"/>
            <p:cNvSpPr/>
            <p:nvPr/>
          </p:nvSpPr>
          <p:spPr>
            <a:xfrm>
              <a:off x="76201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0" name="Google Shape;4490;p42"/>
            <p:cNvSpPr/>
            <p:nvPr/>
          </p:nvSpPr>
          <p:spPr>
            <a:xfrm>
              <a:off x="114301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1" name="Google Shape;4491;p42"/>
            <p:cNvSpPr/>
            <p:nvPr/>
          </p:nvSpPr>
          <p:spPr>
            <a:xfrm>
              <a:off x="152402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2" name="Google Shape;4492;p42"/>
            <p:cNvSpPr/>
            <p:nvPr/>
          </p:nvSpPr>
          <p:spPr>
            <a:xfrm>
              <a:off x="190502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3" name="Google Shape;4493;p42"/>
            <p:cNvSpPr/>
            <p:nvPr/>
          </p:nvSpPr>
          <p:spPr>
            <a:xfrm>
              <a:off x="228603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4" name="Google Shape;4494;p42"/>
            <p:cNvSpPr/>
            <p:nvPr/>
          </p:nvSpPr>
          <p:spPr>
            <a:xfrm>
              <a:off x="266703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5" name="Google Shape;4495;p42"/>
            <p:cNvSpPr/>
            <p:nvPr/>
          </p:nvSpPr>
          <p:spPr>
            <a:xfrm>
              <a:off x="304804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6" name="Google Shape;4496;p42"/>
            <p:cNvSpPr/>
            <p:nvPr/>
          </p:nvSpPr>
          <p:spPr>
            <a:xfrm>
              <a:off x="342904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7" name="Google Shape;4497;p42"/>
            <p:cNvSpPr/>
            <p:nvPr/>
          </p:nvSpPr>
          <p:spPr>
            <a:xfrm>
              <a:off x="381005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8" name="Google Shape;4498;p42"/>
            <p:cNvSpPr/>
            <p:nvPr/>
          </p:nvSpPr>
          <p:spPr>
            <a:xfrm>
              <a:off x="419105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9" name="Google Shape;4499;p42"/>
            <p:cNvSpPr/>
            <p:nvPr/>
          </p:nvSpPr>
          <p:spPr>
            <a:xfrm>
              <a:off x="457206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0" name="Google Shape;4500;p42"/>
            <p:cNvSpPr/>
            <p:nvPr/>
          </p:nvSpPr>
          <p:spPr>
            <a:xfrm>
              <a:off x="495306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1" name="Google Shape;4501;p42"/>
            <p:cNvSpPr/>
            <p:nvPr/>
          </p:nvSpPr>
          <p:spPr>
            <a:xfrm>
              <a:off x="533407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2" name="Google Shape;4502;p42"/>
            <p:cNvSpPr/>
            <p:nvPr/>
          </p:nvSpPr>
          <p:spPr>
            <a:xfrm>
              <a:off x="571507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3" name="Google Shape;4503;p42"/>
            <p:cNvSpPr/>
            <p:nvPr/>
          </p:nvSpPr>
          <p:spPr>
            <a:xfrm>
              <a:off x="609608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4" name="Google Shape;4504;p42"/>
            <p:cNvSpPr/>
            <p:nvPr/>
          </p:nvSpPr>
          <p:spPr>
            <a:xfrm>
              <a:off x="647708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5" name="Google Shape;4505;p42"/>
            <p:cNvSpPr/>
            <p:nvPr/>
          </p:nvSpPr>
          <p:spPr>
            <a:xfrm>
              <a:off x="685809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6" name="Google Shape;4506;p42"/>
            <p:cNvSpPr/>
            <p:nvPr/>
          </p:nvSpPr>
          <p:spPr>
            <a:xfrm>
              <a:off x="723909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7" name="Google Shape;4507;p42"/>
            <p:cNvSpPr/>
            <p:nvPr/>
          </p:nvSpPr>
          <p:spPr>
            <a:xfrm>
              <a:off x="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8" name="Google Shape;4508;p42"/>
            <p:cNvSpPr/>
            <p:nvPr/>
          </p:nvSpPr>
          <p:spPr>
            <a:xfrm>
              <a:off x="38100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9" name="Google Shape;4509;p42"/>
            <p:cNvSpPr/>
            <p:nvPr/>
          </p:nvSpPr>
          <p:spPr>
            <a:xfrm>
              <a:off x="76201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0" name="Google Shape;4510;p42"/>
            <p:cNvSpPr/>
            <p:nvPr/>
          </p:nvSpPr>
          <p:spPr>
            <a:xfrm>
              <a:off x="114301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1" name="Google Shape;4511;p42"/>
            <p:cNvSpPr/>
            <p:nvPr/>
          </p:nvSpPr>
          <p:spPr>
            <a:xfrm>
              <a:off x="152402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2" name="Google Shape;4512;p42"/>
            <p:cNvSpPr/>
            <p:nvPr/>
          </p:nvSpPr>
          <p:spPr>
            <a:xfrm>
              <a:off x="190502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3" name="Google Shape;4513;p42"/>
            <p:cNvSpPr/>
            <p:nvPr/>
          </p:nvSpPr>
          <p:spPr>
            <a:xfrm>
              <a:off x="228603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4" name="Google Shape;4514;p42"/>
            <p:cNvSpPr/>
            <p:nvPr/>
          </p:nvSpPr>
          <p:spPr>
            <a:xfrm>
              <a:off x="266703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5" name="Google Shape;4515;p42"/>
            <p:cNvSpPr/>
            <p:nvPr/>
          </p:nvSpPr>
          <p:spPr>
            <a:xfrm>
              <a:off x="304804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6" name="Google Shape;4516;p42"/>
            <p:cNvSpPr/>
            <p:nvPr/>
          </p:nvSpPr>
          <p:spPr>
            <a:xfrm>
              <a:off x="342904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7" name="Google Shape;4517;p42"/>
            <p:cNvSpPr/>
            <p:nvPr/>
          </p:nvSpPr>
          <p:spPr>
            <a:xfrm>
              <a:off x="381005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8" name="Google Shape;4518;p42"/>
            <p:cNvSpPr/>
            <p:nvPr/>
          </p:nvSpPr>
          <p:spPr>
            <a:xfrm>
              <a:off x="419105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9" name="Google Shape;4519;p42"/>
            <p:cNvSpPr/>
            <p:nvPr/>
          </p:nvSpPr>
          <p:spPr>
            <a:xfrm>
              <a:off x="457206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0" name="Google Shape;4520;p42"/>
            <p:cNvSpPr/>
            <p:nvPr/>
          </p:nvSpPr>
          <p:spPr>
            <a:xfrm>
              <a:off x="495306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1" name="Google Shape;4521;p42"/>
            <p:cNvSpPr/>
            <p:nvPr/>
          </p:nvSpPr>
          <p:spPr>
            <a:xfrm>
              <a:off x="533407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2" name="Google Shape;4522;p42"/>
            <p:cNvSpPr/>
            <p:nvPr/>
          </p:nvSpPr>
          <p:spPr>
            <a:xfrm>
              <a:off x="571507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3" name="Google Shape;4523;p42"/>
            <p:cNvSpPr/>
            <p:nvPr/>
          </p:nvSpPr>
          <p:spPr>
            <a:xfrm>
              <a:off x="609608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4" name="Google Shape;4524;p42"/>
            <p:cNvSpPr/>
            <p:nvPr/>
          </p:nvSpPr>
          <p:spPr>
            <a:xfrm>
              <a:off x="647708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5" name="Google Shape;4525;p42"/>
            <p:cNvSpPr/>
            <p:nvPr/>
          </p:nvSpPr>
          <p:spPr>
            <a:xfrm>
              <a:off x="685809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6" name="Google Shape;4526;p42"/>
            <p:cNvSpPr/>
            <p:nvPr/>
          </p:nvSpPr>
          <p:spPr>
            <a:xfrm>
              <a:off x="723909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7" name="Google Shape;4527;p42"/>
            <p:cNvSpPr/>
            <p:nvPr/>
          </p:nvSpPr>
          <p:spPr>
            <a:xfrm>
              <a:off x="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8" name="Google Shape;4528;p42"/>
            <p:cNvSpPr/>
            <p:nvPr/>
          </p:nvSpPr>
          <p:spPr>
            <a:xfrm>
              <a:off x="38100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9" name="Google Shape;4529;p42"/>
            <p:cNvSpPr/>
            <p:nvPr/>
          </p:nvSpPr>
          <p:spPr>
            <a:xfrm>
              <a:off x="76201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0" name="Google Shape;4530;p42"/>
            <p:cNvSpPr/>
            <p:nvPr/>
          </p:nvSpPr>
          <p:spPr>
            <a:xfrm>
              <a:off x="114301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1" name="Google Shape;4531;p42"/>
            <p:cNvSpPr/>
            <p:nvPr/>
          </p:nvSpPr>
          <p:spPr>
            <a:xfrm>
              <a:off x="152402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2" name="Google Shape;4532;p42"/>
            <p:cNvSpPr/>
            <p:nvPr/>
          </p:nvSpPr>
          <p:spPr>
            <a:xfrm>
              <a:off x="190502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3" name="Google Shape;4533;p42"/>
            <p:cNvSpPr/>
            <p:nvPr/>
          </p:nvSpPr>
          <p:spPr>
            <a:xfrm>
              <a:off x="228603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4" name="Google Shape;4534;p42"/>
            <p:cNvSpPr/>
            <p:nvPr/>
          </p:nvSpPr>
          <p:spPr>
            <a:xfrm>
              <a:off x="266703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5" name="Google Shape;4535;p42"/>
            <p:cNvSpPr/>
            <p:nvPr/>
          </p:nvSpPr>
          <p:spPr>
            <a:xfrm>
              <a:off x="304804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6" name="Google Shape;4536;p42"/>
            <p:cNvSpPr/>
            <p:nvPr/>
          </p:nvSpPr>
          <p:spPr>
            <a:xfrm>
              <a:off x="342904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7" name="Google Shape;4537;p42"/>
            <p:cNvSpPr/>
            <p:nvPr/>
          </p:nvSpPr>
          <p:spPr>
            <a:xfrm>
              <a:off x="381005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8" name="Google Shape;4538;p42"/>
            <p:cNvSpPr/>
            <p:nvPr/>
          </p:nvSpPr>
          <p:spPr>
            <a:xfrm>
              <a:off x="419105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9" name="Google Shape;4539;p42"/>
            <p:cNvSpPr/>
            <p:nvPr/>
          </p:nvSpPr>
          <p:spPr>
            <a:xfrm>
              <a:off x="457206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0" name="Google Shape;4540;p42"/>
            <p:cNvSpPr/>
            <p:nvPr/>
          </p:nvSpPr>
          <p:spPr>
            <a:xfrm>
              <a:off x="495306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1" name="Google Shape;4541;p42"/>
            <p:cNvSpPr/>
            <p:nvPr/>
          </p:nvSpPr>
          <p:spPr>
            <a:xfrm>
              <a:off x="533407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2" name="Google Shape;4542;p42"/>
            <p:cNvSpPr/>
            <p:nvPr/>
          </p:nvSpPr>
          <p:spPr>
            <a:xfrm>
              <a:off x="571507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3" name="Google Shape;4543;p42"/>
            <p:cNvSpPr/>
            <p:nvPr/>
          </p:nvSpPr>
          <p:spPr>
            <a:xfrm>
              <a:off x="609608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4" name="Google Shape;4544;p42"/>
            <p:cNvSpPr/>
            <p:nvPr/>
          </p:nvSpPr>
          <p:spPr>
            <a:xfrm>
              <a:off x="647708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5" name="Google Shape;4545;p42"/>
            <p:cNvSpPr/>
            <p:nvPr/>
          </p:nvSpPr>
          <p:spPr>
            <a:xfrm>
              <a:off x="685809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6" name="Google Shape;4546;p42"/>
            <p:cNvSpPr/>
            <p:nvPr/>
          </p:nvSpPr>
          <p:spPr>
            <a:xfrm>
              <a:off x="723909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7" name="Google Shape;4547;p42"/>
            <p:cNvSpPr/>
            <p:nvPr/>
          </p:nvSpPr>
          <p:spPr>
            <a:xfrm>
              <a:off x="7620110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8" name="Google Shape;4548;p42"/>
            <p:cNvSpPr/>
            <p:nvPr/>
          </p:nvSpPr>
          <p:spPr>
            <a:xfrm>
              <a:off x="8001115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9" name="Google Shape;4549;p42"/>
            <p:cNvSpPr/>
            <p:nvPr/>
          </p:nvSpPr>
          <p:spPr>
            <a:xfrm>
              <a:off x="8382120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0" name="Google Shape;4550;p42"/>
            <p:cNvSpPr/>
            <p:nvPr/>
          </p:nvSpPr>
          <p:spPr>
            <a:xfrm>
              <a:off x="8763125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1" name="Google Shape;4551;p42"/>
            <p:cNvSpPr/>
            <p:nvPr/>
          </p:nvSpPr>
          <p:spPr>
            <a:xfrm>
              <a:off x="7620110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2" name="Google Shape;4552;p42"/>
            <p:cNvSpPr/>
            <p:nvPr/>
          </p:nvSpPr>
          <p:spPr>
            <a:xfrm>
              <a:off x="8001115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3" name="Google Shape;4553;p42"/>
            <p:cNvSpPr/>
            <p:nvPr/>
          </p:nvSpPr>
          <p:spPr>
            <a:xfrm>
              <a:off x="8382120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4" name="Google Shape;4554;p42"/>
            <p:cNvSpPr/>
            <p:nvPr/>
          </p:nvSpPr>
          <p:spPr>
            <a:xfrm>
              <a:off x="8763125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5" name="Google Shape;4555;p42"/>
            <p:cNvSpPr/>
            <p:nvPr/>
          </p:nvSpPr>
          <p:spPr>
            <a:xfrm>
              <a:off x="7620110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6" name="Google Shape;4556;p42"/>
            <p:cNvSpPr/>
            <p:nvPr/>
          </p:nvSpPr>
          <p:spPr>
            <a:xfrm>
              <a:off x="8001115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7" name="Google Shape;4557;p42"/>
            <p:cNvSpPr/>
            <p:nvPr/>
          </p:nvSpPr>
          <p:spPr>
            <a:xfrm>
              <a:off x="8382120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8" name="Google Shape;4558;p42"/>
            <p:cNvSpPr/>
            <p:nvPr/>
          </p:nvSpPr>
          <p:spPr>
            <a:xfrm>
              <a:off x="8763125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9" name="Google Shape;4559;p42"/>
            <p:cNvSpPr/>
            <p:nvPr/>
          </p:nvSpPr>
          <p:spPr>
            <a:xfrm>
              <a:off x="7620110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0" name="Google Shape;4560;p42"/>
            <p:cNvSpPr/>
            <p:nvPr/>
          </p:nvSpPr>
          <p:spPr>
            <a:xfrm>
              <a:off x="8001115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1" name="Google Shape;4561;p42"/>
            <p:cNvSpPr/>
            <p:nvPr/>
          </p:nvSpPr>
          <p:spPr>
            <a:xfrm>
              <a:off x="8382120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2" name="Google Shape;4562;p42"/>
            <p:cNvSpPr/>
            <p:nvPr/>
          </p:nvSpPr>
          <p:spPr>
            <a:xfrm>
              <a:off x="8763125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3" name="Google Shape;4563;p42"/>
            <p:cNvSpPr/>
            <p:nvPr/>
          </p:nvSpPr>
          <p:spPr>
            <a:xfrm>
              <a:off x="7620110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4" name="Google Shape;4564;p42"/>
            <p:cNvSpPr/>
            <p:nvPr/>
          </p:nvSpPr>
          <p:spPr>
            <a:xfrm>
              <a:off x="8001115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5" name="Google Shape;4565;p42"/>
            <p:cNvSpPr/>
            <p:nvPr/>
          </p:nvSpPr>
          <p:spPr>
            <a:xfrm>
              <a:off x="8382120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6" name="Google Shape;4566;p42"/>
            <p:cNvSpPr/>
            <p:nvPr/>
          </p:nvSpPr>
          <p:spPr>
            <a:xfrm>
              <a:off x="8763125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7" name="Google Shape;4567;p42"/>
            <p:cNvSpPr/>
            <p:nvPr/>
          </p:nvSpPr>
          <p:spPr>
            <a:xfrm>
              <a:off x="7620110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8" name="Google Shape;4568;p42"/>
            <p:cNvSpPr/>
            <p:nvPr/>
          </p:nvSpPr>
          <p:spPr>
            <a:xfrm>
              <a:off x="8001115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9" name="Google Shape;4569;p42"/>
            <p:cNvSpPr/>
            <p:nvPr/>
          </p:nvSpPr>
          <p:spPr>
            <a:xfrm>
              <a:off x="8382120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0" name="Google Shape;4570;p42"/>
            <p:cNvSpPr/>
            <p:nvPr/>
          </p:nvSpPr>
          <p:spPr>
            <a:xfrm>
              <a:off x="8763125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1" name="Google Shape;4571;p42"/>
            <p:cNvSpPr/>
            <p:nvPr/>
          </p:nvSpPr>
          <p:spPr>
            <a:xfrm>
              <a:off x="7620110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2" name="Google Shape;4572;p42"/>
            <p:cNvSpPr/>
            <p:nvPr/>
          </p:nvSpPr>
          <p:spPr>
            <a:xfrm>
              <a:off x="8001115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3" name="Google Shape;4573;p42"/>
            <p:cNvSpPr/>
            <p:nvPr/>
          </p:nvSpPr>
          <p:spPr>
            <a:xfrm>
              <a:off x="8382120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4" name="Google Shape;4574;p42"/>
            <p:cNvSpPr/>
            <p:nvPr/>
          </p:nvSpPr>
          <p:spPr>
            <a:xfrm>
              <a:off x="8763125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5" name="Google Shape;4575;p42"/>
            <p:cNvSpPr/>
            <p:nvPr/>
          </p:nvSpPr>
          <p:spPr>
            <a:xfrm>
              <a:off x="7620110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6" name="Google Shape;4576;p42"/>
            <p:cNvSpPr/>
            <p:nvPr/>
          </p:nvSpPr>
          <p:spPr>
            <a:xfrm>
              <a:off x="8001115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7" name="Google Shape;4577;p42"/>
            <p:cNvSpPr/>
            <p:nvPr/>
          </p:nvSpPr>
          <p:spPr>
            <a:xfrm>
              <a:off x="8382120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8" name="Google Shape;4578;p42"/>
            <p:cNvSpPr/>
            <p:nvPr/>
          </p:nvSpPr>
          <p:spPr>
            <a:xfrm>
              <a:off x="8763125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9" name="Google Shape;4579;p42"/>
            <p:cNvSpPr/>
            <p:nvPr/>
          </p:nvSpPr>
          <p:spPr>
            <a:xfrm>
              <a:off x="7620110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0" name="Google Shape;4580;p42"/>
            <p:cNvSpPr/>
            <p:nvPr/>
          </p:nvSpPr>
          <p:spPr>
            <a:xfrm>
              <a:off x="8001115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1" name="Google Shape;4581;p42"/>
            <p:cNvSpPr/>
            <p:nvPr/>
          </p:nvSpPr>
          <p:spPr>
            <a:xfrm>
              <a:off x="8382120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2" name="Google Shape;4582;p42"/>
            <p:cNvSpPr/>
            <p:nvPr/>
          </p:nvSpPr>
          <p:spPr>
            <a:xfrm>
              <a:off x="8763125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3" name="Google Shape;4583;p42"/>
            <p:cNvSpPr/>
            <p:nvPr/>
          </p:nvSpPr>
          <p:spPr>
            <a:xfrm>
              <a:off x="7620110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4" name="Google Shape;4584;p42"/>
            <p:cNvSpPr/>
            <p:nvPr/>
          </p:nvSpPr>
          <p:spPr>
            <a:xfrm>
              <a:off x="8001115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5" name="Google Shape;4585;p42"/>
            <p:cNvSpPr/>
            <p:nvPr/>
          </p:nvSpPr>
          <p:spPr>
            <a:xfrm>
              <a:off x="8382120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6" name="Google Shape;4586;p42"/>
            <p:cNvSpPr/>
            <p:nvPr/>
          </p:nvSpPr>
          <p:spPr>
            <a:xfrm>
              <a:off x="8763125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7" name="Google Shape;4587;p42"/>
            <p:cNvSpPr/>
            <p:nvPr/>
          </p:nvSpPr>
          <p:spPr>
            <a:xfrm>
              <a:off x="7620110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8" name="Google Shape;4588;p42"/>
            <p:cNvSpPr/>
            <p:nvPr/>
          </p:nvSpPr>
          <p:spPr>
            <a:xfrm>
              <a:off x="8001115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9" name="Google Shape;4589;p42"/>
            <p:cNvSpPr/>
            <p:nvPr/>
          </p:nvSpPr>
          <p:spPr>
            <a:xfrm>
              <a:off x="8382120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0" name="Google Shape;4590;p42"/>
            <p:cNvSpPr/>
            <p:nvPr/>
          </p:nvSpPr>
          <p:spPr>
            <a:xfrm>
              <a:off x="8763125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1" name="Google Shape;4591;p42"/>
            <p:cNvSpPr/>
            <p:nvPr/>
          </p:nvSpPr>
          <p:spPr>
            <a:xfrm>
              <a:off x="7620110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2" name="Google Shape;4592;p42"/>
            <p:cNvSpPr/>
            <p:nvPr/>
          </p:nvSpPr>
          <p:spPr>
            <a:xfrm>
              <a:off x="8001115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3" name="Google Shape;4593;p42"/>
            <p:cNvSpPr/>
            <p:nvPr/>
          </p:nvSpPr>
          <p:spPr>
            <a:xfrm>
              <a:off x="8382120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4" name="Google Shape;4594;p42"/>
            <p:cNvSpPr/>
            <p:nvPr/>
          </p:nvSpPr>
          <p:spPr>
            <a:xfrm>
              <a:off x="8763125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5" name="Google Shape;4595;p42"/>
            <p:cNvSpPr/>
            <p:nvPr/>
          </p:nvSpPr>
          <p:spPr>
            <a:xfrm>
              <a:off x="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6" name="Google Shape;4596;p42"/>
            <p:cNvSpPr/>
            <p:nvPr/>
          </p:nvSpPr>
          <p:spPr>
            <a:xfrm>
              <a:off x="38100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7" name="Google Shape;4597;p42"/>
            <p:cNvSpPr/>
            <p:nvPr/>
          </p:nvSpPr>
          <p:spPr>
            <a:xfrm>
              <a:off x="76201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8" name="Google Shape;4598;p42"/>
            <p:cNvSpPr/>
            <p:nvPr/>
          </p:nvSpPr>
          <p:spPr>
            <a:xfrm>
              <a:off x="114301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9" name="Google Shape;4599;p42"/>
            <p:cNvSpPr/>
            <p:nvPr/>
          </p:nvSpPr>
          <p:spPr>
            <a:xfrm>
              <a:off x="152402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0" name="Google Shape;4600;p42"/>
            <p:cNvSpPr/>
            <p:nvPr/>
          </p:nvSpPr>
          <p:spPr>
            <a:xfrm>
              <a:off x="190502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1" name="Google Shape;4601;p42"/>
            <p:cNvSpPr/>
            <p:nvPr/>
          </p:nvSpPr>
          <p:spPr>
            <a:xfrm>
              <a:off x="228603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2" name="Google Shape;4602;p42"/>
            <p:cNvSpPr/>
            <p:nvPr/>
          </p:nvSpPr>
          <p:spPr>
            <a:xfrm>
              <a:off x="266703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3" name="Google Shape;4603;p42"/>
            <p:cNvSpPr/>
            <p:nvPr/>
          </p:nvSpPr>
          <p:spPr>
            <a:xfrm>
              <a:off x="304804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4" name="Google Shape;4604;p42"/>
            <p:cNvSpPr/>
            <p:nvPr/>
          </p:nvSpPr>
          <p:spPr>
            <a:xfrm>
              <a:off x="342904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5" name="Google Shape;4605;p42"/>
            <p:cNvSpPr/>
            <p:nvPr/>
          </p:nvSpPr>
          <p:spPr>
            <a:xfrm>
              <a:off x="381005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6" name="Google Shape;4606;p42"/>
            <p:cNvSpPr/>
            <p:nvPr/>
          </p:nvSpPr>
          <p:spPr>
            <a:xfrm>
              <a:off x="419105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7" name="Google Shape;4607;p42"/>
            <p:cNvSpPr/>
            <p:nvPr/>
          </p:nvSpPr>
          <p:spPr>
            <a:xfrm>
              <a:off x="457206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8" name="Google Shape;4608;p42"/>
            <p:cNvSpPr/>
            <p:nvPr/>
          </p:nvSpPr>
          <p:spPr>
            <a:xfrm>
              <a:off x="495306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9" name="Google Shape;4609;p42"/>
            <p:cNvSpPr/>
            <p:nvPr/>
          </p:nvSpPr>
          <p:spPr>
            <a:xfrm>
              <a:off x="533407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0" name="Google Shape;4610;p42"/>
            <p:cNvSpPr/>
            <p:nvPr/>
          </p:nvSpPr>
          <p:spPr>
            <a:xfrm>
              <a:off x="571507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1" name="Google Shape;4611;p42"/>
            <p:cNvSpPr/>
            <p:nvPr/>
          </p:nvSpPr>
          <p:spPr>
            <a:xfrm>
              <a:off x="609608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2" name="Google Shape;4612;p42"/>
            <p:cNvSpPr/>
            <p:nvPr/>
          </p:nvSpPr>
          <p:spPr>
            <a:xfrm>
              <a:off x="647708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3" name="Google Shape;4613;p42"/>
            <p:cNvSpPr/>
            <p:nvPr/>
          </p:nvSpPr>
          <p:spPr>
            <a:xfrm>
              <a:off x="685809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4" name="Google Shape;4614;p42"/>
            <p:cNvSpPr/>
            <p:nvPr/>
          </p:nvSpPr>
          <p:spPr>
            <a:xfrm>
              <a:off x="723909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5" name="Google Shape;4615;p42"/>
            <p:cNvSpPr/>
            <p:nvPr/>
          </p:nvSpPr>
          <p:spPr>
            <a:xfrm>
              <a:off x="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6" name="Google Shape;4616;p42"/>
            <p:cNvSpPr/>
            <p:nvPr/>
          </p:nvSpPr>
          <p:spPr>
            <a:xfrm>
              <a:off x="38100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7" name="Google Shape;4617;p42"/>
            <p:cNvSpPr/>
            <p:nvPr/>
          </p:nvSpPr>
          <p:spPr>
            <a:xfrm>
              <a:off x="76201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8" name="Google Shape;4618;p42"/>
            <p:cNvSpPr/>
            <p:nvPr/>
          </p:nvSpPr>
          <p:spPr>
            <a:xfrm>
              <a:off x="114301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9" name="Google Shape;4619;p42"/>
            <p:cNvSpPr/>
            <p:nvPr/>
          </p:nvSpPr>
          <p:spPr>
            <a:xfrm>
              <a:off x="152402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0" name="Google Shape;4620;p42"/>
            <p:cNvSpPr/>
            <p:nvPr/>
          </p:nvSpPr>
          <p:spPr>
            <a:xfrm>
              <a:off x="190502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1" name="Google Shape;4621;p42"/>
            <p:cNvSpPr/>
            <p:nvPr/>
          </p:nvSpPr>
          <p:spPr>
            <a:xfrm>
              <a:off x="228603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2" name="Google Shape;4622;p42"/>
            <p:cNvSpPr/>
            <p:nvPr/>
          </p:nvSpPr>
          <p:spPr>
            <a:xfrm>
              <a:off x="266703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3" name="Google Shape;4623;p42"/>
            <p:cNvSpPr/>
            <p:nvPr/>
          </p:nvSpPr>
          <p:spPr>
            <a:xfrm>
              <a:off x="304804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4" name="Google Shape;4624;p42"/>
            <p:cNvSpPr/>
            <p:nvPr/>
          </p:nvSpPr>
          <p:spPr>
            <a:xfrm>
              <a:off x="342904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5" name="Google Shape;4625;p42"/>
            <p:cNvSpPr/>
            <p:nvPr/>
          </p:nvSpPr>
          <p:spPr>
            <a:xfrm>
              <a:off x="381005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6" name="Google Shape;4626;p42"/>
            <p:cNvSpPr/>
            <p:nvPr/>
          </p:nvSpPr>
          <p:spPr>
            <a:xfrm>
              <a:off x="419105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7" name="Google Shape;4627;p42"/>
            <p:cNvSpPr/>
            <p:nvPr/>
          </p:nvSpPr>
          <p:spPr>
            <a:xfrm>
              <a:off x="457206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8" name="Google Shape;4628;p42"/>
            <p:cNvSpPr/>
            <p:nvPr/>
          </p:nvSpPr>
          <p:spPr>
            <a:xfrm>
              <a:off x="495306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9" name="Google Shape;4629;p42"/>
            <p:cNvSpPr/>
            <p:nvPr/>
          </p:nvSpPr>
          <p:spPr>
            <a:xfrm>
              <a:off x="533407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0" name="Google Shape;4630;p42"/>
            <p:cNvSpPr/>
            <p:nvPr/>
          </p:nvSpPr>
          <p:spPr>
            <a:xfrm>
              <a:off x="571507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1" name="Google Shape;4631;p42"/>
            <p:cNvSpPr/>
            <p:nvPr/>
          </p:nvSpPr>
          <p:spPr>
            <a:xfrm>
              <a:off x="609608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2" name="Google Shape;4632;p42"/>
            <p:cNvSpPr/>
            <p:nvPr/>
          </p:nvSpPr>
          <p:spPr>
            <a:xfrm>
              <a:off x="647708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3" name="Google Shape;4633;p42"/>
            <p:cNvSpPr/>
            <p:nvPr/>
          </p:nvSpPr>
          <p:spPr>
            <a:xfrm>
              <a:off x="685809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4" name="Google Shape;4634;p42"/>
            <p:cNvSpPr/>
            <p:nvPr/>
          </p:nvSpPr>
          <p:spPr>
            <a:xfrm>
              <a:off x="723909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5" name="Google Shape;4635;p42"/>
            <p:cNvSpPr/>
            <p:nvPr/>
          </p:nvSpPr>
          <p:spPr>
            <a:xfrm>
              <a:off x="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6" name="Google Shape;4636;p42"/>
            <p:cNvSpPr/>
            <p:nvPr/>
          </p:nvSpPr>
          <p:spPr>
            <a:xfrm>
              <a:off x="38100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7" name="Google Shape;4637;p42"/>
            <p:cNvSpPr/>
            <p:nvPr/>
          </p:nvSpPr>
          <p:spPr>
            <a:xfrm>
              <a:off x="76201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8" name="Google Shape;4638;p42"/>
            <p:cNvSpPr/>
            <p:nvPr/>
          </p:nvSpPr>
          <p:spPr>
            <a:xfrm>
              <a:off x="114301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9" name="Google Shape;4639;p42"/>
            <p:cNvSpPr/>
            <p:nvPr/>
          </p:nvSpPr>
          <p:spPr>
            <a:xfrm>
              <a:off x="152402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0" name="Google Shape;4640;p42"/>
            <p:cNvSpPr/>
            <p:nvPr/>
          </p:nvSpPr>
          <p:spPr>
            <a:xfrm>
              <a:off x="190502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1" name="Google Shape;4641;p42"/>
            <p:cNvSpPr/>
            <p:nvPr/>
          </p:nvSpPr>
          <p:spPr>
            <a:xfrm>
              <a:off x="228603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2" name="Google Shape;4642;p42"/>
            <p:cNvSpPr/>
            <p:nvPr/>
          </p:nvSpPr>
          <p:spPr>
            <a:xfrm>
              <a:off x="266703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3" name="Google Shape;4643;p42"/>
            <p:cNvSpPr/>
            <p:nvPr/>
          </p:nvSpPr>
          <p:spPr>
            <a:xfrm>
              <a:off x="304804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4" name="Google Shape;4644;p42"/>
            <p:cNvSpPr/>
            <p:nvPr/>
          </p:nvSpPr>
          <p:spPr>
            <a:xfrm>
              <a:off x="342904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5" name="Google Shape;4645;p42"/>
            <p:cNvSpPr/>
            <p:nvPr/>
          </p:nvSpPr>
          <p:spPr>
            <a:xfrm>
              <a:off x="381005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6" name="Google Shape;4646;p42"/>
            <p:cNvSpPr/>
            <p:nvPr/>
          </p:nvSpPr>
          <p:spPr>
            <a:xfrm>
              <a:off x="419105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7" name="Google Shape;4647;p42"/>
            <p:cNvSpPr/>
            <p:nvPr/>
          </p:nvSpPr>
          <p:spPr>
            <a:xfrm>
              <a:off x="457206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8" name="Google Shape;4648;p42"/>
            <p:cNvSpPr/>
            <p:nvPr/>
          </p:nvSpPr>
          <p:spPr>
            <a:xfrm>
              <a:off x="495306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9" name="Google Shape;4649;p42"/>
            <p:cNvSpPr/>
            <p:nvPr/>
          </p:nvSpPr>
          <p:spPr>
            <a:xfrm>
              <a:off x="533407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0" name="Google Shape;4650;p42"/>
            <p:cNvSpPr/>
            <p:nvPr/>
          </p:nvSpPr>
          <p:spPr>
            <a:xfrm>
              <a:off x="571507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1" name="Google Shape;4651;p42"/>
            <p:cNvSpPr/>
            <p:nvPr/>
          </p:nvSpPr>
          <p:spPr>
            <a:xfrm>
              <a:off x="609608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2" name="Google Shape;4652;p42"/>
            <p:cNvSpPr/>
            <p:nvPr/>
          </p:nvSpPr>
          <p:spPr>
            <a:xfrm>
              <a:off x="647708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3" name="Google Shape;4653;p42"/>
            <p:cNvSpPr/>
            <p:nvPr/>
          </p:nvSpPr>
          <p:spPr>
            <a:xfrm>
              <a:off x="685809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4" name="Google Shape;4654;p42"/>
            <p:cNvSpPr/>
            <p:nvPr/>
          </p:nvSpPr>
          <p:spPr>
            <a:xfrm>
              <a:off x="723909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5" name="Google Shape;4655;p42"/>
            <p:cNvSpPr/>
            <p:nvPr/>
          </p:nvSpPr>
          <p:spPr>
            <a:xfrm>
              <a:off x="7620110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6" name="Google Shape;4656;p42"/>
            <p:cNvSpPr/>
            <p:nvPr/>
          </p:nvSpPr>
          <p:spPr>
            <a:xfrm>
              <a:off x="8001115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7" name="Google Shape;4657;p42"/>
            <p:cNvSpPr/>
            <p:nvPr/>
          </p:nvSpPr>
          <p:spPr>
            <a:xfrm>
              <a:off x="8382120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8" name="Google Shape;4658;p42"/>
            <p:cNvSpPr/>
            <p:nvPr/>
          </p:nvSpPr>
          <p:spPr>
            <a:xfrm>
              <a:off x="8763125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9" name="Google Shape;4659;p42"/>
            <p:cNvSpPr/>
            <p:nvPr/>
          </p:nvSpPr>
          <p:spPr>
            <a:xfrm>
              <a:off x="7620110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0" name="Google Shape;4660;p42"/>
            <p:cNvSpPr/>
            <p:nvPr/>
          </p:nvSpPr>
          <p:spPr>
            <a:xfrm>
              <a:off x="8001115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1" name="Google Shape;4661;p42"/>
            <p:cNvSpPr/>
            <p:nvPr/>
          </p:nvSpPr>
          <p:spPr>
            <a:xfrm>
              <a:off x="8382120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2" name="Google Shape;4662;p42"/>
            <p:cNvSpPr/>
            <p:nvPr/>
          </p:nvSpPr>
          <p:spPr>
            <a:xfrm>
              <a:off x="8763125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3" name="Google Shape;4663;p42"/>
            <p:cNvSpPr/>
            <p:nvPr/>
          </p:nvSpPr>
          <p:spPr>
            <a:xfrm>
              <a:off x="7620110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4" name="Google Shape;4664;p42"/>
            <p:cNvSpPr/>
            <p:nvPr/>
          </p:nvSpPr>
          <p:spPr>
            <a:xfrm>
              <a:off x="8001115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5" name="Google Shape;4665;p42"/>
            <p:cNvSpPr/>
            <p:nvPr/>
          </p:nvSpPr>
          <p:spPr>
            <a:xfrm>
              <a:off x="8382120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6" name="Google Shape;4666;p42"/>
            <p:cNvSpPr/>
            <p:nvPr/>
          </p:nvSpPr>
          <p:spPr>
            <a:xfrm>
              <a:off x="8763125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667" name="Google Shape;4667;p42"/>
          <p:cNvSpPr/>
          <p:nvPr/>
        </p:nvSpPr>
        <p:spPr>
          <a:xfrm flipH="1">
            <a:off x="0" y="0"/>
            <a:ext cx="9144000" cy="5143500"/>
          </a:xfrm>
          <a:prstGeom prst="rtTriangle">
            <a:avLst/>
          </a:prstGeom>
          <a:solidFill>
            <a:srgbClr val="005051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668" name="Google Shape;4668;p42"/>
          <p:cNvGrpSpPr/>
          <p:nvPr/>
        </p:nvGrpSpPr>
        <p:grpSpPr>
          <a:xfrm>
            <a:off x="553048" y="535000"/>
            <a:ext cx="8105852" cy="4302000"/>
            <a:chOff x="553048" y="535000"/>
            <a:chExt cx="8105852" cy="4302000"/>
          </a:xfrm>
        </p:grpSpPr>
        <p:sp>
          <p:nvSpPr>
            <p:cNvPr id="4669" name="Google Shape;4669;p42"/>
            <p:cNvSpPr/>
            <p:nvPr/>
          </p:nvSpPr>
          <p:spPr>
            <a:xfrm>
              <a:off x="942300" y="763600"/>
              <a:ext cx="7716600" cy="4073400"/>
            </a:xfrm>
            <a:prstGeom prst="roundRect">
              <a:avLst>
                <a:gd fmla="val 2480" name="adj"/>
              </a:avLst>
            </a:prstGeom>
            <a:solidFill>
              <a:srgbClr val="222828">
                <a:alpha val="2039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0" name="Google Shape;4670;p42"/>
            <p:cNvSpPr/>
            <p:nvPr/>
          </p:nvSpPr>
          <p:spPr>
            <a:xfrm>
              <a:off x="712275" y="535000"/>
              <a:ext cx="7716600" cy="4073400"/>
            </a:xfrm>
            <a:prstGeom prst="roundRect">
              <a:avLst>
                <a:gd fmla="val 248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1" name="Google Shape;4671;p42"/>
            <p:cNvSpPr/>
            <p:nvPr/>
          </p:nvSpPr>
          <p:spPr>
            <a:xfrm>
              <a:off x="848698" y="898261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5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5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2" name="Google Shape;4672;p42"/>
            <p:cNvSpPr/>
            <p:nvPr/>
          </p:nvSpPr>
          <p:spPr>
            <a:xfrm>
              <a:off x="553048" y="931482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19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8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7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3" name="Google Shape;4673;p42"/>
            <p:cNvSpPr/>
            <p:nvPr/>
          </p:nvSpPr>
          <p:spPr>
            <a:xfrm>
              <a:off x="848698" y="1332681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8"/>
                    <a:pt x="0" y="7608"/>
                  </a:cubicBezTo>
                  <a:cubicBezTo>
                    <a:pt x="0" y="11808"/>
                    <a:pt x="3404" y="15212"/>
                    <a:pt x="7604" y="15212"/>
                  </a:cubicBezTo>
                  <a:cubicBezTo>
                    <a:pt x="11804" y="15212"/>
                    <a:pt x="15209" y="11808"/>
                    <a:pt x="15209" y="7608"/>
                  </a:cubicBezTo>
                  <a:cubicBezTo>
                    <a:pt x="15209" y="3408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4" name="Google Shape;4674;p42"/>
            <p:cNvSpPr/>
            <p:nvPr/>
          </p:nvSpPr>
          <p:spPr>
            <a:xfrm>
              <a:off x="553048" y="1365902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71"/>
                    <a:pt x="0" y="1497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9"/>
                  </a:lnTo>
                  <a:cubicBezTo>
                    <a:pt x="23340" y="7948"/>
                    <a:pt x="21591" y="9042"/>
                    <a:pt x="19596" y="9042"/>
                  </a:cubicBezTo>
                  <a:lnTo>
                    <a:pt x="1493" y="9042"/>
                  </a:lnTo>
                  <a:cubicBezTo>
                    <a:pt x="671" y="9042"/>
                    <a:pt x="0" y="9709"/>
                    <a:pt x="0" y="10535"/>
                  </a:cubicBezTo>
                  <a:cubicBezTo>
                    <a:pt x="0" y="11361"/>
                    <a:pt x="671" y="12028"/>
                    <a:pt x="1493" y="12028"/>
                  </a:cubicBezTo>
                  <a:lnTo>
                    <a:pt x="19596" y="12028"/>
                  </a:lnTo>
                  <a:cubicBezTo>
                    <a:pt x="23370" y="12028"/>
                    <a:pt x="26327" y="9688"/>
                    <a:pt x="26327" y="6699"/>
                  </a:cubicBezTo>
                  <a:lnTo>
                    <a:pt x="26327" y="5330"/>
                  </a:lnTo>
                  <a:cubicBezTo>
                    <a:pt x="26327" y="2344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5" name="Google Shape;4675;p42"/>
            <p:cNvSpPr/>
            <p:nvPr/>
          </p:nvSpPr>
          <p:spPr>
            <a:xfrm>
              <a:off x="848698" y="1767184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4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4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6" name="Google Shape;4676;p42"/>
            <p:cNvSpPr/>
            <p:nvPr/>
          </p:nvSpPr>
          <p:spPr>
            <a:xfrm>
              <a:off x="553048" y="1800405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68"/>
                    <a:pt x="0" y="1493"/>
                  </a:cubicBezTo>
                  <a:cubicBezTo>
                    <a:pt x="0" y="2319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5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7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7" name="Google Shape;4677;p42"/>
            <p:cNvSpPr/>
            <p:nvPr/>
          </p:nvSpPr>
          <p:spPr>
            <a:xfrm>
              <a:off x="848698" y="2201603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5"/>
                    <a:pt x="0" y="7608"/>
                  </a:cubicBezTo>
                  <a:cubicBezTo>
                    <a:pt x="0" y="11808"/>
                    <a:pt x="3404" y="15212"/>
                    <a:pt x="7604" y="15212"/>
                  </a:cubicBezTo>
                  <a:cubicBezTo>
                    <a:pt x="11804" y="15212"/>
                    <a:pt x="15209" y="11808"/>
                    <a:pt x="15209" y="7608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8" name="Google Shape;4678;p42"/>
            <p:cNvSpPr/>
            <p:nvPr/>
          </p:nvSpPr>
          <p:spPr>
            <a:xfrm>
              <a:off x="553048" y="2234824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68"/>
                    <a:pt x="0" y="1494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9"/>
                  </a:lnTo>
                  <a:cubicBezTo>
                    <a:pt x="23340" y="7945"/>
                    <a:pt x="21591" y="9039"/>
                    <a:pt x="19596" y="9039"/>
                  </a:cubicBezTo>
                  <a:lnTo>
                    <a:pt x="1493" y="9039"/>
                  </a:lnTo>
                  <a:cubicBezTo>
                    <a:pt x="671" y="9039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9"/>
                  </a:cubicBezTo>
                  <a:lnTo>
                    <a:pt x="26327" y="5330"/>
                  </a:lnTo>
                  <a:cubicBezTo>
                    <a:pt x="26327" y="2341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9" name="Google Shape;4679;p42"/>
            <p:cNvSpPr/>
            <p:nvPr/>
          </p:nvSpPr>
          <p:spPr>
            <a:xfrm>
              <a:off x="848698" y="2636106"/>
              <a:ext cx="317374" cy="317374"/>
            </a:xfrm>
            <a:custGeom>
              <a:rect b="b" l="l" r="r" t="t"/>
              <a:pathLst>
                <a:path extrusionOk="0" h="15209" w="15209">
                  <a:moveTo>
                    <a:pt x="7604" y="0"/>
                  </a:moveTo>
                  <a:cubicBezTo>
                    <a:pt x="3404" y="0"/>
                    <a:pt x="0" y="3404"/>
                    <a:pt x="0" y="7604"/>
                  </a:cubicBezTo>
                  <a:cubicBezTo>
                    <a:pt x="0" y="11805"/>
                    <a:pt x="3404" y="15209"/>
                    <a:pt x="7604" y="15209"/>
                  </a:cubicBezTo>
                  <a:cubicBezTo>
                    <a:pt x="11804" y="15209"/>
                    <a:pt x="15209" y="11805"/>
                    <a:pt x="15209" y="7604"/>
                  </a:cubicBezTo>
                  <a:cubicBezTo>
                    <a:pt x="15209" y="3404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0" name="Google Shape;4680;p42"/>
            <p:cNvSpPr/>
            <p:nvPr/>
          </p:nvSpPr>
          <p:spPr>
            <a:xfrm>
              <a:off x="553048" y="2669265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71"/>
                    <a:pt x="0" y="1496"/>
                  </a:cubicBezTo>
                  <a:cubicBezTo>
                    <a:pt x="0" y="2322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8"/>
                  </a:lnTo>
                  <a:cubicBezTo>
                    <a:pt x="23340" y="7947"/>
                    <a:pt x="21591" y="9041"/>
                    <a:pt x="19596" y="9041"/>
                  </a:cubicBezTo>
                  <a:lnTo>
                    <a:pt x="1493" y="9041"/>
                  </a:lnTo>
                  <a:cubicBezTo>
                    <a:pt x="671" y="9041"/>
                    <a:pt x="0" y="9709"/>
                    <a:pt x="0" y="10534"/>
                  </a:cubicBezTo>
                  <a:cubicBezTo>
                    <a:pt x="0" y="11360"/>
                    <a:pt x="671" y="12028"/>
                    <a:pt x="1493" y="12028"/>
                  </a:cubicBezTo>
                  <a:lnTo>
                    <a:pt x="19596" y="12028"/>
                  </a:lnTo>
                  <a:cubicBezTo>
                    <a:pt x="23370" y="12028"/>
                    <a:pt x="26327" y="9688"/>
                    <a:pt x="26327" y="6698"/>
                  </a:cubicBezTo>
                  <a:lnTo>
                    <a:pt x="26327" y="5330"/>
                  </a:lnTo>
                  <a:cubicBezTo>
                    <a:pt x="26327" y="2343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1" name="Google Shape;4681;p42"/>
            <p:cNvSpPr/>
            <p:nvPr/>
          </p:nvSpPr>
          <p:spPr>
            <a:xfrm>
              <a:off x="848698" y="3070526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5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2" name="Google Shape;4682;p42"/>
            <p:cNvSpPr/>
            <p:nvPr/>
          </p:nvSpPr>
          <p:spPr>
            <a:xfrm>
              <a:off x="553048" y="3103747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20"/>
                    <a:pt x="671" y="2987"/>
                    <a:pt x="1493" y="2987"/>
                  </a:cubicBezTo>
                  <a:lnTo>
                    <a:pt x="19596" y="2987"/>
                  </a:lnTo>
                  <a:cubicBezTo>
                    <a:pt x="21591" y="2987"/>
                    <a:pt x="23340" y="4081"/>
                    <a:pt x="23340" y="5330"/>
                  </a:cubicBezTo>
                  <a:lnTo>
                    <a:pt x="23340" y="6696"/>
                  </a:lnTo>
                  <a:cubicBezTo>
                    <a:pt x="23340" y="7945"/>
                    <a:pt x="21591" y="9039"/>
                    <a:pt x="19596" y="9039"/>
                  </a:cubicBezTo>
                  <a:lnTo>
                    <a:pt x="1493" y="9039"/>
                  </a:lnTo>
                  <a:cubicBezTo>
                    <a:pt x="671" y="9039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6"/>
                  </a:cubicBezTo>
                  <a:lnTo>
                    <a:pt x="26327" y="5330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3" name="Google Shape;4683;p42"/>
            <p:cNvSpPr/>
            <p:nvPr/>
          </p:nvSpPr>
          <p:spPr>
            <a:xfrm>
              <a:off x="848698" y="3504966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7"/>
                    <a:pt x="0" y="7607"/>
                  </a:cubicBezTo>
                  <a:cubicBezTo>
                    <a:pt x="0" y="11807"/>
                    <a:pt x="3404" y="15212"/>
                    <a:pt x="7604" y="15212"/>
                  </a:cubicBezTo>
                  <a:cubicBezTo>
                    <a:pt x="11804" y="15212"/>
                    <a:pt x="15209" y="11807"/>
                    <a:pt x="15209" y="7607"/>
                  </a:cubicBezTo>
                  <a:cubicBezTo>
                    <a:pt x="15209" y="3407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4" name="Google Shape;4684;p42"/>
            <p:cNvSpPr/>
            <p:nvPr/>
          </p:nvSpPr>
          <p:spPr>
            <a:xfrm>
              <a:off x="553048" y="3538167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72"/>
                    <a:pt x="0" y="1497"/>
                  </a:cubicBezTo>
                  <a:cubicBezTo>
                    <a:pt x="0" y="2320"/>
                    <a:pt x="671" y="2991"/>
                    <a:pt x="1493" y="2991"/>
                  </a:cubicBezTo>
                  <a:lnTo>
                    <a:pt x="19596" y="2991"/>
                  </a:lnTo>
                  <a:cubicBezTo>
                    <a:pt x="21591" y="2991"/>
                    <a:pt x="23340" y="4085"/>
                    <a:pt x="23340" y="5331"/>
                  </a:cubicBezTo>
                  <a:lnTo>
                    <a:pt x="23340" y="6699"/>
                  </a:lnTo>
                  <a:cubicBezTo>
                    <a:pt x="23340" y="7948"/>
                    <a:pt x="21591" y="9042"/>
                    <a:pt x="19596" y="9042"/>
                  </a:cubicBezTo>
                  <a:lnTo>
                    <a:pt x="1493" y="9042"/>
                  </a:lnTo>
                  <a:cubicBezTo>
                    <a:pt x="671" y="9042"/>
                    <a:pt x="0" y="9710"/>
                    <a:pt x="0" y="10535"/>
                  </a:cubicBezTo>
                  <a:cubicBezTo>
                    <a:pt x="0" y="11361"/>
                    <a:pt x="671" y="12029"/>
                    <a:pt x="1493" y="12029"/>
                  </a:cubicBezTo>
                  <a:lnTo>
                    <a:pt x="19596" y="12029"/>
                  </a:lnTo>
                  <a:cubicBezTo>
                    <a:pt x="23370" y="12029"/>
                    <a:pt x="26327" y="9689"/>
                    <a:pt x="26327" y="6699"/>
                  </a:cubicBezTo>
                  <a:lnTo>
                    <a:pt x="26327" y="5331"/>
                  </a:lnTo>
                  <a:cubicBezTo>
                    <a:pt x="26327" y="2344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5" name="Google Shape;4685;p42"/>
            <p:cNvSpPr/>
            <p:nvPr/>
          </p:nvSpPr>
          <p:spPr>
            <a:xfrm>
              <a:off x="848698" y="3939449"/>
              <a:ext cx="317374" cy="317395"/>
            </a:xfrm>
            <a:custGeom>
              <a:rect b="b" l="l" r="r" t="t"/>
              <a:pathLst>
                <a:path extrusionOk="0" h="15210" w="15209">
                  <a:moveTo>
                    <a:pt x="7604" y="1"/>
                  </a:moveTo>
                  <a:cubicBezTo>
                    <a:pt x="3404" y="1"/>
                    <a:pt x="0" y="3405"/>
                    <a:pt x="0" y="7605"/>
                  </a:cubicBezTo>
                  <a:cubicBezTo>
                    <a:pt x="0" y="11805"/>
                    <a:pt x="3404" y="15209"/>
                    <a:pt x="7604" y="15209"/>
                  </a:cubicBezTo>
                  <a:cubicBezTo>
                    <a:pt x="11804" y="15209"/>
                    <a:pt x="15209" y="11805"/>
                    <a:pt x="15209" y="7605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6" name="Google Shape;4686;p42"/>
            <p:cNvSpPr/>
            <p:nvPr/>
          </p:nvSpPr>
          <p:spPr>
            <a:xfrm>
              <a:off x="553048" y="3972670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5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687" name="Google Shape;4687;p42"/>
          <p:cNvSpPr txBox="1"/>
          <p:nvPr>
            <p:ph hasCustomPrompt="1" type="title"/>
          </p:nvPr>
        </p:nvSpPr>
        <p:spPr>
          <a:xfrm>
            <a:off x="1284000" y="1558475"/>
            <a:ext cx="6576000" cy="1511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688" name="Google Shape;4688;p42"/>
          <p:cNvSpPr txBox="1"/>
          <p:nvPr>
            <p:ph idx="1" type="subTitle"/>
          </p:nvPr>
        </p:nvSpPr>
        <p:spPr>
          <a:xfrm>
            <a:off x="1284000" y="3069625"/>
            <a:ext cx="65760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689" name="Shape 468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CUSTOM_2">
    <p:bg>
      <p:bgPr>
        <a:solidFill>
          <a:schemeClr val="lt1"/>
        </a:solidFill>
      </p:bgPr>
    </p:bg>
    <p:spTree>
      <p:nvGrpSpPr>
        <p:cNvPr id="4690" name="Shape 4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91" name="Google Shape;4691;p44"/>
          <p:cNvGrpSpPr/>
          <p:nvPr/>
        </p:nvGrpSpPr>
        <p:grpSpPr>
          <a:xfrm>
            <a:off x="0" y="0"/>
            <a:ext cx="9144125" cy="5143391"/>
            <a:chOff x="0" y="0"/>
            <a:chExt cx="9144125" cy="5143391"/>
          </a:xfrm>
        </p:grpSpPr>
        <p:sp>
          <p:nvSpPr>
            <p:cNvPr id="4692" name="Google Shape;4692;p44"/>
            <p:cNvSpPr/>
            <p:nvPr/>
          </p:nvSpPr>
          <p:spPr>
            <a:xfrm>
              <a:off x="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3" name="Google Shape;4693;p44"/>
            <p:cNvSpPr/>
            <p:nvPr/>
          </p:nvSpPr>
          <p:spPr>
            <a:xfrm>
              <a:off x="38100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4" name="Google Shape;4694;p44"/>
            <p:cNvSpPr/>
            <p:nvPr/>
          </p:nvSpPr>
          <p:spPr>
            <a:xfrm>
              <a:off x="76201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5" name="Google Shape;4695;p44"/>
            <p:cNvSpPr/>
            <p:nvPr/>
          </p:nvSpPr>
          <p:spPr>
            <a:xfrm>
              <a:off x="114301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6" name="Google Shape;4696;p44"/>
            <p:cNvSpPr/>
            <p:nvPr/>
          </p:nvSpPr>
          <p:spPr>
            <a:xfrm>
              <a:off x="152402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7" name="Google Shape;4697;p44"/>
            <p:cNvSpPr/>
            <p:nvPr/>
          </p:nvSpPr>
          <p:spPr>
            <a:xfrm>
              <a:off x="190502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8" name="Google Shape;4698;p44"/>
            <p:cNvSpPr/>
            <p:nvPr/>
          </p:nvSpPr>
          <p:spPr>
            <a:xfrm>
              <a:off x="228603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9" name="Google Shape;4699;p44"/>
            <p:cNvSpPr/>
            <p:nvPr/>
          </p:nvSpPr>
          <p:spPr>
            <a:xfrm>
              <a:off x="266703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0" name="Google Shape;4700;p44"/>
            <p:cNvSpPr/>
            <p:nvPr/>
          </p:nvSpPr>
          <p:spPr>
            <a:xfrm>
              <a:off x="304804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1" name="Google Shape;4701;p44"/>
            <p:cNvSpPr/>
            <p:nvPr/>
          </p:nvSpPr>
          <p:spPr>
            <a:xfrm>
              <a:off x="342904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2" name="Google Shape;4702;p44"/>
            <p:cNvSpPr/>
            <p:nvPr/>
          </p:nvSpPr>
          <p:spPr>
            <a:xfrm>
              <a:off x="381005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3" name="Google Shape;4703;p44"/>
            <p:cNvSpPr/>
            <p:nvPr/>
          </p:nvSpPr>
          <p:spPr>
            <a:xfrm>
              <a:off x="419105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4" name="Google Shape;4704;p44"/>
            <p:cNvSpPr/>
            <p:nvPr/>
          </p:nvSpPr>
          <p:spPr>
            <a:xfrm>
              <a:off x="457206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5" name="Google Shape;4705;p44"/>
            <p:cNvSpPr/>
            <p:nvPr/>
          </p:nvSpPr>
          <p:spPr>
            <a:xfrm>
              <a:off x="495306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6" name="Google Shape;4706;p44"/>
            <p:cNvSpPr/>
            <p:nvPr/>
          </p:nvSpPr>
          <p:spPr>
            <a:xfrm>
              <a:off x="533407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7" name="Google Shape;4707;p44"/>
            <p:cNvSpPr/>
            <p:nvPr/>
          </p:nvSpPr>
          <p:spPr>
            <a:xfrm>
              <a:off x="571507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8" name="Google Shape;4708;p44"/>
            <p:cNvSpPr/>
            <p:nvPr/>
          </p:nvSpPr>
          <p:spPr>
            <a:xfrm>
              <a:off x="609608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9" name="Google Shape;4709;p44"/>
            <p:cNvSpPr/>
            <p:nvPr/>
          </p:nvSpPr>
          <p:spPr>
            <a:xfrm>
              <a:off x="647708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0" name="Google Shape;4710;p44"/>
            <p:cNvSpPr/>
            <p:nvPr/>
          </p:nvSpPr>
          <p:spPr>
            <a:xfrm>
              <a:off x="685809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1" name="Google Shape;4711;p44"/>
            <p:cNvSpPr/>
            <p:nvPr/>
          </p:nvSpPr>
          <p:spPr>
            <a:xfrm>
              <a:off x="723909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2" name="Google Shape;4712;p44"/>
            <p:cNvSpPr/>
            <p:nvPr/>
          </p:nvSpPr>
          <p:spPr>
            <a:xfrm>
              <a:off x="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3" name="Google Shape;4713;p44"/>
            <p:cNvSpPr/>
            <p:nvPr/>
          </p:nvSpPr>
          <p:spPr>
            <a:xfrm>
              <a:off x="38100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4" name="Google Shape;4714;p44"/>
            <p:cNvSpPr/>
            <p:nvPr/>
          </p:nvSpPr>
          <p:spPr>
            <a:xfrm>
              <a:off x="76201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5" name="Google Shape;4715;p44"/>
            <p:cNvSpPr/>
            <p:nvPr/>
          </p:nvSpPr>
          <p:spPr>
            <a:xfrm>
              <a:off x="114301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6" name="Google Shape;4716;p44"/>
            <p:cNvSpPr/>
            <p:nvPr/>
          </p:nvSpPr>
          <p:spPr>
            <a:xfrm>
              <a:off x="152402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7" name="Google Shape;4717;p44"/>
            <p:cNvSpPr/>
            <p:nvPr/>
          </p:nvSpPr>
          <p:spPr>
            <a:xfrm>
              <a:off x="190502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8" name="Google Shape;4718;p44"/>
            <p:cNvSpPr/>
            <p:nvPr/>
          </p:nvSpPr>
          <p:spPr>
            <a:xfrm>
              <a:off x="228603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9" name="Google Shape;4719;p44"/>
            <p:cNvSpPr/>
            <p:nvPr/>
          </p:nvSpPr>
          <p:spPr>
            <a:xfrm>
              <a:off x="266703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0" name="Google Shape;4720;p44"/>
            <p:cNvSpPr/>
            <p:nvPr/>
          </p:nvSpPr>
          <p:spPr>
            <a:xfrm>
              <a:off x="304804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1" name="Google Shape;4721;p44"/>
            <p:cNvSpPr/>
            <p:nvPr/>
          </p:nvSpPr>
          <p:spPr>
            <a:xfrm>
              <a:off x="342904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2" name="Google Shape;4722;p44"/>
            <p:cNvSpPr/>
            <p:nvPr/>
          </p:nvSpPr>
          <p:spPr>
            <a:xfrm>
              <a:off x="381005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3" name="Google Shape;4723;p44"/>
            <p:cNvSpPr/>
            <p:nvPr/>
          </p:nvSpPr>
          <p:spPr>
            <a:xfrm>
              <a:off x="419105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4" name="Google Shape;4724;p44"/>
            <p:cNvSpPr/>
            <p:nvPr/>
          </p:nvSpPr>
          <p:spPr>
            <a:xfrm>
              <a:off x="457206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5" name="Google Shape;4725;p44"/>
            <p:cNvSpPr/>
            <p:nvPr/>
          </p:nvSpPr>
          <p:spPr>
            <a:xfrm>
              <a:off x="495306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6" name="Google Shape;4726;p44"/>
            <p:cNvSpPr/>
            <p:nvPr/>
          </p:nvSpPr>
          <p:spPr>
            <a:xfrm>
              <a:off x="533407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7" name="Google Shape;4727;p44"/>
            <p:cNvSpPr/>
            <p:nvPr/>
          </p:nvSpPr>
          <p:spPr>
            <a:xfrm>
              <a:off x="571507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8" name="Google Shape;4728;p44"/>
            <p:cNvSpPr/>
            <p:nvPr/>
          </p:nvSpPr>
          <p:spPr>
            <a:xfrm>
              <a:off x="609608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9" name="Google Shape;4729;p44"/>
            <p:cNvSpPr/>
            <p:nvPr/>
          </p:nvSpPr>
          <p:spPr>
            <a:xfrm>
              <a:off x="647708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0" name="Google Shape;4730;p44"/>
            <p:cNvSpPr/>
            <p:nvPr/>
          </p:nvSpPr>
          <p:spPr>
            <a:xfrm>
              <a:off x="685809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1" name="Google Shape;4731;p44"/>
            <p:cNvSpPr/>
            <p:nvPr/>
          </p:nvSpPr>
          <p:spPr>
            <a:xfrm>
              <a:off x="723909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2" name="Google Shape;4732;p44"/>
            <p:cNvSpPr/>
            <p:nvPr/>
          </p:nvSpPr>
          <p:spPr>
            <a:xfrm>
              <a:off x="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3" name="Google Shape;4733;p44"/>
            <p:cNvSpPr/>
            <p:nvPr/>
          </p:nvSpPr>
          <p:spPr>
            <a:xfrm>
              <a:off x="38100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4" name="Google Shape;4734;p44"/>
            <p:cNvSpPr/>
            <p:nvPr/>
          </p:nvSpPr>
          <p:spPr>
            <a:xfrm>
              <a:off x="76201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5" name="Google Shape;4735;p44"/>
            <p:cNvSpPr/>
            <p:nvPr/>
          </p:nvSpPr>
          <p:spPr>
            <a:xfrm>
              <a:off x="114301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6" name="Google Shape;4736;p44"/>
            <p:cNvSpPr/>
            <p:nvPr/>
          </p:nvSpPr>
          <p:spPr>
            <a:xfrm>
              <a:off x="152402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7" name="Google Shape;4737;p44"/>
            <p:cNvSpPr/>
            <p:nvPr/>
          </p:nvSpPr>
          <p:spPr>
            <a:xfrm>
              <a:off x="190502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8" name="Google Shape;4738;p44"/>
            <p:cNvSpPr/>
            <p:nvPr/>
          </p:nvSpPr>
          <p:spPr>
            <a:xfrm>
              <a:off x="228603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9" name="Google Shape;4739;p44"/>
            <p:cNvSpPr/>
            <p:nvPr/>
          </p:nvSpPr>
          <p:spPr>
            <a:xfrm>
              <a:off x="266703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0" name="Google Shape;4740;p44"/>
            <p:cNvSpPr/>
            <p:nvPr/>
          </p:nvSpPr>
          <p:spPr>
            <a:xfrm>
              <a:off x="304804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1" name="Google Shape;4741;p44"/>
            <p:cNvSpPr/>
            <p:nvPr/>
          </p:nvSpPr>
          <p:spPr>
            <a:xfrm>
              <a:off x="342904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2" name="Google Shape;4742;p44"/>
            <p:cNvSpPr/>
            <p:nvPr/>
          </p:nvSpPr>
          <p:spPr>
            <a:xfrm>
              <a:off x="381005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3" name="Google Shape;4743;p44"/>
            <p:cNvSpPr/>
            <p:nvPr/>
          </p:nvSpPr>
          <p:spPr>
            <a:xfrm>
              <a:off x="419105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4" name="Google Shape;4744;p44"/>
            <p:cNvSpPr/>
            <p:nvPr/>
          </p:nvSpPr>
          <p:spPr>
            <a:xfrm>
              <a:off x="457206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5" name="Google Shape;4745;p44"/>
            <p:cNvSpPr/>
            <p:nvPr/>
          </p:nvSpPr>
          <p:spPr>
            <a:xfrm>
              <a:off x="495306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6" name="Google Shape;4746;p44"/>
            <p:cNvSpPr/>
            <p:nvPr/>
          </p:nvSpPr>
          <p:spPr>
            <a:xfrm>
              <a:off x="533407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7" name="Google Shape;4747;p44"/>
            <p:cNvSpPr/>
            <p:nvPr/>
          </p:nvSpPr>
          <p:spPr>
            <a:xfrm>
              <a:off x="571507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8" name="Google Shape;4748;p44"/>
            <p:cNvSpPr/>
            <p:nvPr/>
          </p:nvSpPr>
          <p:spPr>
            <a:xfrm>
              <a:off x="609608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9" name="Google Shape;4749;p44"/>
            <p:cNvSpPr/>
            <p:nvPr/>
          </p:nvSpPr>
          <p:spPr>
            <a:xfrm>
              <a:off x="647708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0" name="Google Shape;4750;p44"/>
            <p:cNvSpPr/>
            <p:nvPr/>
          </p:nvSpPr>
          <p:spPr>
            <a:xfrm>
              <a:off x="685809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1" name="Google Shape;4751;p44"/>
            <p:cNvSpPr/>
            <p:nvPr/>
          </p:nvSpPr>
          <p:spPr>
            <a:xfrm>
              <a:off x="723909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2" name="Google Shape;4752;p44"/>
            <p:cNvSpPr/>
            <p:nvPr/>
          </p:nvSpPr>
          <p:spPr>
            <a:xfrm>
              <a:off x="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3" name="Google Shape;4753;p44"/>
            <p:cNvSpPr/>
            <p:nvPr/>
          </p:nvSpPr>
          <p:spPr>
            <a:xfrm>
              <a:off x="38100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4" name="Google Shape;4754;p44"/>
            <p:cNvSpPr/>
            <p:nvPr/>
          </p:nvSpPr>
          <p:spPr>
            <a:xfrm>
              <a:off x="76201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5" name="Google Shape;4755;p44"/>
            <p:cNvSpPr/>
            <p:nvPr/>
          </p:nvSpPr>
          <p:spPr>
            <a:xfrm>
              <a:off x="114301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6" name="Google Shape;4756;p44"/>
            <p:cNvSpPr/>
            <p:nvPr/>
          </p:nvSpPr>
          <p:spPr>
            <a:xfrm>
              <a:off x="152402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7" name="Google Shape;4757;p44"/>
            <p:cNvSpPr/>
            <p:nvPr/>
          </p:nvSpPr>
          <p:spPr>
            <a:xfrm>
              <a:off x="190502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8" name="Google Shape;4758;p44"/>
            <p:cNvSpPr/>
            <p:nvPr/>
          </p:nvSpPr>
          <p:spPr>
            <a:xfrm>
              <a:off x="228603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9" name="Google Shape;4759;p44"/>
            <p:cNvSpPr/>
            <p:nvPr/>
          </p:nvSpPr>
          <p:spPr>
            <a:xfrm>
              <a:off x="266703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0" name="Google Shape;4760;p44"/>
            <p:cNvSpPr/>
            <p:nvPr/>
          </p:nvSpPr>
          <p:spPr>
            <a:xfrm>
              <a:off x="304804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1" name="Google Shape;4761;p44"/>
            <p:cNvSpPr/>
            <p:nvPr/>
          </p:nvSpPr>
          <p:spPr>
            <a:xfrm>
              <a:off x="342904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2" name="Google Shape;4762;p44"/>
            <p:cNvSpPr/>
            <p:nvPr/>
          </p:nvSpPr>
          <p:spPr>
            <a:xfrm>
              <a:off x="381005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3" name="Google Shape;4763;p44"/>
            <p:cNvSpPr/>
            <p:nvPr/>
          </p:nvSpPr>
          <p:spPr>
            <a:xfrm>
              <a:off x="419105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4" name="Google Shape;4764;p44"/>
            <p:cNvSpPr/>
            <p:nvPr/>
          </p:nvSpPr>
          <p:spPr>
            <a:xfrm>
              <a:off x="457206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5" name="Google Shape;4765;p44"/>
            <p:cNvSpPr/>
            <p:nvPr/>
          </p:nvSpPr>
          <p:spPr>
            <a:xfrm>
              <a:off x="495306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6" name="Google Shape;4766;p44"/>
            <p:cNvSpPr/>
            <p:nvPr/>
          </p:nvSpPr>
          <p:spPr>
            <a:xfrm>
              <a:off x="533407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7" name="Google Shape;4767;p44"/>
            <p:cNvSpPr/>
            <p:nvPr/>
          </p:nvSpPr>
          <p:spPr>
            <a:xfrm>
              <a:off x="571507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8" name="Google Shape;4768;p44"/>
            <p:cNvSpPr/>
            <p:nvPr/>
          </p:nvSpPr>
          <p:spPr>
            <a:xfrm>
              <a:off x="609608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9" name="Google Shape;4769;p44"/>
            <p:cNvSpPr/>
            <p:nvPr/>
          </p:nvSpPr>
          <p:spPr>
            <a:xfrm>
              <a:off x="647708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0" name="Google Shape;4770;p44"/>
            <p:cNvSpPr/>
            <p:nvPr/>
          </p:nvSpPr>
          <p:spPr>
            <a:xfrm>
              <a:off x="685809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1" name="Google Shape;4771;p44"/>
            <p:cNvSpPr/>
            <p:nvPr/>
          </p:nvSpPr>
          <p:spPr>
            <a:xfrm>
              <a:off x="723909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2" name="Google Shape;4772;p44"/>
            <p:cNvSpPr/>
            <p:nvPr/>
          </p:nvSpPr>
          <p:spPr>
            <a:xfrm>
              <a:off x="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3" name="Google Shape;4773;p44"/>
            <p:cNvSpPr/>
            <p:nvPr/>
          </p:nvSpPr>
          <p:spPr>
            <a:xfrm>
              <a:off x="38100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4" name="Google Shape;4774;p44"/>
            <p:cNvSpPr/>
            <p:nvPr/>
          </p:nvSpPr>
          <p:spPr>
            <a:xfrm>
              <a:off x="76201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5" name="Google Shape;4775;p44"/>
            <p:cNvSpPr/>
            <p:nvPr/>
          </p:nvSpPr>
          <p:spPr>
            <a:xfrm>
              <a:off x="114301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6" name="Google Shape;4776;p44"/>
            <p:cNvSpPr/>
            <p:nvPr/>
          </p:nvSpPr>
          <p:spPr>
            <a:xfrm>
              <a:off x="152402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7" name="Google Shape;4777;p44"/>
            <p:cNvSpPr/>
            <p:nvPr/>
          </p:nvSpPr>
          <p:spPr>
            <a:xfrm>
              <a:off x="190502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8" name="Google Shape;4778;p44"/>
            <p:cNvSpPr/>
            <p:nvPr/>
          </p:nvSpPr>
          <p:spPr>
            <a:xfrm>
              <a:off x="228603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9" name="Google Shape;4779;p44"/>
            <p:cNvSpPr/>
            <p:nvPr/>
          </p:nvSpPr>
          <p:spPr>
            <a:xfrm>
              <a:off x="266703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0" name="Google Shape;4780;p44"/>
            <p:cNvSpPr/>
            <p:nvPr/>
          </p:nvSpPr>
          <p:spPr>
            <a:xfrm>
              <a:off x="304804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1" name="Google Shape;4781;p44"/>
            <p:cNvSpPr/>
            <p:nvPr/>
          </p:nvSpPr>
          <p:spPr>
            <a:xfrm>
              <a:off x="342904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2" name="Google Shape;4782;p44"/>
            <p:cNvSpPr/>
            <p:nvPr/>
          </p:nvSpPr>
          <p:spPr>
            <a:xfrm>
              <a:off x="381005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3" name="Google Shape;4783;p44"/>
            <p:cNvSpPr/>
            <p:nvPr/>
          </p:nvSpPr>
          <p:spPr>
            <a:xfrm>
              <a:off x="419105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4" name="Google Shape;4784;p44"/>
            <p:cNvSpPr/>
            <p:nvPr/>
          </p:nvSpPr>
          <p:spPr>
            <a:xfrm>
              <a:off x="457206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5" name="Google Shape;4785;p44"/>
            <p:cNvSpPr/>
            <p:nvPr/>
          </p:nvSpPr>
          <p:spPr>
            <a:xfrm>
              <a:off x="495306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6" name="Google Shape;4786;p44"/>
            <p:cNvSpPr/>
            <p:nvPr/>
          </p:nvSpPr>
          <p:spPr>
            <a:xfrm>
              <a:off x="533407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7" name="Google Shape;4787;p44"/>
            <p:cNvSpPr/>
            <p:nvPr/>
          </p:nvSpPr>
          <p:spPr>
            <a:xfrm>
              <a:off x="571507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8" name="Google Shape;4788;p44"/>
            <p:cNvSpPr/>
            <p:nvPr/>
          </p:nvSpPr>
          <p:spPr>
            <a:xfrm>
              <a:off x="609608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9" name="Google Shape;4789;p44"/>
            <p:cNvSpPr/>
            <p:nvPr/>
          </p:nvSpPr>
          <p:spPr>
            <a:xfrm>
              <a:off x="647708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0" name="Google Shape;4790;p44"/>
            <p:cNvSpPr/>
            <p:nvPr/>
          </p:nvSpPr>
          <p:spPr>
            <a:xfrm>
              <a:off x="685809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1" name="Google Shape;4791;p44"/>
            <p:cNvSpPr/>
            <p:nvPr/>
          </p:nvSpPr>
          <p:spPr>
            <a:xfrm>
              <a:off x="723909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2" name="Google Shape;4792;p44"/>
            <p:cNvSpPr/>
            <p:nvPr/>
          </p:nvSpPr>
          <p:spPr>
            <a:xfrm>
              <a:off x="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3" name="Google Shape;4793;p44"/>
            <p:cNvSpPr/>
            <p:nvPr/>
          </p:nvSpPr>
          <p:spPr>
            <a:xfrm>
              <a:off x="38100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4" name="Google Shape;4794;p44"/>
            <p:cNvSpPr/>
            <p:nvPr/>
          </p:nvSpPr>
          <p:spPr>
            <a:xfrm>
              <a:off x="76201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5" name="Google Shape;4795;p44"/>
            <p:cNvSpPr/>
            <p:nvPr/>
          </p:nvSpPr>
          <p:spPr>
            <a:xfrm>
              <a:off x="114301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6" name="Google Shape;4796;p44"/>
            <p:cNvSpPr/>
            <p:nvPr/>
          </p:nvSpPr>
          <p:spPr>
            <a:xfrm>
              <a:off x="152402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7" name="Google Shape;4797;p44"/>
            <p:cNvSpPr/>
            <p:nvPr/>
          </p:nvSpPr>
          <p:spPr>
            <a:xfrm>
              <a:off x="190502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8" name="Google Shape;4798;p44"/>
            <p:cNvSpPr/>
            <p:nvPr/>
          </p:nvSpPr>
          <p:spPr>
            <a:xfrm>
              <a:off x="228603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9" name="Google Shape;4799;p44"/>
            <p:cNvSpPr/>
            <p:nvPr/>
          </p:nvSpPr>
          <p:spPr>
            <a:xfrm>
              <a:off x="266703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0" name="Google Shape;4800;p44"/>
            <p:cNvSpPr/>
            <p:nvPr/>
          </p:nvSpPr>
          <p:spPr>
            <a:xfrm>
              <a:off x="304804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1" name="Google Shape;4801;p44"/>
            <p:cNvSpPr/>
            <p:nvPr/>
          </p:nvSpPr>
          <p:spPr>
            <a:xfrm>
              <a:off x="342904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2" name="Google Shape;4802;p44"/>
            <p:cNvSpPr/>
            <p:nvPr/>
          </p:nvSpPr>
          <p:spPr>
            <a:xfrm>
              <a:off x="381005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3" name="Google Shape;4803;p44"/>
            <p:cNvSpPr/>
            <p:nvPr/>
          </p:nvSpPr>
          <p:spPr>
            <a:xfrm>
              <a:off x="419105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4" name="Google Shape;4804;p44"/>
            <p:cNvSpPr/>
            <p:nvPr/>
          </p:nvSpPr>
          <p:spPr>
            <a:xfrm>
              <a:off x="457206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5" name="Google Shape;4805;p44"/>
            <p:cNvSpPr/>
            <p:nvPr/>
          </p:nvSpPr>
          <p:spPr>
            <a:xfrm>
              <a:off x="495306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6" name="Google Shape;4806;p44"/>
            <p:cNvSpPr/>
            <p:nvPr/>
          </p:nvSpPr>
          <p:spPr>
            <a:xfrm>
              <a:off x="533407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7" name="Google Shape;4807;p44"/>
            <p:cNvSpPr/>
            <p:nvPr/>
          </p:nvSpPr>
          <p:spPr>
            <a:xfrm>
              <a:off x="571507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8" name="Google Shape;4808;p44"/>
            <p:cNvSpPr/>
            <p:nvPr/>
          </p:nvSpPr>
          <p:spPr>
            <a:xfrm>
              <a:off x="609608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9" name="Google Shape;4809;p44"/>
            <p:cNvSpPr/>
            <p:nvPr/>
          </p:nvSpPr>
          <p:spPr>
            <a:xfrm>
              <a:off x="647708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0" name="Google Shape;4810;p44"/>
            <p:cNvSpPr/>
            <p:nvPr/>
          </p:nvSpPr>
          <p:spPr>
            <a:xfrm>
              <a:off x="685809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1" name="Google Shape;4811;p44"/>
            <p:cNvSpPr/>
            <p:nvPr/>
          </p:nvSpPr>
          <p:spPr>
            <a:xfrm>
              <a:off x="723909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2" name="Google Shape;4812;p44"/>
            <p:cNvSpPr/>
            <p:nvPr/>
          </p:nvSpPr>
          <p:spPr>
            <a:xfrm>
              <a:off x="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3" name="Google Shape;4813;p44"/>
            <p:cNvSpPr/>
            <p:nvPr/>
          </p:nvSpPr>
          <p:spPr>
            <a:xfrm>
              <a:off x="38100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4" name="Google Shape;4814;p44"/>
            <p:cNvSpPr/>
            <p:nvPr/>
          </p:nvSpPr>
          <p:spPr>
            <a:xfrm>
              <a:off x="76201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5" name="Google Shape;4815;p44"/>
            <p:cNvSpPr/>
            <p:nvPr/>
          </p:nvSpPr>
          <p:spPr>
            <a:xfrm>
              <a:off x="114301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6" name="Google Shape;4816;p44"/>
            <p:cNvSpPr/>
            <p:nvPr/>
          </p:nvSpPr>
          <p:spPr>
            <a:xfrm>
              <a:off x="152402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7" name="Google Shape;4817;p44"/>
            <p:cNvSpPr/>
            <p:nvPr/>
          </p:nvSpPr>
          <p:spPr>
            <a:xfrm>
              <a:off x="190502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8" name="Google Shape;4818;p44"/>
            <p:cNvSpPr/>
            <p:nvPr/>
          </p:nvSpPr>
          <p:spPr>
            <a:xfrm>
              <a:off x="228603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9" name="Google Shape;4819;p44"/>
            <p:cNvSpPr/>
            <p:nvPr/>
          </p:nvSpPr>
          <p:spPr>
            <a:xfrm>
              <a:off x="266703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0" name="Google Shape;4820;p44"/>
            <p:cNvSpPr/>
            <p:nvPr/>
          </p:nvSpPr>
          <p:spPr>
            <a:xfrm>
              <a:off x="304804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1" name="Google Shape;4821;p44"/>
            <p:cNvSpPr/>
            <p:nvPr/>
          </p:nvSpPr>
          <p:spPr>
            <a:xfrm>
              <a:off x="342904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2" name="Google Shape;4822;p44"/>
            <p:cNvSpPr/>
            <p:nvPr/>
          </p:nvSpPr>
          <p:spPr>
            <a:xfrm>
              <a:off x="381005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3" name="Google Shape;4823;p44"/>
            <p:cNvSpPr/>
            <p:nvPr/>
          </p:nvSpPr>
          <p:spPr>
            <a:xfrm>
              <a:off x="419105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4" name="Google Shape;4824;p44"/>
            <p:cNvSpPr/>
            <p:nvPr/>
          </p:nvSpPr>
          <p:spPr>
            <a:xfrm>
              <a:off x="457206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5" name="Google Shape;4825;p44"/>
            <p:cNvSpPr/>
            <p:nvPr/>
          </p:nvSpPr>
          <p:spPr>
            <a:xfrm>
              <a:off x="495306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6" name="Google Shape;4826;p44"/>
            <p:cNvSpPr/>
            <p:nvPr/>
          </p:nvSpPr>
          <p:spPr>
            <a:xfrm>
              <a:off x="533407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7" name="Google Shape;4827;p44"/>
            <p:cNvSpPr/>
            <p:nvPr/>
          </p:nvSpPr>
          <p:spPr>
            <a:xfrm>
              <a:off x="571507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8" name="Google Shape;4828;p44"/>
            <p:cNvSpPr/>
            <p:nvPr/>
          </p:nvSpPr>
          <p:spPr>
            <a:xfrm>
              <a:off x="609608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9" name="Google Shape;4829;p44"/>
            <p:cNvSpPr/>
            <p:nvPr/>
          </p:nvSpPr>
          <p:spPr>
            <a:xfrm>
              <a:off x="647708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0" name="Google Shape;4830;p44"/>
            <p:cNvSpPr/>
            <p:nvPr/>
          </p:nvSpPr>
          <p:spPr>
            <a:xfrm>
              <a:off x="685809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1" name="Google Shape;4831;p44"/>
            <p:cNvSpPr/>
            <p:nvPr/>
          </p:nvSpPr>
          <p:spPr>
            <a:xfrm>
              <a:off x="723909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2" name="Google Shape;4832;p44"/>
            <p:cNvSpPr/>
            <p:nvPr/>
          </p:nvSpPr>
          <p:spPr>
            <a:xfrm>
              <a:off x="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3" name="Google Shape;4833;p44"/>
            <p:cNvSpPr/>
            <p:nvPr/>
          </p:nvSpPr>
          <p:spPr>
            <a:xfrm>
              <a:off x="38100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4" name="Google Shape;4834;p44"/>
            <p:cNvSpPr/>
            <p:nvPr/>
          </p:nvSpPr>
          <p:spPr>
            <a:xfrm>
              <a:off x="76201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5" name="Google Shape;4835;p44"/>
            <p:cNvSpPr/>
            <p:nvPr/>
          </p:nvSpPr>
          <p:spPr>
            <a:xfrm>
              <a:off x="114301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6" name="Google Shape;4836;p44"/>
            <p:cNvSpPr/>
            <p:nvPr/>
          </p:nvSpPr>
          <p:spPr>
            <a:xfrm>
              <a:off x="152402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7" name="Google Shape;4837;p44"/>
            <p:cNvSpPr/>
            <p:nvPr/>
          </p:nvSpPr>
          <p:spPr>
            <a:xfrm>
              <a:off x="190502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8" name="Google Shape;4838;p44"/>
            <p:cNvSpPr/>
            <p:nvPr/>
          </p:nvSpPr>
          <p:spPr>
            <a:xfrm>
              <a:off x="228603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9" name="Google Shape;4839;p44"/>
            <p:cNvSpPr/>
            <p:nvPr/>
          </p:nvSpPr>
          <p:spPr>
            <a:xfrm>
              <a:off x="266703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0" name="Google Shape;4840;p44"/>
            <p:cNvSpPr/>
            <p:nvPr/>
          </p:nvSpPr>
          <p:spPr>
            <a:xfrm>
              <a:off x="304804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1" name="Google Shape;4841;p44"/>
            <p:cNvSpPr/>
            <p:nvPr/>
          </p:nvSpPr>
          <p:spPr>
            <a:xfrm>
              <a:off x="342904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2" name="Google Shape;4842;p44"/>
            <p:cNvSpPr/>
            <p:nvPr/>
          </p:nvSpPr>
          <p:spPr>
            <a:xfrm>
              <a:off x="381005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3" name="Google Shape;4843;p44"/>
            <p:cNvSpPr/>
            <p:nvPr/>
          </p:nvSpPr>
          <p:spPr>
            <a:xfrm>
              <a:off x="419105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4" name="Google Shape;4844;p44"/>
            <p:cNvSpPr/>
            <p:nvPr/>
          </p:nvSpPr>
          <p:spPr>
            <a:xfrm>
              <a:off x="457206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5" name="Google Shape;4845;p44"/>
            <p:cNvSpPr/>
            <p:nvPr/>
          </p:nvSpPr>
          <p:spPr>
            <a:xfrm>
              <a:off x="495306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6" name="Google Shape;4846;p44"/>
            <p:cNvSpPr/>
            <p:nvPr/>
          </p:nvSpPr>
          <p:spPr>
            <a:xfrm>
              <a:off x="533407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7" name="Google Shape;4847;p44"/>
            <p:cNvSpPr/>
            <p:nvPr/>
          </p:nvSpPr>
          <p:spPr>
            <a:xfrm>
              <a:off x="571507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8" name="Google Shape;4848;p44"/>
            <p:cNvSpPr/>
            <p:nvPr/>
          </p:nvSpPr>
          <p:spPr>
            <a:xfrm>
              <a:off x="609608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9" name="Google Shape;4849;p44"/>
            <p:cNvSpPr/>
            <p:nvPr/>
          </p:nvSpPr>
          <p:spPr>
            <a:xfrm>
              <a:off x="647708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0" name="Google Shape;4850;p44"/>
            <p:cNvSpPr/>
            <p:nvPr/>
          </p:nvSpPr>
          <p:spPr>
            <a:xfrm>
              <a:off x="685809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1" name="Google Shape;4851;p44"/>
            <p:cNvSpPr/>
            <p:nvPr/>
          </p:nvSpPr>
          <p:spPr>
            <a:xfrm>
              <a:off x="723909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2" name="Google Shape;4852;p44"/>
            <p:cNvSpPr/>
            <p:nvPr/>
          </p:nvSpPr>
          <p:spPr>
            <a:xfrm>
              <a:off x="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3" name="Google Shape;4853;p44"/>
            <p:cNvSpPr/>
            <p:nvPr/>
          </p:nvSpPr>
          <p:spPr>
            <a:xfrm>
              <a:off x="38100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4" name="Google Shape;4854;p44"/>
            <p:cNvSpPr/>
            <p:nvPr/>
          </p:nvSpPr>
          <p:spPr>
            <a:xfrm>
              <a:off x="76201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5" name="Google Shape;4855;p44"/>
            <p:cNvSpPr/>
            <p:nvPr/>
          </p:nvSpPr>
          <p:spPr>
            <a:xfrm>
              <a:off x="114301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6" name="Google Shape;4856;p44"/>
            <p:cNvSpPr/>
            <p:nvPr/>
          </p:nvSpPr>
          <p:spPr>
            <a:xfrm>
              <a:off x="152402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7" name="Google Shape;4857;p44"/>
            <p:cNvSpPr/>
            <p:nvPr/>
          </p:nvSpPr>
          <p:spPr>
            <a:xfrm>
              <a:off x="190502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8" name="Google Shape;4858;p44"/>
            <p:cNvSpPr/>
            <p:nvPr/>
          </p:nvSpPr>
          <p:spPr>
            <a:xfrm>
              <a:off x="228603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9" name="Google Shape;4859;p44"/>
            <p:cNvSpPr/>
            <p:nvPr/>
          </p:nvSpPr>
          <p:spPr>
            <a:xfrm>
              <a:off x="266703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0" name="Google Shape;4860;p44"/>
            <p:cNvSpPr/>
            <p:nvPr/>
          </p:nvSpPr>
          <p:spPr>
            <a:xfrm>
              <a:off x="304804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1" name="Google Shape;4861;p44"/>
            <p:cNvSpPr/>
            <p:nvPr/>
          </p:nvSpPr>
          <p:spPr>
            <a:xfrm>
              <a:off x="342904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2" name="Google Shape;4862;p44"/>
            <p:cNvSpPr/>
            <p:nvPr/>
          </p:nvSpPr>
          <p:spPr>
            <a:xfrm>
              <a:off x="381005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3" name="Google Shape;4863;p44"/>
            <p:cNvSpPr/>
            <p:nvPr/>
          </p:nvSpPr>
          <p:spPr>
            <a:xfrm>
              <a:off x="419105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4" name="Google Shape;4864;p44"/>
            <p:cNvSpPr/>
            <p:nvPr/>
          </p:nvSpPr>
          <p:spPr>
            <a:xfrm>
              <a:off x="457206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5" name="Google Shape;4865;p44"/>
            <p:cNvSpPr/>
            <p:nvPr/>
          </p:nvSpPr>
          <p:spPr>
            <a:xfrm>
              <a:off x="495306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6" name="Google Shape;4866;p44"/>
            <p:cNvSpPr/>
            <p:nvPr/>
          </p:nvSpPr>
          <p:spPr>
            <a:xfrm>
              <a:off x="533407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7" name="Google Shape;4867;p44"/>
            <p:cNvSpPr/>
            <p:nvPr/>
          </p:nvSpPr>
          <p:spPr>
            <a:xfrm>
              <a:off x="571507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8" name="Google Shape;4868;p44"/>
            <p:cNvSpPr/>
            <p:nvPr/>
          </p:nvSpPr>
          <p:spPr>
            <a:xfrm>
              <a:off x="609608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9" name="Google Shape;4869;p44"/>
            <p:cNvSpPr/>
            <p:nvPr/>
          </p:nvSpPr>
          <p:spPr>
            <a:xfrm>
              <a:off x="647708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0" name="Google Shape;4870;p44"/>
            <p:cNvSpPr/>
            <p:nvPr/>
          </p:nvSpPr>
          <p:spPr>
            <a:xfrm>
              <a:off x="685809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1" name="Google Shape;4871;p44"/>
            <p:cNvSpPr/>
            <p:nvPr/>
          </p:nvSpPr>
          <p:spPr>
            <a:xfrm>
              <a:off x="723909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2" name="Google Shape;4872;p44"/>
            <p:cNvSpPr/>
            <p:nvPr/>
          </p:nvSpPr>
          <p:spPr>
            <a:xfrm>
              <a:off x="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3" name="Google Shape;4873;p44"/>
            <p:cNvSpPr/>
            <p:nvPr/>
          </p:nvSpPr>
          <p:spPr>
            <a:xfrm>
              <a:off x="38100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4" name="Google Shape;4874;p44"/>
            <p:cNvSpPr/>
            <p:nvPr/>
          </p:nvSpPr>
          <p:spPr>
            <a:xfrm>
              <a:off x="76201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5" name="Google Shape;4875;p44"/>
            <p:cNvSpPr/>
            <p:nvPr/>
          </p:nvSpPr>
          <p:spPr>
            <a:xfrm>
              <a:off x="114301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6" name="Google Shape;4876;p44"/>
            <p:cNvSpPr/>
            <p:nvPr/>
          </p:nvSpPr>
          <p:spPr>
            <a:xfrm>
              <a:off x="152402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7" name="Google Shape;4877;p44"/>
            <p:cNvSpPr/>
            <p:nvPr/>
          </p:nvSpPr>
          <p:spPr>
            <a:xfrm>
              <a:off x="190502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8" name="Google Shape;4878;p44"/>
            <p:cNvSpPr/>
            <p:nvPr/>
          </p:nvSpPr>
          <p:spPr>
            <a:xfrm>
              <a:off x="228603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9" name="Google Shape;4879;p44"/>
            <p:cNvSpPr/>
            <p:nvPr/>
          </p:nvSpPr>
          <p:spPr>
            <a:xfrm>
              <a:off x="266703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0" name="Google Shape;4880;p44"/>
            <p:cNvSpPr/>
            <p:nvPr/>
          </p:nvSpPr>
          <p:spPr>
            <a:xfrm>
              <a:off x="304804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1" name="Google Shape;4881;p44"/>
            <p:cNvSpPr/>
            <p:nvPr/>
          </p:nvSpPr>
          <p:spPr>
            <a:xfrm>
              <a:off x="342904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2" name="Google Shape;4882;p44"/>
            <p:cNvSpPr/>
            <p:nvPr/>
          </p:nvSpPr>
          <p:spPr>
            <a:xfrm>
              <a:off x="381005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3" name="Google Shape;4883;p44"/>
            <p:cNvSpPr/>
            <p:nvPr/>
          </p:nvSpPr>
          <p:spPr>
            <a:xfrm>
              <a:off x="419105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4" name="Google Shape;4884;p44"/>
            <p:cNvSpPr/>
            <p:nvPr/>
          </p:nvSpPr>
          <p:spPr>
            <a:xfrm>
              <a:off x="457206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5" name="Google Shape;4885;p44"/>
            <p:cNvSpPr/>
            <p:nvPr/>
          </p:nvSpPr>
          <p:spPr>
            <a:xfrm>
              <a:off x="495306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6" name="Google Shape;4886;p44"/>
            <p:cNvSpPr/>
            <p:nvPr/>
          </p:nvSpPr>
          <p:spPr>
            <a:xfrm>
              <a:off x="533407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7" name="Google Shape;4887;p44"/>
            <p:cNvSpPr/>
            <p:nvPr/>
          </p:nvSpPr>
          <p:spPr>
            <a:xfrm>
              <a:off x="571507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8" name="Google Shape;4888;p44"/>
            <p:cNvSpPr/>
            <p:nvPr/>
          </p:nvSpPr>
          <p:spPr>
            <a:xfrm>
              <a:off x="609608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9" name="Google Shape;4889;p44"/>
            <p:cNvSpPr/>
            <p:nvPr/>
          </p:nvSpPr>
          <p:spPr>
            <a:xfrm>
              <a:off x="647708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0" name="Google Shape;4890;p44"/>
            <p:cNvSpPr/>
            <p:nvPr/>
          </p:nvSpPr>
          <p:spPr>
            <a:xfrm>
              <a:off x="685809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1" name="Google Shape;4891;p44"/>
            <p:cNvSpPr/>
            <p:nvPr/>
          </p:nvSpPr>
          <p:spPr>
            <a:xfrm>
              <a:off x="723909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2" name="Google Shape;4892;p44"/>
            <p:cNvSpPr/>
            <p:nvPr/>
          </p:nvSpPr>
          <p:spPr>
            <a:xfrm>
              <a:off x="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3" name="Google Shape;4893;p44"/>
            <p:cNvSpPr/>
            <p:nvPr/>
          </p:nvSpPr>
          <p:spPr>
            <a:xfrm>
              <a:off x="38100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4" name="Google Shape;4894;p44"/>
            <p:cNvSpPr/>
            <p:nvPr/>
          </p:nvSpPr>
          <p:spPr>
            <a:xfrm>
              <a:off x="76201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5" name="Google Shape;4895;p44"/>
            <p:cNvSpPr/>
            <p:nvPr/>
          </p:nvSpPr>
          <p:spPr>
            <a:xfrm>
              <a:off x="114301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6" name="Google Shape;4896;p44"/>
            <p:cNvSpPr/>
            <p:nvPr/>
          </p:nvSpPr>
          <p:spPr>
            <a:xfrm>
              <a:off x="152402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7" name="Google Shape;4897;p44"/>
            <p:cNvSpPr/>
            <p:nvPr/>
          </p:nvSpPr>
          <p:spPr>
            <a:xfrm>
              <a:off x="190502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8" name="Google Shape;4898;p44"/>
            <p:cNvSpPr/>
            <p:nvPr/>
          </p:nvSpPr>
          <p:spPr>
            <a:xfrm>
              <a:off x="228603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9" name="Google Shape;4899;p44"/>
            <p:cNvSpPr/>
            <p:nvPr/>
          </p:nvSpPr>
          <p:spPr>
            <a:xfrm>
              <a:off x="266703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0" name="Google Shape;4900;p44"/>
            <p:cNvSpPr/>
            <p:nvPr/>
          </p:nvSpPr>
          <p:spPr>
            <a:xfrm>
              <a:off x="304804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1" name="Google Shape;4901;p44"/>
            <p:cNvSpPr/>
            <p:nvPr/>
          </p:nvSpPr>
          <p:spPr>
            <a:xfrm>
              <a:off x="342904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2" name="Google Shape;4902;p44"/>
            <p:cNvSpPr/>
            <p:nvPr/>
          </p:nvSpPr>
          <p:spPr>
            <a:xfrm>
              <a:off x="381005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3" name="Google Shape;4903;p44"/>
            <p:cNvSpPr/>
            <p:nvPr/>
          </p:nvSpPr>
          <p:spPr>
            <a:xfrm>
              <a:off x="419105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4" name="Google Shape;4904;p44"/>
            <p:cNvSpPr/>
            <p:nvPr/>
          </p:nvSpPr>
          <p:spPr>
            <a:xfrm>
              <a:off x="457206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5" name="Google Shape;4905;p44"/>
            <p:cNvSpPr/>
            <p:nvPr/>
          </p:nvSpPr>
          <p:spPr>
            <a:xfrm>
              <a:off x="495306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6" name="Google Shape;4906;p44"/>
            <p:cNvSpPr/>
            <p:nvPr/>
          </p:nvSpPr>
          <p:spPr>
            <a:xfrm>
              <a:off x="533407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7" name="Google Shape;4907;p44"/>
            <p:cNvSpPr/>
            <p:nvPr/>
          </p:nvSpPr>
          <p:spPr>
            <a:xfrm>
              <a:off x="571507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8" name="Google Shape;4908;p44"/>
            <p:cNvSpPr/>
            <p:nvPr/>
          </p:nvSpPr>
          <p:spPr>
            <a:xfrm>
              <a:off x="609608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9" name="Google Shape;4909;p44"/>
            <p:cNvSpPr/>
            <p:nvPr/>
          </p:nvSpPr>
          <p:spPr>
            <a:xfrm>
              <a:off x="647708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0" name="Google Shape;4910;p44"/>
            <p:cNvSpPr/>
            <p:nvPr/>
          </p:nvSpPr>
          <p:spPr>
            <a:xfrm>
              <a:off x="685809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1" name="Google Shape;4911;p44"/>
            <p:cNvSpPr/>
            <p:nvPr/>
          </p:nvSpPr>
          <p:spPr>
            <a:xfrm>
              <a:off x="723909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2" name="Google Shape;4912;p44"/>
            <p:cNvSpPr/>
            <p:nvPr/>
          </p:nvSpPr>
          <p:spPr>
            <a:xfrm>
              <a:off x="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3" name="Google Shape;4913;p44"/>
            <p:cNvSpPr/>
            <p:nvPr/>
          </p:nvSpPr>
          <p:spPr>
            <a:xfrm>
              <a:off x="38100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4" name="Google Shape;4914;p44"/>
            <p:cNvSpPr/>
            <p:nvPr/>
          </p:nvSpPr>
          <p:spPr>
            <a:xfrm>
              <a:off x="76201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5" name="Google Shape;4915;p44"/>
            <p:cNvSpPr/>
            <p:nvPr/>
          </p:nvSpPr>
          <p:spPr>
            <a:xfrm>
              <a:off x="114301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6" name="Google Shape;4916;p44"/>
            <p:cNvSpPr/>
            <p:nvPr/>
          </p:nvSpPr>
          <p:spPr>
            <a:xfrm>
              <a:off x="152402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7" name="Google Shape;4917;p44"/>
            <p:cNvSpPr/>
            <p:nvPr/>
          </p:nvSpPr>
          <p:spPr>
            <a:xfrm>
              <a:off x="190502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8" name="Google Shape;4918;p44"/>
            <p:cNvSpPr/>
            <p:nvPr/>
          </p:nvSpPr>
          <p:spPr>
            <a:xfrm>
              <a:off x="228603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9" name="Google Shape;4919;p44"/>
            <p:cNvSpPr/>
            <p:nvPr/>
          </p:nvSpPr>
          <p:spPr>
            <a:xfrm>
              <a:off x="266703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0" name="Google Shape;4920;p44"/>
            <p:cNvSpPr/>
            <p:nvPr/>
          </p:nvSpPr>
          <p:spPr>
            <a:xfrm>
              <a:off x="304804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1" name="Google Shape;4921;p44"/>
            <p:cNvSpPr/>
            <p:nvPr/>
          </p:nvSpPr>
          <p:spPr>
            <a:xfrm>
              <a:off x="342904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2" name="Google Shape;4922;p44"/>
            <p:cNvSpPr/>
            <p:nvPr/>
          </p:nvSpPr>
          <p:spPr>
            <a:xfrm>
              <a:off x="381005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3" name="Google Shape;4923;p44"/>
            <p:cNvSpPr/>
            <p:nvPr/>
          </p:nvSpPr>
          <p:spPr>
            <a:xfrm>
              <a:off x="419105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4" name="Google Shape;4924;p44"/>
            <p:cNvSpPr/>
            <p:nvPr/>
          </p:nvSpPr>
          <p:spPr>
            <a:xfrm>
              <a:off x="457206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5" name="Google Shape;4925;p44"/>
            <p:cNvSpPr/>
            <p:nvPr/>
          </p:nvSpPr>
          <p:spPr>
            <a:xfrm>
              <a:off x="495306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6" name="Google Shape;4926;p44"/>
            <p:cNvSpPr/>
            <p:nvPr/>
          </p:nvSpPr>
          <p:spPr>
            <a:xfrm>
              <a:off x="533407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7" name="Google Shape;4927;p44"/>
            <p:cNvSpPr/>
            <p:nvPr/>
          </p:nvSpPr>
          <p:spPr>
            <a:xfrm>
              <a:off x="571507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8" name="Google Shape;4928;p44"/>
            <p:cNvSpPr/>
            <p:nvPr/>
          </p:nvSpPr>
          <p:spPr>
            <a:xfrm>
              <a:off x="609608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9" name="Google Shape;4929;p44"/>
            <p:cNvSpPr/>
            <p:nvPr/>
          </p:nvSpPr>
          <p:spPr>
            <a:xfrm>
              <a:off x="647708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0" name="Google Shape;4930;p44"/>
            <p:cNvSpPr/>
            <p:nvPr/>
          </p:nvSpPr>
          <p:spPr>
            <a:xfrm>
              <a:off x="685809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1" name="Google Shape;4931;p44"/>
            <p:cNvSpPr/>
            <p:nvPr/>
          </p:nvSpPr>
          <p:spPr>
            <a:xfrm>
              <a:off x="723909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2" name="Google Shape;4932;p44"/>
            <p:cNvSpPr/>
            <p:nvPr/>
          </p:nvSpPr>
          <p:spPr>
            <a:xfrm>
              <a:off x="7620110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3" name="Google Shape;4933;p44"/>
            <p:cNvSpPr/>
            <p:nvPr/>
          </p:nvSpPr>
          <p:spPr>
            <a:xfrm>
              <a:off x="8001115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4" name="Google Shape;4934;p44"/>
            <p:cNvSpPr/>
            <p:nvPr/>
          </p:nvSpPr>
          <p:spPr>
            <a:xfrm>
              <a:off x="8382120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5" name="Google Shape;4935;p44"/>
            <p:cNvSpPr/>
            <p:nvPr/>
          </p:nvSpPr>
          <p:spPr>
            <a:xfrm>
              <a:off x="8763125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6" name="Google Shape;4936;p44"/>
            <p:cNvSpPr/>
            <p:nvPr/>
          </p:nvSpPr>
          <p:spPr>
            <a:xfrm>
              <a:off x="7620110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7" name="Google Shape;4937;p44"/>
            <p:cNvSpPr/>
            <p:nvPr/>
          </p:nvSpPr>
          <p:spPr>
            <a:xfrm>
              <a:off x="8001115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8" name="Google Shape;4938;p44"/>
            <p:cNvSpPr/>
            <p:nvPr/>
          </p:nvSpPr>
          <p:spPr>
            <a:xfrm>
              <a:off x="8382120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9" name="Google Shape;4939;p44"/>
            <p:cNvSpPr/>
            <p:nvPr/>
          </p:nvSpPr>
          <p:spPr>
            <a:xfrm>
              <a:off x="8763125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0" name="Google Shape;4940;p44"/>
            <p:cNvSpPr/>
            <p:nvPr/>
          </p:nvSpPr>
          <p:spPr>
            <a:xfrm>
              <a:off x="7620110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1" name="Google Shape;4941;p44"/>
            <p:cNvSpPr/>
            <p:nvPr/>
          </p:nvSpPr>
          <p:spPr>
            <a:xfrm>
              <a:off x="8001115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2" name="Google Shape;4942;p44"/>
            <p:cNvSpPr/>
            <p:nvPr/>
          </p:nvSpPr>
          <p:spPr>
            <a:xfrm>
              <a:off x="8382120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3" name="Google Shape;4943;p44"/>
            <p:cNvSpPr/>
            <p:nvPr/>
          </p:nvSpPr>
          <p:spPr>
            <a:xfrm>
              <a:off x="8763125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4" name="Google Shape;4944;p44"/>
            <p:cNvSpPr/>
            <p:nvPr/>
          </p:nvSpPr>
          <p:spPr>
            <a:xfrm>
              <a:off x="7620110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5" name="Google Shape;4945;p44"/>
            <p:cNvSpPr/>
            <p:nvPr/>
          </p:nvSpPr>
          <p:spPr>
            <a:xfrm>
              <a:off x="8001115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6" name="Google Shape;4946;p44"/>
            <p:cNvSpPr/>
            <p:nvPr/>
          </p:nvSpPr>
          <p:spPr>
            <a:xfrm>
              <a:off x="8382120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7" name="Google Shape;4947;p44"/>
            <p:cNvSpPr/>
            <p:nvPr/>
          </p:nvSpPr>
          <p:spPr>
            <a:xfrm>
              <a:off x="8763125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8" name="Google Shape;4948;p44"/>
            <p:cNvSpPr/>
            <p:nvPr/>
          </p:nvSpPr>
          <p:spPr>
            <a:xfrm>
              <a:off x="7620110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9" name="Google Shape;4949;p44"/>
            <p:cNvSpPr/>
            <p:nvPr/>
          </p:nvSpPr>
          <p:spPr>
            <a:xfrm>
              <a:off x="8001115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0" name="Google Shape;4950;p44"/>
            <p:cNvSpPr/>
            <p:nvPr/>
          </p:nvSpPr>
          <p:spPr>
            <a:xfrm>
              <a:off x="8382120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1" name="Google Shape;4951;p44"/>
            <p:cNvSpPr/>
            <p:nvPr/>
          </p:nvSpPr>
          <p:spPr>
            <a:xfrm>
              <a:off x="8763125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2" name="Google Shape;4952;p44"/>
            <p:cNvSpPr/>
            <p:nvPr/>
          </p:nvSpPr>
          <p:spPr>
            <a:xfrm>
              <a:off x="7620110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3" name="Google Shape;4953;p44"/>
            <p:cNvSpPr/>
            <p:nvPr/>
          </p:nvSpPr>
          <p:spPr>
            <a:xfrm>
              <a:off x="8001115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4" name="Google Shape;4954;p44"/>
            <p:cNvSpPr/>
            <p:nvPr/>
          </p:nvSpPr>
          <p:spPr>
            <a:xfrm>
              <a:off x="8382120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5" name="Google Shape;4955;p44"/>
            <p:cNvSpPr/>
            <p:nvPr/>
          </p:nvSpPr>
          <p:spPr>
            <a:xfrm>
              <a:off x="8763125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6" name="Google Shape;4956;p44"/>
            <p:cNvSpPr/>
            <p:nvPr/>
          </p:nvSpPr>
          <p:spPr>
            <a:xfrm>
              <a:off x="7620110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7" name="Google Shape;4957;p44"/>
            <p:cNvSpPr/>
            <p:nvPr/>
          </p:nvSpPr>
          <p:spPr>
            <a:xfrm>
              <a:off x="8001115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8" name="Google Shape;4958;p44"/>
            <p:cNvSpPr/>
            <p:nvPr/>
          </p:nvSpPr>
          <p:spPr>
            <a:xfrm>
              <a:off x="8382120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9" name="Google Shape;4959;p44"/>
            <p:cNvSpPr/>
            <p:nvPr/>
          </p:nvSpPr>
          <p:spPr>
            <a:xfrm>
              <a:off x="8763125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0" name="Google Shape;4960;p44"/>
            <p:cNvSpPr/>
            <p:nvPr/>
          </p:nvSpPr>
          <p:spPr>
            <a:xfrm>
              <a:off x="7620110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1" name="Google Shape;4961;p44"/>
            <p:cNvSpPr/>
            <p:nvPr/>
          </p:nvSpPr>
          <p:spPr>
            <a:xfrm>
              <a:off x="8001115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2" name="Google Shape;4962;p44"/>
            <p:cNvSpPr/>
            <p:nvPr/>
          </p:nvSpPr>
          <p:spPr>
            <a:xfrm>
              <a:off x="8382120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3" name="Google Shape;4963;p44"/>
            <p:cNvSpPr/>
            <p:nvPr/>
          </p:nvSpPr>
          <p:spPr>
            <a:xfrm>
              <a:off x="8763125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4" name="Google Shape;4964;p44"/>
            <p:cNvSpPr/>
            <p:nvPr/>
          </p:nvSpPr>
          <p:spPr>
            <a:xfrm>
              <a:off x="7620110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5" name="Google Shape;4965;p44"/>
            <p:cNvSpPr/>
            <p:nvPr/>
          </p:nvSpPr>
          <p:spPr>
            <a:xfrm>
              <a:off x="8001115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6" name="Google Shape;4966;p44"/>
            <p:cNvSpPr/>
            <p:nvPr/>
          </p:nvSpPr>
          <p:spPr>
            <a:xfrm>
              <a:off x="8382120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7" name="Google Shape;4967;p44"/>
            <p:cNvSpPr/>
            <p:nvPr/>
          </p:nvSpPr>
          <p:spPr>
            <a:xfrm>
              <a:off x="8763125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8" name="Google Shape;4968;p44"/>
            <p:cNvSpPr/>
            <p:nvPr/>
          </p:nvSpPr>
          <p:spPr>
            <a:xfrm>
              <a:off x="7620110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9" name="Google Shape;4969;p44"/>
            <p:cNvSpPr/>
            <p:nvPr/>
          </p:nvSpPr>
          <p:spPr>
            <a:xfrm>
              <a:off x="8001115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0" name="Google Shape;4970;p44"/>
            <p:cNvSpPr/>
            <p:nvPr/>
          </p:nvSpPr>
          <p:spPr>
            <a:xfrm>
              <a:off x="8382120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1" name="Google Shape;4971;p44"/>
            <p:cNvSpPr/>
            <p:nvPr/>
          </p:nvSpPr>
          <p:spPr>
            <a:xfrm>
              <a:off x="8763125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2" name="Google Shape;4972;p44"/>
            <p:cNvSpPr/>
            <p:nvPr/>
          </p:nvSpPr>
          <p:spPr>
            <a:xfrm>
              <a:off x="7620110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3" name="Google Shape;4973;p44"/>
            <p:cNvSpPr/>
            <p:nvPr/>
          </p:nvSpPr>
          <p:spPr>
            <a:xfrm>
              <a:off x="8001115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4" name="Google Shape;4974;p44"/>
            <p:cNvSpPr/>
            <p:nvPr/>
          </p:nvSpPr>
          <p:spPr>
            <a:xfrm>
              <a:off x="8382120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5" name="Google Shape;4975;p44"/>
            <p:cNvSpPr/>
            <p:nvPr/>
          </p:nvSpPr>
          <p:spPr>
            <a:xfrm>
              <a:off x="8763125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6" name="Google Shape;4976;p44"/>
            <p:cNvSpPr/>
            <p:nvPr/>
          </p:nvSpPr>
          <p:spPr>
            <a:xfrm>
              <a:off x="7620110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7" name="Google Shape;4977;p44"/>
            <p:cNvSpPr/>
            <p:nvPr/>
          </p:nvSpPr>
          <p:spPr>
            <a:xfrm>
              <a:off x="8001115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8" name="Google Shape;4978;p44"/>
            <p:cNvSpPr/>
            <p:nvPr/>
          </p:nvSpPr>
          <p:spPr>
            <a:xfrm>
              <a:off x="8382120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9" name="Google Shape;4979;p44"/>
            <p:cNvSpPr/>
            <p:nvPr/>
          </p:nvSpPr>
          <p:spPr>
            <a:xfrm>
              <a:off x="8763125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0" name="Google Shape;4980;p44"/>
            <p:cNvSpPr/>
            <p:nvPr/>
          </p:nvSpPr>
          <p:spPr>
            <a:xfrm>
              <a:off x="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1" name="Google Shape;4981;p44"/>
            <p:cNvSpPr/>
            <p:nvPr/>
          </p:nvSpPr>
          <p:spPr>
            <a:xfrm>
              <a:off x="38100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2" name="Google Shape;4982;p44"/>
            <p:cNvSpPr/>
            <p:nvPr/>
          </p:nvSpPr>
          <p:spPr>
            <a:xfrm>
              <a:off x="76201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3" name="Google Shape;4983;p44"/>
            <p:cNvSpPr/>
            <p:nvPr/>
          </p:nvSpPr>
          <p:spPr>
            <a:xfrm>
              <a:off x="114301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4" name="Google Shape;4984;p44"/>
            <p:cNvSpPr/>
            <p:nvPr/>
          </p:nvSpPr>
          <p:spPr>
            <a:xfrm>
              <a:off x="152402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5" name="Google Shape;4985;p44"/>
            <p:cNvSpPr/>
            <p:nvPr/>
          </p:nvSpPr>
          <p:spPr>
            <a:xfrm>
              <a:off x="190502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6" name="Google Shape;4986;p44"/>
            <p:cNvSpPr/>
            <p:nvPr/>
          </p:nvSpPr>
          <p:spPr>
            <a:xfrm>
              <a:off x="228603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7" name="Google Shape;4987;p44"/>
            <p:cNvSpPr/>
            <p:nvPr/>
          </p:nvSpPr>
          <p:spPr>
            <a:xfrm>
              <a:off x="266703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8" name="Google Shape;4988;p44"/>
            <p:cNvSpPr/>
            <p:nvPr/>
          </p:nvSpPr>
          <p:spPr>
            <a:xfrm>
              <a:off x="304804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9" name="Google Shape;4989;p44"/>
            <p:cNvSpPr/>
            <p:nvPr/>
          </p:nvSpPr>
          <p:spPr>
            <a:xfrm>
              <a:off x="342904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0" name="Google Shape;4990;p44"/>
            <p:cNvSpPr/>
            <p:nvPr/>
          </p:nvSpPr>
          <p:spPr>
            <a:xfrm>
              <a:off x="381005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1" name="Google Shape;4991;p44"/>
            <p:cNvSpPr/>
            <p:nvPr/>
          </p:nvSpPr>
          <p:spPr>
            <a:xfrm>
              <a:off x="419105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2" name="Google Shape;4992;p44"/>
            <p:cNvSpPr/>
            <p:nvPr/>
          </p:nvSpPr>
          <p:spPr>
            <a:xfrm>
              <a:off x="457206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3" name="Google Shape;4993;p44"/>
            <p:cNvSpPr/>
            <p:nvPr/>
          </p:nvSpPr>
          <p:spPr>
            <a:xfrm>
              <a:off x="495306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4" name="Google Shape;4994;p44"/>
            <p:cNvSpPr/>
            <p:nvPr/>
          </p:nvSpPr>
          <p:spPr>
            <a:xfrm>
              <a:off x="533407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5" name="Google Shape;4995;p44"/>
            <p:cNvSpPr/>
            <p:nvPr/>
          </p:nvSpPr>
          <p:spPr>
            <a:xfrm>
              <a:off x="571507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6" name="Google Shape;4996;p44"/>
            <p:cNvSpPr/>
            <p:nvPr/>
          </p:nvSpPr>
          <p:spPr>
            <a:xfrm>
              <a:off x="609608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7" name="Google Shape;4997;p44"/>
            <p:cNvSpPr/>
            <p:nvPr/>
          </p:nvSpPr>
          <p:spPr>
            <a:xfrm>
              <a:off x="647708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8" name="Google Shape;4998;p44"/>
            <p:cNvSpPr/>
            <p:nvPr/>
          </p:nvSpPr>
          <p:spPr>
            <a:xfrm>
              <a:off x="685809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9" name="Google Shape;4999;p44"/>
            <p:cNvSpPr/>
            <p:nvPr/>
          </p:nvSpPr>
          <p:spPr>
            <a:xfrm>
              <a:off x="723909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0" name="Google Shape;5000;p44"/>
            <p:cNvSpPr/>
            <p:nvPr/>
          </p:nvSpPr>
          <p:spPr>
            <a:xfrm>
              <a:off x="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1" name="Google Shape;5001;p44"/>
            <p:cNvSpPr/>
            <p:nvPr/>
          </p:nvSpPr>
          <p:spPr>
            <a:xfrm>
              <a:off x="38100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2" name="Google Shape;5002;p44"/>
            <p:cNvSpPr/>
            <p:nvPr/>
          </p:nvSpPr>
          <p:spPr>
            <a:xfrm>
              <a:off x="76201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3" name="Google Shape;5003;p44"/>
            <p:cNvSpPr/>
            <p:nvPr/>
          </p:nvSpPr>
          <p:spPr>
            <a:xfrm>
              <a:off x="114301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4" name="Google Shape;5004;p44"/>
            <p:cNvSpPr/>
            <p:nvPr/>
          </p:nvSpPr>
          <p:spPr>
            <a:xfrm>
              <a:off x="152402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5" name="Google Shape;5005;p44"/>
            <p:cNvSpPr/>
            <p:nvPr/>
          </p:nvSpPr>
          <p:spPr>
            <a:xfrm>
              <a:off x="190502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6" name="Google Shape;5006;p44"/>
            <p:cNvSpPr/>
            <p:nvPr/>
          </p:nvSpPr>
          <p:spPr>
            <a:xfrm>
              <a:off x="228603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7" name="Google Shape;5007;p44"/>
            <p:cNvSpPr/>
            <p:nvPr/>
          </p:nvSpPr>
          <p:spPr>
            <a:xfrm>
              <a:off x="266703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8" name="Google Shape;5008;p44"/>
            <p:cNvSpPr/>
            <p:nvPr/>
          </p:nvSpPr>
          <p:spPr>
            <a:xfrm>
              <a:off x="304804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9" name="Google Shape;5009;p44"/>
            <p:cNvSpPr/>
            <p:nvPr/>
          </p:nvSpPr>
          <p:spPr>
            <a:xfrm>
              <a:off x="342904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0" name="Google Shape;5010;p44"/>
            <p:cNvSpPr/>
            <p:nvPr/>
          </p:nvSpPr>
          <p:spPr>
            <a:xfrm>
              <a:off x="381005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1" name="Google Shape;5011;p44"/>
            <p:cNvSpPr/>
            <p:nvPr/>
          </p:nvSpPr>
          <p:spPr>
            <a:xfrm>
              <a:off x="419105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2" name="Google Shape;5012;p44"/>
            <p:cNvSpPr/>
            <p:nvPr/>
          </p:nvSpPr>
          <p:spPr>
            <a:xfrm>
              <a:off x="457206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3" name="Google Shape;5013;p44"/>
            <p:cNvSpPr/>
            <p:nvPr/>
          </p:nvSpPr>
          <p:spPr>
            <a:xfrm>
              <a:off x="495306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4" name="Google Shape;5014;p44"/>
            <p:cNvSpPr/>
            <p:nvPr/>
          </p:nvSpPr>
          <p:spPr>
            <a:xfrm>
              <a:off x="533407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5" name="Google Shape;5015;p44"/>
            <p:cNvSpPr/>
            <p:nvPr/>
          </p:nvSpPr>
          <p:spPr>
            <a:xfrm>
              <a:off x="571507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6" name="Google Shape;5016;p44"/>
            <p:cNvSpPr/>
            <p:nvPr/>
          </p:nvSpPr>
          <p:spPr>
            <a:xfrm>
              <a:off x="609608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7" name="Google Shape;5017;p44"/>
            <p:cNvSpPr/>
            <p:nvPr/>
          </p:nvSpPr>
          <p:spPr>
            <a:xfrm>
              <a:off x="647708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8" name="Google Shape;5018;p44"/>
            <p:cNvSpPr/>
            <p:nvPr/>
          </p:nvSpPr>
          <p:spPr>
            <a:xfrm>
              <a:off x="685809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9" name="Google Shape;5019;p44"/>
            <p:cNvSpPr/>
            <p:nvPr/>
          </p:nvSpPr>
          <p:spPr>
            <a:xfrm>
              <a:off x="723909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0" name="Google Shape;5020;p44"/>
            <p:cNvSpPr/>
            <p:nvPr/>
          </p:nvSpPr>
          <p:spPr>
            <a:xfrm>
              <a:off x="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1" name="Google Shape;5021;p44"/>
            <p:cNvSpPr/>
            <p:nvPr/>
          </p:nvSpPr>
          <p:spPr>
            <a:xfrm>
              <a:off x="38100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2" name="Google Shape;5022;p44"/>
            <p:cNvSpPr/>
            <p:nvPr/>
          </p:nvSpPr>
          <p:spPr>
            <a:xfrm>
              <a:off x="76201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3" name="Google Shape;5023;p44"/>
            <p:cNvSpPr/>
            <p:nvPr/>
          </p:nvSpPr>
          <p:spPr>
            <a:xfrm>
              <a:off x="114301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4" name="Google Shape;5024;p44"/>
            <p:cNvSpPr/>
            <p:nvPr/>
          </p:nvSpPr>
          <p:spPr>
            <a:xfrm>
              <a:off x="152402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5" name="Google Shape;5025;p44"/>
            <p:cNvSpPr/>
            <p:nvPr/>
          </p:nvSpPr>
          <p:spPr>
            <a:xfrm>
              <a:off x="190502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6" name="Google Shape;5026;p44"/>
            <p:cNvSpPr/>
            <p:nvPr/>
          </p:nvSpPr>
          <p:spPr>
            <a:xfrm>
              <a:off x="228603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7" name="Google Shape;5027;p44"/>
            <p:cNvSpPr/>
            <p:nvPr/>
          </p:nvSpPr>
          <p:spPr>
            <a:xfrm>
              <a:off x="266703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8" name="Google Shape;5028;p44"/>
            <p:cNvSpPr/>
            <p:nvPr/>
          </p:nvSpPr>
          <p:spPr>
            <a:xfrm>
              <a:off x="304804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9" name="Google Shape;5029;p44"/>
            <p:cNvSpPr/>
            <p:nvPr/>
          </p:nvSpPr>
          <p:spPr>
            <a:xfrm>
              <a:off x="342904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0" name="Google Shape;5030;p44"/>
            <p:cNvSpPr/>
            <p:nvPr/>
          </p:nvSpPr>
          <p:spPr>
            <a:xfrm>
              <a:off x="381005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1" name="Google Shape;5031;p44"/>
            <p:cNvSpPr/>
            <p:nvPr/>
          </p:nvSpPr>
          <p:spPr>
            <a:xfrm>
              <a:off x="419105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2" name="Google Shape;5032;p44"/>
            <p:cNvSpPr/>
            <p:nvPr/>
          </p:nvSpPr>
          <p:spPr>
            <a:xfrm>
              <a:off x="457206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3" name="Google Shape;5033;p44"/>
            <p:cNvSpPr/>
            <p:nvPr/>
          </p:nvSpPr>
          <p:spPr>
            <a:xfrm>
              <a:off x="495306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4" name="Google Shape;5034;p44"/>
            <p:cNvSpPr/>
            <p:nvPr/>
          </p:nvSpPr>
          <p:spPr>
            <a:xfrm>
              <a:off x="533407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5" name="Google Shape;5035;p44"/>
            <p:cNvSpPr/>
            <p:nvPr/>
          </p:nvSpPr>
          <p:spPr>
            <a:xfrm>
              <a:off x="571507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6" name="Google Shape;5036;p44"/>
            <p:cNvSpPr/>
            <p:nvPr/>
          </p:nvSpPr>
          <p:spPr>
            <a:xfrm>
              <a:off x="609608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7" name="Google Shape;5037;p44"/>
            <p:cNvSpPr/>
            <p:nvPr/>
          </p:nvSpPr>
          <p:spPr>
            <a:xfrm>
              <a:off x="647708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8" name="Google Shape;5038;p44"/>
            <p:cNvSpPr/>
            <p:nvPr/>
          </p:nvSpPr>
          <p:spPr>
            <a:xfrm>
              <a:off x="685809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9" name="Google Shape;5039;p44"/>
            <p:cNvSpPr/>
            <p:nvPr/>
          </p:nvSpPr>
          <p:spPr>
            <a:xfrm>
              <a:off x="723909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0" name="Google Shape;5040;p44"/>
            <p:cNvSpPr/>
            <p:nvPr/>
          </p:nvSpPr>
          <p:spPr>
            <a:xfrm>
              <a:off x="7620110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1" name="Google Shape;5041;p44"/>
            <p:cNvSpPr/>
            <p:nvPr/>
          </p:nvSpPr>
          <p:spPr>
            <a:xfrm>
              <a:off x="8001115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2" name="Google Shape;5042;p44"/>
            <p:cNvSpPr/>
            <p:nvPr/>
          </p:nvSpPr>
          <p:spPr>
            <a:xfrm>
              <a:off x="8382120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3" name="Google Shape;5043;p44"/>
            <p:cNvSpPr/>
            <p:nvPr/>
          </p:nvSpPr>
          <p:spPr>
            <a:xfrm>
              <a:off x="8763125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4" name="Google Shape;5044;p44"/>
            <p:cNvSpPr/>
            <p:nvPr/>
          </p:nvSpPr>
          <p:spPr>
            <a:xfrm>
              <a:off x="7620110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5" name="Google Shape;5045;p44"/>
            <p:cNvSpPr/>
            <p:nvPr/>
          </p:nvSpPr>
          <p:spPr>
            <a:xfrm>
              <a:off x="8001115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6" name="Google Shape;5046;p44"/>
            <p:cNvSpPr/>
            <p:nvPr/>
          </p:nvSpPr>
          <p:spPr>
            <a:xfrm>
              <a:off x="8382120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7" name="Google Shape;5047;p44"/>
            <p:cNvSpPr/>
            <p:nvPr/>
          </p:nvSpPr>
          <p:spPr>
            <a:xfrm>
              <a:off x="8763125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8" name="Google Shape;5048;p44"/>
            <p:cNvSpPr/>
            <p:nvPr/>
          </p:nvSpPr>
          <p:spPr>
            <a:xfrm>
              <a:off x="7620110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9" name="Google Shape;5049;p44"/>
            <p:cNvSpPr/>
            <p:nvPr/>
          </p:nvSpPr>
          <p:spPr>
            <a:xfrm>
              <a:off x="8001115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0" name="Google Shape;5050;p44"/>
            <p:cNvSpPr/>
            <p:nvPr/>
          </p:nvSpPr>
          <p:spPr>
            <a:xfrm>
              <a:off x="8382120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1" name="Google Shape;5051;p44"/>
            <p:cNvSpPr/>
            <p:nvPr/>
          </p:nvSpPr>
          <p:spPr>
            <a:xfrm>
              <a:off x="8763125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052" name="Google Shape;5052;p44"/>
          <p:cNvSpPr/>
          <p:nvPr/>
        </p:nvSpPr>
        <p:spPr>
          <a:xfrm flipH="1">
            <a:off x="0" y="0"/>
            <a:ext cx="9144000" cy="5143500"/>
          </a:xfrm>
          <a:prstGeom prst="rtTriangle">
            <a:avLst/>
          </a:prstGeom>
          <a:solidFill>
            <a:srgbClr val="005051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053" name="Google Shape;5053;p44"/>
          <p:cNvGrpSpPr/>
          <p:nvPr/>
        </p:nvGrpSpPr>
        <p:grpSpPr>
          <a:xfrm>
            <a:off x="553048" y="535000"/>
            <a:ext cx="8105852" cy="4302000"/>
            <a:chOff x="553048" y="535000"/>
            <a:chExt cx="8105852" cy="4302000"/>
          </a:xfrm>
        </p:grpSpPr>
        <p:sp>
          <p:nvSpPr>
            <p:cNvPr id="5054" name="Google Shape;5054;p44"/>
            <p:cNvSpPr/>
            <p:nvPr/>
          </p:nvSpPr>
          <p:spPr>
            <a:xfrm>
              <a:off x="942300" y="763600"/>
              <a:ext cx="7716600" cy="4073400"/>
            </a:xfrm>
            <a:prstGeom prst="roundRect">
              <a:avLst>
                <a:gd fmla="val 2480" name="adj"/>
              </a:avLst>
            </a:prstGeom>
            <a:solidFill>
              <a:srgbClr val="222828">
                <a:alpha val="2039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5" name="Google Shape;5055;p44"/>
            <p:cNvSpPr/>
            <p:nvPr/>
          </p:nvSpPr>
          <p:spPr>
            <a:xfrm>
              <a:off x="712275" y="535000"/>
              <a:ext cx="7716600" cy="4073400"/>
            </a:xfrm>
            <a:prstGeom prst="roundRect">
              <a:avLst>
                <a:gd fmla="val 248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6" name="Google Shape;5056;p44"/>
            <p:cNvSpPr/>
            <p:nvPr/>
          </p:nvSpPr>
          <p:spPr>
            <a:xfrm>
              <a:off x="848698" y="898261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5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5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7" name="Google Shape;5057;p44"/>
            <p:cNvSpPr/>
            <p:nvPr/>
          </p:nvSpPr>
          <p:spPr>
            <a:xfrm>
              <a:off x="553048" y="931482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19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8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7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8" name="Google Shape;5058;p44"/>
            <p:cNvSpPr/>
            <p:nvPr/>
          </p:nvSpPr>
          <p:spPr>
            <a:xfrm>
              <a:off x="848698" y="1332681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8"/>
                    <a:pt x="0" y="7608"/>
                  </a:cubicBezTo>
                  <a:cubicBezTo>
                    <a:pt x="0" y="11808"/>
                    <a:pt x="3404" y="15212"/>
                    <a:pt x="7604" y="15212"/>
                  </a:cubicBezTo>
                  <a:cubicBezTo>
                    <a:pt x="11804" y="15212"/>
                    <a:pt x="15209" y="11808"/>
                    <a:pt x="15209" y="7608"/>
                  </a:cubicBezTo>
                  <a:cubicBezTo>
                    <a:pt x="15209" y="3408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9" name="Google Shape;5059;p44"/>
            <p:cNvSpPr/>
            <p:nvPr/>
          </p:nvSpPr>
          <p:spPr>
            <a:xfrm>
              <a:off x="553048" y="1365902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71"/>
                    <a:pt x="0" y="1497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9"/>
                  </a:lnTo>
                  <a:cubicBezTo>
                    <a:pt x="23340" y="7948"/>
                    <a:pt x="21591" y="9042"/>
                    <a:pt x="19596" y="9042"/>
                  </a:cubicBezTo>
                  <a:lnTo>
                    <a:pt x="1493" y="9042"/>
                  </a:lnTo>
                  <a:cubicBezTo>
                    <a:pt x="671" y="9042"/>
                    <a:pt x="0" y="9709"/>
                    <a:pt x="0" y="10535"/>
                  </a:cubicBezTo>
                  <a:cubicBezTo>
                    <a:pt x="0" y="11361"/>
                    <a:pt x="671" y="12028"/>
                    <a:pt x="1493" y="12028"/>
                  </a:cubicBezTo>
                  <a:lnTo>
                    <a:pt x="19596" y="12028"/>
                  </a:lnTo>
                  <a:cubicBezTo>
                    <a:pt x="23370" y="12028"/>
                    <a:pt x="26327" y="9688"/>
                    <a:pt x="26327" y="6699"/>
                  </a:cubicBezTo>
                  <a:lnTo>
                    <a:pt x="26327" y="5330"/>
                  </a:lnTo>
                  <a:cubicBezTo>
                    <a:pt x="26327" y="2344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0" name="Google Shape;5060;p44"/>
            <p:cNvSpPr/>
            <p:nvPr/>
          </p:nvSpPr>
          <p:spPr>
            <a:xfrm>
              <a:off x="848698" y="1767184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4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4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1" name="Google Shape;5061;p44"/>
            <p:cNvSpPr/>
            <p:nvPr/>
          </p:nvSpPr>
          <p:spPr>
            <a:xfrm>
              <a:off x="553048" y="1800405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68"/>
                    <a:pt x="0" y="1493"/>
                  </a:cubicBezTo>
                  <a:cubicBezTo>
                    <a:pt x="0" y="2319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5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7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2" name="Google Shape;5062;p44"/>
            <p:cNvSpPr/>
            <p:nvPr/>
          </p:nvSpPr>
          <p:spPr>
            <a:xfrm>
              <a:off x="848698" y="2201603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5"/>
                    <a:pt x="0" y="7608"/>
                  </a:cubicBezTo>
                  <a:cubicBezTo>
                    <a:pt x="0" y="11808"/>
                    <a:pt x="3404" y="15212"/>
                    <a:pt x="7604" y="15212"/>
                  </a:cubicBezTo>
                  <a:cubicBezTo>
                    <a:pt x="11804" y="15212"/>
                    <a:pt x="15209" y="11808"/>
                    <a:pt x="15209" y="7608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3" name="Google Shape;5063;p44"/>
            <p:cNvSpPr/>
            <p:nvPr/>
          </p:nvSpPr>
          <p:spPr>
            <a:xfrm>
              <a:off x="553048" y="2234824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68"/>
                    <a:pt x="0" y="1494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9"/>
                  </a:lnTo>
                  <a:cubicBezTo>
                    <a:pt x="23340" y="7945"/>
                    <a:pt x="21591" y="9039"/>
                    <a:pt x="19596" y="9039"/>
                  </a:cubicBezTo>
                  <a:lnTo>
                    <a:pt x="1493" y="9039"/>
                  </a:lnTo>
                  <a:cubicBezTo>
                    <a:pt x="671" y="9039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9"/>
                  </a:cubicBezTo>
                  <a:lnTo>
                    <a:pt x="26327" y="5330"/>
                  </a:lnTo>
                  <a:cubicBezTo>
                    <a:pt x="26327" y="2341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4" name="Google Shape;5064;p44"/>
            <p:cNvSpPr/>
            <p:nvPr/>
          </p:nvSpPr>
          <p:spPr>
            <a:xfrm>
              <a:off x="848698" y="2636106"/>
              <a:ext cx="317374" cy="317374"/>
            </a:xfrm>
            <a:custGeom>
              <a:rect b="b" l="l" r="r" t="t"/>
              <a:pathLst>
                <a:path extrusionOk="0" h="15209" w="15209">
                  <a:moveTo>
                    <a:pt x="7604" y="0"/>
                  </a:moveTo>
                  <a:cubicBezTo>
                    <a:pt x="3404" y="0"/>
                    <a:pt x="0" y="3404"/>
                    <a:pt x="0" y="7604"/>
                  </a:cubicBezTo>
                  <a:cubicBezTo>
                    <a:pt x="0" y="11805"/>
                    <a:pt x="3404" y="15209"/>
                    <a:pt x="7604" y="15209"/>
                  </a:cubicBezTo>
                  <a:cubicBezTo>
                    <a:pt x="11804" y="15209"/>
                    <a:pt x="15209" y="11805"/>
                    <a:pt x="15209" y="7604"/>
                  </a:cubicBezTo>
                  <a:cubicBezTo>
                    <a:pt x="15209" y="3404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5" name="Google Shape;5065;p44"/>
            <p:cNvSpPr/>
            <p:nvPr/>
          </p:nvSpPr>
          <p:spPr>
            <a:xfrm>
              <a:off x="553048" y="2669265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71"/>
                    <a:pt x="0" y="1496"/>
                  </a:cubicBezTo>
                  <a:cubicBezTo>
                    <a:pt x="0" y="2322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8"/>
                  </a:lnTo>
                  <a:cubicBezTo>
                    <a:pt x="23340" y="7947"/>
                    <a:pt x="21591" y="9041"/>
                    <a:pt x="19596" y="9041"/>
                  </a:cubicBezTo>
                  <a:lnTo>
                    <a:pt x="1493" y="9041"/>
                  </a:lnTo>
                  <a:cubicBezTo>
                    <a:pt x="671" y="9041"/>
                    <a:pt x="0" y="9709"/>
                    <a:pt x="0" y="10534"/>
                  </a:cubicBezTo>
                  <a:cubicBezTo>
                    <a:pt x="0" y="11360"/>
                    <a:pt x="671" y="12028"/>
                    <a:pt x="1493" y="12028"/>
                  </a:cubicBezTo>
                  <a:lnTo>
                    <a:pt x="19596" y="12028"/>
                  </a:lnTo>
                  <a:cubicBezTo>
                    <a:pt x="23370" y="12028"/>
                    <a:pt x="26327" y="9688"/>
                    <a:pt x="26327" y="6698"/>
                  </a:cubicBezTo>
                  <a:lnTo>
                    <a:pt x="26327" y="5330"/>
                  </a:lnTo>
                  <a:cubicBezTo>
                    <a:pt x="26327" y="2343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6" name="Google Shape;5066;p44"/>
            <p:cNvSpPr/>
            <p:nvPr/>
          </p:nvSpPr>
          <p:spPr>
            <a:xfrm>
              <a:off x="848698" y="3070526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5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7" name="Google Shape;5067;p44"/>
            <p:cNvSpPr/>
            <p:nvPr/>
          </p:nvSpPr>
          <p:spPr>
            <a:xfrm>
              <a:off x="553048" y="3103747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20"/>
                    <a:pt x="671" y="2987"/>
                    <a:pt x="1493" y="2987"/>
                  </a:cubicBezTo>
                  <a:lnTo>
                    <a:pt x="19596" y="2987"/>
                  </a:lnTo>
                  <a:cubicBezTo>
                    <a:pt x="21591" y="2987"/>
                    <a:pt x="23340" y="4081"/>
                    <a:pt x="23340" y="5330"/>
                  </a:cubicBezTo>
                  <a:lnTo>
                    <a:pt x="23340" y="6696"/>
                  </a:lnTo>
                  <a:cubicBezTo>
                    <a:pt x="23340" y="7945"/>
                    <a:pt x="21591" y="9039"/>
                    <a:pt x="19596" y="9039"/>
                  </a:cubicBezTo>
                  <a:lnTo>
                    <a:pt x="1493" y="9039"/>
                  </a:lnTo>
                  <a:cubicBezTo>
                    <a:pt x="671" y="9039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6"/>
                  </a:cubicBezTo>
                  <a:lnTo>
                    <a:pt x="26327" y="5330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8" name="Google Shape;5068;p44"/>
            <p:cNvSpPr/>
            <p:nvPr/>
          </p:nvSpPr>
          <p:spPr>
            <a:xfrm>
              <a:off x="848698" y="3504966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7"/>
                    <a:pt x="0" y="7607"/>
                  </a:cubicBezTo>
                  <a:cubicBezTo>
                    <a:pt x="0" y="11807"/>
                    <a:pt x="3404" y="15212"/>
                    <a:pt x="7604" y="15212"/>
                  </a:cubicBezTo>
                  <a:cubicBezTo>
                    <a:pt x="11804" y="15212"/>
                    <a:pt x="15209" y="11807"/>
                    <a:pt x="15209" y="7607"/>
                  </a:cubicBezTo>
                  <a:cubicBezTo>
                    <a:pt x="15209" y="3407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9" name="Google Shape;5069;p44"/>
            <p:cNvSpPr/>
            <p:nvPr/>
          </p:nvSpPr>
          <p:spPr>
            <a:xfrm>
              <a:off x="553048" y="3538167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72"/>
                    <a:pt x="0" y="1497"/>
                  </a:cubicBezTo>
                  <a:cubicBezTo>
                    <a:pt x="0" y="2320"/>
                    <a:pt x="671" y="2991"/>
                    <a:pt x="1493" y="2991"/>
                  </a:cubicBezTo>
                  <a:lnTo>
                    <a:pt x="19596" y="2991"/>
                  </a:lnTo>
                  <a:cubicBezTo>
                    <a:pt x="21591" y="2991"/>
                    <a:pt x="23340" y="4085"/>
                    <a:pt x="23340" y="5331"/>
                  </a:cubicBezTo>
                  <a:lnTo>
                    <a:pt x="23340" y="6699"/>
                  </a:lnTo>
                  <a:cubicBezTo>
                    <a:pt x="23340" y="7948"/>
                    <a:pt x="21591" y="9042"/>
                    <a:pt x="19596" y="9042"/>
                  </a:cubicBezTo>
                  <a:lnTo>
                    <a:pt x="1493" y="9042"/>
                  </a:lnTo>
                  <a:cubicBezTo>
                    <a:pt x="671" y="9042"/>
                    <a:pt x="0" y="9710"/>
                    <a:pt x="0" y="10535"/>
                  </a:cubicBezTo>
                  <a:cubicBezTo>
                    <a:pt x="0" y="11361"/>
                    <a:pt x="671" y="12029"/>
                    <a:pt x="1493" y="12029"/>
                  </a:cubicBezTo>
                  <a:lnTo>
                    <a:pt x="19596" y="12029"/>
                  </a:lnTo>
                  <a:cubicBezTo>
                    <a:pt x="23370" y="12029"/>
                    <a:pt x="26327" y="9689"/>
                    <a:pt x="26327" y="6699"/>
                  </a:cubicBezTo>
                  <a:lnTo>
                    <a:pt x="26327" y="5331"/>
                  </a:lnTo>
                  <a:cubicBezTo>
                    <a:pt x="26327" y="2344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0" name="Google Shape;5070;p44"/>
            <p:cNvSpPr/>
            <p:nvPr/>
          </p:nvSpPr>
          <p:spPr>
            <a:xfrm>
              <a:off x="848698" y="3939449"/>
              <a:ext cx="317374" cy="317395"/>
            </a:xfrm>
            <a:custGeom>
              <a:rect b="b" l="l" r="r" t="t"/>
              <a:pathLst>
                <a:path extrusionOk="0" h="15210" w="15209">
                  <a:moveTo>
                    <a:pt x="7604" y="1"/>
                  </a:moveTo>
                  <a:cubicBezTo>
                    <a:pt x="3404" y="1"/>
                    <a:pt x="0" y="3405"/>
                    <a:pt x="0" y="7605"/>
                  </a:cubicBezTo>
                  <a:cubicBezTo>
                    <a:pt x="0" y="11805"/>
                    <a:pt x="3404" y="15209"/>
                    <a:pt x="7604" y="15209"/>
                  </a:cubicBezTo>
                  <a:cubicBezTo>
                    <a:pt x="11804" y="15209"/>
                    <a:pt x="15209" y="11805"/>
                    <a:pt x="15209" y="7605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1" name="Google Shape;5071;p44"/>
            <p:cNvSpPr/>
            <p:nvPr/>
          </p:nvSpPr>
          <p:spPr>
            <a:xfrm>
              <a:off x="553048" y="3972670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5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072" name="Google Shape;5072;p44"/>
          <p:cNvSpPr txBox="1"/>
          <p:nvPr>
            <p:ph type="title"/>
          </p:nvPr>
        </p:nvSpPr>
        <p:spPr>
          <a:xfrm>
            <a:off x="3116850" y="2170925"/>
            <a:ext cx="4541400" cy="772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073" name="Google Shape;5073;p44"/>
          <p:cNvSpPr txBox="1"/>
          <p:nvPr>
            <p:ph idx="2" type="title"/>
          </p:nvPr>
        </p:nvSpPr>
        <p:spPr>
          <a:xfrm>
            <a:off x="1810950" y="2150850"/>
            <a:ext cx="11535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5074" name="Google Shape;5074;p44"/>
          <p:cNvSpPr/>
          <p:nvPr/>
        </p:nvSpPr>
        <p:spPr>
          <a:xfrm>
            <a:off x="8428900" y="1041975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0"/>
                </a:moveTo>
                <a:lnTo>
                  <a:pt x="0" y="25897"/>
                </a:lnTo>
                <a:cubicBezTo>
                  <a:pt x="3176" y="25897"/>
                  <a:pt x="5749" y="23323"/>
                  <a:pt x="5749" y="20147"/>
                </a:cubicBezTo>
                <a:lnTo>
                  <a:pt x="5749" y="5752"/>
                </a:lnTo>
                <a:cubicBezTo>
                  <a:pt x="5749" y="2576"/>
                  <a:pt x="3176" y="0"/>
                  <a:pt x="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5" name="Google Shape;5075;p44"/>
          <p:cNvSpPr/>
          <p:nvPr/>
        </p:nvSpPr>
        <p:spPr>
          <a:xfrm>
            <a:off x="8428900" y="2620900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0"/>
                </a:moveTo>
                <a:lnTo>
                  <a:pt x="0" y="25897"/>
                </a:lnTo>
                <a:cubicBezTo>
                  <a:pt x="3176" y="25897"/>
                  <a:pt x="5749" y="23323"/>
                  <a:pt x="5749" y="20148"/>
                </a:cubicBezTo>
                <a:lnTo>
                  <a:pt x="5749" y="5752"/>
                </a:lnTo>
                <a:cubicBezTo>
                  <a:pt x="5749" y="2577"/>
                  <a:pt x="3176" y="0"/>
                  <a:pt x="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6" name="Google Shape;5076;p44"/>
          <p:cNvSpPr/>
          <p:nvPr/>
        </p:nvSpPr>
        <p:spPr>
          <a:xfrm>
            <a:off x="8428900" y="1811900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0"/>
                </a:moveTo>
                <a:lnTo>
                  <a:pt x="0" y="25897"/>
                </a:lnTo>
                <a:cubicBezTo>
                  <a:pt x="3176" y="25897"/>
                  <a:pt x="5749" y="23320"/>
                  <a:pt x="5749" y="20147"/>
                </a:cubicBezTo>
                <a:lnTo>
                  <a:pt x="5749" y="5749"/>
                </a:lnTo>
                <a:cubicBezTo>
                  <a:pt x="5749" y="2574"/>
                  <a:pt x="3176" y="0"/>
                  <a:pt x="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7" name="Google Shape;5077;p44"/>
          <p:cNvSpPr/>
          <p:nvPr/>
        </p:nvSpPr>
        <p:spPr>
          <a:xfrm>
            <a:off x="8428900" y="3454000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1"/>
                </a:moveTo>
                <a:lnTo>
                  <a:pt x="0" y="25897"/>
                </a:lnTo>
                <a:cubicBezTo>
                  <a:pt x="3176" y="25897"/>
                  <a:pt x="5749" y="23323"/>
                  <a:pt x="5749" y="20148"/>
                </a:cubicBezTo>
                <a:lnTo>
                  <a:pt x="5749" y="5752"/>
                </a:lnTo>
                <a:cubicBezTo>
                  <a:pt x="5749" y="2577"/>
                  <a:pt x="3176" y="1"/>
                  <a:pt x="0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8" name="Google Shape;5078;p44"/>
          <p:cNvSpPr/>
          <p:nvPr/>
        </p:nvSpPr>
        <p:spPr>
          <a:xfrm>
            <a:off x="7117438" y="3821663"/>
            <a:ext cx="388400" cy="411925"/>
          </a:xfrm>
          <a:custGeom>
            <a:rect b="b" l="l" r="r" t="t"/>
            <a:pathLst>
              <a:path extrusionOk="0" h="16477" w="15536">
                <a:moveTo>
                  <a:pt x="6847" y="1663"/>
                </a:moveTo>
                <a:cubicBezTo>
                  <a:pt x="7694" y="2699"/>
                  <a:pt x="8474" y="3796"/>
                  <a:pt x="9217" y="4915"/>
                </a:cubicBezTo>
                <a:lnTo>
                  <a:pt x="9217" y="4915"/>
                </a:lnTo>
                <a:cubicBezTo>
                  <a:pt x="8312" y="5132"/>
                  <a:pt x="7406" y="5345"/>
                  <a:pt x="6499" y="5555"/>
                </a:cubicBezTo>
                <a:lnTo>
                  <a:pt x="6499" y="5555"/>
                </a:lnTo>
                <a:cubicBezTo>
                  <a:pt x="6577" y="4254"/>
                  <a:pt x="6686" y="2956"/>
                  <a:pt x="6847" y="1663"/>
                </a:cubicBezTo>
                <a:close/>
                <a:moveTo>
                  <a:pt x="13631" y="4832"/>
                </a:moveTo>
                <a:cubicBezTo>
                  <a:pt x="13054" y="5635"/>
                  <a:pt x="12464" y="6428"/>
                  <a:pt x="11865" y="7213"/>
                </a:cubicBezTo>
                <a:lnTo>
                  <a:pt x="11865" y="7213"/>
                </a:lnTo>
                <a:cubicBezTo>
                  <a:pt x="11783" y="7081"/>
                  <a:pt x="11700" y="6949"/>
                  <a:pt x="11617" y="6817"/>
                </a:cubicBezTo>
                <a:cubicBezTo>
                  <a:pt x="11353" y="6396"/>
                  <a:pt x="11086" y="5973"/>
                  <a:pt x="10816" y="5552"/>
                </a:cubicBezTo>
                <a:lnTo>
                  <a:pt x="10816" y="5552"/>
                </a:lnTo>
                <a:cubicBezTo>
                  <a:pt x="11756" y="5320"/>
                  <a:pt x="12695" y="5082"/>
                  <a:pt x="13631" y="4832"/>
                </a:cubicBezTo>
                <a:close/>
                <a:moveTo>
                  <a:pt x="5447" y="6821"/>
                </a:moveTo>
                <a:lnTo>
                  <a:pt x="5447" y="6821"/>
                </a:lnTo>
                <a:cubicBezTo>
                  <a:pt x="5412" y="7578"/>
                  <a:pt x="5383" y="8337"/>
                  <a:pt x="5358" y="9095"/>
                </a:cubicBezTo>
                <a:lnTo>
                  <a:pt x="5358" y="9095"/>
                </a:lnTo>
                <a:cubicBezTo>
                  <a:pt x="4278" y="8603"/>
                  <a:pt x="3200" y="8103"/>
                  <a:pt x="2127" y="7595"/>
                </a:cubicBezTo>
                <a:lnTo>
                  <a:pt x="2127" y="7595"/>
                </a:lnTo>
                <a:cubicBezTo>
                  <a:pt x="3233" y="7333"/>
                  <a:pt x="4340" y="7077"/>
                  <a:pt x="5447" y="6821"/>
                </a:cubicBezTo>
                <a:close/>
                <a:moveTo>
                  <a:pt x="9795" y="5801"/>
                </a:moveTo>
                <a:cubicBezTo>
                  <a:pt x="10147" y="6347"/>
                  <a:pt x="10492" y="6896"/>
                  <a:pt x="10833" y="7443"/>
                </a:cubicBezTo>
                <a:cubicBezTo>
                  <a:pt x="10961" y="7647"/>
                  <a:pt x="11089" y="7852"/>
                  <a:pt x="11216" y="8057"/>
                </a:cubicBezTo>
                <a:lnTo>
                  <a:pt x="11216" y="8057"/>
                </a:lnTo>
                <a:cubicBezTo>
                  <a:pt x="10515" y="8963"/>
                  <a:pt x="9804" y="9861"/>
                  <a:pt x="9090" y="10757"/>
                </a:cubicBezTo>
                <a:lnTo>
                  <a:pt x="9090" y="10757"/>
                </a:lnTo>
                <a:cubicBezTo>
                  <a:pt x="8168" y="10356"/>
                  <a:pt x="7249" y="9949"/>
                  <a:pt x="6332" y="9536"/>
                </a:cubicBezTo>
                <a:lnTo>
                  <a:pt x="6332" y="9536"/>
                </a:lnTo>
                <a:cubicBezTo>
                  <a:pt x="6362" y="8553"/>
                  <a:pt x="6396" y="7571"/>
                  <a:pt x="6443" y="6590"/>
                </a:cubicBezTo>
                <a:lnTo>
                  <a:pt x="6443" y="6590"/>
                </a:lnTo>
                <a:cubicBezTo>
                  <a:pt x="7562" y="6331"/>
                  <a:pt x="8679" y="6070"/>
                  <a:pt x="9795" y="5801"/>
                </a:cubicBezTo>
                <a:close/>
                <a:moveTo>
                  <a:pt x="11771" y="8958"/>
                </a:moveTo>
                <a:cubicBezTo>
                  <a:pt x="12536" y="10214"/>
                  <a:pt x="13278" y="11491"/>
                  <a:pt x="13947" y="12799"/>
                </a:cubicBezTo>
                <a:lnTo>
                  <a:pt x="13947" y="12799"/>
                </a:lnTo>
                <a:cubicBezTo>
                  <a:pt x="12637" y="12267"/>
                  <a:pt x="11332" y="11721"/>
                  <a:pt x="10032" y="11163"/>
                </a:cubicBezTo>
                <a:lnTo>
                  <a:pt x="10032" y="11163"/>
                </a:lnTo>
                <a:cubicBezTo>
                  <a:pt x="10616" y="10431"/>
                  <a:pt x="11196" y="9697"/>
                  <a:pt x="11771" y="8958"/>
                </a:cubicBezTo>
                <a:close/>
                <a:moveTo>
                  <a:pt x="6300" y="10607"/>
                </a:moveTo>
                <a:cubicBezTo>
                  <a:pt x="7016" y="10927"/>
                  <a:pt x="7732" y="11244"/>
                  <a:pt x="8451" y="11557"/>
                </a:cubicBezTo>
                <a:lnTo>
                  <a:pt x="8451" y="11557"/>
                </a:lnTo>
                <a:cubicBezTo>
                  <a:pt x="7691" y="12508"/>
                  <a:pt x="6929" y="13457"/>
                  <a:pt x="6174" y="14413"/>
                </a:cubicBezTo>
                <a:lnTo>
                  <a:pt x="6174" y="14413"/>
                </a:lnTo>
                <a:cubicBezTo>
                  <a:pt x="6229" y="13146"/>
                  <a:pt x="6264" y="11877"/>
                  <a:pt x="6300" y="10607"/>
                </a:cubicBezTo>
                <a:close/>
                <a:moveTo>
                  <a:pt x="6513" y="1"/>
                </a:moveTo>
                <a:cubicBezTo>
                  <a:pt x="6290" y="1"/>
                  <a:pt x="6060" y="131"/>
                  <a:pt x="6026" y="362"/>
                </a:cubicBezTo>
                <a:cubicBezTo>
                  <a:pt x="5760" y="2163"/>
                  <a:pt x="5604" y="3972"/>
                  <a:pt x="5501" y="5786"/>
                </a:cubicBezTo>
                <a:lnTo>
                  <a:pt x="5501" y="5786"/>
                </a:lnTo>
                <a:cubicBezTo>
                  <a:pt x="3837" y="6171"/>
                  <a:pt x="2172" y="6555"/>
                  <a:pt x="511" y="6958"/>
                </a:cubicBezTo>
                <a:cubicBezTo>
                  <a:pt x="115" y="7055"/>
                  <a:pt x="1" y="7681"/>
                  <a:pt x="393" y="7868"/>
                </a:cubicBezTo>
                <a:cubicBezTo>
                  <a:pt x="2028" y="8652"/>
                  <a:pt x="3672" y="9419"/>
                  <a:pt x="5324" y="10167"/>
                </a:cubicBezTo>
                <a:lnTo>
                  <a:pt x="5324" y="10167"/>
                </a:lnTo>
                <a:cubicBezTo>
                  <a:pt x="5265" y="12097"/>
                  <a:pt x="5213" y="14027"/>
                  <a:pt x="5099" y="15951"/>
                </a:cubicBezTo>
                <a:cubicBezTo>
                  <a:pt x="5085" y="16196"/>
                  <a:pt x="5221" y="16347"/>
                  <a:pt x="5397" y="16404"/>
                </a:cubicBezTo>
                <a:lnTo>
                  <a:pt x="5397" y="16404"/>
                </a:lnTo>
                <a:cubicBezTo>
                  <a:pt x="5468" y="16450"/>
                  <a:pt x="5548" y="16477"/>
                  <a:pt x="5628" y="16477"/>
                </a:cubicBezTo>
                <a:cubicBezTo>
                  <a:pt x="5740" y="16477"/>
                  <a:pt x="5853" y="16426"/>
                  <a:pt x="5948" y="16303"/>
                </a:cubicBezTo>
                <a:cubicBezTo>
                  <a:pt x="7084" y="14845"/>
                  <a:pt x="8241" y="13406"/>
                  <a:pt x="9393" y="11965"/>
                </a:cubicBezTo>
                <a:lnTo>
                  <a:pt x="9393" y="11965"/>
                </a:lnTo>
                <a:cubicBezTo>
                  <a:pt x="11196" y="12741"/>
                  <a:pt x="13009" y="13494"/>
                  <a:pt x="14832" y="14222"/>
                </a:cubicBezTo>
                <a:cubicBezTo>
                  <a:pt x="14891" y="14245"/>
                  <a:pt x="14947" y="14256"/>
                  <a:pt x="14999" y="14256"/>
                </a:cubicBezTo>
                <a:cubicBezTo>
                  <a:pt x="15344" y="14256"/>
                  <a:pt x="15535" y="13791"/>
                  <a:pt x="15394" y="13491"/>
                </a:cubicBezTo>
                <a:cubicBezTo>
                  <a:pt x="14529" y="11640"/>
                  <a:pt x="13496" y="9859"/>
                  <a:pt x="12424" y="8114"/>
                </a:cubicBezTo>
                <a:lnTo>
                  <a:pt x="12424" y="8114"/>
                </a:lnTo>
                <a:cubicBezTo>
                  <a:pt x="13397" y="6844"/>
                  <a:pt x="14350" y="5557"/>
                  <a:pt x="15264" y="4238"/>
                </a:cubicBezTo>
                <a:cubicBezTo>
                  <a:pt x="15493" y="3909"/>
                  <a:pt x="15177" y="3491"/>
                  <a:pt x="14822" y="3491"/>
                </a:cubicBezTo>
                <a:cubicBezTo>
                  <a:pt x="14782" y="3491"/>
                  <a:pt x="14741" y="3496"/>
                  <a:pt x="14701" y="3507"/>
                </a:cubicBezTo>
                <a:cubicBezTo>
                  <a:pt x="13221" y="3921"/>
                  <a:pt x="11733" y="4302"/>
                  <a:pt x="10242" y="4667"/>
                </a:cubicBezTo>
                <a:lnTo>
                  <a:pt x="10242" y="4667"/>
                </a:lnTo>
                <a:cubicBezTo>
                  <a:pt x="9206" y="3091"/>
                  <a:pt x="8105" y="1549"/>
                  <a:pt x="6860" y="143"/>
                </a:cubicBezTo>
                <a:cubicBezTo>
                  <a:pt x="6774" y="46"/>
                  <a:pt x="6645" y="1"/>
                  <a:pt x="6513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079" name="Google Shape;5079;p44"/>
          <p:cNvGrpSpPr/>
          <p:nvPr/>
        </p:nvGrpSpPr>
        <p:grpSpPr>
          <a:xfrm>
            <a:off x="2061088" y="4050081"/>
            <a:ext cx="1055760" cy="753780"/>
            <a:chOff x="3308425" y="649500"/>
            <a:chExt cx="947975" cy="676825"/>
          </a:xfrm>
        </p:grpSpPr>
        <p:sp>
          <p:nvSpPr>
            <p:cNvPr id="5080" name="Google Shape;5080;p44"/>
            <p:cNvSpPr/>
            <p:nvPr/>
          </p:nvSpPr>
          <p:spPr>
            <a:xfrm>
              <a:off x="3308425" y="649500"/>
              <a:ext cx="947975" cy="676275"/>
            </a:xfrm>
            <a:custGeom>
              <a:rect b="b" l="l" r="r" t="t"/>
              <a:pathLst>
                <a:path extrusionOk="0" h="27051" w="37919">
                  <a:moveTo>
                    <a:pt x="12816" y="19976"/>
                  </a:moveTo>
                  <a:cubicBezTo>
                    <a:pt x="12818" y="19976"/>
                    <a:pt x="12821" y="19976"/>
                    <a:pt x="12824" y="19976"/>
                  </a:cubicBezTo>
                  <a:lnTo>
                    <a:pt x="12824" y="19976"/>
                  </a:lnTo>
                  <a:cubicBezTo>
                    <a:pt x="12815" y="19979"/>
                    <a:pt x="12808" y="19979"/>
                    <a:pt x="12804" y="19979"/>
                  </a:cubicBezTo>
                  <a:cubicBezTo>
                    <a:pt x="12796" y="19979"/>
                    <a:pt x="12800" y="19976"/>
                    <a:pt x="12816" y="19976"/>
                  </a:cubicBezTo>
                  <a:close/>
                  <a:moveTo>
                    <a:pt x="23205" y="24113"/>
                  </a:moveTo>
                  <a:cubicBezTo>
                    <a:pt x="23209" y="24113"/>
                    <a:pt x="23211" y="24115"/>
                    <a:pt x="23210" y="24120"/>
                  </a:cubicBezTo>
                  <a:cubicBezTo>
                    <a:pt x="23210" y="24121"/>
                    <a:pt x="23207" y="24122"/>
                    <a:pt x="23199" y="24122"/>
                  </a:cubicBezTo>
                  <a:cubicBezTo>
                    <a:pt x="23195" y="24122"/>
                    <a:pt x="23190" y="24121"/>
                    <a:pt x="23183" y="24121"/>
                  </a:cubicBezTo>
                  <a:lnTo>
                    <a:pt x="23183" y="24121"/>
                  </a:lnTo>
                  <a:cubicBezTo>
                    <a:pt x="23192" y="24116"/>
                    <a:pt x="23200" y="24113"/>
                    <a:pt x="23205" y="24113"/>
                  </a:cubicBezTo>
                  <a:close/>
                  <a:moveTo>
                    <a:pt x="36242" y="1377"/>
                  </a:moveTo>
                  <a:cubicBezTo>
                    <a:pt x="35424" y="2822"/>
                    <a:pt x="34606" y="4266"/>
                    <a:pt x="33786" y="5709"/>
                  </a:cubicBezTo>
                  <a:cubicBezTo>
                    <a:pt x="31759" y="9274"/>
                    <a:pt x="29728" y="12836"/>
                    <a:pt x="27681" y="16390"/>
                  </a:cubicBezTo>
                  <a:cubicBezTo>
                    <a:pt x="26227" y="18914"/>
                    <a:pt x="24824" y="21495"/>
                    <a:pt x="23229" y="23934"/>
                  </a:cubicBezTo>
                  <a:cubicBezTo>
                    <a:pt x="23191" y="23992"/>
                    <a:pt x="23148" y="24050"/>
                    <a:pt x="23106" y="24108"/>
                  </a:cubicBezTo>
                  <a:lnTo>
                    <a:pt x="23106" y="24108"/>
                  </a:lnTo>
                  <a:cubicBezTo>
                    <a:pt x="23088" y="24104"/>
                    <a:pt x="23067" y="24099"/>
                    <a:pt x="23044" y="24092"/>
                  </a:cubicBezTo>
                  <a:cubicBezTo>
                    <a:pt x="22905" y="24054"/>
                    <a:pt x="22768" y="24012"/>
                    <a:pt x="22633" y="23962"/>
                  </a:cubicBezTo>
                  <a:cubicBezTo>
                    <a:pt x="22302" y="23842"/>
                    <a:pt x="21982" y="23692"/>
                    <a:pt x="21664" y="23540"/>
                  </a:cubicBezTo>
                  <a:cubicBezTo>
                    <a:pt x="19793" y="22645"/>
                    <a:pt x="18001" y="21587"/>
                    <a:pt x="16189" y="20578"/>
                  </a:cubicBezTo>
                  <a:cubicBezTo>
                    <a:pt x="15443" y="20163"/>
                    <a:pt x="14697" y="19740"/>
                    <a:pt x="13928" y="19365"/>
                  </a:cubicBezTo>
                  <a:cubicBezTo>
                    <a:pt x="13607" y="19207"/>
                    <a:pt x="13229" y="18985"/>
                    <a:pt x="12857" y="18985"/>
                  </a:cubicBezTo>
                  <a:cubicBezTo>
                    <a:pt x="12737" y="18985"/>
                    <a:pt x="12617" y="19009"/>
                    <a:pt x="12500" y="19066"/>
                  </a:cubicBezTo>
                  <a:cubicBezTo>
                    <a:pt x="12209" y="19207"/>
                    <a:pt x="11959" y="19472"/>
                    <a:pt x="11729" y="19693"/>
                  </a:cubicBezTo>
                  <a:cubicBezTo>
                    <a:pt x="11318" y="20094"/>
                    <a:pt x="10928" y="20513"/>
                    <a:pt x="10534" y="20928"/>
                  </a:cubicBezTo>
                  <a:cubicBezTo>
                    <a:pt x="9428" y="22101"/>
                    <a:pt x="8325" y="23277"/>
                    <a:pt x="7166" y="24400"/>
                  </a:cubicBezTo>
                  <a:cubicBezTo>
                    <a:pt x="6929" y="24629"/>
                    <a:pt x="6690" y="24856"/>
                    <a:pt x="6448" y="25080"/>
                  </a:cubicBezTo>
                  <a:lnTo>
                    <a:pt x="6448" y="25080"/>
                  </a:lnTo>
                  <a:cubicBezTo>
                    <a:pt x="7055" y="22855"/>
                    <a:pt x="7613" y="20617"/>
                    <a:pt x="8177" y="18381"/>
                  </a:cubicBezTo>
                  <a:cubicBezTo>
                    <a:pt x="8331" y="17766"/>
                    <a:pt x="8727" y="16974"/>
                    <a:pt x="8278" y="16415"/>
                  </a:cubicBezTo>
                  <a:cubicBezTo>
                    <a:pt x="7575" y="15537"/>
                    <a:pt x="6292" y="15010"/>
                    <a:pt x="5320" y="14501"/>
                  </a:cubicBezTo>
                  <a:cubicBezTo>
                    <a:pt x="4122" y="13870"/>
                    <a:pt x="2890" y="13287"/>
                    <a:pt x="1708" y="12620"/>
                  </a:cubicBezTo>
                  <a:lnTo>
                    <a:pt x="1708" y="12620"/>
                  </a:lnTo>
                  <a:cubicBezTo>
                    <a:pt x="6998" y="10932"/>
                    <a:pt x="12278" y="9210"/>
                    <a:pt x="17556" y="7490"/>
                  </a:cubicBezTo>
                  <a:cubicBezTo>
                    <a:pt x="23048" y="5699"/>
                    <a:pt x="28536" y="3904"/>
                    <a:pt x="34026" y="2105"/>
                  </a:cubicBezTo>
                  <a:cubicBezTo>
                    <a:pt x="34765" y="1863"/>
                    <a:pt x="35503" y="1620"/>
                    <a:pt x="36242" y="1377"/>
                  </a:cubicBezTo>
                  <a:close/>
                  <a:moveTo>
                    <a:pt x="37319" y="0"/>
                  </a:moveTo>
                  <a:cubicBezTo>
                    <a:pt x="37273" y="0"/>
                    <a:pt x="37225" y="7"/>
                    <a:pt x="37176" y="23"/>
                  </a:cubicBezTo>
                  <a:cubicBezTo>
                    <a:pt x="33967" y="1077"/>
                    <a:pt x="30757" y="2128"/>
                    <a:pt x="27546" y="3179"/>
                  </a:cubicBezTo>
                  <a:cubicBezTo>
                    <a:pt x="21382" y="5195"/>
                    <a:pt x="15218" y="7209"/>
                    <a:pt x="9047" y="9209"/>
                  </a:cubicBezTo>
                  <a:cubicBezTo>
                    <a:pt x="6184" y="10137"/>
                    <a:pt x="3319" y="11064"/>
                    <a:pt x="452" y="11976"/>
                  </a:cubicBezTo>
                  <a:lnTo>
                    <a:pt x="452" y="11976"/>
                  </a:lnTo>
                  <a:cubicBezTo>
                    <a:pt x="371" y="11985"/>
                    <a:pt x="297" y="12018"/>
                    <a:pt x="233" y="12067"/>
                  </a:cubicBezTo>
                  <a:lnTo>
                    <a:pt x="233" y="12067"/>
                  </a:lnTo>
                  <a:cubicBezTo>
                    <a:pt x="111" y="12148"/>
                    <a:pt x="46" y="12272"/>
                    <a:pt x="28" y="12402"/>
                  </a:cubicBezTo>
                  <a:lnTo>
                    <a:pt x="28" y="12402"/>
                  </a:lnTo>
                  <a:cubicBezTo>
                    <a:pt x="0" y="12540"/>
                    <a:pt x="26" y="12688"/>
                    <a:pt x="128" y="12807"/>
                  </a:cubicBezTo>
                  <a:lnTo>
                    <a:pt x="128" y="12807"/>
                  </a:lnTo>
                  <a:cubicBezTo>
                    <a:pt x="180" y="12878"/>
                    <a:pt x="249" y="12934"/>
                    <a:pt x="332" y="12964"/>
                  </a:cubicBezTo>
                  <a:lnTo>
                    <a:pt x="332" y="12964"/>
                  </a:lnTo>
                  <a:cubicBezTo>
                    <a:pt x="1532" y="13711"/>
                    <a:pt x="2813" y="14326"/>
                    <a:pt x="4069" y="14970"/>
                  </a:cubicBezTo>
                  <a:cubicBezTo>
                    <a:pt x="5152" y="15529"/>
                    <a:pt x="6416" y="16055"/>
                    <a:pt x="7339" y="16873"/>
                  </a:cubicBezTo>
                  <a:cubicBezTo>
                    <a:pt x="7383" y="16913"/>
                    <a:pt x="7435" y="16989"/>
                    <a:pt x="7487" y="17027"/>
                  </a:cubicBezTo>
                  <a:lnTo>
                    <a:pt x="7487" y="17027"/>
                  </a:lnTo>
                  <a:cubicBezTo>
                    <a:pt x="7393" y="17359"/>
                    <a:pt x="7319" y="17699"/>
                    <a:pt x="7235" y="18033"/>
                  </a:cubicBezTo>
                  <a:cubicBezTo>
                    <a:pt x="6913" y="19321"/>
                    <a:pt x="6584" y="20606"/>
                    <a:pt x="6254" y="21891"/>
                  </a:cubicBezTo>
                  <a:cubicBezTo>
                    <a:pt x="5860" y="23410"/>
                    <a:pt x="5464" y="24931"/>
                    <a:pt x="5034" y="26439"/>
                  </a:cubicBezTo>
                  <a:cubicBezTo>
                    <a:pt x="4930" y="26803"/>
                    <a:pt x="5214" y="27050"/>
                    <a:pt x="5517" y="27050"/>
                  </a:cubicBezTo>
                  <a:cubicBezTo>
                    <a:pt x="5639" y="27050"/>
                    <a:pt x="5763" y="27011"/>
                    <a:pt x="5866" y="26924"/>
                  </a:cubicBezTo>
                  <a:cubicBezTo>
                    <a:pt x="8247" y="24910"/>
                    <a:pt x="10227" y="22525"/>
                    <a:pt x="12464" y="20370"/>
                  </a:cubicBezTo>
                  <a:cubicBezTo>
                    <a:pt x="12589" y="20250"/>
                    <a:pt x="12713" y="20123"/>
                    <a:pt x="12852" y="20018"/>
                  </a:cubicBezTo>
                  <a:cubicBezTo>
                    <a:pt x="12863" y="20009"/>
                    <a:pt x="12877" y="19999"/>
                    <a:pt x="12890" y="19990"/>
                  </a:cubicBezTo>
                  <a:lnTo>
                    <a:pt x="12890" y="19990"/>
                  </a:lnTo>
                  <a:cubicBezTo>
                    <a:pt x="12900" y="19993"/>
                    <a:pt x="12910" y="19997"/>
                    <a:pt x="12921" y="20001"/>
                  </a:cubicBezTo>
                  <a:cubicBezTo>
                    <a:pt x="13088" y="20068"/>
                    <a:pt x="13031" y="20039"/>
                    <a:pt x="13176" y="20106"/>
                  </a:cubicBezTo>
                  <a:cubicBezTo>
                    <a:pt x="13893" y="20437"/>
                    <a:pt x="14584" y="20827"/>
                    <a:pt x="15275" y="21210"/>
                  </a:cubicBezTo>
                  <a:cubicBezTo>
                    <a:pt x="17105" y="22224"/>
                    <a:pt x="18913" y="23285"/>
                    <a:pt x="20786" y="24217"/>
                  </a:cubicBezTo>
                  <a:cubicBezTo>
                    <a:pt x="21424" y="24535"/>
                    <a:pt x="22098" y="24897"/>
                    <a:pt x="22800" y="25057"/>
                  </a:cubicBezTo>
                  <a:cubicBezTo>
                    <a:pt x="22930" y="25087"/>
                    <a:pt x="23053" y="25105"/>
                    <a:pt x="23169" y="25105"/>
                  </a:cubicBezTo>
                  <a:cubicBezTo>
                    <a:pt x="23448" y="25105"/>
                    <a:pt x="23685" y="25004"/>
                    <a:pt x="23880" y="24741"/>
                  </a:cubicBezTo>
                  <a:cubicBezTo>
                    <a:pt x="24388" y="24059"/>
                    <a:pt x="24801" y="23292"/>
                    <a:pt x="25237" y="22563"/>
                  </a:cubicBezTo>
                  <a:cubicBezTo>
                    <a:pt x="26092" y="21124"/>
                    <a:pt x="26933" y="19677"/>
                    <a:pt x="27771" y="18227"/>
                  </a:cubicBezTo>
                  <a:cubicBezTo>
                    <a:pt x="29844" y="14642"/>
                    <a:pt x="31898" y="11043"/>
                    <a:pt x="33946" y="7443"/>
                  </a:cubicBezTo>
                  <a:cubicBezTo>
                    <a:pt x="35191" y="5254"/>
                    <a:pt x="36493" y="3084"/>
                    <a:pt x="37679" y="860"/>
                  </a:cubicBezTo>
                  <a:cubicBezTo>
                    <a:pt x="37698" y="826"/>
                    <a:pt x="37717" y="790"/>
                    <a:pt x="37738" y="754"/>
                  </a:cubicBezTo>
                  <a:cubicBezTo>
                    <a:pt x="37919" y="436"/>
                    <a:pt x="37673" y="0"/>
                    <a:pt x="373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1" name="Google Shape;5081;p44"/>
            <p:cNvSpPr/>
            <p:nvPr/>
          </p:nvSpPr>
          <p:spPr>
            <a:xfrm>
              <a:off x="3492300" y="863350"/>
              <a:ext cx="474450" cy="278325"/>
            </a:xfrm>
            <a:custGeom>
              <a:rect b="b" l="l" r="r" t="t"/>
              <a:pathLst>
                <a:path extrusionOk="0" h="11133" w="18978">
                  <a:moveTo>
                    <a:pt x="18335" y="1"/>
                  </a:moveTo>
                  <a:cubicBezTo>
                    <a:pt x="18285" y="1"/>
                    <a:pt x="18233" y="10"/>
                    <a:pt x="18179" y="31"/>
                  </a:cubicBezTo>
                  <a:cubicBezTo>
                    <a:pt x="15036" y="1249"/>
                    <a:pt x="11985" y="2675"/>
                    <a:pt x="8954" y="4143"/>
                  </a:cubicBezTo>
                  <a:cubicBezTo>
                    <a:pt x="6184" y="5485"/>
                    <a:pt x="3415" y="6829"/>
                    <a:pt x="534" y="7916"/>
                  </a:cubicBezTo>
                  <a:cubicBezTo>
                    <a:pt x="1" y="8116"/>
                    <a:pt x="152" y="8911"/>
                    <a:pt x="623" y="8911"/>
                  </a:cubicBezTo>
                  <a:cubicBezTo>
                    <a:pt x="678" y="8911"/>
                    <a:pt x="737" y="8900"/>
                    <a:pt x="799" y="8877"/>
                  </a:cubicBezTo>
                  <a:cubicBezTo>
                    <a:pt x="5885" y="6960"/>
                    <a:pt x="10658" y="4331"/>
                    <a:pt x="15633" y="2155"/>
                  </a:cubicBezTo>
                  <a:lnTo>
                    <a:pt x="15633" y="2155"/>
                  </a:lnTo>
                  <a:cubicBezTo>
                    <a:pt x="12206" y="4952"/>
                    <a:pt x="8533" y="7433"/>
                    <a:pt x="5160" y="10303"/>
                  </a:cubicBezTo>
                  <a:cubicBezTo>
                    <a:pt x="4776" y="10629"/>
                    <a:pt x="5131" y="11132"/>
                    <a:pt x="5535" y="11132"/>
                  </a:cubicBezTo>
                  <a:cubicBezTo>
                    <a:pt x="5646" y="11132"/>
                    <a:pt x="5760" y="11095"/>
                    <a:pt x="5863" y="11007"/>
                  </a:cubicBezTo>
                  <a:cubicBezTo>
                    <a:pt x="10016" y="7474"/>
                    <a:pt x="14621" y="4533"/>
                    <a:pt x="18664" y="863"/>
                  </a:cubicBezTo>
                  <a:cubicBezTo>
                    <a:pt x="18977" y="577"/>
                    <a:pt x="18723" y="1"/>
                    <a:pt x="183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2" name="Google Shape;5082;p44"/>
            <p:cNvSpPr/>
            <p:nvPr/>
          </p:nvSpPr>
          <p:spPr>
            <a:xfrm>
              <a:off x="3428775" y="1197550"/>
              <a:ext cx="352850" cy="128775"/>
            </a:xfrm>
            <a:custGeom>
              <a:rect b="b" l="l" r="r" t="t"/>
              <a:pathLst>
                <a:path extrusionOk="0" h="5151" w="14114">
                  <a:moveTo>
                    <a:pt x="13430" y="0"/>
                  </a:moveTo>
                  <a:cubicBezTo>
                    <a:pt x="13384" y="0"/>
                    <a:pt x="13335" y="7"/>
                    <a:pt x="13283" y="21"/>
                  </a:cubicBezTo>
                  <a:cubicBezTo>
                    <a:pt x="8994" y="1241"/>
                    <a:pt x="4865" y="2969"/>
                    <a:pt x="568" y="4169"/>
                  </a:cubicBezTo>
                  <a:cubicBezTo>
                    <a:pt x="1" y="4328"/>
                    <a:pt x="175" y="5151"/>
                    <a:pt x="688" y="5151"/>
                  </a:cubicBezTo>
                  <a:cubicBezTo>
                    <a:pt x="734" y="5151"/>
                    <a:pt x="782" y="5144"/>
                    <a:pt x="833" y="5130"/>
                  </a:cubicBezTo>
                  <a:cubicBezTo>
                    <a:pt x="5131" y="3929"/>
                    <a:pt x="9260" y="2202"/>
                    <a:pt x="13549" y="982"/>
                  </a:cubicBezTo>
                  <a:cubicBezTo>
                    <a:pt x="14113" y="822"/>
                    <a:pt x="13940" y="0"/>
                    <a:pt x="134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083" name="Google Shape;5083;p44"/>
          <p:cNvSpPr/>
          <p:nvPr/>
        </p:nvSpPr>
        <p:spPr>
          <a:xfrm>
            <a:off x="1810938" y="3711563"/>
            <a:ext cx="117525" cy="110100"/>
          </a:xfrm>
          <a:custGeom>
            <a:rect b="b" l="l" r="r" t="t"/>
            <a:pathLst>
              <a:path extrusionOk="0" h="4404" w="4701">
                <a:moveTo>
                  <a:pt x="1951" y="1032"/>
                </a:moveTo>
                <a:cubicBezTo>
                  <a:pt x="1950" y="1033"/>
                  <a:pt x="1949" y="1033"/>
                  <a:pt x="1947" y="1033"/>
                </a:cubicBezTo>
                <a:cubicBezTo>
                  <a:pt x="1948" y="1033"/>
                  <a:pt x="1950" y="1033"/>
                  <a:pt x="1951" y="1032"/>
                </a:cubicBezTo>
                <a:close/>
                <a:moveTo>
                  <a:pt x="2857" y="1059"/>
                </a:moveTo>
                <a:cubicBezTo>
                  <a:pt x="2871" y="1059"/>
                  <a:pt x="2889" y="1066"/>
                  <a:pt x="2907" y="1075"/>
                </a:cubicBezTo>
                <a:lnTo>
                  <a:pt x="2907" y="1075"/>
                </a:lnTo>
                <a:cubicBezTo>
                  <a:pt x="2887" y="1068"/>
                  <a:pt x="2858" y="1059"/>
                  <a:pt x="2857" y="1059"/>
                </a:cubicBezTo>
                <a:close/>
                <a:moveTo>
                  <a:pt x="3091" y="1185"/>
                </a:moveTo>
                <a:cubicBezTo>
                  <a:pt x="3091" y="1185"/>
                  <a:pt x="3091" y="1185"/>
                  <a:pt x="3091" y="1185"/>
                </a:cubicBezTo>
                <a:lnTo>
                  <a:pt x="3091" y="1185"/>
                </a:lnTo>
                <a:cubicBezTo>
                  <a:pt x="3091" y="1185"/>
                  <a:pt x="3091" y="1185"/>
                  <a:pt x="3091" y="1185"/>
                </a:cubicBezTo>
                <a:close/>
                <a:moveTo>
                  <a:pt x="3104" y="1198"/>
                </a:moveTo>
                <a:cubicBezTo>
                  <a:pt x="3111" y="1203"/>
                  <a:pt x="3118" y="1208"/>
                  <a:pt x="3125" y="1213"/>
                </a:cubicBezTo>
                <a:cubicBezTo>
                  <a:pt x="3142" y="1224"/>
                  <a:pt x="3149" y="1229"/>
                  <a:pt x="3148" y="1229"/>
                </a:cubicBezTo>
                <a:cubicBezTo>
                  <a:pt x="3148" y="1229"/>
                  <a:pt x="3121" y="1211"/>
                  <a:pt x="3104" y="1198"/>
                </a:cubicBezTo>
                <a:close/>
                <a:moveTo>
                  <a:pt x="1747" y="3319"/>
                </a:moveTo>
                <a:cubicBezTo>
                  <a:pt x="1767" y="3326"/>
                  <a:pt x="1803" y="3338"/>
                  <a:pt x="1802" y="3338"/>
                </a:cubicBezTo>
                <a:cubicBezTo>
                  <a:pt x="1800" y="3339"/>
                  <a:pt x="1799" y="3339"/>
                  <a:pt x="1797" y="3339"/>
                </a:cubicBezTo>
                <a:cubicBezTo>
                  <a:pt x="1785" y="3339"/>
                  <a:pt x="1766" y="3330"/>
                  <a:pt x="1747" y="3319"/>
                </a:cubicBezTo>
                <a:close/>
                <a:moveTo>
                  <a:pt x="2463" y="3393"/>
                </a:moveTo>
                <a:cubicBezTo>
                  <a:pt x="2461" y="3393"/>
                  <a:pt x="2459" y="3393"/>
                  <a:pt x="2456" y="3393"/>
                </a:cubicBezTo>
                <a:lnTo>
                  <a:pt x="2456" y="3393"/>
                </a:lnTo>
                <a:cubicBezTo>
                  <a:pt x="2459" y="3393"/>
                  <a:pt x="2462" y="3393"/>
                  <a:pt x="2463" y="3393"/>
                </a:cubicBezTo>
                <a:close/>
                <a:moveTo>
                  <a:pt x="2387" y="989"/>
                </a:moveTo>
                <a:cubicBezTo>
                  <a:pt x="2440" y="989"/>
                  <a:pt x="2491" y="989"/>
                  <a:pt x="2541" y="993"/>
                </a:cubicBezTo>
                <a:cubicBezTo>
                  <a:pt x="2560" y="993"/>
                  <a:pt x="2582" y="997"/>
                  <a:pt x="2601" y="998"/>
                </a:cubicBezTo>
                <a:lnTo>
                  <a:pt x="2601" y="998"/>
                </a:lnTo>
                <a:cubicBezTo>
                  <a:pt x="2682" y="1018"/>
                  <a:pt x="2761" y="1029"/>
                  <a:pt x="2840" y="1057"/>
                </a:cubicBezTo>
                <a:cubicBezTo>
                  <a:pt x="2857" y="1061"/>
                  <a:pt x="2876" y="1069"/>
                  <a:pt x="2895" y="1076"/>
                </a:cubicBezTo>
                <a:cubicBezTo>
                  <a:pt x="2906" y="1079"/>
                  <a:pt x="2914" y="1081"/>
                  <a:pt x="2919" y="1082"/>
                </a:cubicBezTo>
                <a:lnTo>
                  <a:pt x="2919" y="1082"/>
                </a:lnTo>
                <a:cubicBezTo>
                  <a:pt x="2944" y="1096"/>
                  <a:pt x="2968" y="1113"/>
                  <a:pt x="2984" y="1122"/>
                </a:cubicBezTo>
                <a:cubicBezTo>
                  <a:pt x="3015" y="1139"/>
                  <a:pt x="3049" y="1160"/>
                  <a:pt x="3080" y="1181"/>
                </a:cubicBezTo>
                <a:cubicBezTo>
                  <a:pt x="3084" y="1184"/>
                  <a:pt x="3088" y="1186"/>
                  <a:pt x="3092" y="1189"/>
                </a:cubicBezTo>
                <a:lnTo>
                  <a:pt x="3092" y="1189"/>
                </a:lnTo>
                <a:cubicBezTo>
                  <a:pt x="3107" y="1217"/>
                  <a:pt x="3258" y="1347"/>
                  <a:pt x="3274" y="1366"/>
                </a:cubicBezTo>
                <a:cubicBezTo>
                  <a:pt x="3278" y="1370"/>
                  <a:pt x="3281" y="1374"/>
                  <a:pt x="3284" y="1378"/>
                </a:cubicBezTo>
                <a:lnTo>
                  <a:pt x="3284" y="1378"/>
                </a:lnTo>
                <a:cubicBezTo>
                  <a:pt x="3304" y="1410"/>
                  <a:pt x="3328" y="1440"/>
                  <a:pt x="3348" y="1474"/>
                </a:cubicBezTo>
                <a:cubicBezTo>
                  <a:pt x="3367" y="1503"/>
                  <a:pt x="3386" y="1535"/>
                  <a:pt x="3403" y="1569"/>
                </a:cubicBezTo>
                <a:cubicBezTo>
                  <a:pt x="3409" y="1579"/>
                  <a:pt x="3414" y="1591"/>
                  <a:pt x="3420" y="1604"/>
                </a:cubicBezTo>
                <a:lnTo>
                  <a:pt x="3420" y="1604"/>
                </a:lnTo>
                <a:cubicBezTo>
                  <a:pt x="3420" y="1602"/>
                  <a:pt x="3420" y="1600"/>
                  <a:pt x="3420" y="1598"/>
                </a:cubicBezTo>
                <a:lnTo>
                  <a:pt x="3420" y="1598"/>
                </a:lnTo>
                <a:cubicBezTo>
                  <a:pt x="3420" y="1600"/>
                  <a:pt x="3420" y="1602"/>
                  <a:pt x="3420" y="1604"/>
                </a:cubicBezTo>
                <a:lnTo>
                  <a:pt x="3420" y="1604"/>
                </a:lnTo>
                <a:cubicBezTo>
                  <a:pt x="3420" y="1604"/>
                  <a:pt x="3420" y="1604"/>
                  <a:pt x="3420" y="1604"/>
                </a:cubicBezTo>
                <a:lnTo>
                  <a:pt x="3420" y="1604"/>
                </a:lnTo>
                <a:cubicBezTo>
                  <a:pt x="3420" y="1621"/>
                  <a:pt x="3423" y="1634"/>
                  <a:pt x="3427" y="1644"/>
                </a:cubicBezTo>
                <a:lnTo>
                  <a:pt x="3427" y="1644"/>
                </a:lnTo>
                <a:cubicBezTo>
                  <a:pt x="3423" y="1630"/>
                  <a:pt x="3420" y="1616"/>
                  <a:pt x="3420" y="1604"/>
                </a:cubicBezTo>
                <a:lnTo>
                  <a:pt x="3420" y="1604"/>
                </a:lnTo>
                <a:cubicBezTo>
                  <a:pt x="3422" y="1608"/>
                  <a:pt x="3424" y="1613"/>
                  <a:pt x="3426" y="1617"/>
                </a:cubicBezTo>
                <a:cubicBezTo>
                  <a:pt x="3442" y="1646"/>
                  <a:pt x="3443" y="1659"/>
                  <a:pt x="3439" y="1659"/>
                </a:cubicBezTo>
                <a:cubicBezTo>
                  <a:pt x="3436" y="1659"/>
                  <a:pt x="3432" y="1654"/>
                  <a:pt x="3427" y="1644"/>
                </a:cubicBezTo>
                <a:lnTo>
                  <a:pt x="3427" y="1644"/>
                </a:lnTo>
                <a:cubicBezTo>
                  <a:pt x="3443" y="1697"/>
                  <a:pt x="3479" y="1760"/>
                  <a:pt x="3491" y="1802"/>
                </a:cubicBezTo>
                <a:cubicBezTo>
                  <a:pt x="3500" y="1838"/>
                  <a:pt x="3508" y="1874"/>
                  <a:pt x="3517" y="1910"/>
                </a:cubicBezTo>
                <a:cubicBezTo>
                  <a:pt x="3521" y="1933"/>
                  <a:pt x="3525" y="1954"/>
                  <a:pt x="3529" y="1977"/>
                </a:cubicBezTo>
                <a:cubicBezTo>
                  <a:pt x="3534" y="2005"/>
                  <a:pt x="3537" y="2015"/>
                  <a:pt x="3538" y="2015"/>
                </a:cubicBezTo>
                <a:cubicBezTo>
                  <a:pt x="3540" y="2015"/>
                  <a:pt x="3530" y="1942"/>
                  <a:pt x="3525" y="1939"/>
                </a:cubicBezTo>
                <a:lnTo>
                  <a:pt x="3525" y="1939"/>
                </a:lnTo>
                <a:cubicBezTo>
                  <a:pt x="3550" y="1954"/>
                  <a:pt x="3538" y="2142"/>
                  <a:pt x="3538" y="2173"/>
                </a:cubicBezTo>
                <a:cubicBezTo>
                  <a:pt x="3538" y="2215"/>
                  <a:pt x="3535" y="2257"/>
                  <a:pt x="3533" y="2297"/>
                </a:cubicBezTo>
                <a:cubicBezTo>
                  <a:pt x="3532" y="2312"/>
                  <a:pt x="3530" y="2326"/>
                  <a:pt x="3529" y="2339"/>
                </a:cubicBezTo>
                <a:lnTo>
                  <a:pt x="3529" y="2339"/>
                </a:lnTo>
                <a:cubicBezTo>
                  <a:pt x="3514" y="2409"/>
                  <a:pt x="3504" y="2477"/>
                  <a:pt x="3483" y="2546"/>
                </a:cubicBezTo>
                <a:cubicBezTo>
                  <a:pt x="3472" y="2582"/>
                  <a:pt x="3462" y="2618"/>
                  <a:pt x="3449" y="2651"/>
                </a:cubicBezTo>
                <a:cubicBezTo>
                  <a:pt x="3445" y="2663"/>
                  <a:pt x="3440" y="2676"/>
                  <a:pt x="3436" y="2688"/>
                </a:cubicBezTo>
                <a:lnTo>
                  <a:pt x="3436" y="2688"/>
                </a:lnTo>
                <a:cubicBezTo>
                  <a:pt x="3398" y="2751"/>
                  <a:pt x="3369" y="2818"/>
                  <a:pt x="3329" y="2881"/>
                </a:cubicBezTo>
                <a:cubicBezTo>
                  <a:pt x="3324" y="2889"/>
                  <a:pt x="3300" y="2922"/>
                  <a:pt x="3284" y="2945"/>
                </a:cubicBezTo>
                <a:lnTo>
                  <a:pt x="3284" y="2945"/>
                </a:lnTo>
                <a:cubicBezTo>
                  <a:pt x="3263" y="2968"/>
                  <a:pt x="3232" y="3005"/>
                  <a:pt x="3224" y="3014"/>
                </a:cubicBezTo>
                <a:cubicBezTo>
                  <a:pt x="3198" y="3041"/>
                  <a:pt x="3171" y="3069"/>
                  <a:pt x="3142" y="3094"/>
                </a:cubicBezTo>
                <a:cubicBezTo>
                  <a:pt x="3127" y="3106"/>
                  <a:pt x="3112" y="3119"/>
                  <a:pt x="3099" y="3132"/>
                </a:cubicBezTo>
                <a:cubicBezTo>
                  <a:pt x="3075" y="3154"/>
                  <a:pt x="3071" y="3163"/>
                  <a:pt x="3076" y="3163"/>
                </a:cubicBezTo>
                <a:cubicBezTo>
                  <a:pt x="3076" y="3163"/>
                  <a:pt x="3077" y="3163"/>
                  <a:pt x="3078" y="3162"/>
                </a:cubicBezTo>
                <a:lnTo>
                  <a:pt x="3078" y="3162"/>
                </a:lnTo>
                <a:cubicBezTo>
                  <a:pt x="3021" y="3203"/>
                  <a:pt x="2923" y="3245"/>
                  <a:pt x="2889" y="3262"/>
                </a:cubicBezTo>
                <a:cubicBezTo>
                  <a:pt x="2863" y="3275"/>
                  <a:pt x="2803" y="3296"/>
                  <a:pt x="2805" y="3296"/>
                </a:cubicBezTo>
                <a:cubicBezTo>
                  <a:pt x="2806" y="3296"/>
                  <a:pt x="2822" y="3291"/>
                  <a:pt x="2866" y="3277"/>
                </a:cubicBezTo>
                <a:lnTo>
                  <a:pt x="2866" y="3277"/>
                </a:lnTo>
                <a:cubicBezTo>
                  <a:pt x="2823" y="3292"/>
                  <a:pt x="2783" y="3309"/>
                  <a:pt x="2741" y="3323"/>
                </a:cubicBezTo>
                <a:cubicBezTo>
                  <a:pt x="2642" y="3355"/>
                  <a:pt x="2541" y="3376"/>
                  <a:pt x="2438" y="3395"/>
                </a:cubicBezTo>
                <a:cubicBezTo>
                  <a:pt x="2437" y="3395"/>
                  <a:pt x="2437" y="3395"/>
                  <a:pt x="2437" y="3395"/>
                </a:cubicBezTo>
                <a:lnTo>
                  <a:pt x="2437" y="3395"/>
                </a:lnTo>
                <a:cubicBezTo>
                  <a:pt x="2416" y="3397"/>
                  <a:pt x="2395" y="3400"/>
                  <a:pt x="2375" y="3401"/>
                </a:cubicBezTo>
                <a:cubicBezTo>
                  <a:pt x="2330" y="3403"/>
                  <a:pt x="2284" y="3406"/>
                  <a:pt x="2240" y="3406"/>
                </a:cubicBezTo>
                <a:cubicBezTo>
                  <a:pt x="2226" y="3406"/>
                  <a:pt x="2211" y="3406"/>
                  <a:pt x="2197" y="3406"/>
                </a:cubicBezTo>
                <a:cubicBezTo>
                  <a:pt x="2163" y="3406"/>
                  <a:pt x="2129" y="3405"/>
                  <a:pt x="2094" y="3403"/>
                </a:cubicBezTo>
                <a:cubicBezTo>
                  <a:pt x="2081" y="3402"/>
                  <a:pt x="2067" y="3400"/>
                  <a:pt x="2054" y="3398"/>
                </a:cubicBezTo>
                <a:lnTo>
                  <a:pt x="2054" y="3398"/>
                </a:lnTo>
                <a:cubicBezTo>
                  <a:pt x="1975" y="3376"/>
                  <a:pt x="1893" y="3365"/>
                  <a:pt x="1814" y="3340"/>
                </a:cubicBezTo>
                <a:cubicBezTo>
                  <a:pt x="1797" y="3334"/>
                  <a:pt x="1778" y="3326"/>
                  <a:pt x="1762" y="3321"/>
                </a:cubicBezTo>
                <a:cubicBezTo>
                  <a:pt x="1752" y="3318"/>
                  <a:pt x="1745" y="3316"/>
                  <a:pt x="1740" y="3315"/>
                </a:cubicBezTo>
                <a:lnTo>
                  <a:pt x="1740" y="3315"/>
                </a:lnTo>
                <a:cubicBezTo>
                  <a:pt x="1716" y="3301"/>
                  <a:pt x="1691" y="3283"/>
                  <a:pt x="1679" y="3277"/>
                </a:cubicBezTo>
                <a:cubicBezTo>
                  <a:pt x="1648" y="3258"/>
                  <a:pt x="1616" y="3241"/>
                  <a:pt x="1587" y="3220"/>
                </a:cubicBezTo>
                <a:cubicBezTo>
                  <a:pt x="1572" y="3210"/>
                  <a:pt x="1557" y="3199"/>
                  <a:pt x="1543" y="3191"/>
                </a:cubicBezTo>
                <a:cubicBezTo>
                  <a:pt x="1525" y="3180"/>
                  <a:pt x="1519" y="3175"/>
                  <a:pt x="1519" y="3175"/>
                </a:cubicBezTo>
                <a:lnTo>
                  <a:pt x="1519" y="3175"/>
                </a:lnTo>
                <a:cubicBezTo>
                  <a:pt x="1518" y="3175"/>
                  <a:pt x="1582" y="3218"/>
                  <a:pt x="1580" y="3218"/>
                </a:cubicBezTo>
                <a:cubicBezTo>
                  <a:pt x="1580" y="3218"/>
                  <a:pt x="1579" y="3218"/>
                  <a:pt x="1578" y="3218"/>
                </a:cubicBezTo>
                <a:cubicBezTo>
                  <a:pt x="1542" y="3218"/>
                  <a:pt x="1420" y="3070"/>
                  <a:pt x="1399" y="3045"/>
                </a:cubicBezTo>
                <a:cubicBezTo>
                  <a:pt x="1384" y="3030"/>
                  <a:pt x="1353" y="2977"/>
                  <a:pt x="1351" y="2977"/>
                </a:cubicBezTo>
                <a:lnTo>
                  <a:pt x="1351" y="2977"/>
                </a:lnTo>
                <a:cubicBezTo>
                  <a:pt x="1350" y="2977"/>
                  <a:pt x="1354" y="2985"/>
                  <a:pt x="1363" y="3005"/>
                </a:cubicBezTo>
                <a:cubicBezTo>
                  <a:pt x="1372" y="3025"/>
                  <a:pt x="1375" y="3032"/>
                  <a:pt x="1374" y="3032"/>
                </a:cubicBezTo>
                <a:cubicBezTo>
                  <a:pt x="1372" y="3032"/>
                  <a:pt x="1335" y="2962"/>
                  <a:pt x="1326" y="2946"/>
                </a:cubicBezTo>
                <a:cubicBezTo>
                  <a:pt x="1285" y="2881"/>
                  <a:pt x="1252" y="2814"/>
                  <a:pt x="1215" y="2746"/>
                </a:cubicBezTo>
                <a:lnTo>
                  <a:pt x="1215" y="2746"/>
                </a:lnTo>
                <a:cubicBezTo>
                  <a:pt x="1214" y="2743"/>
                  <a:pt x="1213" y="2740"/>
                  <a:pt x="1212" y="2736"/>
                </a:cubicBezTo>
                <a:cubicBezTo>
                  <a:pt x="1199" y="2702"/>
                  <a:pt x="1187" y="2668"/>
                  <a:pt x="1176" y="2635"/>
                </a:cubicBezTo>
                <a:cubicBezTo>
                  <a:pt x="1153" y="2559"/>
                  <a:pt x="1132" y="2481"/>
                  <a:pt x="1119" y="2403"/>
                </a:cubicBezTo>
                <a:cubicBezTo>
                  <a:pt x="1119" y="2401"/>
                  <a:pt x="1118" y="2399"/>
                  <a:pt x="1118" y="2397"/>
                </a:cubicBezTo>
                <a:lnTo>
                  <a:pt x="1118" y="2397"/>
                </a:lnTo>
                <a:cubicBezTo>
                  <a:pt x="1122" y="2365"/>
                  <a:pt x="1108" y="2315"/>
                  <a:pt x="1106" y="2283"/>
                </a:cubicBezTo>
                <a:cubicBezTo>
                  <a:pt x="1102" y="2203"/>
                  <a:pt x="1102" y="2123"/>
                  <a:pt x="1106" y="2043"/>
                </a:cubicBezTo>
                <a:cubicBezTo>
                  <a:pt x="1107" y="2033"/>
                  <a:pt x="1110" y="2004"/>
                  <a:pt x="1113" y="1978"/>
                </a:cubicBezTo>
                <a:lnTo>
                  <a:pt x="1113" y="1978"/>
                </a:lnTo>
                <a:cubicBezTo>
                  <a:pt x="1117" y="1953"/>
                  <a:pt x="1123" y="1911"/>
                  <a:pt x="1125" y="1899"/>
                </a:cubicBezTo>
                <a:cubicBezTo>
                  <a:pt x="1144" y="1813"/>
                  <a:pt x="1170" y="1731"/>
                  <a:pt x="1197" y="1647"/>
                </a:cubicBezTo>
                <a:cubicBezTo>
                  <a:pt x="1199" y="1642"/>
                  <a:pt x="1200" y="1637"/>
                  <a:pt x="1201" y="1634"/>
                </a:cubicBezTo>
                <a:lnTo>
                  <a:pt x="1201" y="1634"/>
                </a:lnTo>
                <a:cubicBezTo>
                  <a:pt x="1203" y="1630"/>
                  <a:pt x="1205" y="1626"/>
                  <a:pt x="1208" y="1621"/>
                </a:cubicBezTo>
                <a:cubicBezTo>
                  <a:pt x="1227" y="1583"/>
                  <a:pt x="1246" y="1543"/>
                  <a:pt x="1269" y="1507"/>
                </a:cubicBezTo>
                <a:cubicBezTo>
                  <a:pt x="1290" y="1470"/>
                  <a:pt x="1313" y="1434"/>
                  <a:pt x="1338" y="1398"/>
                </a:cubicBezTo>
                <a:cubicBezTo>
                  <a:pt x="1341" y="1394"/>
                  <a:pt x="1344" y="1390"/>
                  <a:pt x="1346" y="1386"/>
                </a:cubicBezTo>
                <a:lnTo>
                  <a:pt x="1346" y="1386"/>
                </a:lnTo>
                <a:cubicBezTo>
                  <a:pt x="1346" y="1386"/>
                  <a:pt x="1346" y="1386"/>
                  <a:pt x="1347" y="1385"/>
                </a:cubicBezTo>
                <a:cubicBezTo>
                  <a:pt x="1399" y="1329"/>
                  <a:pt x="1454" y="1275"/>
                  <a:pt x="1511" y="1223"/>
                </a:cubicBezTo>
                <a:lnTo>
                  <a:pt x="1511" y="1223"/>
                </a:lnTo>
                <a:cubicBezTo>
                  <a:pt x="1524" y="1213"/>
                  <a:pt x="1537" y="1203"/>
                  <a:pt x="1551" y="1194"/>
                </a:cubicBezTo>
                <a:cubicBezTo>
                  <a:pt x="1589" y="1170"/>
                  <a:pt x="1627" y="1147"/>
                  <a:pt x="1667" y="1126"/>
                </a:cubicBezTo>
                <a:cubicBezTo>
                  <a:pt x="1682" y="1119"/>
                  <a:pt x="1697" y="1111"/>
                  <a:pt x="1712" y="1103"/>
                </a:cubicBezTo>
                <a:lnTo>
                  <a:pt x="1712" y="1103"/>
                </a:lnTo>
                <a:cubicBezTo>
                  <a:pt x="1755" y="1090"/>
                  <a:pt x="1797" y="1075"/>
                  <a:pt x="1840" y="1063"/>
                </a:cubicBezTo>
                <a:cubicBezTo>
                  <a:pt x="1884" y="1050"/>
                  <a:pt x="1928" y="1042"/>
                  <a:pt x="1970" y="1031"/>
                </a:cubicBezTo>
                <a:cubicBezTo>
                  <a:pt x="1976" y="1030"/>
                  <a:pt x="1983" y="1028"/>
                  <a:pt x="1990" y="1026"/>
                </a:cubicBezTo>
                <a:lnTo>
                  <a:pt x="1990" y="1026"/>
                </a:lnTo>
                <a:cubicBezTo>
                  <a:pt x="2008" y="1025"/>
                  <a:pt x="2026" y="1024"/>
                  <a:pt x="2042" y="1023"/>
                </a:cubicBezTo>
                <a:cubicBezTo>
                  <a:pt x="2063" y="1021"/>
                  <a:pt x="2083" y="1018"/>
                  <a:pt x="2104" y="1015"/>
                </a:cubicBezTo>
                <a:lnTo>
                  <a:pt x="2104" y="1015"/>
                </a:lnTo>
                <a:cubicBezTo>
                  <a:pt x="2127" y="1013"/>
                  <a:pt x="2151" y="1010"/>
                  <a:pt x="2175" y="1006"/>
                </a:cubicBezTo>
                <a:cubicBezTo>
                  <a:pt x="2200" y="1002"/>
                  <a:pt x="2223" y="998"/>
                  <a:pt x="2248" y="996"/>
                </a:cubicBezTo>
                <a:lnTo>
                  <a:pt x="2248" y="996"/>
                </a:lnTo>
                <a:cubicBezTo>
                  <a:pt x="2202" y="1002"/>
                  <a:pt x="2186" y="1004"/>
                  <a:pt x="2186" y="1004"/>
                </a:cubicBezTo>
                <a:cubicBezTo>
                  <a:pt x="2187" y="1004"/>
                  <a:pt x="2227" y="999"/>
                  <a:pt x="2246" y="998"/>
                </a:cubicBezTo>
                <a:cubicBezTo>
                  <a:pt x="2293" y="996"/>
                  <a:pt x="2341" y="991"/>
                  <a:pt x="2387" y="989"/>
                </a:cubicBezTo>
                <a:close/>
                <a:moveTo>
                  <a:pt x="2431" y="0"/>
                </a:moveTo>
                <a:cubicBezTo>
                  <a:pt x="2283" y="0"/>
                  <a:pt x="2134" y="12"/>
                  <a:pt x="1987" y="33"/>
                </a:cubicBezTo>
                <a:lnTo>
                  <a:pt x="1987" y="33"/>
                </a:lnTo>
                <a:cubicBezTo>
                  <a:pt x="1519" y="79"/>
                  <a:pt x="1082" y="246"/>
                  <a:pt x="738" y="578"/>
                </a:cubicBezTo>
                <a:cubicBezTo>
                  <a:pt x="443" y="863"/>
                  <a:pt x="236" y="1259"/>
                  <a:pt x="158" y="1661"/>
                </a:cubicBezTo>
                <a:cubicBezTo>
                  <a:pt x="0" y="2477"/>
                  <a:pt x="228" y="3403"/>
                  <a:pt x="896" y="3941"/>
                </a:cubicBezTo>
                <a:cubicBezTo>
                  <a:pt x="1283" y="4251"/>
                  <a:pt x="1777" y="4404"/>
                  <a:pt x="2272" y="4404"/>
                </a:cubicBezTo>
                <a:cubicBezTo>
                  <a:pt x="2762" y="4404"/>
                  <a:pt x="3253" y="4255"/>
                  <a:pt x="3645" y="3962"/>
                </a:cubicBezTo>
                <a:cubicBezTo>
                  <a:pt x="4395" y="3401"/>
                  <a:pt x="4700" y="2409"/>
                  <a:pt x="4443" y="1512"/>
                </a:cubicBezTo>
                <a:cubicBezTo>
                  <a:pt x="4302" y="1025"/>
                  <a:pt x="4003" y="604"/>
                  <a:pt x="3582" y="321"/>
                </a:cubicBezTo>
                <a:cubicBezTo>
                  <a:pt x="3236" y="89"/>
                  <a:pt x="2836" y="0"/>
                  <a:pt x="243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4" name="Google Shape;5084;p44"/>
          <p:cNvSpPr/>
          <p:nvPr/>
        </p:nvSpPr>
        <p:spPr>
          <a:xfrm>
            <a:off x="7894325" y="964188"/>
            <a:ext cx="146125" cy="136975"/>
          </a:xfrm>
          <a:custGeom>
            <a:rect b="b" l="l" r="r" t="t"/>
            <a:pathLst>
              <a:path extrusionOk="0" h="5479" w="5845">
                <a:moveTo>
                  <a:pt x="3075" y="4462"/>
                </a:moveTo>
                <a:cubicBezTo>
                  <a:pt x="3073" y="4462"/>
                  <a:pt x="3072" y="4463"/>
                  <a:pt x="3071" y="4463"/>
                </a:cubicBezTo>
                <a:lnTo>
                  <a:pt x="3071" y="4463"/>
                </a:lnTo>
                <a:cubicBezTo>
                  <a:pt x="3072" y="4463"/>
                  <a:pt x="3073" y="4462"/>
                  <a:pt x="3075" y="4462"/>
                </a:cubicBezTo>
                <a:close/>
                <a:moveTo>
                  <a:pt x="3051" y="4466"/>
                </a:moveTo>
                <a:cubicBezTo>
                  <a:pt x="3036" y="4468"/>
                  <a:pt x="3030" y="4469"/>
                  <a:pt x="3030" y="4469"/>
                </a:cubicBezTo>
                <a:cubicBezTo>
                  <a:pt x="3030" y="4469"/>
                  <a:pt x="3040" y="4467"/>
                  <a:pt x="3051" y="4466"/>
                </a:cubicBezTo>
                <a:close/>
                <a:moveTo>
                  <a:pt x="3032" y="988"/>
                </a:moveTo>
                <a:cubicBezTo>
                  <a:pt x="3081" y="988"/>
                  <a:pt x="3130" y="990"/>
                  <a:pt x="3180" y="993"/>
                </a:cubicBezTo>
                <a:cubicBezTo>
                  <a:pt x="3209" y="995"/>
                  <a:pt x="3237" y="997"/>
                  <a:pt x="3266" y="999"/>
                </a:cubicBezTo>
                <a:cubicBezTo>
                  <a:pt x="3274" y="999"/>
                  <a:pt x="3280" y="999"/>
                  <a:pt x="3284" y="1000"/>
                </a:cubicBezTo>
                <a:lnTo>
                  <a:pt x="3284" y="1000"/>
                </a:lnTo>
                <a:cubicBezTo>
                  <a:pt x="3395" y="1021"/>
                  <a:pt x="3505" y="1046"/>
                  <a:pt x="3612" y="1081"/>
                </a:cubicBezTo>
                <a:cubicBezTo>
                  <a:pt x="3641" y="1090"/>
                  <a:pt x="3709" y="1119"/>
                  <a:pt x="3711" y="1119"/>
                </a:cubicBezTo>
                <a:cubicBezTo>
                  <a:pt x="3712" y="1119"/>
                  <a:pt x="3702" y="1114"/>
                  <a:pt x="3673" y="1100"/>
                </a:cubicBezTo>
                <a:lnTo>
                  <a:pt x="3673" y="1100"/>
                </a:lnTo>
                <a:cubicBezTo>
                  <a:pt x="3730" y="1125"/>
                  <a:pt x="3787" y="1153"/>
                  <a:pt x="3841" y="1184"/>
                </a:cubicBezTo>
                <a:cubicBezTo>
                  <a:pt x="3883" y="1208"/>
                  <a:pt x="3923" y="1235"/>
                  <a:pt x="3966" y="1262"/>
                </a:cubicBezTo>
                <a:cubicBezTo>
                  <a:pt x="3985" y="1274"/>
                  <a:pt x="3997" y="1281"/>
                  <a:pt x="4005" y="1285"/>
                </a:cubicBezTo>
                <a:lnTo>
                  <a:pt x="4005" y="1285"/>
                </a:lnTo>
                <a:cubicBezTo>
                  <a:pt x="4007" y="1287"/>
                  <a:pt x="4009" y="1289"/>
                  <a:pt x="4012" y="1292"/>
                </a:cubicBezTo>
                <a:cubicBezTo>
                  <a:pt x="4096" y="1368"/>
                  <a:pt x="4181" y="1443"/>
                  <a:pt x="4254" y="1530"/>
                </a:cubicBezTo>
                <a:cubicBezTo>
                  <a:pt x="4264" y="1542"/>
                  <a:pt x="4273" y="1553"/>
                  <a:pt x="4283" y="1565"/>
                </a:cubicBezTo>
                <a:lnTo>
                  <a:pt x="4283" y="1565"/>
                </a:lnTo>
                <a:cubicBezTo>
                  <a:pt x="4284" y="1566"/>
                  <a:pt x="4285" y="1568"/>
                  <a:pt x="4286" y="1570"/>
                </a:cubicBezTo>
                <a:cubicBezTo>
                  <a:pt x="4315" y="1614"/>
                  <a:pt x="4347" y="1656"/>
                  <a:pt x="4374" y="1703"/>
                </a:cubicBezTo>
                <a:cubicBezTo>
                  <a:pt x="4400" y="1743"/>
                  <a:pt x="4423" y="1785"/>
                  <a:pt x="4444" y="1827"/>
                </a:cubicBezTo>
                <a:cubicBezTo>
                  <a:pt x="4458" y="1852"/>
                  <a:pt x="4499" y="1948"/>
                  <a:pt x="4501" y="1948"/>
                </a:cubicBezTo>
                <a:cubicBezTo>
                  <a:pt x="4501" y="1948"/>
                  <a:pt x="4497" y="1936"/>
                  <a:pt x="4484" y="1903"/>
                </a:cubicBezTo>
                <a:lnTo>
                  <a:pt x="4484" y="1903"/>
                </a:lnTo>
                <a:cubicBezTo>
                  <a:pt x="4520" y="1991"/>
                  <a:pt x="4551" y="2082"/>
                  <a:pt x="4577" y="2174"/>
                </a:cubicBezTo>
                <a:cubicBezTo>
                  <a:pt x="4589" y="2221"/>
                  <a:pt x="4600" y="2267"/>
                  <a:pt x="4610" y="2314"/>
                </a:cubicBezTo>
                <a:cubicBezTo>
                  <a:pt x="4616" y="2344"/>
                  <a:pt x="4628" y="2444"/>
                  <a:pt x="4630" y="2444"/>
                </a:cubicBezTo>
                <a:cubicBezTo>
                  <a:pt x="4631" y="2444"/>
                  <a:pt x="4630" y="2431"/>
                  <a:pt x="4627" y="2396"/>
                </a:cubicBezTo>
                <a:lnTo>
                  <a:pt x="4627" y="2396"/>
                </a:lnTo>
                <a:cubicBezTo>
                  <a:pt x="4636" y="2497"/>
                  <a:pt x="4644" y="2600"/>
                  <a:pt x="4644" y="2703"/>
                </a:cubicBezTo>
                <a:cubicBezTo>
                  <a:pt x="4642" y="2756"/>
                  <a:pt x="4642" y="2811"/>
                  <a:pt x="4638" y="2865"/>
                </a:cubicBezTo>
                <a:cubicBezTo>
                  <a:pt x="4636" y="2887"/>
                  <a:pt x="4632" y="2911"/>
                  <a:pt x="4631" y="2933"/>
                </a:cubicBezTo>
                <a:lnTo>
                  <a:pt x="4631" y="2933"/>
                </a:lnTo>
                <a:cubicBezTo>
                  <a:pt x="4631" y="2933"/>
                  <a:pt x="4631" y="2933"/>
                  <a:pt x="4631" y="2933"/>
                </a:cubicBezTo>
                <a:cubicBezTo>
                  <a:pt x="4614" y="3034"/>
                  <a:pt x="4596" y="3135"/>
                  <a:pt x="4566" y="3234"/>
                </a:cubicBezTo>
                <a:cubicBezTo>
                  <a:pt x="4553" y="3280"/>
                  <a:pt x="4537" y="3327"/>
                  <a:pt x="4522" y="3373"/>
                </a:cubicBezTo>
                <a:cubicBezTo>
                  <a:pt x="4513" y="3396"/>
                  <a:pt x="4503" y="3417"/>
                  <a:pt x="4497" y="3441"/>
                </a:cubicBezTo>
                <a:cubicBezTo>
                  <a:pt x="4496" y="3441"/>
                  <a:pt x="4496" y="3441"/>
                  <a:pt x="4496" y="3441"/>
                </a:cubicBezTo>
                <a:lnTo>
                  <a:pt x="4496" y="3441"/>
                </a:lnTo>
                <a:cubicBezTo>
                  <a:pt x="4494" y="3445"/>
                  <a:pt x="4491" y="3450"/>
                  <a:pt x="4488" y="3455"/>
                </a:cubicBezTo>
                <a:cubicBezTo>
                  <a:pt x="4440" y="3542"/>
                  <a:pt x="4400" y="3630"/>
                  <a:pt x="4347" y="3712"/>
                </a:cubicBezTo>
                <a:cubicBezTo>
                  <a:pt x="4337" y="3727"/>
                  <a:pt x="4283" y="3802"/>
                  <a:pt x="4272" y="3820"/>
                </a:cubicBezTo>
                <a:lnTo>
                  <a:pt x="4272" y="3820"/>
                </a:lnTo>
                <a:cubicBezTo>
                  <a:pt x="4267" y="3826"/>
                  <a:pt x="4263" y="3832"/>
                  <a:pt x="4261" y="3835"/>
                </a:cubicBezTo>
                <a:cubicBezTo>
                  <a:pt x="4235" y="3862"/>
                  <a:pt x="4210" y="3891"/>
                  <a:pt x="4185" y="3919"/>
                </a:cubicBezTo>
                <a:cubicBezTo>
                  <a:pt x="4151" y="3955"/>
                  <a:pt x="4115" y="3990"/>
                  <a:pt x="4077" y="4024"/>
                </a:cubicBezTo>
                <a:cubicBezTo>
                  <a:pt x="4063" y="4037"/>
                  <a:pt x="3977" y="4106"/>
                  <a:pt x="3981" y="4106"/>
                </a:cubicBezTo>
                <a:cubicBezTo>
                  <a:pt x="3982" y="4106"/>
                  <a:pt x="3992" y="4099"/>
                  <a:pt x="4016" y="4081"/>
                </a:cubicBezTo>
                <a:lnTo>
                  <a:pt x="4016" y="4081"/>
                </a:lnTo>
                <a:cubicBezTo>
                  <a:pt x="3919" y="4153"/>
                  <a:pt x="3818" y="4216"/>
                  <a:pt x="3713" y="4271"/>
                </a:cubicBezTo>
                <a:cubicBezTo>
                  <a:pt x="3692" y="4282"/>
                  <a:pt x="3605" y="4320"/>
                  <a:pt x="3609" y="4320"/>
                </a:cubicBezTo>
                <a:cubicBezTo>
                  <a:pt x="3609" y="4320"/>
                  <a:pt x="3609" y="4320"/>
                  <a:pt x="3611" y="4319"/>
                </a:cubicBezTo>
                <a:lnTo>
                  <a:pt x="3611" y="4319"/>
                </a:lnTo>
                <a:cubicBezTo>
                  <a:pt x="3569" y="4335"/>
                  <a:pt x="3527" y="4350"/>
                  <a:pt x="3483" y="4365"/>
                </a:cubicBezTo>
                <a:cubicBezTo>
                  <a:pt x="3353" y="4408"/>
                  <a:pt x="3218" y="4437"/>
                  <a:pt x="3083" y="4460"/>
                </a:cubicBezTo>
                <a:cubicBezTo>
                  <a:pt x="3075" y="4462"/>
                  <a:pt x="3068" y="4463"/>
                  <a:pt x="3062" y="4464"/>
                </a:cubicBezTo>
                <a:lnTo>
                  <a:pt x="3062" y="4464"/>
                </a:lnTo>
                <a:cubicBezTo>
                  <a:pt x="3028" y="4467"/>
                  <a:pt x="2994" y="4471"/>
                  <a:pt x="2959" y="4473"/>
                </a:cubicBezTo>
                <a:cubicBezTo>
                  <a:pt x="2900" y="4477"/>
                  <a:pt x="2841" y="4481"/>
                  <a:pt x="2782" y="4481"/>
                </a:cubicBezTo>
                <a:cubicBezTo>
                  <a:pt x="2718" y="4481"/>
                  <a:pt x="2653" y="4479"/>
                  <a:pt x="2590" y="4475"/>
                </a:cubicBezTo>
                <a:cubicBezTo>
                  <a:pt x="2563" y="4473"/>
                  <a:pt x="2536" y="4471"/>
                  <a:pt x="2509" y="4469"/>
                </a:cubicBezTo>
                <a:lnTo>
                  <a:pt x="2509" y="4469"/>
                </a:lnTo>
                <a:cubicBezTo>
                  <a:pt x="2506" y="4468"/>
                  <a:pt x="2503" y="4467"/>
                  <a:pt x="2499" y="4467"/>
                </a:cubicBezTo>
                <a:cubicBezTo>
                  <a:pt x="2392" y="4445"/>
                  <a:pt x="2287" y="4422"/>
                  <a:pt x="2181" y="4389"/>
                </a:cubicBezTo>
                <a:cubicBezTo>
                  <a:pt x="2154" y="4379"/>
                  <a:pt x="2102" y="4357"/>
                  <a:pt x="2090" y="4352"/>
                </a:cubicBezTo>
                <a:lnTo>
                  <a:pt x="2090" y="4352"/>
                </a:lnTo>
                <a:cubicBezTo>
                  <a:pt x="2048" y="4332"/>
                  <a:pt x="2007" y="4312"/>
                  <a:pt x="1966" y="4290"/>
                </a:cubicBezTo>
                <a:cubicBezTo>
                  <a:pt x="1924" y="4266"/>
                  <a:pt x="1884" y="4241"/>
                  <a:pt x="1844" y="4214"/>
                </a:cubicBezTo>
                <a:cubicBezTo>
                  <a:pt x="1820" y="4198"/>
                  <a:pt x="1770" y="4158"/>
                  <a:pt x="1769" y="4158"/>
                </a:cubicBezTo>
                <a:lnTo>
                  <a:pt x="1769" y="4158"/>
                </a:lnTo>
                <a:cubicBezTo>
                  <a:pt x="1769" y="4158"/>
                  <a:pt x="1769" y="4158"/>
                  <a:pt x="1770" y="4159"/>
                </a:cubicBezTo>
                <a:lnTo>
                  <a:pt x="1770" y="4159"/>
                </a:lnTo>
                <a:cubicBezTo>
                  <a:pt x="1698" y="4097"/>
                  <a:pt x="1630" y="4032"/>
                  <a:pt x="1566" y="3961"/>
                </a:cubicBezTo>
                <a:cubicBezTo>
                  <a:pt x="1559" y="3952"/>
                  <a:pt x="1523" y="3908"/>
                  <a:pt x="1505" y="3886"/>
                </a:cubicBezTo>
                <a:lnTo>
                  <a:pt x="1505" y="3886"/>
                </a:lnTo>
                <a:cubicBezTo>
                  <a:pt x="1487" y="3859"/>
                  <a:pt x="1452" y="3809"/>
                  <a:pt x="1446" y="3799"/>
                </a:cubicBezTo>
                <a:cubicBezTo>
                  <a:pt x="1389" y="3710"/>
                  <a:pt x="1347" y="3618"/>
                  <a:pt x="1296" y="3525"/>
                </a:cubicBezTo>
                <a:cubicBezTo>
                  <a:pt x="1293" y="3520"/>
                  <a:pt x="1291" y="3516"/>
                  <a:pt x="1289" y="3513"/>
                </a:cubicBezTo>
                <a:lnTo>
                  <a:pt x="1289" y="3513"/>
                </a:lnTo>
                <a:cubicBezTo>
                  <a:pt x="1287" y="3505"/>
                  <a:pt x="1284" y="3496"/>
                  <a:pt x="1280" y="3485"/>
                </a:cubicBezTo>
                <a:cubicBezTo>
                  <a:pt x="1263" y="3441"/>
                  <a:pt x="1248" y="3396"/>
                  <a:pt x="1233" y="3352"/>
                </a:cubicBezTo>
                <a:cubicBezTo>
                  <a:pt x="1202" y="3251"/>
                  <a:pt x="1176" y="3150"/>
                  <a:pt x="1157" y="3047"/>
                </a:cubicBezTo>
                <a:cubicBezTo>
                  <a:pt x="1153" y="3023"/>
                  <a:pt x="1148" y="2988"/>
                  <a:pt x="1146" y="2969"/>
                </a:cubicBezTo>
                <a:lnTo>
                  <a:pt x="1146" y="2969"/>
                </a:lnTo>
                <a:cubicBezTo>
                  <a:pt x="1142" y="2928"/>
                  <a:pt x="1138" y="2887"/>
                  <a:pt x="1134" y="2847"/>
                </a:cubicBezTo>
                <a:cubicBezTo>
                  <a:pt x="1128" y="2743"/>
                  <a:pt x="1130" y="2638"/>
                  <a:pt x="1136" y="2533"/>
                </a:cubicBezTo>
                <a:cubicBezTo>
                  <a:pt x="1138" y="2513"/>
                  <a:pt x="1146" y="2433"/>
                  <a:pt x="1149" y="2401"/>
                </a:cubicBezTo>
                <a:lnTo>
                  <a:pt x="1149" y="2401"/>
                </a:lnTo>
                <a:cubicBezTo>
                  <a:pt x="1155" y="2369"/>
                  <a:pt x="1164" y="2316"/>
                  <a:pt x="1166" y="2301"/>
                </a:cubicBezTo>
                <a:cubicBezTo>
                  <a:pt x="1191" y="2189"/>
                  <a:pt x="1225" y="2080"/>
                  <a:pt x="1261" y="1970"/>
                </a:cubicBezTo>
                <a:cubicBezTo>
                  <a:pt x="1267" y="1952"/>
                  <a:pt x="1270" y="1940"/>
                  <a:pt x="1272" y="1933"/>
                </a:cubicBezTo>
                <a:lnTo>
                  <a:pt x="1272" y="1933"/>
                </a:lnTo>
                <a:cubicBezTo>
                  <a:pt x="1276" y="1925"/>
                  <a:pt x="1282" y="1914"/>
                  <a:pt x="1290" y="1898"/>
                </a:cubicBezTo>
                <a:cubicBezTo>
                  <a:pt x="1315" y="1848"/>
                  <a:pt x="1341" y="1797"/>
                  <a:pt x="1370" y="1747"/>
                </a:cubicBezTo>
                <a:cubicBezTo>
                  <a:pt x="1398" y="1698"/>
                  <a:pt x="1429" y="1652"/>
                  <a:pt x="1461" y="1604"/>
                </a:cubicBezTo>
                <a:cubicBezTo>
                  <a:pt x="1470" y="1590"/>
                  <a:pt x="1476" y="1580"/>
                  <a:pt x="1480" y="1574"/>
                </a:cubicBezTo>
                <a:lnTo>
                  <a:pt x="1480" y="1574"/>
                </a:lnTo>
                <a:cubicBezTo>
                  <a:pt x="1484" y="1570"/>
                  <a:pt x="1489" y="1565"/>
                  <a:pt x="1497" y="1557"/>
                </a:cubicBezTo>
                <a:cubicBezTo>
                  <a:pt x="1572" y="1477"/>
                  <a:pt x="1648" y="1401"/>
                  <a:pt x="1728" y="1328"/>
                </a:cubicBezTo>
                <a:cubicBezTo>
                  <a:pt x="1729" y="1327"/>
                  <a:pt x="1729" y="1327"/>
                  <a:pt x="1730" y="1326"/>
                </a:cubicBezTo>
                <a:lnTo>
                  <a:pt x="1730" y="1326"/>
                </a:lnTo>
                <a:cubicBezTo>
                  <a:pt x="1753" y="1312"/>
                  <a:pt x="1774" y="1295"/>
                  <a:pt x="1796" y="1281"/>
                </a:cubicBezTo>
                <a:cubicBezTo>
                  <a:pt x="1846" y="1248"/>
                  <a:pt x="1899" y="1218"/>
                  <a:pt x="1952" y="1191"/>
                </a:cubicBezTo>
                <a:cubicBezTo>
                  <a:pt x="1973" y="1180"/>
                  <a:pt x="1996" y="1170"/>
                  <a:pt x="2015" y="1159"/>
                </a:cubicBezTo>
                <a:cubicBezTo>
                  <a:pt x="2019" y="1157"/>
                  <a:pt x="2023" y="1154"/>
                  <a:pt x="2026" y="1152"/>
                </a:cubicBezTo>
                <a:lnTo>
                  <a:pt x="2026" y="1152"/>
                </a:lnTo>
                <a:cubicBezTo>
                  <a:pt x="2028" y="1152"/>
                  <a:pt x="2030" y="1151"/>
                  <a:pt x="2032" y="1151"/>
                </a:cubicBezTo>
                <a:cubicBezTo>
                  <a:pt x="2093" y="1132"/>
                  <a:pt x="2152" y="1108"/>
                  <a:pt x="2213" y="1092"/>
                </a:cubicBezTo>
                <a:cubicBezTo>
                  <a:pt x="2272" y="1075"/>
                  <a:pt x="2329" y="1064"/>
                  <a:pt x="2388" y="1052"/>
                </a:cubicBezTo>
                <a:cubicBezTo>
                  <a:pt x="2406" y="1047"/>
                  <a:pt x="2452" y="1041"/>
                  <a:pt x="2450" y="1041"/>
                </a:cubicBezTo>
                <a:lnTo>
                  <a:pt x="2450" y="1041"/>
                </a:lnTo>
                <a:cubicBezTo>
                  <a:pt x="2449" y="1041"/>
                  <a:pt x="2434" y="1042"/>
                  <a:pt x="2396" y="1047"/>
                </a:cubicBezTo>
                <a:cubicBezTo>
                  <a:pt x="2438" y="1041"/>
                  <a:pt x="2480" y="1037"/>
                  <a:pt x="2523" y="1035"/>
                </a:cubicBezTo>
                <a:cubicBezTo>
                  <a:pt x="2551" y="1033"/>
                  <a:pt x="2579" y="1028"/>
                  <a:pt x="2607" y="1022"/>
                </a:cubicBezTo>
                <a:lnTo>
                  <a:pt x="2607" y="1022"/>
                </a:lnTo>
                <a:cubicBezTo>
                  <a:pt x="2623" y="1021"/>
                  <a:pt x="2639" y="1018"/>
                  <a:pt x="2655" y="1016"/>
                </a:cubicBezTo>
                <a:cubicBezTo>
                  <a:pt x="2677" y="1012"/>
                  <a:pt x="2699" y="1009"/>
                  <a:pt x="2720" y="1006"/>
                </a:cubicBezTo>
                <a:lnTo>
                  <a:pt x="2720" y="1006"/>
                </a:lnTo>
                <a:cubicBezTo>
                  <a:pt x="2727" y="1005"/>
                  <a:pt x="2777" y="1000"/>
                  <a:pt x="2792" y="999"/>
                </a:cubicBezTo>
                <a:cubicBezTo>
                  <a:pt x="2853" y="995"/>
                  <a:pt x="2917" y="991"/>
                  <a:pt x="2978" y="988"/>
                </a:cubicBezTo>
                <a:cubicBezTo>
                  <a:pt x="2996" y="988"/>
                  <a:pt x="3014" y="988"/>
                  <a:pt x="3032" y="988"/>
                </a:cubicBezTo>
                <a:close/>
                <a:moveTo>
                  <a:pt x="3031" y="0"/>
                </a:moveTo>
                <a:cubicBezTo>
                  <a:pt x="2841" y="0"/>
                  <a:pt x="2651" y="16"/>
                  <a:pt x="2463" y="44"/>
                </a:cubicBezTo>
                <a:lnTo>
                  <a:pt x="2463" y="44"/>
                </a:lnTo>
                <a:cubicBezTo>
                  <a:pt x="1887" y="101"/>
                  <a:pt x="1345" y="305"/>
                  <a:pt x="921" y="715"/>
                </a:cubicBezTo>
                <a:cubicBezTo>
                  <a:pt x="551" y="1073"/>
                  <a:pt x="298" y="1566"/>
                  <a:pt x="199" y="2071"/>
                </a:cubicBezTo>
                <a:cubicBezTo>
                  <a:pt x="1" y="3089"/>
                  <a:pt x="296" y="4250"/>
                  <a:pt x="1128" y="4915"/>
                </a:cubicBezTo>
                <a:cubicBezTo>
                  <a:pt x="1602" y="5295"/>
                  <a:pt x="2207" y="5479"/>
                  <a:pt x="2815" y="5479"/>
                </a:cubicBezTo>
                <a:cubicBezTo>
                  <a:pt x="3435" y="5479"/>
                  <a:pt x="4059" y="5288"/>
                  <a:pt x="4551" y="4917"/>
                </a:cubicBezTo>
                <a:cubicBezTo>
                  <a:pt x="5478" y="4222"/>
                  <a:pt x="5845" y="2981"/>
                  <a:pt x="5529" y="1873"/>
                </a:cubicBezTo>
                <a:cubicBezTo>
                  <a:pt x="5356" y="1275"/>
                  <a:pt x="4989" y="750"/>
                  <a:pt x="4469" y="401"/>
                </a:cubicBezTo>
                <a:cubicBezTo>
                  <a:pt x="4037" y="112"/>
                  <a:pt x="3537" y="0"/>
                  <a:pt x="303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5" name="Google Shape;5085;p44"/>
          <p:cNvSpPr/>
          <p:nvPr/>
        </p:nvSpPr>
        <p:spPr>
          <a:xfrm>
            <a:off x="1631175" y="1028788"/>
            <a:ext cx="146125" cy="136975"/>
          </a:xfrm>
          <a:custGeom>
            <a:rect b="b" l="l" r="r" t="t"/>
            <a:pathLst>
              <a:path extrusionOk="0" h="5479" w="5845">
                <a:moveTo>
                  <a:pt x="3075" y="4462"/>
                </a:moveTo>
                <a:cubicBezTo>
                  <a:pt x="3073" y="4462"/>
                  <a:pt x="3072" y="4463"/>
                  <a:pt x="3071" y="4463"/>
                </a:cubicBezTo>
                <a:lnTo>
                  <a:pt x="3071" y="4463"/>
                </a:lnTo>
                <a:cubicBezTo>
                  <a:pt x="3072" y="4463"/>
                  <a:pt x="3073" y="4462"/>
                  <a:pt x="3075" y="4462"/>
                </a:cubicBezTo>
                <a:close/>
                <a:moveTo>
                  <a:pt x="3051" y="4466"/>
                </a:moveTo>
                <a:cubicBezTo>
                  <a:pt x="3036" y="4468"/>
                  <a:pt x="3030" y="4469"/>
                  <a:pt x="3030" y="4469"/>
                </a:cubicBezTo>
                <a:cubicBezTo>
                  <a:pt x="3030" y="4469"/>
                  <a:pt x="3040" y="4467"/>
                  <a:pt x="3051" y="4466"/>
                </a:cubicBezTo>
                <a:close/>
                <a:moveTo>
                  <a:pt x="3032" y="988"/>
                </a:moveTo>
                <a:cubicBezTo>
                  <a:pt x="3081" y="988"/>
                  <a:pt x="3130" y="990"/>
                  <a:pt x="3180" y="993"/>
                </a:cubicBezTo>
                <a:cubicBezTo>
                  <a:pt x="3209" y="995"/>
                  <a:pt x="3237" y="997"/>
                  <a:pt x="3266" y="999"/>
                </a:cubicBezTo>
                <a:cubicBezTo>
                  <a:pt x="3274" y="999"/>
                  <a:pt x="3280" y="999"/>
                  <a:pt x="3284" y="1000"/>
                </a:cubicBezTo>
                <a:lnTo>
                  <a:pt x="3284" y="1000"/>
                </a:lnTo>
                <a:cubicBezTo>
                  <a:pt x="3395" y="1021"/>
                  <a:pt x="3505" y="1046"/>
                  <a:pt x="3612" y="1081"/>
                </a:cubicBezTo>
                <a:cubicBezTo>
                  <a:pt x="3641" y="1090"/>
                  <a:pt x="3709" y="1119"/>
                  <a:pt x="3711" y="1119"/>
                </a:cubicBezTo>
                <a:cubicBezTo>
                  <a:pt x="3712" y="1119"/>
                  <a:pt x="3702" y="1114"/>
                  <a:pt x="3673" y="1100"/>
                </a:cubicBezTo>
                <a:lnTo>
                  <a:pt x="3673" y="1100"/>
                </a:lnTo>
                <a:cubicBezTo>
                  <a:pt x="3730" y="1125"/>
                  <a:pt x="3787" y="1153"/>
                  <a:pt x="3841" y="1184"/>
                </a:cubicBezTo>
                <a:cubicBezTo>
                  <a:pt x="3883" y="1208"/>
                  <a:pt x="3923" y="1235"/>
                  <a:pt x="3966" y="1262"/>
                </a:cubicBezTo>
                <a:cubicBezTo>
                  <a:pt x="3985" y="1274"/>
                  <a:pt x="3997" y="1281"/>
                  <a:pt x="4005" y="1285"/>
                </a:cubicBezTo>
                <a:lnTo>
                  <a:pt x="4005" y="1285"/>
                </a:lnTo>
                <a:cubicBezTo>
                  <a:pt x="4007" y="1287"/>
                  <a:pt x="4009" y="1289"/>
                  <a:pt x="4012" y="1292"/>
                </a:cubicBezTo>
                <a:cubicBezTo>
                  <a:pt x="4096" y="1368"/>
                  <a:pt x="4181" y="1443"/>
                  <a:pt x="4254" y="1530"/>
                </a:cubicBezTo>
                <a:cubicBezTo>
                  <a:pt x="4264" y="1542"/>
                  <a:pt x="4273" y="1553"/>
                  <a:pt x="4283" y="1565"/>
                </a:cubicBezTo>
                <a:lnTo>
                  <a:pt x="4283" y="1565"/>
                </a:lnTo>
                <a:cubicBezTo>
                  <a:pt x="4284" y="1566"/>
                  <a:pt x="4285" y="1568"/>
                  <a:pt x="4286" y="1570"/>
                </a:cubicBezTo>
                <a:cubicBezTo>
                  <a:pt x="4315" y="1614"/>
                  <a:pt x="4347" y="1656"/>
                  <a:pt x="4374" y="1703"/>
                </a:cubicBezTo>
                <a:cubicBezTo>
                  <a:pt x="4400" y="1743"/>
                  <a:pt x="4423" y="1785"/>
                  <a:pt x="4444" y="1827"/>
                </a:cubicBezTo>
                <a:cubicBezTo>
                  <a:pt x="4458" y="1852"/>
                  <a:pt x="4499" y="1948"/>
                  <a:pt x="4501" y="1948"/>
                </a:cubicBezTo>
                <a:cubicBezTo>
                  <a:pt x="4501" y="1948"/>
                  <a:pt x="4497" y="1936"/>
                  <a:pt x="4484" y="1903"/>
                </a:cubicBezTo>
                <a:lnTo>
                  <a:pt x="4484" y="1903"/>
                </a:lnTo>
                <a:cubicBezTo>
                  <a:pt x="4520" y="1991"/>
                  <a:pt x="4551" y="2082"/>
                  <a:pt x="4577" y="2174"/>
                </a:cubicBezTo>
                <a:cubicBezTo>
                  <a:pt x="4589" y="2221"/>
                  <a:pt x="4600" y="2267"/>
                  <a:pt x="4610" y="2314"/>
                </a:cubicBezTo>
                <a:cubicBezTo>
                  <a:pt x="4616" y="2344"/>
                  <a:pt x="4628" y="2444"/>
                  <a:pt x="4630" y="2444"/>
                </a:cubicBezTo>
                <a:cubicBezTo>
                  <a:pt x="4631" y="2444"/>
                  <a:pt x="4630" y="2431"/>
                  <a:pt x="4627" y="2396"/>
                </a:cubicBezTo>
                <a:lnTo>
                  <a:pt x="4627" y="2396"/>
                </a:lnTo>
                <a:cubicBezTo>
                  <a:pt x="4636" y="2497"/>
                  <a:pt x="4644" y="2600"/>
                  <a:pt x="4644" y="2703"/>
                </a:cubicBezTo>
                <a:cubicBezTo>
                  <a:pt x="4642" y="2756"/>
                  <a:pt x="4642" y="2811"/>
                  <a:pt x="4638" y="2865"/>
                </a:cubicBezTo>
                <a:cubicBezTo>
                  <a:pt x="4636" y="2887"/>
                  <a:pt x="4632" y="2911"/>
                  <a:pt x="4631" y="2933"/>
                </a:cubicBezTo>
                <a:lnTo>
                  <a:pt x="4631" y="2933"/>
                </a:lnTo>
                <a:cubicBezTo>
                  <a:pt x="4631" y="2933"/>
                  <a:pt x="4631" y="2933"/>
                  <a:pt x="4631" y="2933"/>
                </a:cubicBezTo>
                <a:cubicBezTo>
                  <a:pt x="4614" y="3034"/>
                  <a:pt x="4596" y="3135"/>
                  <a:pt x="4566" y="3234"/>
                </a:cubicBezTo>
                <a:cubicBezTo>
                  <a:pt x="4553" y="3280"/>
                  <a:pt x="4537" y="3327"/>
                  <a:pt x="4522" y="3373"/>
                </a:cubicBezTo>
                <a:cubicBezTo>
                  <a:pt x="4513" y="3396"/>
                  <a:pt x="4503" y="3417"/>
                  <a:pt x="4497" y="3441"/>
                </a:cubicBezTo>
                <a:cubicBezTo>
                  <a:pt x="4496" y="3441"/>
                  <a:pt x="4496" y="3441"/>
                  <a:pt x="4496" y="3441"/>
                </a:cubicBezTo>
                <a:lnTo>
                  <a:pt x="4496" y="3441"/>
                </a:lnTo>
                <a:cubicBezTo>
                  <a:pt x="4494" y="3445"/>
                  <a:pt x="4491" y="3450"/>
                  <a:pt x="4488" y="3455"/>
                </a:cubicBezTo>
                <a:cubicBezTo>
                  <a:pt x="4440" y="3542"/>
                  <a:pt x="4400" y="3630"/>
                  <a:pt x="4347" y="3712"/>
                </a:cubicBezTo>
                <a:cubicBezTo>
                  <a:pt x="4337" y="3727"/>
                  <a:pt x="4283" y="3802"/>
                  <a:pt x="4272" y="3820"/>
                </a:cubicBezTo>
                <a:lnTo>
                  <a:pt x="4272" y="3820"/>
                </a:lnTo>
                <a:cubicBezTo>
                  <a:pt x="4267" y="3826"/>
                  <a:pt x="4263" y="3832"/>
                  <a:pt x="4261" y="3835"/>
                </a:cubicBezTo>
                <a:cubicBezTo>
                  <a:pt x="4235" y="3862"/>
                  <a:pt x="4210" y="3891"/>
                  <a:pt x="4185" y="3919"/>
                </a:cubicBezTo>
                <a:cubicBezTo>
                  <a:pt x="4151" y="3955"/>
                  <a:pt x="4115" y="3990"/>
                  <a:pt x="4077" y="4024"/>
                </a:cubicBezTo>
                <a:cubicBezTo>
                  <a:pt x="4063" y="4037"/>
                  <a:pt x="3977" y="4106"/>
                  <a:pt x="3981" y="4106"/>
                </a:cubicBezTo>
                <a:cubicBezTo>
                  <a:pt x="3982" y="4106"/>
                  <a:pt x="3992" y="4099"/>
                  <a:pt x="4016" y="4081"/>
                </a:cubicBezTo>
                <a:lnTo>
                  <a:pt x="4016" y="4081"/>
                </a:lnTo>
                <a:cubicBezTo>
                  <a:pt x="3919" y="4153"/>
                  <a:pt x="3818" y="4216"/>
                  <a:pt x="3713" y="4271"/>
                </a:cubicBezTo>
                <a:cubicBezTo>
                  <a:pt x="3692" y="4282"/>
                  <a:pt x="3605" y="4320"/>
                  <a:pt x="3609" y="4320"/>
                </a:cubicBezTo>
                <a:cubicBezTo>
                  <a:pt x="3609" y="4320"/>
                  <a:pt x="3609" y="4320"/>
                  <a:pt x="3611" y="4319"/>
                </a:cubicBezTo>
                <a:lnTo>
                  <a:pt x="3611" y="4319"/>
                </a:lnTo>
                <a:cubicBezTo>
                  <a:pt x="3569" y="4335"/>
                  <a:pt x="3527" y="4350"/>
                  <a:pt x="3483" y="4365"/>
                </a:cubicBezTo>
                <a:cubicBezTo>
                  <a:pt x="3353" y="4408"/>
                  <a:pt x="3218" y="4437"/>
                  <a:pt x="3083" y="4460"/>
                </a:cubicBezTo>
                <a:cubicBezTo>
                  <a:pt x="3075" y="4462"/>
                  <a:pt x="3068" y="4463"/>
                  <a:pt x="3062" y="4464"/>
                </a:cubicBezTo>
                <a:lnTo>
                  <a:pt x="3062" y="4464"/>
                </a:lnTo>
                <a:cubicBezTo>
                  <a:pt x="3028" y="4467"/>
                  <a:pt x="2994" y="4471"/>
                  <a:pt x="2959" y="4473"/>
                </a:cubicBezTo>
                <a:cubicBezTo>
                  <a:pt x="2900" y="4477"/>
                  <a:pt x="2841" y="4481"/>
                  <a:pt x="2782" y="4481"/>
                </a:cubicBezTo>
                <a:cubicBezTo>
                  <a:pt x="2718" y="4481"/>
                  <a:pt x="2653" y="4479"/>
                  <a:pt x="2590" y="4475"/>
                </a:cubicBezTo>
                <a:cubicBezTo>
                  <a:pt x="2563" y="4473"/>
                  <a:pt x="2536" y="4471"/>
                  <a:pt x="2509" y="4469"/>
                </a:cubicBezTo>
                <a:lnTo>
                  <a:pt x="2509" y="4469"/>
                </a:lnTo>
                <a:cubicBezTo>
                  <a:pt x="2506" y="4468"/>
                  <a:pt x="2503" y="4467"/>
                  <a:pt x="2499" y="4467"/>
                </a:cubicBezTo>
                <a:cubicBezTo>
                  <a:pt x="2392" y="4445"/>
                  <a:pt x="2287" y="4422"/>
                  <a:pt x="2181" y="4389"/>
                </a:cubicBezTo>
                <a:cubicBezTo>
                  <a:pt x="2154" y="4379"/>
                  <a:pt x="2102" y="4357"/>
                  <a:pt x="2090" y="4352"/>
                </a:cubicBezTo>
                <a:lnTo>
                  <a:pt x="2090" y="4352"/>
                </a:lnTo>
                <a:cubicBezTo>
                  <a:pt x="2048" y="4332"/>
                  <a:pt x="2007" y="4312"/>
                  <a:pt x="1966" y="4290"/>
                </a:cubicBezTo>
                <a:cubicBezTo>
                  <a:pt x="1924" y="4266"/>
                  <a:pt x="1884" y="4241"/>
                  <a:pt x="1844" y="4214"/>
                </a:cubicBezTo>
                <a:cubicBezTo>
                  <a:pt x="1820" y="4198"/>
                  <a:pt x="1770" y="4158"/>
                  <a:pt x="1769" y="4158"/>
                </a:cubicBezTo>
                <a:lnTo>
                  <a:pt x="1769" y="4158"/>
                </a:lnTo>
                <a:cubicBezTo>
                  <a:pt x="1769" y="4158"/>
                  <a:pt x="1769" y="4158"/>
                  <a:pt x="1770" y="4159"/>
                </a:cubicBezTo>
                <a:lnTo>
                  <a:pt x="1770" y="4159"/>
                </a:lnTo>
                <a:cubicBezTo>
                  <a:pt x="1698" y="4097"/>
                  <a:pt x="1630" y="4032"/>
                  <a:pt x="1566" y="3961"/>
                </a:cubicBezTo>
                <a:cubicBezTo>
                  <a:pt x="1559" y="3952"/>
                  <a:pt x="1523" y="3908"/>
                  <a:pt x="1505" y="3886"/>
                </a:cubicBezTo>
                <a:lnTo>
                  <a:pt x="1505" y="3886"/>
                </a:lnTo>
                <a:cubicBezTo>
                  <a:pt x="1487" y="3859"/>
                  <a:pt x="1452" y="3809"/>
                  <a:pt x="1446" y="3799"/>
                </a:cubicBezTo>
                <a:cubicBezTo>
                  <a:pt x="1389" y="3710"/>
                  <a:pt x="1347" y="3618"/>
                  <a:pt x="1296" y="3525"/>
                </a:cubicBezTo>
                <a:cubicBezTo>
                  <a:pt x="1293" y="3520"/>
                  <a:pt x="1291" y="3516"/>
                  <a:pt x="1289" y="3513"/>
                </a:cubicBezTo>
                <a:lnTo>
                  <a:pt x="1289" y="3513"/>
                </a:lnTo>
                <a:cubicBezTo>
                  <a:pt x="1287" y="3505"/>
                  <a:pt x="1284" y="3496"/>
                  <a:pt x="1280" y="3485"/>
                </a:cubicBezTo>
                <a:cubicBezTo>
                  <a:pt x="1263" y="3441"/>
                  <a:pt x="1248" y="3396"/>
                  <a:pt x="1233" y="3352"/>
                </a:cubicBezTo>
                <a:cubicBezTo>
                  <a:pt x="1202" y="3251"/>
                  <a:pt x="1176" y="3150"/>
                  <a:pt x="1157" y="3047"/>
                </a:cubicBezTo>
                <a:cubicBezTo>
                  <a:pt x="1153" y="3023"/>
                  <a:pt x="1148" y="2988"/>
                  <a:pt x="1146" y="2969"/>
                </a:cubicBezTo>
                <a:lnTo>
                  <a:pt x="1146" y="2969"/>
                </a:lnTo>
                <a:cubicBezTo>
                  <a:pt x="1142" y="2928"/>
                  <a:pt x="1138" y="2887"/>
                  <a:pt x="1134" y="2847"/>
                </a:cubicBezTo>
                <a:cubicBezTo>
                  <a:pt x="1128" y="2743"/>
                  <a:pt x="1130" y="2638"/>
                  <a:pt x="1136" y="2533"/>
                </a:cubicBezTo>
                <a:cubicBezTo>
                  <a:pt x="1138" y="2513"/>
                  <a:pt x="1146" y="2433"/>
                  <a:pt x="1149" y="2401"/>
                </a:cubicBezTo>
                <a:lnTo>
                  <a:pt x="1149" y="2401"/>
                </a:lnTo>
                <a:cubicBezTo>
                  <a:pt x="1155" y="2369"/>
                  <a:pt x="1164" y="2316"/>
                  <a:pt x="1166" y="2301"/>
                </a:cubicBezTo>
                <a:cubicBezTo>
                  <a:pt x="1191" y="2189"/>
                  <a:pt x="1225" y="2080"/>
                  <a:pt x="1261" y="1970"/>
                </a:cubicBezTo>
                <a:cubicBezTo>
                  <a:pt x="1267" y="1952"/>
                  <a:pt x="1270" y="1940"/>
                  <a:pt x="1272" y="1933"/>
                </a:cubicBezTo>
                <a:lnTo>
                  <a:pt x="1272" y="1933"/>
                </a:lnTo>
                <a:cubicBezTo>
                  <a:pt x="1276" y="1925"/>
                  <a:pt x="1282" y="1914"/>
                  <a:pt x="1290" y="1898"/>
                </a:cubicBezTo>
                <a:cubicBezTo>
                  <a:pt x="1315" y="1848"/>
                  <a:pt x="1341" y="1797"/>
                  <a:pt x="1370" y="1747"/>
                </a:cubicBezTo>
                <a:cubicBezTo>
                  <a:pt x="1398" y="1698"/>
                  <a:pt x="1429" y="1652"/>
                  <a:pt x="1461" y="1604"/>
                </a:cubicBezTo>
                <a:cubicBezTo>
                  <a:pt x="1470" y="1590"/>
                  <a:pt x="1476" y="1580"/>
                  <a:pt x="1480" y="1574"/>
                </a:cubicBezTo>
                <a:lnTo>
                  <a:pt x="1480" y="1574"/>
                </a:lnTo>
                <a:cubicBezTo>
                  <a:pt x="1484" y="1570"/>
                  <a:pt x="1489" y="1565"/>
                  <a:pt x="1497" y="1557"/>
                </a:cubicBezTo>
                <a:cubicBezTo>
                  <a:pt x="1572" y="1477"/>
                  <a:pt x="1648" y="1401"/>
                  <a:pt x="1728" y="1328"/>
                </a:cubicBezTo>
                <a:cubicBezTo>
                  <a:pt x="1729" y="1327"/>
                  <a:pt x="1729" y="1327"/>
                  <a:pt x="1730" y="1326"/>
                </a:cubicBezTo>
                <a:lnTo>
                  <a:pt x="1730" y="1326"/>
                </a:lnTo>
                <a:cubicBezTo>
                  <a:pt x="1753" y="1312"/>
                  <a:pt x="1774" y="1295"/>
                  <a:pt x="1796" y="1281"/>
                </a:cubicBezTo>
                <a:cubicBezTo>
                  <a:pt x="1846" y="1248"/>
                  <a:pt x="1899" y="1218"/>
                  <a:pt x="1952" y="1191"/>
                </a:cubicBezTo>
                <a:cubicBezTo>
                  <a:pt x="1973" y="1180"/>
                  <a:pt x="1996" y="1170"/>
                  <a:pt x="2015" y="1159"/>
                </a:cubicBezTo>
                <a:cubicBezTo>
                  <a:pt x="2019" y="1157"/>
                  <a:pt x="2023" y="1154"/>
                  <a:pt x="2026" y="1152"/>
                </a:cubicBezTo>
                <a:lnTo>
                  <a:pt x="2026" y="1152"/>
                </a:lnTo>
                <a:cubicBezTo>
                  <a:pt x="2028" y="1152"/>
                  <a:pt x="2030" y="1151"/>
                  <a:pt x="2032" y="1151"/>
                </a:cubicBezTo>
                <a:cubicBezTo>
                  <a:pt x="2093" y="1132"/>
                  <a:pt x="2152" y="1108"/>
                  <a:pt x="2213" y="1092"/>
                </a:cubicBezTo>
                <a:cubicBezTo>
                  <a:pt x="2272" y="1075"/>
                  <a:pt x="2329" y="1064"/>
                  <a:pt x="2388" y="1052"/>
                </a:cubicBezTo>
                <a:cubicBezTo>
                  <a:pt x="2406" y="1047"/>
                  <a:pt x="2452" y="1041"/>
                  <a:pt x="2450" y="1041"/>
                </a:cubicBezTo>
                <a:lnTo>
                  <a:pt x="2450" y="1041"/>
                </a:lnTo>
                <a:cubicBezTo>
                  <a:pt x="2449" y="1041"/>
                  <a:pt x="2434" y="1042"/>
                  <a:pt x="2396" y="1047"/>
                </a:cubicBezTo>
                <a:cubicBezTo>
                  <a:pt x="2438" y="1041"/>
                  <a:pt x="2480" y="1037"/>
                  <a:pt x="2523" y="1035"/>
                </a:cubicBezTo>
                <a:cubicBezTo>
                  <a:pt x="2551" y="1033"/>
                  <a:pt x="2579" y="1028"/>
                  <a:pt x="2607" y="1022"/>
                </a:cubicBezTo>
                <a:lnTo>
                  <a:pt x="2607" y="1022"/>
                </a:lnTo>
                <a:cubicBezTo>
                  <a:pt x="2623" y="1021"/>
                  <a:pt x="2639" y="1018"/>
                  <a:pt x="2655" y="1016"/>
                </a:cubicBezTo>
                <a:cubicBezTo>
                  <a:pt x="2677" y="1012"/>
                  <a:pt x="2699" y="1009"/>
                  <a:pt x="2720" y="1006"/>
                </a:cubicBezTo>
                <a:lnTo>
                  <a:pt x="2720" y="1006"/>
                </a:lnTo>
                <a:cubicBezTo>
                  <a:pt x="2727" y="1005"/>
                  <a:pt x="2777" y="1000"/>
                  <a:pt x="2792" y="999"/>
                </a:cubicBezTo>
                <a:cubicBezTo>
                  <a:pt x="2853" y="995"/>
                  <a:pt x="2917" y="991"/>
                  <a:pt x="2978" y="988"/>
                </a:cubicBezTo>
                <a:cubicBezTo>
                  <a:pt x="2996" y="988"/>
                  <a:pt x="3014" y="988"/>
                  <a:pt x="3032" y="988"/>
                </a:cubicBezTo>
                <a:close/>
                <a:moveTo>
                  <a:pt x="3031" y="0"/>
                </a:moveTo>
                <a:cubicBezTo>
                  <a:pt x="2841" y="0"/>
                  <a:pt x="2651" y="16"/>
                  <a:pt x="2463" y="44"/>
                </a:cubicBezTo>
                <a:lnTo>
                  <a:pt x="2463" y="44"/>
                </a:lnTo>
                <a:cubicBezTo>
                  <a:pt x="1887" y="101"/>
                  <a:pt x="1345" y="305"/>
                  <a:pt x="921" y="715"/>
                </a:cubicBezTo>
                <a:cubicBezTo>
                  <a:pt x="551" y="1073"/>
                  <a:pt x="298" y="1566"/>
                  <a:pt x="199" y="2071"/>
                </a:cubicBezTo>
                <a:cubicBezTo>
                  <a:pt x="1" y="3089"/>
                  <a:pt x="296" y="4250"/>
                  <a:pt x="1128" y="4915"/>
                </a:cubicBezTo>
                <a:cubicBezTo>
                  <a:pt x="1602" y="5295"/>
                  <a:pt x="2207" y="5479"/>
                  <a:pt x="2815" y="5479"/>
                </a:cubicBezTo>
                <a:cubicBezTo>
                  <a:pt x="3435" y="5479"/>
                  <a:pt x="4059" y="5288"/>
                  <a:pt x="4551" y="4917"/>
                </a:cubicBezTo>
                <a:cubicBezTo>
                  <a:pt x="5478" y="4222"/>
                  <a:pt x="5845" y="2981"/>
                  <a:pt x="5529" y="1873"/>
                </a:cubicBezTo>
                <a:cubicBezTo>
                  <a:pt x="5356" y="1275"/>
                  <a:pt x="4989" y="750"/>
                  <a:pt x="4469" y="401"/>
                </a:cubicBezTo>
                <a:cubicBezTo>
                  <a:pt x="4037" y="112"/>
                  <a:pt x="3537" y="0"/>
                  <a:pt x="303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6" name="Google Shape;5086;p44"/>
          <p:cNvSpPr/>
          <p:nvPr/>
        </p:nvSpPr>
        <p:spPr>
          <a:xfrm>
            <a:off x="2652263" y="1387950"/>
            <a:ext cx="117525" cy="110100"/>
          </a:xfrm>
          <a:custGeom>
            <a:rect b="b" l="l" r="r" t="t"/>
            <a:pathLst>
              <a:path extrusionOk="0" h="4404" w="4701">
                <a:moveTo>
                  <a:pt x="1951" y="1032"/>
                </a:moveTo>
                <a:cubicBezTo>
                  <a:pt x="1950" y="1033"/>
                  <a:pt x="1949" y="1033"/>
                  <a:pt x="1947" y="1033"/>
                </a:cubicBezTo>
                <a:cubicBezTo>
                  <a:pt x="1948" y="1033"/>
                  <a:pt x="1950" y="1033"/>
                  <a:pt x="1951" y="1032"/>
                </a:cubicBezTo>
                <a:close/>
                <a:moveTo>
                  <a:pt x="2857" y="1059"/>
                </a:moveTo>
                <a:cubicBezTo>
                  <a:pt x="2871" y="1059"/>
                  <a:pt x="2889" y="1066"/>
                  <a:pt x="2907" y="1075"/>
                </a:cubicBezTo>
                <a:lnTo>
                  <a:pt x="2907" y="1075"/>
                </a:lnTo>
                <a:cubicBezTo>
                  <a:pt x="2887" y="1068"/>
                  <a:pt x="2858" y="1059"/>
                  <a:pt x="2857" y="1059"/>
                </a:cubicBezTo>
                <a:close/>
                <a:moveTo>
                  <a:pt x="3091" y="1185"/>
                </a:moveTo>
                <a:cubicBezTo>
                  <a:pt x="3091" y="1185"/>
                  <a:pt x="3091" y="1185"/>
                  <a:pt x="3091" y="1185"/>
                </a:cubicBezTo>
                <a:lnTo>
                  <a:pt x="3091" y="1185"/>
                </a:lnTo>
                <a:cubicBezTo>
                  <a:pt x="3091" y="1185"/>
                  <a:pt x="3091" y="1185"/>
                  <a:pt x="3091" y="1185"/>
                </a:cubicBezTo>
                <a:close/>
                <a:moveTo>
                  <a:pt x="3104" y="1198"/>
                </a:moveTo>
                <a:cubicBezTo>
                  <a:pt x="3111" y="1203"/>
                  <a:pt x="3118" y="1208"/>
                  <a:pt x="3125" y="1213"/>
                </a:cubicBezTo>
                <a:cubicBezTo>
                  <a:pt x="3142" y="1224"/>
                  <a:pt x="3149" y="1229"/>
                  <a:pt x="3148" y="1229"/>
                </a:cubicBezTo>
                <a:cubicBezTo>
                  <a:pt x="3148" y="1229"/>
                  <a:pt x="3121" y="1211"/>
                  <a:pt x="3104" y="1198"/>
                </a:cubicBezTo>
                <a:close/>
                <a:moveTo>
                  <a:pt x="1747" y="3319"/>
                </a:moveTo>
                <a:cubicBezTo>
                  <a:pt x="1767" y="3326"/>
                  <a:pt x="1803" y="3338"/>
                  <a:pt x="1802" y="3338"/>
                </a:cubicBezTo>
                <a:cubicBezTo>
                  <a:pt x="1800" y="3339"/>
                  <a:pt x="1799" y="3339"/>
                  <a:pt x="1797" y="3339"/>
                </a:cubicBezTo>
                <a:cubicBezTo>
                  <a:pt x="1785" y="3339"/>
                  <a:pt x="1766" y="3330"/>
                  <a:pt x="1747" y="3319"/>
                </a:cubicBezTo>
                <a:close/>
                <a:moveTo>
                  <a:pt x="2463" y="3393"/>
                </a:moveTo>
                <a:cubicBezTo>
                  <a:pt x="2461" y="3393"/>
                  <a:pt x="2459" y="3393"/>
                  <a:pt x="2456" y="3393"/>
                </a:cubicBezTo>
                <a:lnTo>
                  <a:pt x="2456" y="3393"/>
                </a:lnTo>
                <a:cubicBezTo>
                  <a:pt x="2459" y="3393"/>
                  <a:pt x="2462" y="3393"/>
                  <a:pt x="2463" y="3393"/>
                </a:cubicBezTo>
                <a:close/>
                <a:moveTo>
                  <a:pt x="2387" y="989"/>
                </a:moveTo>
                <a:cubicBezTo>
                  <a:pt x="2440" y="989"/>
                  <a:pt x="2491" y="989"/>
                  <a:pt x="2541" y="993"/>
                </a:cubicBezTo>
                <a:cubicBezTo>
                  <a:pt x="2560" y="993"/>
                  <a:pt x="2582" y="997"/>
                  <a:pt x="2601" y="998"/>
                </a:cubicBezTo>
                <a:lnTo>
                  <a:pt x="2601" y="998"/>
                </a:lnTo>
                <a:cubicBezTo>
                  <a:pt x="2682" y="1018"/>
                  <a:pt x="2761" y="1029"/>
                  <a:pt x="2840" y="1057"/>
                </a:cubicBezTo>
                <a:cubicBezTo>
                  <a:pt x="2857" y="1061"/>
                  <a:pt x="2876" y="1069"/>
                  <a:pt x="2895" y="1076"/>
                </a:cubicBezTo>
                <a:cubicBezTo>
                  <a:pt x="2906" y="1079"/>
                  <a:pt x="2914" y="1081"/>
                  <a:pt x="2919" y="1082"/>
                </a:cubicBezTo>
                <a:lnTo>
                  <a:pt x="2919" y="1082"/>
                </a:lnTo>
                <a:cubicBezTo>
                  <a:pt x="2944" y="1096"/>
                  <a:pt x="2968" y="1113"/>
                  <a:pt x="2984" y="1122"/>
                </a:cubicBezTo>
                <a:cubicBezTo>
                  <a:pt x="3015" y="1139"/>
                  <a:pt x="3049" y="1160"/>
                  <a:pt x="3080" y="1181"/>
                </a:cubicBezTo>
                <a:cubicBezTo>
                  <a:pt x="3084" y="1184"/>
                  <a:pt x="3088" y="1186"/>
                  <a:pt x="3092" y="1189"/>
                </a:cubicBezTo>
                <a:lnTo>
                  <a:pt x="3092" y="1189"/>
                </a:lnTo>
                <a:cubicBezTo>
                  <a:pt x="3107" y="1217"/>
                  <a:pt x="3258" y="1347"/>
                  <a:pt x="3274" y="1366"/>
                </a:cubicBezTo>
                <a:cubicBezTo>
                  <a:pt x="3278" y="1370"/>
                  <a:pt x="3281" y="1374"/>
                  <a:pt x="3284" y="1378"/>
                </a:cubicBezTo>
                <a:lnTo>
                  <a:pt x="3284" y="1378"/>
                </a:lnTo>
                <a:cubicBezTo>
                  <a:pt x="3304" y="1410"/>
                  <a:pt x="3328" y="1440"/>
                  <a:pt x="3348" y="1474"/>
                </a:cubicBezTo>
                <a:cubicBezTo>
                  <a:pt x="3367" y="1503"/>
                  <a:pt x="3386" y="1535"/>
                  <a:pt x="3403" y="1569"/>
                </a:cubicBezTo>
                <a:cubicBezTo>
                  <a:pt x="3409" y="1579"/>
                  <a:pt x="3414" y="1591"/>
                  <a:pt x="3420" y="1604"/>
                </a:cubicBezTo>
                <a:lnTo>
                  <a:pt x="3420" y="1604"/>
                </a:lnTo>
                <a:cubicBezTo>
                  <a:pt x="3420" y="1602"/>
                  <a:pt x="3420" y="1600"/>
                  <a:pt x="3420" y="1598"/>
                </a:cubicBezTo>
                <a:lnTo>
                  <a:pt x="3420" y="1598"/>
                </a:lnTo>
                <a:cubicBezTo>
                  <a:pt x="3420" y="1600"/>
                  <a:pt x="3420" y="1602"/>
                  <a:pt x="3420" y="1604"/>
                </a:cubicBezTo>
                <a:lnTo>
                  <a:pt x="3420" y="1604"/>
                </a:lnTo>
                <a:cubicBezTo>
                  <a:pt x="3420" y="1604"/>
                  <a:pt x="3420" y="1604"/>
                  <a:pt x="3420" y="1604"/>
                </a:cubicBezTo>
                <a:lnTo>
                  <a:pt x="3420" y="1604"/>
                </a:lnTo>
                <a:cubicBezTo>
                  <a:pt x="3420" y="1621"/>
                  <a:pt x="3423" y="1634"/>
                  <a:pt x="3427" y="1644"/>
                </a:cubicBezTo>
                <a:lnTo>
                  <a:pt x="3427" y="1644"/>
                </a:lnTo>
                <a:cubicBezTo>
                  <a:pt x="3423" y="1630"/>
                  <a:pt x="3420" y="1616"/>
                  <a:pt x="3420" y="1604"/>
                </a:cubicBezTo>
                <a:lnTo>
                  <a:pt x="3420" y="1604"/>
                </a:lnTo>
                <a:cubicBezTo>
                  <a:pt x="3422" y="1608"/>
                  <a:pt x="3424" y="1613"/>
                  <a:pt x="3426" y="1617"/>
                </a:cubicBezTo>
                <a:cubicBezTo>
                  <a:pt x="3442" y="1646"/>
                  <a:pt x="3443" y="1659"/>
                  <a:pt x="3439" y="1659"/>
                </a:cubicBezTo>
                <a:cubicBezTo>
                  <a:pt x="3436" y="1659"/>
                  <a:pt x="3432" y="1654"/>
                  <a:pt x="3427" y="1644"/>
                </a:cubicBezTo>
                <a:lnTo>
                  <a:pt x="3427" y="1644"/>
                </a:lnTo>
                <a:cubicBezTo>
                  <a:pt x="3443" y="1697"/>
                  <a:pt x="3479" y="1760"/>
                  <a:pt x="3491" y="1802"/>
                </a:cubicBezTo>
                <a:cubicBezTo>
                  <a:pt x="3500" y="1838"/>
                  <a:pt x="3508" y="1874"/>
                  <a:pt x="3517" y="1910"/>
                </a:cubicBezTo>
                <a:cubicBezTo>
                  <a:pt x="3521" y="1933"/>
                  <a:pt x="3525" y="1954"/>
                  <a:pt x="3529" y="1977"/>
                </a:cubicBezTo>
                <a:cubicBezTo>
                  <a:pt x="3534" y="2005"/>
                  <a:pt x="3537" y="2015"/>
                  <a:pt x="3538" y="2015"/>
                </a:cubicBezTo>
                <a:cubicBezTo>
                  <a:pt x="3540" y="2015"/>
                  <a:pt x="3530" y="1942"/>
                  <a:pt x="3525" y="1939"/>
                </a:cubicBezTo>
                <a:lnTo>
                  <a:pt x="3525" y="1939"/>
                </a:lnTo>
                <a:cubicBezTo>
                  <a:pt x="3550" y="1954"/>
                  <a:pt x="3538" y="2142"/>
                  <a:pt x="3538" y="2173"/>
                </a:cubicBezTo>
                <a:cubicBezTo>
                  <a:pt x="3538" y="2215"/>
                  <a:pt x="3535" y="2257"/>
                  <a:pt x="3533" y="2297"/>
                </a:cubicBezTo>
                <a:cubicBezTo>
                  <a:pt x="3532" y="2312"/>
                  <a:pt x="3530" y="2326"/>
                  <a:pt x="3529" y="2339"/>
                </a:cubicBezTo>
                <a:lnTo>
                  <a:pt x="3529" y="2339"/>
                </a:lnTo>
                <a:cubicBezTo>
                  <a:pt x="3514" y="2409"/>
                  <a:pt x="3504" y="2477"/>
                  <a:pt x="3483" y="2546"/>
                </a:cubicBezTo>
                <a:cubicBezTo>
                  <a:pt x="3472" y="2582"/>
                  <a:pt x="3462" y="2618"/>
                  <a:pt x="3449" y="2651"/>
                </a:cubicBezTo>
                <a:cubicBezTo>
                  <a:pt x="3445" y="2663"/>
                  <a:pt x="3440" y="2676"/>
                  <a:pt x="3436" y="2688"/>
                </a:cubicBezTo>
                <a:lnTo>
                  <a:pt x="3436" y="2688"/>
                </a:lnTo>
                <a:cubicBezTo>
                  <a:pt x="3398" y="2751"/>
                  <a:pt x="3369" y="2818"/>
                  <a:pt x="3329" y="2881"/>
                </a:cubicBezTo>
                <a:cubicBezTo>
                  <a:pt x="3324" y="2889"/>
                  <a:pt x="3300" y="2922"/>
                  <a:pt x="3284" y="2945"/>
                </a:cubicBezTo>
                <a:lnTo>
                  <a:pt x="3284" y="2945"/>
                </a:lnTo>
                <a:cubicBezTo>
                  <a:pt x="3263" y="2968"/>
                  <a:pt x="3232" y="3005"/>
                  <a:pt x="3224" y="3014"/>
                </a:cubicBezTo>
                <a:cubicBezTo>
                  <a:pt x="3198" y="3041"/>
                  <a:pt x="3171" y="3069"/>
                  <a:pt x="3142" y="3094"/>
                </a:cubicBezTo>
                <a:cubicBezTo>
                  <a:pt x="3127" y="3106"/>
                  <a:pt x="3112" y="3119"/>
                  <a:pt x="3099" y="3132"/>
                </a:cubicBezTo>
                <a:cubicBezTo>
                  <a:pt x="3075" y="3154"/>
                  <a:pt x="3071" y="3163"/>
                  <a:pt x="3076" y="3163"/>
                </a:cubicBezTo>
                <a:cubicBezTo>
                  <a:pt x="3076" y="3163"/>
                  <a:pt x="3077" y="3163"/>
                  <a:pt x="3078" y="3162"/>
                </a:cubicBezTo>
                <a:lnTo>
                  <a:pt x="3078" y="3162"/>
                </a:lnTo>
                <a:cubicBezTo>
                  <a:pt x="3021" y="3203"/>
                  <a:pt x="2923" y="3245"/>
                  <a:pt x="2889" y="3262"/>
                </a:cubicBezTo>
                <a:cubicBezTo>
                  <a:pt x="2863" y="3275"/>
                  <a:pt x="2803" y="3296"/>
                  <a:pt x="2805" y="3296"/>
                </a:cubicBezTo>
                <a:cubicBezTo>
                  <a:pt x="2806" y="3296"/>
                  <a:pt x="2822" y="3291"/>
                  <a:pt x="2866" y="3277"/>
                </a:cubicBezTo>
                <a:lnTo>
                  <a:pt x="2866" y="3277"/>
                </a:lnTo>
                <a:cubicBezTo>
                  <a:pt x="2823" y="3292"/>
                  <a:pt x="2783" y="3309"/>
                  <a:pt x="2741" y="3323"/>
                </a:cubicBezTo>
                <a:cubicBezTo>
                  <a:pt x="2642" y="3355"/>
                  <a:pt x="2541" y="3376"/>
                  <a:pt x="2438" y="3395"/>
                </a:cubicBezTo>
                <a:cubicBezTo>
                  <a:pt x="2437" y="3395"/>
                  <a:pt x="2437" y="3395"/>
                  <a:pt x="2437" y="3395"/>
                </a:cubicBezTo>
                <a:lnTo>
                  <a:pt x="2437" y="3395"/>
                </a:lnTo>
                <a:cubicBezTo>
                  <a:pt x="2416" y="3397"/>
                  <a:pt x="2395" y="3400"/>
                  <a:pt x="2375" y="3401"/>
                </a:cubicBezTo>
                <a:cubicBezTo>
                  <a:pt x="2330" y="3403"/>
                  <a:pt x="2284" y="3406"/>
                  <a:pt x="2240" y="3406"/>
                </a:cubicBezTo>
                <a:cubicBezTo>
                  <a:pt x="2226" y="3406"/>
                  <a:pt x="2211" y="3406"/>
                  <a:pt x="2197" y="3406"/>
                </a:cubicBezTo>
                <a:cubicBezTo>
                  <a:pt x="2163" y="3406"/>
                  <a:pt x="2129" y="3405"/>
                  <a:pt x="2094" y="3403"/>
                </a:cubicBezTo>
                <a:cubicBezTo>
                  <a:pt x="2081" y="3402"/>
                  <a:pt x="2067" y="3400"/>
                  <a:pt x="2054" y="3398"/>
                </a:cubicBezTo>
                <a:lnTo>
                  <a:pt x="2054" y="3398"/>
                </a:lnTo>
                <a:cubicBezTo>
                  <a:pt x="1975" y="3376"/>
                  <a:pt x="1893" y="3365"/>
                  <a:pt x="1814" y="3340"/>
                </a:cubicBezTo>
                <a:cubicBezTo>
                  <a:pt x="1797" y="3334"/>
                  <a:pt x="1778" y="3326"/>
                  <a:pt x="1762" y="3321"/>
                </a:cubicBezTo>
                <a:cubicBezTo>
                  <a:pt x="1752" y="3318"/>
                  <a:pt x="1745" y="3316"/>
                  <a:pt x="1740" y="3315"/>
                </a:cubicBezTo>
                <a:lnTo>
                  <a:pt x="1740" y="3315"/>
                </a:lnTo>
                <a:cubicBezTo>
                  <a:pt x="1716" y="3301"/>
                  <a:pt x="1691" y="3283"/>
                  <a:pt x="1679" y="3277"/>
                </a:cubicBezTo>
                <a:cubicBezTo>
                  <a:pt x="1648" y="3258"/>
                  <a:pt x="1616" y="3241"/>
                  <a:pt x="1587" y="3220"/>
                </a:cubicBezTo>
                <a:cubicBezTo>
                  <a:pt x="1572" y="3210"/>
                  <a:pt x="1557" y="3199"/>
                  <a:pt x="1543" y="3191"/>
                </a:cubicBezTo>
                <a:cubicBezTo>
                  <a:pt x="1525" y="3180"/>
                  <a:pt x="1519" y="3175"/>
                  <a:pt x="1519" y="3175"/>
                </a:cubicBezTo>
                <a:lnTo>
                  <a:pt x="1519" y="3175"/>
                </a:lnTo>
                <a:cubicBezTo>
                  <a:pt x="1518" y="3175"/>
                  <a:pt x="1582" y="3218"/>
                  <a:pt x="1580" y="3218"/>
                </a:cubicBezTo>
                <a:cubicBezTo>
                  <a:pt x="1580" y="3218"/>
                  <a:pt x="1579" y="3218"/>
                  <a:pt x="1578" y="3218"/>
                </a:cubicBezTo>
                <a:cubicBezTo>
                  <a:pt x="1542" y="3218"/>
                  <a:pt x="1420" y="3070"/>
                  <a:pt x="1399" y="3045"/>
                </a:cubicBezTo>
                <a:cubicBezTo>
                  <a:pt x="1384" y="3030"/>
                  <a:pt x="1353" y="2977"/>
                  <a:pt x="1351" y="2977"/>
                </a:cubicBezTo>
                <a:lnTo>
                  <a:pt x="1351" y="2977"/>
                </a:lnTo>
                <a:cubicBezTo>
                  <a:pt x="1350" y="2977"/>
                  <a:pt x="1354" y="2985"/>
                  <a:pt x="1363" y="3005"/>
                </a:cubicBezTo>
                <a:cubicBezTo>
                  <a:pt x="1372" y="3025"/>
                  <a:pt x="1375" y="3032"/>
                  <a:pt x="1374" y="3032"/>
                </a:cubicBezTo>
                <a:cubicBezTo>
                  <a:pt x="1372" y="3032"/>
                  <a:pt x="1335" y="2962"/>
                  <a:pt x="1326" y="2946"/>
                </a:cubicBezTo>
                <a:cubicBezTo>
                  <a:pt x="1285" y="2881"/>
                  <a:pt x="1252" y="2814"/>
                  <a:pt x="1215" y="2746"/>
                </a:cubicBezTo>
                <a:lnTo>
                  <a:pt x="1215" y="2746"/>
                </a:lnTo>
                <a:cubicBezTo>
                  <a:pt x="1214" y="2743"/>
                  <a:pt x="1213" y="2740"/>
                  <a:pt x="1212" y="2736"/>
                </a:cubicBezTo>
                <a:cubicBezTo>
                  <a:pt x="1199" y="2702"/>
                  <a:pt x="1187" y="2668"/>
                  <a:pt x="1176" y="2635"/>
                </a:cubicBezTo>
                <a:cubicBezTo>
                  <a:pt x="1153" y="2559"/>
                  <a:pt x="1132" y="2481"/>
                  <a:pt x="1119" y="2403"/>
                </a:cubicBezTo>
                <a:cubicBezTo>
                  <a:pt x="1119" y="2401"/>
                  <a:pt x="1118" y="2399"/>
                  <a:pt x="1118" y="2397"/>
                </a:cubicBezTo>
                <a:lnTo>
                  <a:pt x="1118" y="2397"/>
                </a:lnTo>
                <a:cubicBezTo>
                  <a:pt x="1122" y="2365"/>
                  <a:pt x="1108" y="2315"/>
                  <a:pt x="1106" y="2283"/>
                </a:cubicBezTo>
                <a:cubicBezTo>
                  <a:pt x="1102" y="2203"/>
                  <a:pt x="1102" y="2123"/>
                  <a:pt x="1106" y="2043"/>
                </a:cubicBezTo>
                <a:cubicBezTo>
                  <a:pt x="1107" y="2033"/>
                  <a:pt x="1110" y="2004"/>
                  <a:pt x="1113" y="1978"/>
                </a:cubicBezTo>
                <a:lnTo>
                  <a:pt x="1113" y="1978"/>
                </a:lnTo>
                <a:cubicBezTo>
                  <a:pt x="1117" y="1953"/>
                  <a:pt x="1123" y="1911"/>
                  <a:pt x="1125" y="1899"/>
                </a:cubicBezTo>
                <a:cubicBezTo>
                  <a:pt x="1144" y="1813"/>
                  <a:pt x="1170" y="1731"/>
                  <a:pt x="1197" y="1647"/>
                </a:cubicBezTo>
                <a:cubicBezTo>
                  <a:pt x="1199" y="1642"/>
                  <a:pt x="1200" y="1637"/>
                  <a:pt x="1201" y="1634"/>
                </a:cubicBezTo>
                <a:lnTo>
                  <a:pt x="1201" y="1634"/>
                </a:lnTo>
                <a:cubicBezTo>
                  <a:pt x="1203" y="1630"/>
                  <a:pt x="1205" y="1626"/>
                  <a:pt x="1208" y="1621"/>
                </a:cubicBezTo>
                <a:cubicBezTo>
                  <a:pt x="1227" y="1583"/>
                  <a:pt x="1246" y="1543"/>
                  <a:pt x="1269" y="1507"/>
                </a:cubicBezTo>
                <a:cubicBezTo>
                  <a:pt x="1290" y="1470"/>
                  <a:pt x="1313" y="1434"/>
                  <a:pt x="1338" y="1398"/>
                </a:cubicBezTo>
                <a:cubicBezTo>
                  <a:pt x="1341" y="1394"/>
                  <a:pt x="1344" y="1390"/>
                  <a:pt x="1346" y="1386"/>
                </a:cubicBezTo>
                <a:lnTo>
                  <a:pt x="1346" y="1386"/>
                </a:lnTo>
                <a:cubicBezTo>
                  <a:pt x="1346" y="1386"/>
                  <a:pt x="1346" y="1386"/>
                  <a:pt x="1347" y="1385"/>
                </a:cubicBezTo>
                <a:cubicBezTo>
                  <a:pt x="1399" y="1329"/>
                  <a:pt x="1454" y="1275"/>
                  <a:pt x="1511" y="1223"/>
                </a:cubicBezTo>
                <a:lnTo>
                  <a:pt x="1511" y="1223"/>
                </a:lnTo>
                <a:cubicBezTo>
                  <a:pt x="1524" y="1213"/>
                  <a:pt x="1537" y="1203"/>
                  <a:pt x="1551" y="1194"/>
                </a:cubicBezTo>
                <a:cubicBezTo>
                  <a:pt x="1589" y="1170"/>
                  <a:pt x="1627" y="1147"/>
                  <a:pt x="1667" y="1126"/>
                </a:cubicBezTo>
                <a:cubicBezTo>
                  <a:pt x="1682" y="1119"/>
                  <a:pt x="1697" y="1111"/>
                  <a:pt x="1712" y="1103"/>
                </a:cubicBezTo>
                <a:lnTo>
                  <a:pt x="1712" y="1103"/>
                </a:lnTo>
                <a:cubicBezTo>
                  <a:pt x="1755" y="1090"/>
                  <a:pt x="1797" y="1075"/>
                  <a:pt x="1840" y="1063"/>
                </a:cubicBezTo>
                <a:cubicBezTo>
                  <a:pt x="1884" y="1050"/>
                  <a:pt x="1928" y="1042"/>
                  <a:pt x="1970" y="1031"/>
                </a:cubicBezTo>
                <a:cubicBezTo>
                  <a:pt x="1976" y="1030"/>
                  <a:pt x="1983" y="1028"/>
                  <a:pt x="1990" y="1026"/>
                </a:cubicBezTo>
                <a:lnTo>
                  <a:pt x="1990" y="1026"/>
                </a:lnTo>
                <a:cubicBezTo>
                  <a:pt x="2008" y="1025"/>
                  <a:pt x="2026" y="1024"/>
                  <a:pt x="2042" y="1023"/>
                </a:cubicBezTo>
                <a:cubicBezTo>
                  <a:pt x="2063" y="1021"/>
                  <a:pt x="2083" y="1018"/>
                  <a:pt x="2104" y="1015"/>
                </a:cubicBezTo>
                <a:lnTo>
                  <a:pt x="2104" y="1015"/>
                </a:lnTo>
                <a:cubicBezTo>
                  <a:pt x="2127" y="1013"/>
                  <a:pt x="2151" y="1010"/>
                  <a:pt x="2175" y="1006"/>
                </a:cubicBezTo>
                <a:cubicBezTo>
                  <a:pt x="2200" y="1002"/>
                  <a:pt x="2223" y="998"/>
                  <a:pt x="2248" y="996"/>
                </a:cubicBezTo>
                <a:lnTo>
                  <a:pt x="2248" y="996"/>
                </a:lnTo>
                <a:cubicBezTo>
                  <a:pt x="2202" y="1002"/>
                  <a:pt x="2186" y="1004"/>
                  <a:pt x="2186" y="1004"/>
                </a:cubicBezTo>
                <a:cubicBezTo>
                  <a:pt x="2187" y="1004"/>
                  <a:pt x="2227" y="999"/>
                  <a:pt x="2246" y="998"/>
                </a:cubicBezTo>
                <a:cubicBezTo>
                  <a:pt x="2293" y="996"/>
                  <a:pt x="2341" y="991"/>
                  <a:pt x="2387" y="989"/>
                </a:cubicBezTo>
                <a:close/>
                <a:moveTo>
                  <a:pt x="2431" y="0"/>
                </a:moveTo>
                <a:cubicBezTo>
                  <a:pt x="2283" y="0"/>
                  <a:pt x="2134" y="12"/>
                  <a:pt x="1987" y="33"/>
                </a:cubicBezTo>
                <a:lnTo>
                  <a:pt x="1987" y="33"/>
                </a:lnTo>
                <a:cubicBezTo>
                  <a:pt x="1519" y="79"/>
                  <a:pt x="1082" y="246"/>
                  <a:pt x="738" y="578"/>
                </a:cubicBezTo>
                <a:cubicBezTo>
                  <a:pt x="443" y="863"/>
                  <a:pt x="236" y="1259"/>
                  <a:pt x="158" y="1661"/>
                </a:cubicBezTo>
                <a:cubicBezTo>
                  <a:pt x="0" y="2477"/>
                  <a:pt x="228" y="3403"/>
                  <a:pt x="896" y="3941"/>
                </a:cubicBezTo>
                <a:cubicBezTo>
                  <a:pt x="1283" y="4251"/>
                  <a:pt x="1777" y="4404"/>
                  <a:pt x="2272" y="4404"/>
                </a:cubicBezTo>
                <a:cubicBezTo>
                  <a:pt x="2762" y="4404"/>
                  <a:pt x="3253" y="4255"/>
                  <a:pt x="3645" y="3962"/>
                </a:cubicBezTo>
                <a:cubicBezTo>
                  <a:pt x="4395" y="3401"/>
                  <a:pt x="4700" y="2409"/>
                  <a:pt x="4443" y="1512"/>
                </a:cubicBezTo>
                <a:cubicBezTo>
                  <a:pt x="4302" y="1025"/>
                  <a:pt x="4003" y="604"/>
                  <a:pt x="3582" y="321"/>
                </a:cubicBezTo>
                <a:cubicBezTo>
                  <a:pt x="3236" y="89"/>
                  <a:pt x="2836" y="0"/>
                  <a:pt x="243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7" name="Google Shape;5087;p44"/>
          <p:cNvSpPr/>
          <p:nvPr/>
        </p:nvSpPr>
        <p:spPr>
          <a:xfrm>
            <a:off x="3697400" y="3959138"/>
            <a:ext cx="146125" cy="136975"/>
          </a:xfrm>
          <a:custGeom>
            <a:rect b="b" l="l" r="r" t="t"/>
            <a:pathLst>
              <a:path extrusionOk="0" h="5479" w="5845">
                <a:moveTo>
                  <a:pt x="3075" y="4462"/>
                </a:moveTo>
                <a:cubicBezTo>
                  <a:pt x="3073" y="4462"/>
                  <a:pt x="3072" y="4463"/>
                  <a:pt x="3071" y="4463"/>
                </a:cubicBezTo>
                <a:lnTo>
                  <a:pt x="3071" y="4463"/>
                </a:lnTo>
                <a:cubicBezTo>
                  <a:pt x="3072" y="4463"/>
                  <a:pt x="3073" y="4462"/>
                  <a:pt x="3075" y="4462"/>
                </a:cubicBezTo>
                <a:close/>
                <a:moveTo>
                  <a:pt x="3051" y="4466"/>
                </a:moveTo>
                <a:cubicBezTo>
                  <a:pt x="3036" y="4468"/>
                  <a:pt x="3030" y="4469"/>
                  <a:pt x="3030" y="4469"/>
                </a:cubicBezTo>
                <a:cubicBezTo>
                  <a:pt x="3030" y="4469"/>
                  <a:pt x="3040" y="4467"/>
                  <a:pt x="3051" y="4466"/>
                </a:cubicBezTo>
                <a:close/>
                <a:moveTo>
                  <a:pt x="3032" y="988"/>
                </a:moveTo>
                <a:cubicBezTo>
                  <a:pt x="3081" y="988"/>
                  <a:pt x="3130" y="990"/>
                  <a:pt x="3180" y="993"/>
                </a:cubicBezTo>
                <a:cubicBezTo>
                  <a:pt x="3209" y="995"/>
                  <a:pt x="3237" y="997"/>
                  <a:pt x="3266" y="999"/>
                </a:cubicBezTo>
                <a:cubicBezTo>
                  <a:pt x="3274" y="999"/>
                  <a:pt x="3280" y="999"/>
                  <a:pt x="3284" y="1000"/>
                </a:cubicBezTo>
                <a:lnTo>
                  <a:pt x="3284" y="1000"/>
                </a:lnTo>
                <a:cubicBezTo>
                  <a:pt x="3395" y="1021"/>
                  <a:pt x="3505" y="1046"/>
                  <a:pt x="3612" y="1081"/>
                </a:cubicBezTo>
                <a:cubicBezTo>
                  <a:pt x="3641" y="1090"/>
                  <a:pt x="3709" y="1119"/>
                  <a:pt x="3711" y="1119"/>
                </a:cubicBezTo>
                <a:cubicBezTo>
                  <a:pt x="3712" y="1119"/>
                  <a:pt x="3702" y="1114"/>
                  <a:pt x="3673" y="1100"/>
                </a:cubicBezTo>
                <a:lnTo>
                  <a:pt x="3673" y="1100"/>
                </a:lnTo>
                <a:cubicBezTo>
                  <a:pt x="3730" y="1125"/>
                  <a:pt x="3787" y="1153"/>
                  <a:pt x="3841" y="1184"/>
                </a:cubicBezTo>
                <a:cubicBezTo>
                  <a:pt x="3883" y="1208"/>
                  <a:pt x="3923" y="1235"/>
                  <a:pt x="3966" y="1262"/>
                </a:cubicBezTo>
                <a:cubicBezTo>
                  <a:pt x="3985" y="1274"/>
                  <a:pt x="3997" y="1281"/>
                  <a:pt x="4005" y="1285"/>
                </a:cubicBezTo>
                <a:lnTo>
                  <a:pt x="4005" y="1285"/>
                </a:lnTo>
                <a:cubicBezTo>
                  <a:pt x="4007" y="1287"/>
                  <a:pt x="4009" y="1289"/>
                  <a:pt x="4012" y="1292"/>
                </a:cubicBezTo>
                <a:cubicBezTo>
                  <a:pt x="4096" y="1368"/>
                  <a:pt x="4181" y="1443"/>
                  <a:pt x="4254" y="1530"/>
                </a:cubicBezTo>
                <a:cubicBezTo>
                  <a:pt x="4264" y="1542"/>
                  <a:pt x="4273" y="1553"/>
                  <a:pt x="4283" y="1565"/>
                </a:cubicBezTo>
                <a:lnTo>
                  <a:pt x="4283" y="1565"/>
                </a:lnTo>
                <a:cubicBezTo>
                  <a:pt x="4284" y="1566"/>
                  <a:pt x="4285" y="1568"/>
                  <a:pt x="4286" y="1570"/>
                </a:cubicBezTo>
                <a:cubicBezTo>
                  <a:pt x="4315" y="1614"/>
                  <a:pt x="4347" y="1656"/>
                  <a:pt x="4374" y="1703"/>
                </a:cubicBezTo>
                <a:cubicBezTo>
                  <a:pt x="4400" y="1743"/>
                  <a:pt x="4423" y="1785"/>
                  <a:pt x="4444" y="1827"/>
                </a:cubicBezTo>
                <a:cubicBezTo>
                  <a:pt x="4458" y="1852"/>
                  <a:pt x="4499" y="1948"/>
                  <a:pt x="4501" y="1948"/>
                </a:cubicBezTo>
                <a:cubicBezTo>
                  <a:pt x="4501" y="1948"/>
                  <a:pt x="4497" y="1936"/>
                  <a:pt x="4484" y="1903"/>
                </a:cubicBezTo>
                <a:lnTo>
                  <a:pt x="4484" y="1903"/>
                </a:lnTo>
                <a:cubicBezTo>
                  <a:pt x="4520" y="1991"/>
                  <a:pt x="4551" y="2082"/>
                  <a:pt x="4577" y="2174"/>
                </a:cubicBezTo>
                <a:cubicBezTo>
                  <a:pt x="4589" y="2221"/>
                  <a:pt x="4600" y="2267"/>
                  <a:pt x="4610" y="2314"/>
                </a:cubicBezTo>
                <a:cubicBezTo>
                  <a:pt x="4616" y="2344"/>
                  <a:pt x="4628" y="2444"/>
                  <a:pt x="4630" y="2444"/>
                </a:cubicBezTo>
                <a:cubicBezTo>
                  <a:pt x="4631" y="2444"/>
                  <a:pt x="4630" y="2431"/>
                  <a:pt x="4627" y="2396"/>
                </a:cubicBezTo>
                <a:lnTo>
                  <a:pt x="4627" y="2396"/>
                </a:lnTo>
                <a:cubicBezTo>
                  <a:pt x="4636" y="2497"/>
                  <a:pt x="4644" y="2600"/>
                  <a:pt x="4644" y="2703"/>
                </a:cubicBezTo>
                <a:cubicBezTo>
                  <a:pt x="4642" y="2756"/>
                  <a:pt x="4642" y="2811"/>
                  <a:pt x="4638" y="2865"/>
                </a:cubicBezTo>
                <a:cubicBezTo>
                  <a:pt x="4636" y="2887"/>
                  <a:pt x="4632" y="2911"/>
                  <a:pt x="4631" y="2933"/>
                </a:cubicBezTo>
                <a:lnTo>
                  <a:pt x="4631" y="2933"/>
                </a:lnTo>
                <a:cubicBezTo>
                  <a:pt x="4631" y="2933"/>
                  <a:pt x="4631" y="2933"/>
                  <a:pt x="4631" y="2933"/>
                </a:cubicBezTo>
                <a:cubicBezTo>
                  <a:pt x="4614" y="3034"/>
                  <a:pt x="4596" y="3135"/>
                  <a:pt x="4566" y="3234"/>
                </a:cubicBezTo>
                <a:cubicBezTo>
                  <a:pt x="4553" y="3280"/>
                  <a:pt x="4537" y="3327"/>
                  <a:pt x="4522" y="3373"/>
                </a:cubicBezTo>
                <a:cubicBezTo>
                  <a:pt x="4513" y="3396"/>
                  <a:pt x="4503" y="3417"/>
                  <a:pt x="4497" y="3441"/>
                </a:cubicBezTo>
                <a:cubicBezTo>
                  <a:pt x="4496" y="3441"/>
                  <a:pt x="4496" y="3441"/>
                  <a:pt x="4496" y="3441"/>
                </a:cubicBezTo>
                <a:lnTo>
                  <a:pt x="4496" y="3441"/>
                </a:lnTo>
                <a:cubicBezTo>
                  <a:pt x="4494" y="3445"/>
                  <a:pt x="4491" y="3450"/>
                  <a:pt x="4488" y="3455"/>
                </a:cubicBezTo>
                <a:cubicBezTo>
                  <a:pt x="4440" y="3542"/>
                  <a:pt x="4400" y="3630"/>
                  <a:pt x="4347" y="3712"/>
                </a:cubicBezTo>
                <a:cubicBezTo>
                  <a:pt x="4337" y="3727"/>
                  <a:pt x="4283" y="3802"/>
                  <a:pt x="4272" y="3820"/>
                </a:cubicBezTo>
                <a:lnTo>
                  <a:pt x="4272" y="3820"/>
                </a:lnTo>
                <a:cubicBezTo>
                  <a:pt x="4267" y="3826"/>
                  <a:pt x="4263" y="3832"/>
                  <a:pt x="4261" y="3835"/>
                </a:cubicBezTo>
                <a:cubicBezTo>
                  <a:pt x="4235" y="3862"/>
                  <a:pt x="4210" y="3891"/>
                  <a:pt x="4185" y="3919"/>
                </a:cubicBezTo>
                <a:cubicBezTo>
                  <a:pt x="4151" y="3955"/>
                  <a:pt x="4115" y="3990"/>
                  <a:pt x="4077" y="4024"/>
                </a:cubicBezTo>
                <a:cubicBezTo>
                  <a:pt x="4063" y="4037"/>
                  <a:pt x="3977" y="4106"/>
                  <a:pt x="3981" y="4106"/>
                </a:cubicBezTo>
                <a:cubicBezTo>
                  <a:pt x="3982" y="4106"/>
                  <a:pt x="3992" y="4099"/>
                  <a:pt x="4016" y="4081"/>
                </a:cubicBezTo>
                <a:lnTo>
                  <a:pt x="4016" y="4081"/>
                </a:lnTo>
                <a:cubicBezTo>
                  <a:pt x="3919" y="4153"/>
                  <a:pt x="3818" y="4216"/>
                  <a:pt x="3713" y="4271"/>
                </a:cubicBezTo>
                <a:cubicBezTo>
                  <a:pt x="3692" y="4282"/>
                  <a:pt x="3605" y="4320"/>
                  <a:pt x="3609" y="4320"/>
                </a:cubicBezTo>
                <a:cubicBezTo>
                  <a:pt x="3609" y="4320"/>
                  <a:pt x="3609" y="4320"/>
                  <a:pt x="3611" y="4319"/>
                </a:cubicBezTo>
                <a:lnTo>
                  <a:pt x="3611" y="4319"/>
                </a:lnTo>
                <a:cubicBezTo>
                  <a:pt x="3569" y="4335"/>
                  <a:pt x="3527" y="4350"/>
                  <a:pt x="3483" y="4365"/>
                </a:cubicBezTo>
                <a:cubicBezTo>
                  <a:pt x="3353" y="4408"/>
                  <a:pt x="3218" y="4437"/>
                  <a:pt x="3083" y="4460"/>
                </a:cubicBezTo>
                <a:cubicBezTo>
                  <a:pt x="3075" y="4462"/>
                  <a:pt x="3068" y="4463"/>
                  <a:pt x="3062" y="4464"/>
                </a:cubicBezTo>
                <a:lnTo>
                  <a:pt x="3062" y="4464"/>
                </a:lnTo>
                <a:cubicBezTo>
                  <a:pt x="3028" y="4467"/>
                  <a:pt x="2994" y="4471"/>
                  <a:pt x="2959" y="4473"/>
                </a:cubicBezTo>
                <a:cubicBezTo>
                  <a:pt x="2900" y="4477"/>
                  <a:pt x="2841" y="4481"/>
                  <a:pt x="2782" y="4481"/>
                </a:cubicBezTo>
                <a:cubicBezTo>
                  <a:pt x="2718" y="4481"/>
                  <a:pt x="2653" y="4479"/>
                  <a:pt x="2590" y="4475"/>
                </a:cubicBezTo>
                <a:cubicBezTo>
                  <a:pt x="2563" y="4473"/>
                  <a:pt x="2536" y="4471"/>
                  <a:pt x="2509" y="4469"/>
                </a:cubicBezTo>
                <a:lnTo>
                  <a:pt x="2509" y="4469"/>
                </a:lnTo>
                <a:cubicBezTo>
                  <a:pt x="2506" y="4468"/>
                  <a:pt x="2503" y="4467"/>
                  <a:pt x="2499" y="4467"/>
                </a:cubicBezTo>
                <a:cubicBezTo>
                  <a:pt x="2392" y="4445"/>
                  <a:pt x="2287" y="4422"/>
                  <a:pt x="2181" y="4389"/>
                </a:cubicBezTo>
                <a:cubicBezTo>
                  <a:pt x="2154" y="4379"/>
                  <a:pt x="2102" y="4357"/>
                  <a:pt x="2090" y="4352"/>
                </a:cubicBezTo>
                <a:lnTo>
                  <a:pt x="2090" y="4352"/>
                </a:lnTo>
                <a:cubicBezTo>
                  <a:pt x="2048" y="4332"/>
                  <a:pt x="2007" y="4312"/>
                  <a:pt x="1966" y="4290"/>
                </a:cubicBezTo>
                <a:cubicBezTo>
                  <a:pt x="1924" y="4266"/>
                  <a:pt x="1884" y="4241"/>
                  <a:pt x="1844" y="4214"/>
                </a:cubicBezTo>
                <a:cubicBezTo>
                  <a:pt x="1820" y="4198"/>
                  <a:pt x="1770" y="4158"/>
                  <a:pt x="1769" y="4158"/>
                </a:cubicBezTo>
                <a:lnTo>
                  <a:pt x="1769" y="4158"/>
                </a:lnTo>
                <a:cubicBezTo>
                  <a:pt x="1769" y="4158"/>
                  <a:pt x="1769" y="4158"/>
                  <a:pt x="1770" y="4159"/>
                </a:cubicBezTo>
                <a:lnTo>
                  <a:pt x="1770" y="4159"/>
                </a:lnTo>
                <a:cubicBezTo>
                  <a:pt x="1698" y="4097"/>
                  <a:pt x="1630" y="4032"/>
                  <a:pt x="1566" y="3961"/>
                </a:cubicBezTo>
                <a:cubicBezTo>
                  <a:pt x="1559" y="3952"/>
                  <a:pt x="1523" y="3908"/>
                  <a:pt x="1505" y="3886"/>
                </a:cubicBezTo>
                <a:lnTo>
                  <a:pt x="1505" y="3886"/>
                </a:lnTo>
                <a:cubicBezTo>
                  <a:pt x="1487" y="3859"/>
                  <a:pt x="1452" y="3809"/>
                  <a:pt x="1446" y="3799"/>
                </a:cubicBezTo>
                <a:cubicBezTo>
                  <a:pt x="1389" y="3710"/>
                  <a:pt x="1347" y="3618"/>
                  <a:pt x="1296" y="3525"/>
                </a:cubicBezTo>
                <a:cubicBezTo>
                  <a:pt x="1293" y="3520"/>
                  <a:pt x="1291" y="3516"/>
                  <a:pt x="1289" y="3513"/>
                </a:cubicBezTo>
                <a:lnTo>
                  <a:pt x="1289" y="3513"/>
                </a:lnTo>
                <a:cubicBezTo>
                  <a:pt x="1287" y="3505"/>
                  <a:pt x="1284" y="3496"/>
                  <a:pt x="1280" y="3485"/>
                </a:cubicBezTo>
                <a:cubicBezTo>
                  <a:pt x="1263" y="3441"/>
                  <a:pt x="1248" y="3396"/>
                  <a:pt x="1233" y="3352"/>
                </a:cubicBezTo>
                <a:cubicBezTo>
                  <a:pt x="1202" y="3251"/>
                  <a:pt x="1176" y="3150"/>
                  <a:pt x="1157" y="3047"/>
                </a:cubicBezTo>
                <a:cubicBezTo>
                  <a:pt x="1153" y="3023"/>
                  <a:pt x="1148" y="2988"/>
                  <a:pt x="1146" y="2969"/>
                </a:cubicBezTo>
                <a:lnTo>
                  <a:pt x="1146" y="2969"/>
                </a:lnTo>
                <a:cubicBezTo>
                  <a:pt x="1142" y="2928"/>
                  <a:pt x="1138" y="2887"/>
                  <a:pt x="1134" y="2847"/>
                </a:cubicBezTo>
                <a:cubicBezTo>
                  <a:pt x="1128" y="2743"/>
                  <a:pt x="1130" y="2638"/>
                  <a:pt x="1136" y="2533"/>
                </a:cubicBezTo>
                <a:cubicBezTo>
                  <a:pt x="1138" y="2513"/>
                  <a:pt x="1146" y="2433"/>
                  <a:pt x="1149" y="2401"/>
                </a:cubicBezTo>
                <a:lnTo>
                  <a:pt x="1149" y="2401"/>
                </a:lnTo>
                <a:cubicBezTo>
                  <a:pt x="1155" y="2369"/>
                  <a:pt x="1164" y="2316"/>
                  <a:pt x="1166" y="2301"/>
                </a:cubicBezTo>
                <a:cubicBezTo>
                  <a:pt x="1191" y="2189"/>
                  <a:pt x="1225" y="2080"/>
                  <a:pt x="1261" y="1970"/>
                </a:cubicBezTo>
                <a:cubicBezTo>
                  <a:pt x="1267" y="1952"/>
                  <a:pt x="1270" y="1940"/>
                  <a:pt x="1272" y="1933"/>
                </a:cubicBezTo>
                <a:lnTo>
                  <a:pt x="1272" y="1933"/>
                </a:lnTo>
                <a:cubicBezTo>
                  <a:pt x="1276" y="1925"/>
                  <a:pt x="1282" y="1914"/>
                  <a:pt x="1290" y="1898"/>
                </a:cubicBezTo>
                <a:cubicBezTo>
                  <a:pt x="1315" y="1848"/>
                  <a:pt x="1341" y="1797"/>
                  <a:pt x="1370" y="1747"/>
                </a:cubicBezTo>
                <a:cubicBezTo>
                  <a:pt x="1398" y="1698"/>
                  <a:pt x="1429" y="1652"/>
                  <a:pt x="1461" y="1604"/>
                </a:cubicBezTo>
                <a:cubicBezTo>
                  <a:pt x="1470" y="1590"/>
                  <a:pt x="1476" y="1580"/>
                  <a:pt x="1480" y="1574"/>
                </a:cubicBezTo>
                <a:lnTo>
                  <a:pt x="1480" y="1574"/>
                </a:lnTo>
                <a:cubicBezTo>
                  <a:pt x="1484" y="1570"/>
                  <a:pt x="1489" y="1565"/>
                  <a:pt x="1497" y="1557"/>
                </a:cubicBezTo>
                <a:cubicBezTo>
                  <a:pt x="1572" y="1477"/>
                  <a:pt x="1648" y="1401"/>
                  <a:pt x="1728" y="1328"/>
                </a:cubicBezTo>
                <a:cubicBezTo>
                  <a:pt x="1729" y="1327"/>
                  <a:pt x="1729" y="1327"/>
                  <a:pt x="1730" y="1326"/>
                </a:cubicBezTo>
                <a:lnTo>
                  <a:pt x="1730" y="1326"/>
                </a:lnTo>
                <a:cubicBezTo>
                  <a:pt x="1753" y="1312"/>
                  <a:pt x="1774" y="1295"/>
                  <a:pt x="1796" y="1281"/>
                </a:cubicBezTo>
                <a:cubicBezTo>
                  <a:pt x="1846" y="1248"/>
                  <a:pt x="1899" y="1218"/>
                  <a:pt x="1952" y="1191"/>
                </a:cubicBezTo>
                <a:cubicBezTo>
                  <a:pt x="1973" y="1180"/>
                  <a:pt x="1996" y="1170"/>
                  <a:pt x="2015" y="1159"/>
                </a:cubicBezTo>
                <a:cubicBezTo>
                  <a:pt x="2019" y="1157"/>
                  <a:pt x="2023" y="1154"/>
                  <a:pt x="2026" y="1152"/>
                </a:cubicBezTo>
                <a:lnTo>
                  <a:pt x="2026" y="1152"/>
                </a:lnTo>
                <a:cubicBezTo>
                  <a:pt x="2028" y="1152"/>
                  <a:pt x="2030" y="1151"/>
                  <a:pt x="2032" y="1151"/>
                </a:cubicBezTo>
                <a:cubicBezTo>
                  <a:pt x="2093" y="1132"/>
                  <a:pt x="2152" y="1108"/>
                  <a:pt x="2213" y="1092"/>
                </a:cubicBezTo>
                <a:cubicBezTo>
                  <a:pt x="2272" y="1075"/>
                  <a:pt x="2329" y="1064"/>
                  <a:pt x="2388" y="1052"/>
                </a:cubicBezTo>
                <a:cubicBezTo>
                  <a:pt x="2406" y="1047"/>
                  <a:pt x="2452" y="1041"/>
                  <a:pt x="2450" y="1041"/>
                </a:cubicBezTo>
                <a:lnTo>
                  <a:pt x="2450" y="1041"/>
                </a:lnTo>
                <a:cubicBezTo>
                  <a:pt x="2449" y="1041"/>
                  <a:pt x="2434" y="1042"/>
                  <a:pt x="2396" y="1047"/>
                </a:cubicBezTo>
                <a:cubicBezTo>
                  <a:pt x="2438" y="1041"/>
                  <a:pt x="2480" y="1037"/>
                  <a:pt x="2523" y="1035"/>
                </a:cubicBezTo>
                <a:cubicBezTo>
                  <a:pt x="2551" y="1033"/>
                  <a:pt x="2579" y="1028"/>
                  <a:pt x="2607" y="1022"/>
                </a:cubicBezTo>
                <a:lnTo>
                  <a:pt x="2607" y="1022"/>
                </a:lnTo>
                <a:cubicBezTo>
                  <a:pt x="2623" y="1021"/>
                  <a:pt x="2639" y="1018"/>
                  <a:pt x="2655" y="1016"/>
                </a:cubicBezTo>
                <a:cubicBezTo>
                  <a:pt x="2677" y="1012"/>
                  <a:pt x="2699" y="1009"/>
                  <a:pt x="2720" y="1006"/>
                </a:cubicBezTo>
                <a:lnTo>
                  <a:pt x="2720" y="1006"/>
                </a:lnTo>
                <a:cubicBezTo>
                  <a:pt x="2727" y="1005"/>
                  <a:pt x="2777" y="1000"/>
                  <a:pt x="2792" y="999"/>
                </a:cubicBezTo>
                <a:cubicBezTo>
                  <a:pt x="2853" y="995"/>
                  <a:pt x="2917" y="991"/>
                  <a:pt x="2978" y="988"/>
                </a:cubicBezTo>
                <a:cubicBezTo>
                  <a:pt x="2996" y="988"/>
                  <a:pt x="3014" y="988"/>
                  <a:pt x="3032" y="988"/>
                </a:cubicBezTo>
                <a:close/>
                <a:moveTo>
                  <a:pt x="3031" y="0"/>
                </a:moveTo>
                <a:cubicBezTo>
                  <a:pt x="2841" y="0"/>
                  <a:pt x="2651" y="16"/>
                  <a:pt x="2463" y="44"/>
                </a:cubicBezTo>
                <a:lnTo>
                  <a:pt x="2463" y="44"/>
                </a:lnTo>
                <a:cubicBezTo>
                  <a:pt x="1887" y="101"/>
                  <a:pt x="1345" y="305"/>
                  <a:pt x="921" y="715"/>
                </a:cubicBezTo>
                <a:cubicBezTo>
                  <a:pt x="551" y="1073"/>
                  <a:pt x="298" y="1566"/>
                  <a:pt x="199" y="2071"/>
                </a:cubicBezTo>
                <a:cubicBezTo>
                  <a:pt x="1" y="3089"/>
                  <a:pt x="296" y="4250"/>
                  <a:pt x="1128" y="4915"/>
                </a:cubicBezTo>
                <a:cubicBezTo>
                  <a:pt x="1602" y="5295"/>
                  <a:pt x="2207" y="5479"/>
                  <a:pt x="2815" y="5479"/>
                </a:cubicBezTo>
                <a:cubicBezTo>
                  <a:pt x="3435" y="5479"/>
                  <a:pt x="4059" y="5288"/>
                  <a:pt x="4551" y="4917"/>
                </a:cubicBezTo>
                <a:cubicBezTo>
                  <a:pt x="5478" y="4222"/>
                  <a:pt x="5845" y="2981"/>
                  <a:pt x="5529" y="1873"/>
                </a:cubicBezTo>
                <a:cubicBezTo>
                  <a:pt x="5356" y="1275"/>
                  <a:pt x="4989" y="750"/>
                  <a:pt x="4469" y="401"/>
                </a:cubicBezTo>
                <a:cubicBezTo>
                  <a:pt x="4037" y="112"/>
                  <a:pt x="3537" y="0"/>
                  <a:pt x="303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8" name="Google Shape;5088;p44"/>
          <p:cNvSpPr/>
          <p:nvPr/>
        </p:nvSpPr>
        <p:spPr>
          <a:xfrm>
            <a:off x="6501613" y="3690938"/>
            <a:ext cx="117525" cy="110100"/>
          </a:xfrm>
          <a:custGeom>
            <a:rect b="b" l="l" r="r" t="t"/>
            <a:pathLst>
              <a:path extrusionOk="0" h="4404" w="4701">
                <a:moveTo>
                  <a:pt x="1951" y="1032"/>
                </a:moveTo>
                <a:cubicBezTo>
                  <a:pt x="1950" y="1033"/>
                  <a:pt x="1949" y="1033"/>
                  <a:pt x="1947" y="1033"/>
                </a:cubicBezTo>
                <a:cubicBezTo>
                  <a:pt x="1948" y="1033"/>
                  <a:pt x="1950" y="1033"/>
                  <a:pt x="1951" y="1032"/>
                </a:cubicBezTo>
                <a:close/>
                <a:moveTo>
                  <a:pt x="2857" y="1059"/>
                </a:moveTo>
                <a:cubicBezTo>
                  <a:pt x="2871" y="1059"/>
                  <a:pt x="2889" y="1066"/>
                  <a:pt x="2907" y="1075"/>
                </a:cubicBezTo>
                <a:lnTo>
                  <a:pt x="2907" y="1075"/>
                </a:lnTo>
                <a:cubicBezTo>
                  <a:pt x="2887" y="1068"/>
                  <a:pt x="2858" y="1059"/>
                  <a:pt x="2857" y="1059"/>
                </a:cubicBezTo>
                <a:close/>
                <a:moveTo>
                  <a:pt x="3091" y="1185"/>
                </a:moveTo>
                <a:cubicBezTo>
                  <a:pt x="3091" y="1185"/>
                  <a:pt x="3091" y="1185"/>
                  <a:pt x="3091" y="1185"/>
                </a:cubicBezTo>
                <a:lnTo>
                  <a:pt x="3091" y="1185"/>
                </a:lnTo>
                <a:cubicBezTo>
                  <a:pt x="3091" y="1185"/>
                  <a:pt x="3091" y="1185"/>
                  <a:pt x="3091" y="1185"/>
                </a:cubicBezTo>
                <a:close/>
                <a:moveTo>
                  <a:pt x="3104" y="1198"/>
                </a:moveTo>
                <a:cubicBezTo>
                  <a:pt x="3111" y="1203"/>
                  <a:pt x="3118" y="1208"/>
                  <a:pt x="3125" y="1213"/>
                </a:cubicBezTo>
                <a:cubicBezTo>
                  <a:pt x="3142" y="1224"/>
                  <a:pt x="3149" y="1229"/>
                  <a:pt x="3148" y="1229"/>
                </a:cubicBezTo>
                <a:cubicBezTo>
                  <a:pt x="3148" y="1229"/>
                  <a:pt x="3121" y="1211"/>
                  <a:pt x="3104" y="1198"/>
                </a:cubicBezTo>
                <a:close/>
                <a:moveTo>
                  <a:pt x="1747" y="3319"/>
                </a:moveTo>
                <a:cubicBezTo>
                  <a:pt x="1767" y="3326"/>
                  <a:pt x="1803" y="3338"/>
                  <a:pt x="1802" y="3338"/>
                </a:cubicBezTo>
                <a:cubicBezTo>
                  <a:pt x="1800" y="3339"/>
                  <a:pt x="1799" y="3339"/>
                  <a:pt x="1797" y="3339"/>
                </a:cubicBezTo>
                <a:cubicBezTo>
                  <a:pt x="1785" y="3339"/>
                  <a:pt x="1766" y="3330"/>
                  <a:pt x="1747" y="3319"/>
                </a:cubicBezTo>
                <a:close/>
                <a:moveTo>
                  <a:pt x="2463" y="3393"/>
                </a:moveTo>
                <a:cubicBezTo>
                  <a:pt x="2461" y="3393"/>
                  <a:pt x="2459" y="3393"/>
                  <a:pt x="2456" y="3393"/>
                </a:cubicBezTo>
                <a:lnTo>
                  <a:pt x="2456" y="3393"/>
                </a:lnTo>
                <a:cubicBezTo>
                  <a:pt x="2459" y="3393"/>
                  <a:pt x="2462" y="3393"/>
                  <a:pt x="2463" y="3393"/>
                </a:cubicBezTo>
                <a:close/>
                <a:moveTo>
                  <a:pt x="2387" y="989"/>
                </a:moveTo>
                <a:cubicBezTo>
                  <a:pt x="2440" y="989"/>
                  <a:pt x="2491" y="989"/>
                  <a:pt x="2541" y="993"/>
                </a:cubicBezTo>
                <a:cubicBezTo>
                  <a:pt x="2560" y="993"/>
                  <a:pt x="2582" y="997"/>
                  <a:pt x="2601" y="998"/>
                </a:cubicBezTo>
                <a:lnTo>
                  <a:pt x="2601" y="998"/>
                </a:lnTo>
                <a:cubicBezTo>
                  <a:pt x="2682" y="1018"/>
                  <a:pt x="2761" y="1029"/>
                  <a:pt x="2840" y="1057"/>
                </a:cubicBezTo>
                <a:cubicBezTo>
                  <a:pt x="2857" y="1061"/>
                  <a:pt x="2876" y="1069"/>
                  <a:pt x="2895" y="1076"/>
                </a:cubicBezTo>
                <a:cubicBezTo>
                  <a:pt x="2906" y="1079"/>
                  <a:pt x="2914" y="1081"/>
                  <a:pt x="2919" y="1082"/>
                </a:cubicBezTo>
                <a:lnTo>
                  <a:pt x="2919" y="1082"/>
                </a:lnTo>
                <a:cubicBezTo>
                  <a:pt x="2944" y="1096"/>
                  <a:pt x="2968" y="1113"/>
                  <a:pt x="2984" y="1122"/>
                </a:cubicBezTo>
                <a:cubicBezTo>
                  <a:pt x="3015" y="1139"/>
                  <a:pt x="3049" y="1160"/>
                  <a:pt x="3080" y="1181"/>
                </a:cubicBezTo>
                <a:cubicBezTo>
                  <a:pt x="3084" y="1184"/>
                  <a:pt x="3088" y="1186"/>
                  <a:pt x="3092" y="1189"/>
                </a:cubicBezTo>
                <a:lnTo>
                  <a:pt x="3092" y="1189"/>
                </a:lnTo>
                <a:cubicBezTo>
                  <a:pt x="3107" y="1217"/>
                  <a:pt x="3258" y="1347"/>
                  <a:pt x="3274" y="1366"/>
                </a:cubicBezTo>
                <a:cubicBezTo>
                  <a:pt x="3278" y="1370"/>
                  <a:pt x="3281" y="1374"/>
                  <a:pt x="3284" y="1378"/>
                </a:cubicBezTo>
                <a:lnTo>
                  <a:pt x="3284" y="1378"/>
                </a:lnTo>
                <a:cubicBezTo>
                  <a:pt x="3304" y="1410"/>
                  <a:pt x="3328" y="1440"/>
                  <a:pt x="3348" y="1474"/>
                </a:cubicBezTo>
                <a:cubicBezTo>
                  <a:pt x="3367" y="1503"/>
                  <a:pt x="3386" y="1535"/>
                  <a:pt x="3403" y="1569"/>
                </a:cubicBezTo>
                <a:cubicBezTo>
                  <a:pt x="3409" y="1579"/>
                  <a:pt x="3414" y="1591"/>
                  <a:pt x="3420" y="1604"/>
                </a:cubicBezTo>
                <a:lnTo>
                  <a:pt x="3420" y="1604"/>
                </a:lnTo>
                <a:cubicBezTo>
                  <a:pt x="3420" y="1602"/>
                  <a:pt x="3420" y="1600"/>
                  <a:pt x="3420" y="1598"/>
                </a:cubicBezTo>
                <a:lnTo>
                  <a:pt x="3420" y="1598"/>
                </a:lnTo>
                <a:cubicBezTo>
                  <a:pt x="3420" y="1600"/>
                  <a:pt x="3420" y="1602"/>
                  <a:pt x="3420" y="1604"/>
                </a:cubicBezTo>
                <a:lnTo>
                  <a:pt x="3420" y="1604"/>
                </a:lnTo>
                <a:cubicBezTo>
                  <a:pt x="3420" y="1604"/>
                  <a:pt x="3420" y="1604"/>
                  <a:pt x="3420" y="1604"/>
                </a:cubicBezTo>
                <a:lnTo>
                  <a:pt x="3420" y="1604"/>
                </a:lnTo>
                <a:cubicBezTo>
                  <a:pt x="3420" y="1621"/>
                  <a:pt x="3423" y="1634"/>
                  <a:pt x="3427" y="1644"/>
                </a:cubicBezTo>
                <a:lnTo>
                  <a:pt x="3427" y="1644"/>
                </a:lnTo>
                <a:cubicBezTo>
                  <a:pt x="3423" y="1630"/>
                  <a:pt x="3420" y="1616"/>
                  <a:pt x="3420" y="1604"/>
                </a:cubicBezTo>
                <a:lnTo>
                  <a:pt x="3420" y="1604"/>
                </a:lnTo>
                <a:cubicBezTo>
                  <a:pt x="3422" y="1608"/>
                  <a:pt x="3424" y="1613"/>
                  <a:pt x="3426" y="1617"/>
                </a:cubicBezTo>
                <a:cubicBezTo>
                  <a:pt x="3442" y="1646"/>
                  <a:pt x="3443" y="1659"/>
                  <a:pt x="3439" y="1659"/>
                </a:cubicBezTo>
                <a:cubicBezTo>
                  <a:pt x="3436" y="1659"/>
                  <a:pt x="3432" y="1654"/>
                  <a:pt x="3427" y="1644"/>
                </a:cubicBezTo>
                <a:lnTo>
                  <a:pt x="3427" y="1644"/>
                </a:lnTo>
                <a:cubicBezTo>
                  <a:pt x="3443" y="1697"/>
                  <a:pt x="3479" y="1760"/>
                  <a:pt x="3491" y="1802"/>
                </a:cubicBezTo>
                <a:cubicBezTo>
                  <a:pt x="3500" y="1838"/>
                  <a:pt x="3508" y="1874"/>
                  <a:pt x="3517" y="1910"/>
                </a:cubicBezTo>
                <a:cubicBezTo>
                  <a:pt x="3521" y="1933"/>
                  <a:pt x="3525" y="1954"/>
                  <a:pt x="3529" y="1977"/>
                </a:cubicBezTo>
                <a:cubicBezTo>
                  <a:pt x="3534" y="2005"/>
                  <a:pt x="3537" y="2015"/>
                  <a:pt x="3538" y="2015"/>
                </a:cubicBezTo>
                <a:cubicBezTo>
                  <a:pt x="3540" y="2015"/>
                  <a:pt x="3530" y="1942"/>
                  <a:pt x="3525" y="1939"/>
                </a:cubicBezTo>
                <a:lnTo>
                  <a:pt x="3525" y="1939"/>
                </a:lnTo>
                <a:cubicBezTo>
                  <a:pt x="3550" y="1954"/>
                  <a:pt x="3538" y="2142"/>
                  <a:pt x="3538" y="2173"/>
                </a:cubicBezTo>
                <a:cubicBezTo>
                  <a:pt x="3538" y="2215"/>
                  <a:pt x="3535" y="2257"/>
                  <a:pt x="3533" y="2297"/>
                </a:cubicBezTo>
                <a:cubicBezTo>
                  <a:pt x="3532" y="2312"/>
                  <a:pt x="3530" y="2326"/>
                  <a:pt x="3529" y="2339"/>
                </a:cubicBezTo>
                <a:lnTo>
                  <a:pt x="3529" y="2339"/>
                </a:lnTo>
                <a:cubicBezTo>
                  <a:pt x="3514" y="2409"/>
                  <a:pt x="3504" y="2477"/>
                  <a:pt x="3483" y="2546"/>
                </a:cubicBezTo>
                <a:cubicBezTo>
                  <a:pt x="3472" y="2582"/>
                  <a:pt x="3462" y="2618"/>
                  <a:pt x="3449" y="2651"/>
                </a:cubicBezTo>
                <a:cubicBezTo>
                  <a:pt x="3445" y="2663"/>
                  <a:pt x="3440" y="2676"/>
                  <a:pt x="3436" y="2688"/>
                </a:cubicBezTo>
                <a:lnTo>
                  <a:pt x="3436" y="2688"/>
                </a:lnTo>
                <a:cubicBezTo>
                  <a:pt x="3398" y="2751"/>
                  <a:pt x="3369" y="2818"/>
                  <a:pt x="3329" y="2881"/>
                </a:cubicBezTo>
                <a:cubicBezTo>
                  <a:pt x="3324" y="2889"/>
                  <a:pt x="3300" y="2922"/>
                  <a:pt x="3284" y="2945"/>
                </a:cubicBezTo>
                <a:lnTo>
                  <a:pt x="3284" y="2945"/>
                </a:lnTo>
                <a:cubicBezTo>
                  <a:pt x="3263" y="2968"/>
                  <a:pt x="3232" y="3005"/>
                  <a:pt x="3224" y="3014"/>
                </a:cubicBezTo>
                <a:cubicBezTo>
                  <a:pt x="3198" y="3041"/>
                  <a:pt x="3171" y="3069"/>
                  <a:pt x="3142" y="3094"/>
                </a:cubicBezTo>
                <a:cubicBezTo>
                  <a:pt x="3127" y="3106"/>
                  <a:pt x="3112" y="3119"/>
                  <a:pt x="3099" y="3132"/>
                </a:cubicBezTo>
                <a:cubicBezTo>
                  <a:pt x="3075" y="3154"/>
                  <a:pt x="3071" y="3163"/>
                  <a:pt x="3076" y="3163"/>
                </a:cubicBezTo>
                <a:cubicBezTo>
                  <a:pt x="3076" y="3163"/>
                  <a:pt x="3077" y="3163"/>
                  <a:pt x="3078" y="3162"/>
                </a:cubicBezTo>
                <a:lnTo>
                  <a:pt x="3078" y="3162"/>
                </a:lnTo>
                <a:cubicBezTo>
                  <a:pt x="3021" y="3203"/>
                  <a:pt x="2923" y="3245"/>
                  <a:pt x="2889" y="3262"/>
                </a:cubicBezTo>
                <a:cubicBezTo>
                  <a:pt x="2863" y="3275"/>
                  <a:pt x="2803" y="3296"/>
                  <a:pt x="2805" y="3296"/>
                </a:cubicBezTo>
                <a:cubicBezTo>
                  <a:pt x="2806" y="3296"/>
                  <a:pt x="2822" y="3291"/>
                  <a:pt x="2866" y="3277"/>
                </a:cubicBezTo>
                <a:lnTo>
                  <a:pt x="2866" y="3277"/>
                </a:lnTo>
                <a:cubicBezTo>
                  <a:pt x="2823" y="3292"/>
                  <a:pt x="2783" y="3309"/>
                  <a:pt x="2741" y="3323"/>
                </a:cubicBezTo>
                <a:cubicBezTo>
                  <a:pt x="2642" y="3355"/>
                  <a:pt x="2541" y="3376"/>
                  <a:pt x="2438" y="3395"/>
                </a:cubicBezTo>
                <a:cubicBezTo>
                  <a:pt x="2437" y="3395"/>
                  <a:pt x="2437" y="3395"/>
                  <a:pt x="2437" y="3395"/>
                </a:cubicBezTo>
                <a:lnTo>
                  <a:pt x="2437" y="3395"/>
                </a:lnTo>
                <a:cubicBezTo>
                  <a:pt x="2416" y="3397"/>
                  <a:pt x="2395" y="3400"/>
                  <a:pt x="2375" y="3401"/>
                </a:cubicBezTo>
                <a:cubicBezTo>
                  <a:pt x="2330" y="3403"/>
                  <a:pt x="2284" y="3406"/>
                  <a:pt x="2240" y="3406"/>
                </a:cubicBezTo>
                <a:cubicBezTo>
                  <a:pt x="2226" y="3406"/>
                  <a:pt x="2211" y="3406"/>
                  <a:pt x="2197" y="3406"/>
                </a:cubicBezTo>
                <a:cubicBezTo>
                  <a:pt x="2163" y="3406"/>
                  <a:pt x="2129" y="3405"/>
                  <a:pt x="2094" y="3403"/>
                </a:cubicBezTo>
                <a:cubicBezTo>
                  <a:pt x="2081" y="3402"/>
                  <a:pt x="2067" y="3400"/>
                  <a:pt x="2054" y="3398"/>
                </a:cubicBezTo>
                <a:lnTo>
                  <a:pt x="2054" y="3398"/>
                </a:lnTo>
                <a:cubicBezTo>
                  <a:pt x="1975" y="3376"/>
                  <a:pt x="1893" y="3365"/>
                  <a:pt x="1814" y="3340"/>
                </a:cubicBezTo>
                <a:cubicBezTo>
                  <a:pt x="1797" y="3334"/>
                  <a:pt x="1778" y="3326"/>
                  <a:pt x="1762" y="3321"/>
                </a:cubicBezTo>
                <a:cubicBezTo>
                  <a:pt x="1752" y="3318"/>
                  <a:pt x="1745" y="3316"/>
                  <a:pt x="1740" y="3315"/>
                </a:cubicBezTo>
                <a:lnTo>
                  <a:pt x="1740" y="3315"/>
                </a:lnTo>
                <a:cubicBezTo>
                  <a:pt x="1716" y="3301"/>
                  <a:pt x="1691" y="3283"/>
                  <a:pt x="1679" y="3277"/>
                </a:cubicBezTo>
                <a:cubicBezTo>
                  <a:pt x="1648" y="3258"/>
                  <a:pt x="1616" y="3241"/>
                  <a:pt x="1587" y="3220"/>
                </a:cubicBezTo>
                <a:cubicBezTo>
                  <a:pt x="1572" y="3210"/>
                  <a:pt x="1557" y="3199"/>
                  <a:pt x="1543" y="3191"/>
                </a:cubicBezTo>
                <a:cubicBezTo>
                  <a:pt x="1525" y="3180"/>
                  <a:pt x="1519" y="3175"/>
                  <a:pt x="1519" y="3175"/>
                </a:cubicBezTo>
                <a:lnTo>
                  <a:pt x="1519" y="3175"/>
                </a:lnTo>
                <a:cubicBezTo>
                  <a:pt x="1518" y="3175"/>
                  <a:pt x="1582" y="3218"/>
                  <a:pt x="1580" y="3218"/>
                </a:cubicBezTo>
                <a:cubicBezTo>
                  <a:pt x="1580" y="3218"/>
                  <a:pt x="1579" y="3218"/>
                  <a:pt x="1578" y="3218"/>
                </a:cubicBezTo>
                <a:cubicBezTo>
                  <a:pt x="1542" y="3218"/>
                  <a:pt x="1420" y="3070"/>
                  <a:pt x="1399" y="3045"/>
                </a:cubicBezTo>
                <a:cubicBezTo>
                  <a:pt x="1384" y="3030"/>
                  <a:pt x="1353" y="2977"/>
                  <a:pt x="1351" y="2977"/>
                </a:cubicBezTo>
                <a:lnTo>
                  <a:pt x="1351" y="2977"/>
                </a:lnTo>
                <a:cubicBezTo>
                  <a:pt x="1350" y="2977"/>
                  <a:pt x="1354" y="2985"/>
                  <a:pt x="1363" y="3005"/>
                </a:cubicBezTo>
                <a:cubicBezTo>
                  <a:pt x="1372" y="3025"/>
                  <a:pt x="1375" y="3032"/>
                  <a:pt x="1374" y="3032"/>
                </a:cubicBezTo>
                <a:cubicBezTo>
                  <a:pt x="1372" y="3032"/>
                  <a:pt x="1335" y="2962"/>
                  <a:pt x="1326" y="2946"/>
                </a:cubicBezTo>
                <a:cubicBezTo>
                  <a:pt x="1285" y="2881"/>
                  <a:pt x="1252" y="2814"/>
                  <a:pt x="1215" y="2746"/>
                </a:cubicBezTo>
                <a:lnTo>
                  <a:pt x="1215" y="2746"/>
                </a:lnTo>
                <a:cubicBezTo>
                  <a:pt x="1214" y="2743"/>
                  <a:pt x="1213" y="2740"/>
                  <a:pt x="1212" y="2736"/>
                </a:cubicBezTo>
                <a:cubicBezTo>
                  <a:pt x="1199" y="2702"/>
                  <a:pt x="1187" y="2668"/>
                  <a:pt x="1176" y="2635"/>
                </a:cubicBezTo>
                <a:cubicBezTo>
                  <a:pt x="1153" y="2559"/>
                  <a:pt x="1132" y="2481"/>
                  <a:pt x="1119" y="2403"/>
                </a:cubicBezTo>
                <a:cubicBezTo>
                  <a:pt x="1119" y="2401"/>
                  <a:pt x="1118" y="2399"/>
                  <a:pt x="1118" y="2397"/>
                </a:cubicBezTo>
                <a:lnTo>
                  <a:pt x="1118" y="2397"/>
                </a:lnTo>
                <a:cubicBezTo>
                  <a:pt x="1122" y="2365"/>
                  <a:pt x="1108" y="2315"/>
                  <a:pt x="1106" y="2283"/>
                </a:cubicBezTo>
                <a:cubicBezTo>
                  <a:pt x="1102" y="2203"/>
                  <a:pt x="1102" y="2123"/>
                  <a:pt x="1106" y="2043"/>
                </a:cubicBezTo>
                <a:cubicBezTo>
                  <a:pt x="1107" y="2033"/>
                  <a:pt x="1110" y="2004"/>
                  <a:pt x="1113" y="1978"/>
                </a:cubicBezTo>
                <a:lnTo>
                  <a:pt x="1113" y="1978"/>
                </a:lnTo>
                <a:cubicBezTo>
                  <a:pt x="1117" y="1953"/>
                  <a:pt x="1123" y="1911"/>
                  <a:pt x="1125" y="1899"/>
                </a:cubicBezTo>
                <a:cubicBezTo>
                  <a:pt x="1144" y="1813"/>
                  <a:pt x="1170" y="1731"/>
                  <a:pt x="1197" y="1647"/>
                </a:cubicBezTo>
                <a:cubicBezTo>
                  <a:pt x="1199" y="1642"/>
                  <a:pt x="1200" y="1637"/>
                  <a:pt x="1201" y="1634"/>
                </a:cubicBezTo>
                <a:lnTo>
                  <a:pt x="1201" y="1634"/>
                </a:lnTo>
                <a:cubicBezTo>
                  <a:pt x="1203" y="1630"/>
                  <a:pt x="1205" y="1626"/>
                  <a:pt x="1208" y="1621"/>
                </a:cubicBezTo>
                <a:cubicBezTo>
                  <a:pt x="1227" y="1583"/>
                  <a:pt x="1246" y="1543"/>
                  <a:pt x="1269" y="1507"/>
                </a:cubicBezTo>
                <a:cubicBezTo>
                  <a:pt x="1290" y="1470"/>
                  <a:pt x="1313" y="1434"/>
                  <a:pt x="1338" y="1398"/>
                </a:cubicBezTo>
                <a:cubicBezTo>
                  <a:pt x="1341" y="1394"/>
                  <a:pt x="1344" y="1390"/>
                  <a:pt x="1346" y="1386"/>
                </a:cubicBezTo>
                <a:lnTo>
                  <a:pt x="1346" y="1386"/>
                </a:lnTo>
                <a:cubicBezTo>
                  <a:pt x="1346" y="1386"/>
                  <a:pt x="1346" y="1386"/>
                  <a:pt x="1347" y="1385"/>
                </a:cubicBezTo>
                <a:cubicBezTo>
                  <a:pt x="1399" y="1329"/>
                  <a:pt x="1454" y="1275"/>
                  <a:pt x="1511" y="1223"/>
                </a:cubicBezTo>
                <a:lnTo>
                  <a:pt x="1511" y="1223"/>
                </a:lnTo>
                <a:cubicBezTo>
                  <a:pt x="1524" y="1213"/>
                  <a:pt x="1537" y="1203"/>
                  <a:pt x="1551" y="1194"/>
                </a:cubicBezTo>
                <a:cubicBezTo>
                  <a:pt x="1589" y="1170"/>
                  <a:pt x="1627" y="1147"/>
                  <a:pt x="1667" y="1126"/>
                </a:cubicBezTo>
                <a:cubicBezTo>
                  <a:pt x="1682" y="1119"/>
                  <a:pt x="1697" y="1111"/>
                  <a:pt x="1712" y="1103"/>
                </a:cubicBezTo>
                <a:lnTo>
                  <a:pt x="1712" y="1103"/>
                </a:lnTo>
                <a:cubicBezTo>
                  <a:pt x="1755" y="1090"/>
                  <a:pt x="1797" y="1075"/>
                  <a:pt x="1840" y="1063"/>
                </a:cubicBezTo>
                <a:cubicBezTo>
                  <a:pt x="1884" y="1050"/>
                  <a:pt x="1928" y="1042"/>
                  <a:pt x="1970" y="1031"/>
                </a:cubicBezTo>
                <a:cubicBezTo>
                  <a:pt x="1976" y="1030"/>
                  <a:pt x="1983" y="1028"/>
                  <a:pt x="1990" y="1026"/>
                </a:cubicBezTo>
                <a:lnTo>
                  <a:pt x="1990" y="1026"/>
                </a:lnTo>
                <a:cubicBezTo>
                  <a:pt x="2008" y="1025"/>
                  <a:pt x="2026" y="1024"/>
                  <a:pt x="2042" y="1023"/>
                </a:cubicBezTo>
                <a:cubicBezTo>
                  <a:pt x="2063" y="1021"/>
                  <a:pt x="2083" y="1018"/>
                  <a:pt x="2104" y="1015"/>
                </a:cubicBezTo>
                <a:lnTo>
                  <a:pt x="2104" y="1015"/>
                </a:lnTo>
                <a:cubicBezTo>
                  <a:pt x="2127" y="1013"/>
                  <a:pt x="2151" y="1010"/>
                  <a:pt x="2175" y="1006"/>
                </a:cubicBezTo>
                <a:cubicBezTo>
                  <a:pt x="2200" y="1002"/>
                  <a:pt x="2223" y="998"/>
                  <a:pt x="2248" y="996"/>
                </a:cubicBezTo>
                <a:lnTo>
                  <a:pt x="2248" y="996"/>
                </a:lnTo>
                <a:cubicBezTo>
                  <a:pt x="2202" y="1002"/>
                  <a:pt x="2186" y="1004"/>
                  <a:pt x="2186" y="1004"/>
                </a:cubicBezTo>
                <a:cubicBezTo>
                  <a:pt x="2187" y="1004"/>
                  <a:pt x="2227" y="999"/>
                  <a:pt x="2246" y="998"/>
                </a:cubicBezTo>
                <a:cubicBezTo>
                  <a:pt x="2293" y="996"/>
                  <a:pt x="2341" y="991"/>
                  <a:pt x="2387" y="989"/>
                </a:cubicBezTo>
                <a:close/>
                <a:moveTo>
                  <a:pt x="2431" y="0"/>
                </a:moveTo>
                <a:cubicBezTo>
                  <a:pt x="2283" y="0"/>
                  <a:pt x="2134" y="12"/>
                  <a:pt x="1987" y="33"/>
                </a:cubicBezTo>
                <a:lnTo>
                  <a:pt x="1987" y="33"/>
                </a:lnTo>
                <a:cubicBezTo>
                  <a:pt x="1519" y="79"/>
                  <a:pt x="1082" y="246"/>
                  <a:pt x="738" y="578"/>
                </a:cubicBezTo>
                <a:cubicBezTo>
                  <a:pt x="443" y="863"/>
                  <a:pt x="236" y="1259"/>
                  <a:pt x="158" y="1661"/>
                </a:cubicBezTo>
                <a:cubicBezTo>
                  <a:pt x="0" y="2477"/>
                  <a:pt x="228" y="3403"/>
                  <a:pt x="896" y="3941"/>
                </a:cubicBezTo>
                <a:cubicBezTo>
                  <a:pt x="1283" y="4251"/>
                  <a:pt x="1777" y="4404"/>
                  <a:pt x="2272" y="4404"/>
                </a:cubicBezTo>
                <a:cubicBezTo>
                  <a:pt x="2762" y="4404"/>
                  <a:pt x="3253" y="4255"/>
                  <a:pt x="3645" y="3962"/>
                </a:cubicBezTo>
                <a:cubicBezTo>
                  <a:pt x="4395" y="3401"/>
                  <a:pt x="4700" y="2409"/>
                  <a:pt x="4443" y="1512"/>
                </a:cubicBezTo>
                <a:cubicBezTo>
                  <a:pt x="4302" y="1025"/>
                  <a:pt x="4003" y="604"/>
                  <a:pt x="3582" y="321"/>
                </a:cubicBezTo>
                <a:cubicBezTo>
                  <a:pt x="3236" y="89"/>
                  <a:pt x="2836" y="0"/>
                  <a:pt x="243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CUSTOM_2_1">
    <p:bg>
      <p:bgPr>
        <a:solidFill>
          <a:schemeClr val="lt1"/>
        </a:solidFill>
      </p:bgPr>
    </p:bg>
    <p:spTree>
      <p:nvGrpSpPr>
        <p:cNvPr id="5089" name="Shape 5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90" name="Google Shape;5090;p45"/>
          <p:cNvGrpSpPr/>
          <p:nvPr/>
        </p:nvGrpSpPr>
        <p:grpSpPr>
          <a:xfrm>
            <a:off x="0" y="0"/>
            <a:ext cx="9144125" cy="5143391"/>
            <a:chOff x="0" y="0"/>
            <a:chExt cx="9144125" cy="5143391"/>
          </a:xfrm>
        </p:grpSpPr>
        <p:sp>
          <p:nvSpPr>
            <p:cNvPr id="5091" name="Google Shape;5091;p45"/>
            <p:cNvSpPr/>
            <p:nvPr/>
          </p:nvSpPr>
          <p:spPr>
            <a:xfrm>
              <a:off x="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2" name="Google Shape;5092;p45"/>
            <p:cNvSpPr/>
            <p:nvPr/>
          </p:nvSpPr>
          <p:spPr>
            <a:xfrm>
              <a:off x="38100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3" name="Google Shape;5093;p45"/>
            <p:cNvSpPr/>
            <p:nvPr/>
          </p:nvSpPr>
          <p:spPr>
            <a:xfrm>
              <a:off x="76201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4" name="Google Shape;5094;p45"/>
            <p:cNvSpPr/>
            <p:nvPr/>
          </p:nvSpPr>
          <p:spPr>
            <a:xfrm>
              <a:off x="114301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5" name="Google Shape;5095;p45"/>
            <p:cNvSpPr/>
            <p:nvPr/>
          </p:nvSpPr>
          <p:spPr>
            <a:xfrm>
              <a:off x="152402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6" name="Google Shape;5096;p45"/>
            <p:cNvSpPr/>
            <p:nvPr/>
          </p:nvSpPr>
          <p:spPr>
            <a:xfrm>
              <a:off x="190502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7" name="Google Shape;5097;p45"/>
            <p:cNvSpPr/>
            <p:nvPr/>
          </p:nvSpPr>
          <p:spPr>
            <a:xfrm>
              <a:off x="228603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8" name="Google Shape;5098;p45"/>
            <p:cNvSpPr/>
            <p:nvPr/>
          </p:nvSpPr>
          <p:spPr>
            <a:xfrm>
              <a:off x="266703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9" name="Google Shape;5099;p45"/>
            <p:cNvSpPr/>
            <p:nvPr/>
          </p:nvSpPr>
          <p:spPr>
            <a:xfrm>
              <a:off x="304804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0" name="Google Shape;5100;p45"/>
            <p:cNvSpPr/>
            <p:nvPr/>
          </p:nvSpPr>
          <p:spPr>
            <a:xfrm>
              <a:off x="342904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1" name="Google Shape;5101;p45"/>
            <p:cNvSpPr/>
            <p:nvPr/>
          </p:nvSpPr>
          <p:spPr>
            <a:xfrm>
              <a:off x="381005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2" name="Google Shape;5102;p45"/>
            <p:cNvSpPr/>
            <p:nvPr/>
          </p:nvSpPr>
          <p:spPr>
            <a:xfrm>
              <a:off x="419105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3" name="Google Shape;5103;p45"/>
            <p:cNvSpPr/>
            <p:nvPr/>
          </p:nvSpPr>
          <p:spPr>
            <a:xfrm>
              <a:off x="457206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4" name="Google Shape;5104;p45"/>
            <p:cNvSpPr/>
            <p:nvPr/>
          </p:nvSpPr>
          <p:spPr>
            <a:xfrm>
              <a:off x="495306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5" name="Google Shape;5105;p45"/>
            <p:cNvSpPr/>
            <p:nvPr/>
          </p:nvSpPr>
          <p:spPr>
            <a:xfrm>
              <a:off x="533407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6" name="Google Shape;5106;p45"/>
            <p:cNvSpPr/>
            <p:nvPr/>
          </p:nvSpPr>
          <p:spPr>
            <a:xfrm>
              <a:off x="571507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7" name="Google Shape;5107;p45"/>
            <p:cNvSpPr/>
            <p:nvPr/>
          </p:nvSpPr>
          <p:spPr>
            <a:xfrm>
              <a:off x="609608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8" name="Google Shape;5108;p45"/>
            <p:cNvSpPr/>
            <p:nvPr/>
          </p:nvSpPr>
          <p:spPr>
            <a:xfrm>
              <a:off x="647708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9" name="Google Shape;5109;p45"/>
            <p:cNvSpPr/>
            <p:nvPr/>
          </p:nvSpPr>
          <p:spPr>
            <a:xfrm>
              <a:off x="685809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0" name="Google Shape;5110;p45"/>
            <p:cNvSpPr/>
            <p:nvPr/>
          </p:nvSpPr>
          <p:spPr>
            <a:xfrm>
              <a:off x="723909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1" name="Google Shape;5111;p45"/>
            <p:cNvSpPr/>
            <p:nvPr/>
          </p:nvSpPr>
          <p:spPr>
            <a:xfrm>
              <a:off x="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2" name="Google Shape;5112;p45"/>
            <p:cNvSpPr/>
            <p:nvPr/>
          </p:nvSpPr>
          <p:spPr>
            <a:xfrm>
              <a:off x="38100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3" name="Google Shape;5113;p45"/>
            <p:cNvSpPr/>
            <p:nvPr/>
          </p:nvSpPr>
          <p:spPr>
            <a:xfrm>
              <a:off x="76201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4" name="Google Shape;5114;p45"/>
            <p:cNvSpPr/>
            <p:nvPr/>
          </p:nvSpPr>
          <p:spPr>
            <a:xfrm>
              <a:off x="114301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5" name="Google Shape;5115;p45"/>
            <p:cNvSpPr/>
            <p:nvPr/>
          </p:nvSpPr>
          <p:spPr>
            <a:xfrm>
              <a:off x="152402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6" name="Google Shape;5116;p45"/>
            <p:cNvSpPr/>
            <p:nvPr/>
          </p:nvSpPr>
          <p:spPr>
            <a:xfrm>
              <a:off x="190502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7" name="Google Shape;5117;p45"/>
            <p:cNvSpPr/>
            <p:nvPr/>
          </p:nvSpPr>
          <p:spPr>
            <a:xfrm>
              <a:off x="228603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8" name="Google Shape;5118;p45"/>
            <p:cNvSpPr/>
            <p:nvPr/>
          </p:nvSpPr>
          <p:spPr>
            <a:xfrm>
              <a:off x="266703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9" name="Google Shape;5119;p45"/>
            <p:cNvSpPr/>
            <p:nvPr/>
          </p:nvSpPr>
          <p:spPr>
            <a:xfrm>
              <a:off x="304804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0" name="Google Shape;5120;p45"/>
            <p:cNvSpPr/>
            <p:nvPr/>
          </p:nvSpPr>
          <p:spPr>
            <a:xfrm>
              <a:off x="342904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1" name="Google Shape;5121;p45"/>
            <p:cNvSpPr/>
            <p:nvPr/>
          </p:nvSpPr>
          <p:spPr>
            <a:xfrm>
              <a:off x="381005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2" name="Google Shape;5122;p45"/>
            <p:cNvSpPr/>
            <p:nvPr/>
          </p:nvSpPr>
          <p:spPr>
            <a:xfrm>
              <a:off x="419105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3" name="Google Shape;5123;p45"/>
            <p:cNvSpPr/>
            <p:nvPr/>
          </p:nvSpPr>
          <p:spPr>
            <a:xfrm>
              <a:off x="457206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4" name="Google Shape;5124;p45"/>
            <p:cNvSpPr/>
            <p:nvPr/>
          </p:nvSpPr>
          <p:spPr>
            <a:xfrm>
              <a:off x="495306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5" name="Google Shape;5125;p45"/>
            <p:cNvSpPr/>
            <p:nvPr/>
          </p:nvSpPr>
          <p:spPr>
            <a:xfrm>
              <a:off x="533407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6" name="Google Shape;5126;p45"/>
            <p:cNvSpPr/>
            <p:nvPr/>
          </p:nvSpPr>
          <p:spPr>
            <a:xfrm>
              <a:off x="571507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7" name="Google Shape;5127;p45"/>
            <p:cNvSpPr/>
            <p:nvPr/>
          </p:nvSpPr>
          <p:spPr>
            <a:xfrm>
              <a:off x="609608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8" name="Google Shape;5128;p45"/>
            <p:cNvSpPr/>
            <p:nvPr/>
          </p:nvSpPr>
          <p:spPr>
            <a:xfrm>
              <a:off x="647708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9" name="Google Shape;5129;p45"/>
            <p:cNvSpPr/>
            <p:nvPr/>
          </p:nvSpPr>
          <p:spPr>
            <a:xfrm>
              <a:off x="685809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0" name="Google Shape;5130;p45"/>
            <p:cNvSpPr/>
            <p:nvPr/>
          </p:nvSpPr>
          <p:spPr>
            <a:xfrm>
              <a:off x="723909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1" name="Google Shape;5131;p45"/>
            <p:cNvSpPr/>
            <p:nvPr/>
          </p:nvSpPr>
          <p:spPr>
            <a:xfrm>
              <a:off x="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2" name="Google Shape;5132;p45"/>
            <p:cNvSpPr/>
            <p:nvPr/>
          </p:nvSpPr>
          <p:spPr>
            <a:xfrm>
              <a:off x="38100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3" name="Google Shape;5133;p45"/>
            <p:cNvSpPr/>
            <p:nvPr/>
          </p:nvSpPr>
          <p:spPr>
            <a:xfrm>
              <a:off x="76201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4" name="Google Shape;5134;p45"/>
            <p:cNvSpPr/>
            <p:nvPr/>
          </p:nvSpPr>
          <p:spPr>
            <a:xfrm>
              <a:off x="114301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5" name="Google Shape;5135;p45"/>
            <p:cNvSpPr/>
            <p:nvPr/>
          </p:nvSpPr>
          <p:spPr>
            <a:xfrm>
              <a:off x="152402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6" name="Google Shape;5136;p45"/>
            <p:cNvSpPr/>
            <p:nvPr/>
          </p:nvSpPr>
          <p:spPr>
            <a:xfrm>
              <a:off x="190502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7" name="Google Shape;5137;p45"/>
            <p:cNvSpPr/>
            <p:nvPr/>
          </p:nvSpPr>
          <p:spPr>
            <a:xfrm>
              <a:off x="228603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8" name="Google Shape;5138;p45"/>
            <p:cNvSpPr/>
            <p:nvPr/>
          </p:nvSpPr>
          <p:spPr>
            <a:xfrm>
              <a:off x="266703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9" name="Google Shape;5139;p45"/>
            <p:cNvSpPr/>
            <p:nvPr/>
          </p:nvSpPr>
          <p:spPr>
            <a:xfrm>
              <a:off x="304804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0" name="Google Shape;5140;p45"/>
            <p:cNvSpPr/>
            <p:nvPr/>
          </p:nvSpPr>
          <p:spPr>
            <a:xfrm>
              <a:off x="342904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1" name="Google Shape;5141;p45"/>
            <p:cNvSpPr/>
            <p:nvPr/>
          </p:nvSpPr>
          <p:spPr>
            <a:xfrm>
              <a:off x="381005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2" name="Google Shape;5142;p45"/>
            <p:cNvSpPr/>
            <p:nvPr/>
          </p:nvSpPr>
          <p:spPr>
            <a:xfrm>
              <a:off x="419105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3" name="Google Shape;5143;p45"/>
            <p:cNvSpPr/>
            <p:nvPr/>
          </p:nvSpPr>
          <p:spPr>
            <a:xfrm>
              <a:off x="457206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4" name="Google Shape;5144;p45"/>
            <p:cNvSpPr/>
            <p:nvPr/>
          </p:nvSpPr>
          <p:spPr>
            <a:xfrm>
              <a:off x="495306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5" name="Google Shape;5145;p45"/>
            <p:cNvSpPr/>
            <p:nvPr/>
          </p:nvSpPr>
          <p:spPr>
            <a:xfrm>
              <a:off x="533407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6" name="Google Shape;5146;p45"/>
            <p:cNvSpPr/>
            <p:nvPr/>
          </p:nvSpPr>
          <p:spPr>
            <a:xfrm>
              <a:off x="571507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7" name="Google Shape;5147;p45"/>
            <p:cNvSpPr/>
            <p:nvPr/>
          </p:nvSpPr>
          <p:spPr>
            <a:xfrm>
              <a:off x="609608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8" name="Google Shape;5148;p45"/>
            <p:cNvSpPr/>
            <p:nvPr/>
          </p:nvSpPr>
          <p:spPr>
            <a:xfrm>
              <a:off x="647708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9" name="Google Shape;5149;p45"/>
            <p:cNvSpPr/>
            <p:nvPr/>
          </p:nvSpPr>
          <p:spPr>
            <a:xfrm>
              <a:off x="685809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0" name="Google Shape;5150;p45"/>
            <p:cNvSpPr/>
            <p:nvPr/>
          </p:nvSpPr>
          <p:spPr>
            <a:xfrm>
              <a:off x="723909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1" name="Google Shape;5151;p45"/>
            <p:cNvSpPr/>
            <p:nvPr/>
          </p:nvSpPr>
          <p:spPr>
            <a:xfrm>
              <a:off x="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2" name="Google Shape;5152;p45"/>
            <p:cNvSpPr/>
            <p:nvPr/>
          </p:nvSpPr>
          <p:spPr>
            <a:xfrm>
              <a:off x="38100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3" name="Google Shape;5153;p45"/>
            <p:cNvSpPr/>
            <p:nvPr/>
          </p:nvSpPr>
          <p:spPr>
            <a:xfrm>
              <a:off x="76201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4" name="Google Shape;5154;p45"/>
            <p:cNvSpPr/>
            <p:nvPr/>
          </p:nvSpPr>
          <p:spPr>
            <a:xfrm>
              <a:off x="114301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5" name="Google Shape;5155;p45"/>
            <p:cNvSpPr/>
            <p:nvPr/>
          </p:nvSpPr>
          <p:spPr>
            <a:xfrm>
              <a:off x="152402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6" name="Google Shape;5156;p45"/>
            <p:cNvSpPr/>
            <p:nvPr/>
          </p:nvSpPr>
          <p:spPr>
            <a:xfrm>
              <a:off x="190502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7" name="Google Shape;5157;p45"/>
            <p:cNvSpPr/>
            <p:nvPr/>
          </p:nvSpPr>
          <p:spPr>
            <a:xfrm>
              <a:off x="228603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8" name="Google Shape;5158;p45"/>
            <p:cNvSpPr/>
            <p:nvPr/>
          </p:nvSpPr>
          <p:spPr>
            <a:xfrm>
              <a:off x="266703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9" name="Google Shape;5159;p45"/>
            <p:cNvSpPr/>
            <p:nvPr/>
          </p:nvSpPr>
          <p:spPr>
            <a:xfrm>
              <a:off x="304804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0" name="Google Shape;5160;p45"/>
            <p:cNvSpPr/>
            <p:nvPr/>
          </p:nvSpPr>
          <p:spPr>
            <a:xfrm>
              <a:off x="342904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1" name="Google Shape;5161;p45"/>
            <p:cNvSpPr/>
            <p:nvPr/>
          </p:nvSpPr>
          <p:spPr>
            <a:xfrm>
              <a:off x="381005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2" name="Google Shape;5162;p45"/>
            <p:cNvSpPr/>
            <p:nvPr/>
          </p:nvSpPr>
          <p:spPr>
            <a:xfrm>
              <a:off x="419105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3" name="Google Shape;5163;p45"/>
            <p:cNvSpPr/>
            <p:nvPr/>
          </p:nvSpPr>
          <p:spPr>
            <a:xfrm>
              <a:off x="457206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4" name="Google Shape;5164;p45"/>
            <p:cNvSpPr/>
            <p:nvPr/>
          </p:nvSpPr>
          <p:spPr>
            <a:xfrm>
              <a:off x="495306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5" name="Google Shape;5165;p45"/>
            <p:cNvSpPr/>
            <p:nvPr/>
          </p:nvSpPr>
          <p:spPr>
            <a:xfrm>
              <a:off x="533407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6" name="Google Shape;5166;p45"/>
            <p:cNvSpPr/>
            <p:nvPr/>
          </p:nvSpPr>
          <p:spPr>
            <a:xfrm>
              <a:off x="571507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7" name="Google Shape;5167;p45"/>
            <p:cNvSpPr/>
            <p:nvPr/>
          </p:nvSpPr>
          <p:spPr>
            <a:xfrm>
              <a:off x="609608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8" name="Google Shape;5168;p45"/>
            <p:cNvSpPr/>
            <p:nvPr/>
          </p:nvSpPr>
          <p:spPr>
            <a:xfrm>
              <a:off x="647708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9" name="Google Shape;5169;p45"/>
            <p:cNvSpPr/>
            <p:nvPr/>
          </p:nvSpPr>
          <p:spPr>
            <a:xfrm>
              <a:off x="685809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0" name="Google Shape;5170;p45"/>
            <p:cNvSpPr/>
            <p:nvPr/>
          </p:nvSpPr>
          <p:spPr>
            <a:xfrm>
              <a:off x="723909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1" name="Google Shape;5171;p45"/>
            <p:cNvSpPr/>
            <p:nvPr/>
          </p:nvSpPr>
          <p:spPr>
            <a:xfrm>
              <a:off x="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2" name="Google Shape;5172;p45"/>
            <p:cNvSpPr/>
            <p:nvPr/>
          </p:nvSpPr>
          <p:spPr>
            <a:xfrm>
              <a:off x="38100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3" name="Google Shape;5173;p45"/>
            <p:cNvSpPr/>
            <p:nvPr/>
          </p:nvSpPr>
          <p:spPr>
            <a:xfrm>
              <a:off x="76201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4" name="Google Shape;5174;p45"/>
            <p:cNvSpPr/>
            <p:nvPr/>
          </p:nvSpPr>
          <p:spPr>
            <a:xfrm>
              <a:off x="114301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5" name="Google Shape;5175;p45"/>
            <p:cNvSpPr/>
            <p:nvPr/>
          </p:nvSpPr>
          <p:spPr>
            <a:xfrm>
              <a:off x="152402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6" name="Google Shape;5176;p45"/>
            <p:cNvSpPr/>
            <p:nvPr/>
          </p:nvSpPr>
          <p:spPr>
            <a:xfrm>
              <a:off x="190502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7" name="Google Shape;5177;p45"/>
            <p:cNvSpPr/>
            <p:nvPr/>
          </p:nvSpPr>
          <p:spPr>
            <a:xfrm>
              <a:off x="228603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8" name="Google Shape;5178;p45"/>
            <p:cNvSpPr/>
            <p:nvPr/>
          </p:nvSpPr>
          <p:spPr>
            <a:xfrm>
              <a:off x="266703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9" name="Google Shape;5179;p45"/>
            <p:cNvSpPr/>
            <p:nvPr/>
          </p:nvSpPr>
          <p:spPr>
            <a:xfrm>
              <a:off x="304804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0" name="Google Shape;5180;p45"/>
            <p:cNvSpPr/>
            <p:nvPr/>
          </p:nvSpPr>
          <p:spPr>
            <a:xfrm>
              <a:off x="342904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1" name="Google Shape;5181;p45"/>
            <p:cNvSpPr/>
            <p:nvPr/>
          </p:nvSpPr>
          <p:spPr>
            <a:xfrm>
              <a:off x="381005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2" name="Google Shape;5182;p45"/>
            <p:cNvSpPr/>
            <p:nvPr/>
          </p:nvSpPr>
          <p:spPr>
            <a:xfrm>
              <a:off x="419105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3" name="Google Shape;5183;p45"/>
            <p:cNvSpPr/>
            <p:nvPr/>
          </p:nvSpPr>
          <p:spPr>
            <a:xfrm>
              <a:off x="457206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4" name="Google Shape;5184;p45"/>
            <p:cNvSpPr/>
            <p:nvPr/>
          </p:nvSpPr>
          <p:spPr>
            <a:xfrm>
              <a:off x="495306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5" name="Google Shape;5185;p45"/>
            <p:cNvSpPr/>
            <p:nvPr/>
          </p:nvSpPr>
          <p:spPr>
            <a:xfrm>
              <a:off x="533407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6" name="Google Shape;5186;p45"/>
            <p:cNvSpPr/>
            <p:nvPr/>
          </p:nvSpPr>
          <p:spPr>
            <a:xfrm>
              <a:off x="571507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7" name="Google Shape;5187;p45"/>
            <p:cNvSpPr/>
            <p:nvPr/>
          </p:nvSpPr>
          <p:spPr>
            <a:xfrm>
              <a:off x="609608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8" name="Google Shape;5188;p45"/>
            <p:cNvSpPr/>
            <p:nvPr/>
          </p:nvSpPr>
          <p:spPr>
            <a:xfrm>
              <a:off x="647708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9" name="Google Shape;5189;p45"/>
            <p:cNvSpPr/>
            <p:nvPr/>
          </p:nvSpPr>
          <p:spPr>
            <a:xfrm>
              <a:off x="685809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0" name="Google Shape;5190;p45"/>
            <p:cNvSpPr/>
            <p:nvPr/>
          </p:nvSpPr>
          <p:spPr>
            <a:xfrm>
              <a:off x="723909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1" name="Google Shape;5191;p45"/>
            <p:cNvSpPr/>
            <p:nvPr/>
          </p:nvSpPr>
          <p:spPr>
            <a:xfrm>
              <a:off x="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2" name="Google Shape;5192;p45"/>
            <p:cNvSpPr/>
            <p:nvPr/>
          </p:nvSpPr>
          <p:spPr>
            <a:xfrm>
              <a:off x="38100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3" name="Google Shape;5193;p45"/>
            <p:cNvSpPr/>
            <p:nvPr/>
          </p:nvSpPr>
          <p:spPr>
            <a:xfrm>
              <a:off x="76201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4" name="Google Shape;5194;p45"/>
            <p:cNvSpPr/>
            <p:nvPr/>
          </p:nvSpPr>
          <p:spPr>
            <a:xfrm>
              <a:off x="114301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5" name="Google Shape;5195;p45"/>
            <p:cNvSpPr/>
            <p:nvPr/>
          </p:nvSpPr>
          <p:spPr>
            <a:xfrm>
              <a:off x="152402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6" name="Google Shape;5196;p45"/>
            <p:cNvSpPr/>
            <p:nvPr/>
          </p:nvSpPr>
          <p:spPr>
            <a:xfrm>
              <a:off x="190502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7" name="Google Shape;5197;p45"/>
            <p:cNvSpPr/>
            <p:nvPr/>
          </p:nvSpPr>
          <p:spPr>
            <a:xfrm>
              <a:off x="228603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8" name="Google Shape;5198;p45"/>
            <p:cNvSpPr/>
            <p:nvPr/>
          </p:nvSpPr>
          <p:spPr>
            <a:xfrm>
              <a:off x="266703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9" name="Google Shape;5199;p45"/>
            <p:cNvSpPr/>
            <p:nvPr/>
          </p:nvSpPr>
          <p:spPr>
            <a:xfrm>
              <a:off x="304804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0" name="Google Shape;5200;p45"/>
            <p:cNvSpPr/>
            <p:nvPr/>
          </p:nvSpPr>
          <p:spPr>
            <a:xfrm>
              <a:off x="342904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1" name="Google Shape;5201;p45"/>
            <p:cNvSpPr/>
            <p:nvPr/>
          </p:nvSpPr>
          <p:spPr>
            <a:xfrm>
              <a:off x="381005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2" name="Google Shape;5202;p45"/>
            <p:cNvSpPr/>
            <p:nvPr/>
          </p:nvSpPr>
          <p:spPr>
            <a:xfrm>
              <a:off x="419105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3" name="Google Shape;5203;p45"/>
            <p:cNvSpPr/>
            <p:nvPr/>
          </p:nvSpPr>
          <p:spPr>
            <a:xfrm>
              <a:off x="457206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4" name="Google Shape;5204;p45"/>
            <p:cNvSpPr/>
            <p:nvPr/>
          </p:nvSpPr>
          <p:spPr>
            <a:xfrm>
              <a:off x="495306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5" name="Google Shape;5205;p45"/>
            <p:cNvSpPr/>
            <p:nvPr/>
          </p:nvSpPr>
          <p:spPr>
            <a:xfrm>
              <a:off x="533407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6" name="Google Shape;5206;p45"/>
            <p:cNvSpPr/>
            <p:nvPr/>
          </p:nvSpPr>
          <p:spPr>
            <a:xfrm>
              <a:off x="571507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7" name="Google Shape;5207;p45"/>
            <p:cNvSpPr/>
            <p:nvPr/>
          </p:nvSpPr>
          <p:spPr>
            <a:xfrm>
              <a:off x="609608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8" name="Google Shape;5208;p45"/>
            <p:cNvSpPr/>
            <p:nvPr/>
          </p:nvSpPr>
          <p:spPr>
            <a:xfrm>
              <a:off x="647708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9" name="Google Shape;5209;p45"/>
            <p:cNvSpPr/>
            <p:nvPr/>
          </p:nvSpPr>
          <p:spPr>
            <a:xfrm>
              <a:off x="685809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0" name="Google Shape;5210;p45"/>
            <p:cNvSpPr/>
            <p:nvPr/>
          </p:nvSpPr>
          <p:spPr>
            <a:xfrm>
              <a:off x="723909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1" name="Google Shape;5211;p45"/>
            <p:cNvSpPr/>
            <p:nvPr/>
          </p:nvSpPr>
          <p:spPr>
            <a:xfrm>
              <a:off x="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2" name="Google Shape;5212;p45"/>
            <p:cNvSpPr/>
            <p:nvPr/>
          </p:nvSpPr>
          <p:spPr>
            <a:xfrm>
              <a:off x="38100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3" name="Google Shape;5213;p45"/>
            <p:cNvSpPr/>
            <p:nvPr/>
          </p:nvSpPr>
          <p:spPr>
            <a:xfrm>
              <a:off x="76201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4" name="Google Shape;5214;p45"/>
            <p:cNvSpPr/>
            <p:nvPr/>
          </p:nvSpPr>
          <p:spPr>
            <a:xfrm>
              <a:off x="114301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5" name="Google Shape;5215;p45"/>
            <p:cNvSpPr/>
            <p:nvPr/>
          </p:nvSpPr>
          <p:spPr>
            <a:xfrm>
              <a:off x="152402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6" name="Google Shape;5216;p45"/>
            <p:cNvSpPr/>
            <p:nvPr/>
          </p:nvSpPr>
          <p:spPr>
            <a:xfrm>
              <a:off x="190502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7" name="Google Shape;5217;p45"/>
            <p:cNvSpPr/>
            <p:nvPr/>
          </p:nvSpPr>
          <p:spPr>
            <a:xfrm>
              <a:off x="228603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8" name="Google Shape;5218;p45"/>
            <p:cNvSpPr/>
            <p:nvPr/>
          </p:nvSpPr>
          <p:spPr>
            <a:xfrm>
              <a:off x="266703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9" name="Google Shape;5219;p45"/>
            <p:cNvSpPr/>
            <p:nvPr/>
          </p:nvSpPr>
          <p:spPr>
            <a:xfrm>
              <a:off x="304804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0" name="Google Shape;5220;p45"/>
            <p:cNvSpPr/>
            <p:nvPr/>
          </p:nvSpPr>
          <p:spPr>
            <a:xfrm>
              <a:off x="342904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1" name="Google Shape;5221;p45"/>
            <p:cNvSpPr/>
            <p:nvPr/>
          </p:nvSpPr>
          <p:spPr>
            <a:xfrm>
              <a:off x="381005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2" name="Google Shape;5222;p45"/>
            <p:cNvSpPr/>
            <p:nvPr/>
          </p:nvSpPr>
          <p:spPr>
            <a:xfrm>
              <a:off x="419105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3" name="Google Shape;5223;p45"/>
            <p:cNvSpPr/>
            <p:nvPr/>
          </p:nvSpPr>
          <p:spPr>
            <a:xfrm>
              <a:off x="457206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4" name="Google Shape;5224;p45"/>
            <p:cNvSpPr/>
            <p:nvPr/>
          </p:nvSpPr>
          <p:spPr>
            <a:xfrm>
              <a:off x="495306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5" name="Google Shape;5225;p45"/>
            <p:cNvSpPr/>
            <p:nvPr/>
          </p:nvSpPr>
          <p:spPr>
            <a:xfrm>
              <a:off x="533407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6" name="Google Shape;5226;p45"/>
            <p:cNvSpPr/>
            <p:nvPr/>
          </p:nvSpPr>
          <p:spPr>
            <a:xfrm>
              <a:off x="571507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7" name="Google Shape;5227;p45"/>
            <p:cNvSpPr/>
            <p:nvPr/>
          </p:nvSpPr>
          <p:spPr>
            <a:xfrm>
              <a:off x="609608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8" name="Google Shape;5228;p45"/>
            <p:cNvSpPr/>
            <p:nvPr/>
          </p:nvSpPr>
          <p:spPr>
            <a:xfrm>
              <a:off x="647708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9" name="Google Shape;5229;p45"/>
            <p:cNvSpPr/>
            <p:nvPr/>
          </p:nvSpPr>
          <p:spPr>
            <a:xfrm>
              <a:off x="685809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0" name="Google Shape;5230;p45"/>
            <p:cNvSpPr/>
            <p:nvPr/>
          </p:nvSpPr>
          <p:spPr>
            <a:xfrm>
              <a:off x="723909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1" name="Google Shape;5231;p45"/>
            <p:cNvSpPr/>
            <p:nvPr/>
          </p:nvSpPr>
          <p:spPr>
            <a:xfrm>
              <a:off x="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2" name="Google Shape;5232;p45"/>
            <p:cNvSpPr/>
            <p:nvPr/>
          </p:nvSpPr>
          <p:spPr>
            <a:xfrm>
              <a:off x="38100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3" name="Google Shape;5233;p45"/>
            <p:cNvSpPr/>
            <p:nvPr/>
          </p:nvSpPr>
          <p:spPr>
            <a:xfrm>
              <a:off x="76201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4" name="Google Shape;5234;p45"/>
            <p:cNvSpPr/>
            <p:nvPr/>
          </p:nvSpPr>
          <p:spPr>
            <a:xfrm>
              <a:off x="114301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5" name="Google Shape;5235;p45"/>
            <p:cNvSpPr/>
            <p:nvPr/>
          </p:nvSpPr>
          <p:spPr>
            <a:xfrm>
              <a:off x="152402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6" name="Google Shape;5236;p45"/>
            <p:cNvSpPr/>
            <p:nvPr/>
          </p:nvSpPr>
          <p:spPr>
            <a:xfrm>
              <a:off x="190502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7" name="Google Shape;5237;p45"/>
            <p:cNvSpPr/>
            <p:nvPr/>
          </p:nvSpPr>
          <p:spPr>
            <a:xfrm>
              <a:off x="228603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8" name="Google Shape;5238;p45"/>
            <p:cNvSpPr/>
            <p:nvPr/>
          </p:nvSpPr>
          <p:spPr>
            <a:xfrm>
              <a:off x="266703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9" name="Google Shape;5239;p45"/>
            <p:cNvSpPr/>
            <p:nvPr/>
          </p:nvSpPr>
          <p:spPr>
            <a:xfrm>
              <a:off x="304804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0" name="Google Shape;5240;p45"/>
            <p:cNvSpPr/>
            <p:nvPr/>
          </p:nvSpPr>
          <p:spPr>
            <a:xfrm>
              <a:off x="342904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1" name="Google Shape;5241;p45"/>
            <p:cNvSpPr/>
            <p:nvPr/>
          </p:nvSpPr>
          <p:spPr>
            <a:xfrm>
              <a:off x="381005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2" name="Google Shape;5242;p45"/>
            <p:cNvSpPr/>
            <p:nvPr/>
          </p:nvSpPr>
          <p:spPr>
            <a:xfrm>
              <a:off x="419105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3" name="Google Shape;5243;p45"/>
            <p:cNvSpPr/>
            <p:nvPr/>
          </p:nvSpPr>
          <p:spPr>
            <a:xfrm>
              <a:off x="457206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4" name="Google Shape;5244;p45"/>
            <p:cNvSpPr/>
            <p:nvPr/>
          </p:nvSpPr>
          <p:spPr>
            <a:xfrm>
              <a:off x="495306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5" name="Google Shape;5245;p45"/>
            <p:cNvSpPr/>
            <p:nvPr/>
          </p:nvSpPr>
          <p:spPr>
            <a:xfrm>
              <a:off x="533407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6" name="Google Shape;5246;p45"/>
            <p:cNvSpPr/>
            <p:nvPr/>
          </p:nvSpPr>
          <p:spPr>
            <a:xfrm>
              <a:off x="571507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7" name="Google Shape;5247;p45"/>
            <p:cNvSpPr/>
            <p:nvPr/>
          </p:nvSpPr>
          <p:spPr>
            <a:xfrm>
              <a:off x="609608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8" name="Google Shape;5248;p45"/>
            <p:cNvSpPr/>
            <p:nvPr/>
          </p:nvSpPr>
          <p:spPr>
            <a:xfrm>
              <a:off x="647708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9" name="Google Shape;5249;p45"/>
            <p:cNvSpPr/>
            <p:nvPr/>
          </p:nvSpPr>
          <p:spPr>
            <a:xfrm>
              <a:off x="685809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0" name="Google Shape;5250;p45"/>
            <p:cNvSpPr/>
            <p:nvPr/>
          </p:nvSpPr>
          <p:spPr>
            <a:xfrm>
              <a:off x="723909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1" name="Google Shape;5251;p45"/>
            <p:cNvSpPr/>
            <p:nvPr/>
          </p:nvSpPr>
          <p:spPr>
            <a:xfrm>
              <a:off x="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2" name="Google Shape;5252;p45"/>
            <p:cNvSpPr/>
            <p:nvPr/>
          </p:nvSpPr>
          <p:spPr>
            <a:xfrm>
              <a:off x="38100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3" name="Google Shape;5253;p45"/>
            <p:cNvSpPr/>
            <p:nvPr/>
          </p:nvSpPr>
          <p:spPr>
            <a:xfrm>
              <a:off x="76201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4" name="Google Shape;5254;p45"/>
            <p:cNvSpPr/>
            <p:nvPr/>
          </p:nvSpPr>
          <p:spPr>
            <a:xfrm>
              <a:off x="114301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5" name="Google Shape;5255;p45"/>
            <p:cNvSpPr/>
            <p:nvPr/>
          </p:nvSpPr>
          <p:spPr>
            <a:xfrm>
              <a:off x="152402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6" name="Google Shape;5256;p45"/>
            <p:cNvSpPr/>
            <p:nvPr/>
          </p:nvSpPr>
          <p:spPr>
            <a:xfrm>
              <a:off x="190502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7" name="Google Shape;5257;p45"/>
            <p:cNvSpPr/>
            <p:nvPr/>
          </p:nvSpPr>
          <p:spPr>
            <a:xfrm>
              <a:off x="228603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8" name="Google Shape;5258;p45"/>
            <p:cNvSpPr/>
            <p:nvPr/>
          </p:nvSpPr>
          <p:spPr>
            <a:xfrm>
              <a:off x="266703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9" name="Google Shape;5259;p45"/>
            <p:cNvSpPr/>
            <p:nvPr/>
          </p:nvSpPr>
          <p:spPr>
            <a:xfrm>
              <a:off x="304804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0" name="Google Shape;5260;p45"/>
            <p:cNvSpPr/>
            <p:nvPr/>
          </p:nvSpPr>
          <p:spPr>
            <a:xfrm>
              <a:off x="342904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1" name="Google Shape;5261;p45"/>
            <p:cNvSpPr/>
            <p:nvPr/>
          </p:nvSpPr>
          <p:spPr>
            <a:xfrm>
              <a:off x="381005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2" name="Google Shape;5262;p45"/>
            <p:cNvSpPr/>
            <p:nvPr/>
          </p:nvSpPr>
          <p:spPr>
            <a:xfrm>
              <a:off x="419105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3" name="Google Shape;5263;p45"/>
            <p:cNvSpPr/>
            <p:nvPr/>
          </p:nvSpPr>
          <p:spPr>
            <a:xfrm>
              <a:off x="457206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4" name="Google Shape;5264;p45"/>
            <p:cNvSpPr/>
            <p:nvPr/>
          </p:nvSpPr>
          <p:spPr>
            <a:xfrm>
              <a:off x="495306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5" name="Google Shape;5265;p45"/>
            <p:cNvSpPr/>
            <p:nvPr/>
          </p:nvSpPr>
          <p:spPr>
            <a:xfrm>
              <a:off x="533407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6" name="Google Shape;5266;p45"/>
            <p:cNvSpPr/>
            <p:nvPr/>
          </p:nvSpPr>
          <p:spPr>
            <a:xfrm>
              <a:off x="571507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7" name="Google Shape;5267;p45"/>
            <p:cNvSpPr/>
            <p:nvPr/>
          </p:nvSpPr>
          <p:spPr>
            <a:xfrm>
              <a:off x="609608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8" name="Google Shape;5268;p45"/>
            <p:cNvSpPr/>
            <p:nvPr/>
          </p:nvSpPr>
          <p:spPr>
            <a:xfrm>
              <a:off x="647708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9" name="Google Shape;5269;p45"/>
            <p:cNvSpPr/>
            <p:nvPr/>
          </p:nvSpPr>
          <p:spPr>
            <a:xfrm>
              <a:off x="685809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0" name="Google Shape;5270;p45"/>
            <p:cNvSpPr/>
            <p:nvPr/>
          </p:nvSpPr>
          <p:spPr>
            <a:xfrm>
              <a:off x="723909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1" name="Google Shape;5271;p45"/>
            <p:cNvSpPr/>
            <p:nvPr/>
          </p:nvSpPr>
          <p:spPr>
            <a:xfrm>
              <a:off x="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2" name="Google Shape;5272;p45"/>
            <p:cNvSpPr/>
            <p:nvPr/>
          </p:nvSpPr>
          <p:spPr>
            <a:xfrm>
              <a:off x="38100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3" name="Google Shape;5273;p45"/>
            <p:cNvSpPr/>
            <p:nvPr/>
          </p:nvSpPr>
          <p:spPr>
            <a:xfrm>
              <a:off x="76201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4" name="Google Shape;5274;p45"/>
            <p:cNvSpPr/>
            <p:nvPr/>
          </p:nvSpPr>
          <p:spPr>
            <a:xfrm>
              <a:off x="114301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5" name="Google Shape;5275;p45"/>
            <p:cNvSpPr/>
            <p:nvPr/>
          </p:nvSpPr>
          <p:spPr>
            <a:xfrm>
              <a:off x="152402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6" name="Google Shape;5276;p45"/>
            <p:cNvSpPr/>
            <p:nvPr/>
          </p:nvSpPr>
          <p:spPr>
            <a:xfrm>
              <a:off x="190502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7" name="Google Shape;5277;p45"/>
            <p:cNvSpPr/>
            <p:nvPr/>
          </p:nvSpPr>
          <p:spPr>
            <a:xfrm>
              <a:off x="228603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8" name="Google Shape;5278;p45"/>
            <p:cNvSpPr/>
            <p:nvPr/>
          </p:nvSpPr>
          <p:spPr>
            <a:xfrm>
              <a:off x="266703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9" name="Google Shape;5279;p45"/>
            <p:cNvSpPr/>
            <p:nvPr/>
          </p:nvSpPr>
          <p:spPr>
            <a:xfrm>
              <a:off x="304804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0" name="Google Shape;5280;p45"/>
            <p:cNvSpPr/>
            <p:nvPr/>
          </p:nvSpPr>
          <p:spPr>
            <a:xfrm>
              <a:off x="342904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1" name="Google Shape;5281;p45"/>
            <p:cNvSpPr/>
            <p:nvPr/>
          </p:nvSpPr>
          <p:spPr>
            <a:xfrm>
              <a:off x="381005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2" name="Google Shape;5282;p45"/>
            <p:cNvSpPr/>
            <p:nvPr/>
          </p:nvSpPr>
          <p:spPr>
            <a:xfrm>
              <a:off x="419105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3" name="Google Shape;5283;p45"/>
            <p:cNvSpPr/>
            <p:nvPr/>
          </p:nvSpPr>
          <p:spPr>
            <a:xfrm>
              <a:off x="457206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4" name="Google Shape;5284;p45"/>
            <p:cNvSpPr/>
            <p:nvPr/>
          </p:nvSpPr>
          <p:spPr>
            <a:xfrm>
              <a:off x="495306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5" name="Google Shape;5285;p45"/>
            <p:cNvSpPr/>
            <p:nvPr/>
          </p:nvSpPr>
          <p:spPr>
            <a:xfrm>
              <a:off x="533407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6" name="Google Shape;5286;p45"/>
            <p:cNvSpPr/>
            <p:nvPr/>
          </p:nvSpPr>
          <p:spPr>
            <a:xfrm>
              <a:off x="571507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7" name="Google Shape;5287;p45"/>
            <p:cNvSpPr/>
            <p:nvPr/>
          </p:nvSpPr>
          <p:spPr>
            <a:xfrm>
              <a:off x="609608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8" name="Google Shape;5288;p45"/>
            <p:cNvSpPr/>
            <p:nvPr/>
          </p:nvSpPr>
          <p:spPr>
            <a:xfrm>
              <a:off x="647708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9" name="Google Shape;5289;p45"/>
            <p:cNvSpPr/>
            <p:nvPr/>
          </p:nvSpPr>
          <p:spPr>
            <a:xfrm>
              <a:off x="685809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0" name="Google Shape;5290;p45"/>
            <p:cNvSpPr/>
            <p:nvPr/>
          </p:nvSpPr>
          <p:spPr>
            <a:xfrm>
              <a:off x="723909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1" name="Google Shape;5291;p45"/>
            <p:cNvSpPr/>
            <p:nvPr/>
          </p:nvSpPr>
          <p:spPr>
            <a:xfrm>
              <a:off x="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2" name="Google Shape;5292;p45"/>
            <p:cNvSpPr/>
            <p:nvPr/>
          </p:nvSpPr>
          <p:spPr>
            <a:xfrm>
              <a:off x="38100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3" name="Google Shape;5293;p45"/>
            <p:cNvSpPr/>
            <p:nvPr/>
          </p:nvSpPr>
          <p:spPr>
            <a:xfrm>
              <a:off x="76201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4" name="Google Shape;5294;p45"/>
            <p:cNvSpPr/>
            <p:nvPr/>
          </p:nvSpPr>
          <p:spPr>
            <a:xfrm>
              <a:off x="114301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5" name="Google Shape;5295;p45"/>
            <p:cNvSpPr/>
            <p:nvPr/>
          </p:nvSpPr>
          <p:spPr>
            <a:xfrm>
              <a:off x="152402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6" name="Google Shape;5296;p45"/>
            <p:cNvSpPr/>
            <p:nvPr/>
          </p:nvSpPr>
          <p:spPr>
            <a:xfrm>
              <a:off x="190502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7" name="Google Shape;5297;p45"/>
            <p:cNvSpPr/>
            <p:nvPr/>
          </p:nvSpPr>
          <p:spPr>
            <a:xfrm>
              <a:off x="228603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8" name="Google Shape;5298;p45"/>
            <p:cNvSpPr/>
            <p:nvPr/>
          </p:nvSpPr>
          <p:spPr>
            <a:xfrm>
              <a:off x="266703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9" name="Google Shape;5299;p45"/>
            <p:cNvSpPr/>
            <p:nvPr/>
          </p:nvSpPr>
          <p:spPr>
            <a:xfrm>
              <a:off x="304804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0" name="Google Shape;5300;p45"/>
            <p:cNvSpPr/>
            <p:nvPr/>
          </p:nvSpPr>
          <p:spPr>
            <a:xfrm>
              <a:off x="342904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1" name="Google Shape;5301;p45"/>
            <p:cNvSpPr/>
            <p:nvPr/>
          </p:nvSpPr>
          <p:spPr>
            <a:xfrm>
              <a:off x="381005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2" name="Google Shape;5302;p45"/>
            <p:cNvSpPr/>
            <p:nvPr/>
          </p:nvSpPr>
          <p:spPr>
            <a:xfrm>
              <a:off x="419105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3" name="Google Shape;5303;p45"/>
            <p:cNvSpPr/>
            <p:nvPr/>
          </p:nvSpPr>
          <p:spPr>
            <a:xfrm>
              <a:off x="457206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4" name="Google Shape;5304;p45"/>
            <p:cNvSpPr/>
            <p:nvPr/>
          </p:nvSpPr>
          <p:spPr>
            <a:xfrm>
              <a:off x="495306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5" name="Google Shape;5305;p45"/>
            <p:cNvSpPr/>
            <p:nvPr/>
          </p:nvSpPr>
          <p:spPr>
            <a:xfrm>
              <a:off x="533407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6" name="Google Shape;5306;p45"/>
            <p:cNvSpPr/>
            <p:nvPr/>
          </p:nvSpPr>
          <p:spPr>
            <a:xfrm>
              <a:off x="571507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7" name="Google Shape;5307;p45"/>
            <p:cNvSpPr/>
            <p:nvPr/>
          </p:nvSpPr>
          <p:spPr>
            <a:xfrm>
              <a:off x="609608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8" name="Google Shape;5308;p45"/>
            <p:cNvSpPr/>
            <p:nvPr/>
          </p:nvSpPr>
          <p:spPr>
            <a:xfrm>
              <a:off x="647708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9" name="Google Shape;5309;p45"/>
            <p:cNvSpPr/>
            <p:nvPr/>
          </p:nvSpPr>
          <p:spPr>
            <a:xfrm>
              <a:off x="685809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0" name="Google Shape;5310;p45"/>
            <p:cNvSpPr/>
            <p:nvPr/>
          </p:nvSpPr>
          <p:spPr>
            <a:xfrm>
              <a:off x="723909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1" name="Google Shape;5311;p45"/>
            <p:cNvSpPr/>
            <p:nvPr/>
          </p:nvSpPr>
          <p:spPr>
            <a:xfrm>
              <a:off x="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2" name="Google Shape;5312;p45"/>
            <p:cNvSpPr/>
            <p:nvPr/>
          </p:nvSpPr>
          <p:spPr>
            <a:xfrm>
              <a:off x="38100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3" name="Google Shape;5313;p45"/>
            <p:cNvSpPr/>
            <p:nvPr/>
          </p:nvSpPr>
          <p:spPr>
            <a:xfrm>
              <a:off x="76201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4" name="Google Shape;5314;p45"/>
            <p:cNvSpPr/>
            <p:nvPr/>
          </p:nvSpPr>
          <p:spPr>
            <a:xfrm>
              <a:off x="114301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5" name="Google Shape;5315;p45"/>
            <p:cNvSpPr/>
            <p:nvPr/>
          </p:nvSpPr>
          <p:spPr>
            <a:xfrm>
              <a:off x="152402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6" name="Google Shape;5316;p45"/>
            <p:cNvSpPr/>
            <p:nvPr/>
          </p:nvSpPr>
          <p:spPr>
            <a:xfrm>
              <a:off x="190502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7" name="Google Shape;5317;p45"/>
            <p:cNvSpPr/>
            <p:nvPr/>
          </p:nvSpPr>
          <p:spPr>
            <a:xfrm>
              <a:off x="228603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8" name="Google Shape;5318;p45"/>
            <p:cNvSpPr/>
            <p:nvPr/>
          </p:nvSpPr>
          <p:spPr>
            <a:xfrm>
              <a:off x="266703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9" name="Google Shape;5319;p45"/>
            <p:cNvSpPr/>
            <p:nvPr/>
          </p:nvSpPr>
          <p:spPr>
            <a:xfrm>
              <a:off x="304804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0" name="Google Shape;5320;p45"/>
            <p:cNvSpPr/>
            <p:nvPr/>
          </p:nvSpPr>
          <p:spPr>
            <a:xfrm>
              <a:off x="342904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1" name="Google Shape;5321;p45"/>
            <p:cNvSpPr/>
            <p:nvPr/>
          </p:nvSpPr>
          <p:spPr>
            <a:xfrm>
              <a:off x="381005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2" name="Google Shape;5322;p45"/>
            <p:cNvSpPr/>
            <p:nvPr/>
          </p:nvSpPr>
          <p:spPr>
            <a:xfrm>
              <a:off x="419105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3" name="Google Shape;5323;p45"/>
            <p:cNvSpPr/>
            <p:nvPr/>
          </p:nvSpPr>
          <p:spPr>
            <a:xfrm>
              <a:off x="457206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4" name="Google Shape;5324;p45"/>
            <p:cNvSpPr/>
            <p:nvPr/>
          </p:nvSpPr>
          <p:spPr>
            <a:xfrm>
              <a:off x="495306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5" name="Google Shape;5325;p45"/>
            <p:cNvSpPr/>
            <p:nvPr/>
          </p:nvSpPr>
          <p:spPr>
            <a:xfrm>
              <a:off x="533407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6" name="Google Shape;5326;p45"/>
            <p:cNvSpPr/>
            <p:nvPr/>
          </p:nvSpPr>
          <p:spPr>
            <a:xfrm>
              <a:off x="571507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7" name="Google Shape;5327;p45"/>
            <p:cNvSpPr/>
            <p:nvPr/>
          </p:nvSpPr>
          <p:spPr>
            <a:xfrm>
              <a:off x="609608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8" name="Google Shape;5328;p45"/>
            <p:cNvSpPr/>
            <p:nvPr/>
          </p:nvSpPr>
          <p:spPr>
            <a:xfrm>
              <a:off x="647708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9" name="Google Shape;5329;p45"/>
            <p:cNvSpPr/>
            <p:nvPr/>
          </p:nvSpPr>
          <p:spPr>
            <a:xfrm>
              <a:off x="685809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0" name="Google Shape;5330;p45"/>
            <p:cNvSpPr/>
            <p:nvPr/>
          </p:nvSpPr>
          <p:spPr>
            <a:xfrm>
              <a:off x="723909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1" name="Google Shape;5331;p45"/>
            <p:cNvSpPr/>
            <p:nvPr/>
          </p:nvSpPr>
          <p:spPr>
            <a:xfrm>
              <a:off x="7620110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2" name="Google Shape;5332;p45"/>
            <p:cNvSpPr/>
            <p:nvPr/>
          </p:nvSpPr>
          <p:spPr>
            <a:xfrm>
              <a:off x="8001115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3" name="Google Shape;5333;p45"/>
            <p:cNvSpPr/>
            <p:nvPr/>
          </p:nvSpPr>
          <p:spPr>
            <a:xfrm>
              <a:off x="8382120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4" name="Google Shape;5334;p45"/>
            <p:cNvSpPr/>
            <p:nvPr/>
          </p:nvSpPr>
          <p:spPr>
            <a:xfrm>
              <a:off x="8763125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5" name="Google Shape;5335;p45"/>
            <p:cNvSpPr/>
            <p:nvPr/>
          </p:nvSpPr>
          <p:spPr>
            <a:xfrm>
              <a:off x="7620110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6" name="Google Shape;5336;p45"/>
            <p:cNvSpPr/>
            <p:nvPr/>
          </p:nvSpPr>
          <p:spPr>
            <a:xfrm>
              <a:off x="8001115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7" name="Google Shape;5337;p45"/>
            <p:cNvSpPr/>
            <p:nvPr/>
          </p:nvSpPr>
          <p:spPr>
            <a:xfrm>
              <a:off x="8382120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8" name="Google Shape;5338;p45"/>
            <p:cNvSpPr/>
            <p:nvPr/>
          </p:nvSpPr>
          <p:spPr>
            <a:xfrm>
              <a:off x="8763125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9" name="Google Shape;5339;p45"/>
            <p:cNvSpPr/>
            <p:nvPr/>
          </p:nvSpPr>
          <p:spPr>
            <a:xfrm>
              <a:off x="7620110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0" name="Google Shape;5340;p45"/>
            <p:cNvSpPr/>
            <p:nvPr/>
          </p:nvSpPr>
          <p:spPr>
            <a:xfrm>
              <a:off x="8001115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1" name="Google Shape;5341;p45"/>
            <p:cNvSpPr/>
            <p:nvPr/>
          </p:nvSpPr>
          <p:spPr>
            <a:xfrm>
              <a:off x="8382120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2" name="Google Shape;5342;p45"/>
            <p:cNvSpPr/>
            <p:nvPr/>
          </p:nvSpPr>
          <p:spPr>
            <a:xfrm>
              <a:off x="8763125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3" name="Google Shape;5343;p45"/>
            <p:cNvSpPr/>
            <p:nvPr/>
          </p:nvSpPr>
          <p:spPr>
            <a:xfrm>
              <a:off x="7620110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4" name="Google Shape;5344;p45"/>
            <p:cNvSpPr/>
            <p:nvPr/>
          </p:nvSpPr>
          <p:spPr>
            <a:xfrm>
              <a:off x="8001115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5" name="Google Shape;5345;p45"/>
            <p:cNvSpPr/>
            <p:nvPr/>
          </p:nvSpPr>
          <p:spPr>
            <a:xfrm>
              <a:off x="8382120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6" name="Google Shape;5346;p45"/>
            <p:cNvSpPr/>
            <p:nvPr/>
          </p:nvSpPr>
          <p:spPr>
            <a:xfrm>
              <a:off x="8763125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7" name="Google Shape;5347;p45"/>
            <p:cNvSpPr/>
            <p:nvPr/>
          </p:nvSpPr>
          <p:spPr>
            <a:xfrm>
              <a:off x="7620110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8" name="Google Shape;5348;p45"/>
            <p:cNvSpPr/>
            <p:nvPr/>
          </p:nvSpPr>
          <p:spPr>
            <a:xfrm>
              <a:off x="8001115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9" name="Google Shape;5349;p45"/>
            <p:cNvSpPr/>
            <p:nvPr/>
          </p:nvSpPr>
          <p:spPr>
            <a:xfrm>
              <a:off x="8382120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50" name="Google Shape;5350;p45"/>
            <p:cNvSpPr/>
            <p:nvPr/>
          </p:nvSpPr>
          <p:spPr>
            <a:xfrm>
              <a:off x="8763125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51" name="Google Shape;5351;p45"/>
            <p:cNvSpPr/>
            <p:nvPr/>
          </p:nvSpPr>
          <p:spPr>
            <a:xfrm>
              <a:off x="7620110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52" name="Google Shape;5352;p45"/>
            <p:cNvSpPr/>
            <p:nvPr/>
          </p:nvSpPr>
          <p:spPr>
            <a:xfrm>
              <a:off x="8001115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53" name="Google Shape;5353;p45"/>
            <p:cNvSpPr/>
            <p:nvPr/>
          </p:nvSpPr>
          <p:spPr>
            <a:xfrm>
              <a:off x="8382120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54" name="Google Shape;5354;p45"/>
            <p:cNvSpPr/>
            <p:nvPr/>
          </p:nvSpPr>
          <p:spPr>
            <a:xfrm>
              <a:off x="8763125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55" name="Google Shape;5355;p45"/>
            <p:cNvSpPr/>
            <p:nvPr/>
          </p:nvSpPr>
          <p:spPr>
            <a:xfrm>
              <a:off x="7620110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56" name="Google Shape;5356;p45"/>
            <p:cNvSpPr/>
            <p:nvPr/>
          </p:nvSpPr>
          <p:spPr>
            <a:xfrm>
              <a:off x="8001115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57" name="Google Shape;5357;p45"/>
            <p:cNvSpPr/>
            <p:nvPr/>
          </p:nvSpPr>
          <p:spPr>
            <a:xfrm>
              <a:off x="8382120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58" name="Google Shape;5358;p45"/>
            <p:cNvSpPr/>
            <p:nvPr/>
          </p:nvSpPr>
          <p:spPr>
            <a:xfrm>
              <a:off x="8763125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59" name="Google Shape;5359;p45"/>
            <p:cNvSpPr/>
            <p:nvPr/>
          </p:nvSpPr>
          <p:spPr>
            <a:xfrm>
              <a:off x="7620110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0" name="Google Shape;5360;p45"/>
            <p:cNvSpPr/>
            <p:nvPr/>
          </p:nvSpPr>
          <p:spPr>
            <a:xfrm>
              <a:off x="8001115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1" name="Google Shape;5361;p45"/>
            <p:cNvSpPr/>
            <p:nvPr/>
          </p:nvSpPr>
          <p:spPr>
            <a:xfrm>
              <a:off x="8382120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2" name="Google Shape;5362;p45"/>
            <p:cNvSpPr/>
            <p:nvPr/>
          </p:nvSpPr>
          <p:spPr>
            <a:xfrm>
              <a:off x="8763125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3" name="Google Shape;5363;p45"/>
            <p:cNvSpPr/>
            <p:nvPr/>
          </p:nvSpPr>
          <p:spPr>
            <a:xfrm>
              <a:off x="7620110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4" name="Google Shape;5364;p45"/>
            <p:cNvSpPr/>
            <p:nvPr/>
          </p:nvSpPr>
          <p:spPr>
            <a:xfrm>
              <a:off x="8001115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5" name="Google Shape;5365;p45"/>
            <p:cNvSpPr/>
            <p:nvPr/>
          </p:nvSpPr>
          <p:spPr>
            <a:xfrm>
              <a:off x="8382120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6" name="Google Shape;5366;p45"/>
            <p:cNvSpPr/>
            <p:nvPr/>
          </p:nvSpPr>
          <p:spPr>
            <a:xfrm>
              <a:off x="8763125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7" name="Google Shape;5367;p45"/>
            <p:cNvSpPr/>
            <p:nvPr/>
          </p:nvSpPr>
          <p:spPr>
            <a:xfrm>
              <a:off x="7620110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8" name="Google Shape;5368;p45"/>
            <p:cNvSpPr/>
            <p:nvPr/>
          </p:nvSpPr>
          <p:spPr>
            <a:xfrm>
              <a:off x="8001115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9" name="Google Shape;5369;p45"/>
            <p:cNvSpPr/>
            <p:nvPr/>
          </p:nvSpPr>
          <p:spPr>
            <a:xfrm>
              <a:off x="8382120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0" name="Google Shape;5370;p45"/>
            <p:cNvSpPr/>
            <p:nvPr/>
          </p:nvSpPr>
          <p:spPr>
            <a:xfrm>
              <a:off x="8763125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1" name="Google Shape;5371;p45"/>
            <p:cNvSpPr/>
            <p:nvPr/>
          </p:nvSpPr>
          <p:spPr>
            <a:xfrm>
              <a:off x="7620110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2" name="Google Shape;5372;p45"/>
            <p:cNvSpPr/>
            <p:nvPr/>
          </p:nvSpPr>
          <p:spPr>
            <a:xfrm>
              <a:off x="8001115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3" name="Google Shape;5373;p45"/>
            <p:cNvSpPr/>
            <p:nvPr/>
          </p:nvSpPr>
          <p:spPr>
            <a:xfrm>
              <a:off x="8382120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4" name="Google Shape;5374;p45"/>
            <p:cNvSpPr/>
            <p:nvPr/>
          </p:nvSpPr>
          <p:spPr>
            <a:xfrm>
              <a:off x="8763125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5" name="Google Shape;5375;p45"/>
            <p:cNvSpPr/>
            <p:nvPr/>
          </p:nvSpPr>
          <p:spPr>
            <a:xfrm>
              <a:off x="7620110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6" name="Google Shape;5376;p45"/>
            <p:cNvSpPr/>
            <p:nvPr/>
          </p:nvSpPr>
          <p:spPr>
            <a:xfrm>
              <a:off x="8001115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7" name="Google Shape;5377;p45"/>
            <p:cNvSpPr/>
            <p:nvPr/>
          </p:nvSpPr>
          <p:spPr>
            <a:xfrm>
              <a:off x="8382120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8" name="Google Shape;5378;p45"/>
            <p:cNvSpPr/>
            <p:nvPr/>
          </p:nvSpPr>
          <p:spPr>
            <a:xfrm>
              <a:off x="8763125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9" name="Google Shape;5379;p45"/>
            <p:cNvSpPr/>
            <p:nvPr/>
          </p:nvSpPr>
          <p:spPr>
            <a:xfrm>
              <a:off x="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0" name="Google Shape;5380;p45"/>
            <p:cNvSpPr/>
            <p:nvPr/>
          </p:nvSpPr>
          <p:spPr>
            <a:xfrm>
              <a:off x="38100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1" name="Google Shape;5381;p45"/>
            <p:cNvSpPr/>
            <p:nvPr/>
          </p:nvSpPr>
          <p:spPr>
            <a:xfrm>
              <a:off x="76201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2" name="Google Shape;5382;p45"/>
            <p:cNvSpPr/>
            <p:nvPr/>
          </p:nvSpPr>
          <p:spPr>
            <a:xfrm>
              <a:off x="114301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3" name="Google Shape;5383;p45"/>
            <p:cNvSpPr/>
            <p:nvPr/>
          </p:nvSpPr>
          <p:spPr>
            <a:xfrm>
              <a:off x="152402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4" name="Google Shape;5384;p45"/>
            <p:cNvSpPr/>
            <p:nvPr/>
          </p:nvSpPr>
          <p:spPr>
            <a:xfrm>
              <a:off x="190502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5" name="Google Shape;5385;p45"/>
            <p:cNvSpPr/>
            <p:nvPr/>
          </p:nvSpPr>
          <p:spPr>
            <a:xfrm>
              <a:off x="228603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6" name="Google Shape;5386;p45"/>
            <p:cNvSpPr/>
            <p:nvPr/>
          </p:nvSpPr>
          <p:spPr>
            <a:xfrm>
              <a:off x="266703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7" name="Google Shape;5387;p45"/>
            <p:cNvSpPr/>
            <p:nvPr/>
          </p:nvSpPr>
          <p:spPr>
            <a:xfrm>
              <a:off x="304804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8" name="Google Shape;5388;p45"/>
            <p:cNvSpPr/>
            <p:nvPr/>
          </p:nvSpPr>
          <p:spPr>
            <a:xfrm>
              <a:off x="342904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9" name="Google Shape;5389;p45"/>
            <p:cNvSpPr/>
            <p:nvPr/>
          </p:nvSpPr>
          <p:spPr>
            <a:xfrm>
              <a:off x="381005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0" name="Google Shape;5390;p45"/>
            <p:cNvSpPr/>
            <p:nvPr/>
          </p:nvSpPr>
          <p:spPr>
            <a:xfrm>
              <a:off x="419105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1" name="Google Shape;5391;p45"/>
            <p:cNvSpPr/>
            <p:nvPr/>
          </p:nvSpPr>
          <p:spPr>
            <a:xfrm>
              <a:off x="457206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2" name="Google Shape;5392;p45"/>
            <p:cNvSpPr/>
            <p:nvPr/>
          </p:nvSpPr>
          <p:spPr>
            <a:xfrm>
              <a:off x="495306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3" name="Google Shape;5393;p45"/>
            <p:cNvSpPr/>
            <p:nvPr/>
          </p:nvSpPr>
          <p:spPr>
            <a:xfrm>
              <a:off x="533407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4" name="Google Shape;5394;p45"/>
            <p:cNvSpPr/>
            <p:nvPr/>
          </p:nvSpPr>
          <p:spPr>
            <a:xfrm>
              <a:off x="571507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5" name="Google Shape;5395;p45"/>
            <p:cNvSpPr/>
            <p:nvPr/>
          </p:nvSpPr>
          <p:spPr>
            <a:xfrm>
              <a:off x="609608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6" name="Google Shape;5396;p45"/>
            <p:cNvSpPr/>
            <p:nvPr/>
          </p:nvSpPr>
          <p:spPr>
            <a:xfrm>
              <a:off x="647708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7" name="Google Shape;5397;p45"/>
            <p:cNvSpPr/>
            <p:nvPr/>
          </p:nvSpPr>
          <p:spPr>
            <a:xfrm>
              <a:off x="685809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8" name="Google Shape;5398;p45"/>
            <p:cNvSpPr/>
            <p:nvPr/>
          </p:nvSpPr>
          <p:spPr>
            <a:xfrm>
              <a:off x="723909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9" name="Google Shape;5399;p45"/>
            <p:cNvSpPr/>
            <p:nvPr/>
          </p:nvSpPr>
          <p:spPr>
            <a:xfrm>
              <a:off x="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0" name="Google Shape;5400;p45"/>
            <p:cNvSpPr/>
            <p:nvPr/>
          </p:nvSpPr>
          <p:spPr>
            <a:xfrm>
              <a:off x="38100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1" name="Google Shape;5401;p45"/>
            <p:cNvSpPr/>
            <p:nvPr/>
          </p:nvSpPr>
          <p:spPr>
            <a:xfrm>
              <a:off x="76201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2" name="Google Shape;5402;p45"/>
            <p:cNvSpPr/>
            <p:nvPr/>
          </p:nvSpPr>
          <p:spPr>
            <a:xfrm>
              <a:off x="114301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3" name="Google Shape;5403;p45"/>
            <p:cNvSpPr/>
            <p:nvPr/>
          </p:nvSpPr>
          <p:spPr>
            <a:xfrm>
              <a:off x="152402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4" name="Google Shape;5404;p45"/>
            <p:cNvSpPr/>
            <p:nvPr/>
          </p:nvSpPr>
          <p:spPr>
            <a:xfrm>
              <a:off x="190502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5" name="Google Shape;5405;p45"/>
            <p:cNvSpPr/>
            <p:nvPr/>
          </p:nvSpPr>
          <p:spPr>
            <a:xfrm>
              <a:off x="228603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6" name="Google Shape;5406;p45"/>
            <p:cNvSpPr/>
            <p:nvPr/>
          </p:nvSpPr>
          <p:spPr>
            <a:xfrm>
              <a:off x="266703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7" name="Google Shape;5407;p45"/>
            <p:cNvSpPr/>
            <p:nvPr/>
          </p:nvSpPr>
          <p:spPr>
            <a:xfrm>
              <a:off x="304804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8" name="Google Shape;5408;p45"/>
            <p:cNvSpPr/>
            <p:nvPr/>
          </p:nvSpPr>
          <p:spPr>
            <a:xfrm>
              <a:off x="342904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9" name="Google Shape;5409;p45"/>
            <p:cNvSpPr/>
            <p:nvPr/>
          </p:nvSpPr>
          <p:spPr>
            <a:xfrm>
              <a:off x="381005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0" name="Google Shape;5410;p45"/>
            <p:cNvSpPr/>
            <p:nvPr/>
          </p:nvSpPr>
          <p:spPr>
            <a:xfrm>
              <a:off x="419105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1" name="Google Shape;5411;p45"/>
            <p:cNvSpPr/>
            <p:nvPr/>
          </p:nvSpPr>
          <p:spPr>
            <a:xfrm>
              <a:off x="457206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2" name="Google Shape;5412;p45"/>
            <p:cNvSpPr/>
            <p:nvPr/>
          </p:nvSpPr>
          <p:spPr>
            <a:xfrm>
              <a:off x="495306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3" name="Google Shape;5413;p45"/>
            <p:cNvSpPr/>
            <p:nvPr/>
          </p:nvSpPr>
          <p:spPr>
            <a:xfrm>
              <a:off x="533407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4" name="Google Shape;5414;p45"/>
            <p:cNvSpPr/>
            <p:nvPr/>
          </p:nvSpPr>
          <p:spPr>
            <a:xfrm>
              <a:off x="571507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5" name="Google Shape;5415;p45"/>
            <p:cNvSpPr/>
            <p:nvPr/>
          </p:nvSpPr>
          <p:spPr>
            <a:xfrm>
              <a:off x="609608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6" name="Google Shape;5416;p45"/>
            <p:cNvSpPr/>
            <p:nvPr/>
          </p:nvSpPr>
          <p:spPr>
            <a:xfrm>
              <a:off x="647708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7" name="Google Shape;5417;p45"/>
            <p:cNvSpPr/>
            <p:nvPr/>
          </p:nvSpPr>
          <p:spPr>
            <a:xfrm>
              <a:off x="685809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8" name="Google Shape;5418;p45"/>
            <p:cNvSpPr/>
            <p:nvPr/>
          </p:nvSpPr>
          <p:spPr>
            <a:xfrm>
              <a:off x="723909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9" name="Google Shape;5419;p45"/>
            <p:cNvSpPr/>
            <p:nvPr/>
          </p:nvSpPr>
          <p:spPr>
            <a:xfrm>
              <a:off x="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20" name="Google Shape;5420;p45"/>
            <p:cNvSpPr/>
            <p:nvPr/>
          </p:nvSpPr>
          <p:spPr>
            <a:xfrm>
              <a:off x="38100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21" name="Google Shape;5421;p45"/>
            <p:cNvSpPr/>
            <p:nvPr/>
          </p:nvSpPr>
          <p:spPr>
            <a:xfrm>
              <a:off x="76201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22" name="Google Shape;5422;p45"/>
            <p:cNvSpPr/>
            <p:nvPr/>
          </p:nvSpPr>
          <p:spPr>
            <a:xfrm>
              <a:off x="114301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23" name="Google Shape;5423;p45"/>
            <p:cNvSpPr/>
            <p:nvPr/>
          </p:nvSpPr>
          <p:spPr>
            <a:xfrm>
              <a:off x="152402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24" name="Google Shape;5424;p45"/>
            <p:cNvSpPr/>
            <p:nvPr/>
          </p:nvSpPr>
          <p:spPr>
            <a:xfrm>
              <a:off x="190502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25" name="Google Shape;5425;p45"/>
            <p:cNvSpPr/>
            <p:nvPr/>
          </p:nvSpPr>
          <p:spPr>
            <a:xfrm>
              <a:off x="228603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26" name="Google Shape;5426;p45"/>
            <p:cNvSpPr/>
            <p:nvPr/>
          </p:nvSpPr>
          <p:spPr>
            <a:xfrm>
              <a:off x="266703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27" name="Google Shape;5427;p45"/>
            <p:cNvSpPr/>
            <p:nvPr/>
          </p:nvSpPr>
          <p:spPr>
            <a:xfrm>
              <a:off x="304804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28" name="Google Shape;5428;p45"/>
            <p:cNvSpPr/>
            <p:nvPr/>
          </p:nvSpPr>
          <p:spPr>
            <a:xfrm>
              <a:off x="342904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29" name="Google Shape;5429;p45"/>
            <p:cNvSpPr/>
            <p:nvPr/>
          </p:nvSpPr>
          <p:spPr>
            <a:xfrm>
              <a:off x="381005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0" name="Google Shape;5430;p45"/>
            <p:cNvSpPr/>
            <p:nvPr/>
          </p:nvSpPr>
          <p:spPr>
            <a:xfrm>
              <a:off x="419105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1" name="Google Shape;5431;p45"/>
            <p:cNvSpPr/>
            <p:nvPr/>
          </p:nvSpPr>
          <p:spPr>
            <a:xfrm>
              <a:off x="457206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2" name="Google Shape;5432;p45"/>
            <p:cNvSpPr/>
            <p:nvPr/>
          </p:nvSpPr>
          <p:spPr>
            <a:xfrm>
              <a:off x="495306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3" name="Google Shape;5433;p45"/>
            <p:cNvSpPr/>
            <p:nvPr/>
          </p:nvSpPr>
          <p:spPr>
            <a:xfrm>
              <a:off x="533407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4" name="Google Shape;5434;p45"/>
            <p:cNvSpPr/>
            <p:nvPr/>
          </p:nvSpPr>
          <p:spPr>
            <a:xfrm>
              <a:off x="571507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5" name="Google Shape;5435;p45"/>
            <p:cNvSpPr/>
            <p:nvPr/>
          </p:nvSpPr>
          <p:spPr>
            <a:xfrm>
              <a:off x="609608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6" name="Google Shape;5436;p45"/>
            <p:cNvSpPr/>
            <p:nvPr/>
          </p:nvSpPr>
          <p:spPr>
            <a:xfrm>
              <a:off x="647708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7" name="Google Shape;5437;p45"/>
            <p:cNvSpPr/>
            <p:nvPr/>
          </p:nvSpPr>
          <p:spPr>
            <a:xfrm>
              <a:off x="685809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8" name="Google Shape;5438;p45"/>
            <p:cNvSpPr/>
            <p:nvPr/>
          </p:nvSpPr>
          <p:spPr>
            <a:xfrm>
              <a:off x="723909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9" name="Google Shape;5439;p45"/>
            <p:cNvSpPr/>
            <p:nvPr/>
          </p:nvSpPr>
          <p:spPr>
            <a:xfrm>
              <a:off x="7620110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0" name="Google Shape;5440;p45"/>
            <p:cNvSpPr/>
            <p:nvPr/>
          </p:nvSpPr>
          <p:spPr>
            <a:xfrm>
              <a:off x="8001115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1" name="Google Shape;5441;p45"/>
            <p:cNvSpPr/>
            <p:nvPr/>
          </p:nvSpPr>
          <p:spPr>
            <a:xfrm>
              <a:off x="8382120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2" name="Google Shape;5442;p45"/>
            <p:cNvSpPr/>
            <p:nvPr/>
          </p:nvSpPr>
          <p:spPr>
            <a:xfrm>
              <a:off x="8763125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3" name="Google Shape;5443;p45"/>
            <p:cNvSpPr/>
            <p:nvPr/>
          </p:nvSpPr>
          <p:spPr>
            <a:xfrm>
              <a:off x="7620110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4" name="Google Shape;5444;p45"/>
            <p:cNvSpPr/>
            <p:nvPr/>
          </p:nvSpPr>
          <p:spPr>
            <a:xfrm>
              <a:off x="8001115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5" name="Google Shape;5445;p45"/>
            <p:cNvSpPr/>
            <p:nvPr/>
          </p:nvSpPr>
          <p:spPr>
            <a:xfrm>
              <a:off x="8382120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6" name="Google Shape;5446;p45"/>
            <p:cNvSpPr/>
            <p:nvPr/>
          </p:nvSpPr>
          <p:spPr>
            <a:xfrm>
              <a:off x="8763125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7" name="Google Shape;5447;p45"/>
            <p:cNvSpPr/>
            <p:nvPr/>
          </p:nvSpPr>
          <p:spPr>
            <a:xfrm>
              <a:off x="7620110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8" name="Google Shape;5448;p45"/>
            <p:cNvSpPr/>
            <p:nvPr/>
          </p:nvSpPr>
          <p:spPr>
            <a:xfrm>
              <a:off x="8001115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9" name="Google Shape;5449;p45"/>
            <p:cNvSpPr/>
            <p:nvPr/>
          </p:nvSpPr>
          <p:spPr>
            <a:xfrm>
              <a:off x="8382120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0" name="Google Shape;5450;p45"/>
            <p:cNvSpPr/>
            <p:nvPr/>
          </p:nvSpPr>
          <p:spPr>
            <a:xfrm>
              <a:off x="8763125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451" name="Google Shape;5451;p45"/>
          <p:cNvSpPr/>
          <p:nvPr/>
        </p:nvSpPr>
        <p:spPr>
          <a:xfrm flipH="1">
            <a:off x="0" y="0"/>
            <a:ext cx="9144000" cy="5143500"/>
          </a:xfrm>
          <a:prstGeom prst="rtTriangle">
            <a:avLst/>
          </a:prstGeom>
          <a:solidFill>
            <a:srgbClr val="005051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452" name="Google Shape;5452;p45"/>
          <p:cNvGrpSpPr/>
          <p:nvPr/>
        </p:nvGrpSpPr>
        <p:grpSpPr>
          <a:xfrm>
            <a:off x="553048" y="535000"/>
            <a:ext cx="8105852" cy="4302000"/>
            <a:chOff x="553048" y="535000"/>
            <a:chExt cx="8105852" cy="4302000"/>
          </a:xfrm>
        </p:grpSpPr>
        <p:sp>
          <p:nvSpPr>
            <p:cNvPr id="5453" name="Google Shape;5453;p45"/>
            <p:cNvSpPr/>
            <p:nvPr/>
          </p:nvSpPr>
          <p:spPr>
            <a:xfrm>
              <a:off x="942300" y="763600"/>
              <a:ext cx="7716600" cy="4073400"/>
            </a:xfrm>
            <a:prstGeom prst="roundRect">
              <a:avLst>
                <a:gd fmla="val 2480" name="adj"/>
              </a:avLst>
            </a:prstGeom>
            <a:solidFill>
              <a:srgbClr val="222828">
                <a:alpha val="2039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4" name="Google Shape;5454;p45"/>
            <p:cNvSpPr/>
            <p:nvPr/>
          </p:nvSpPr>
          <p:spPr>
            <a:xfrm>
              <a:off x="712275" y="535000"/>
              <a:ext cx="7716600" cy="4073400"/>
            </a:xfrm>
            <a:prstGeom prst="roundRect">
              <a:avLst>
                <a:gd fmla="val 248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5" name="Google Shape;5455;p45"/>
            <p:cNvSpPr/>
            <p:nvPr/>
          </p:nvSpPr>
          <p:spPr>
            <a:xfrm>
              <a:off x="848698" y="898261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5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5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6" name="Google Shape;5456;p45"/>
            <p:cNvSpPr/>
            <p:nvPr/>
          </p:nvSpPr>
          <p:spPr>
            <a:xfrm>
              <a:off x="553048" y="931482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19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8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7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7" name="Google Shape;5457;p45"/>
            <p:cNvSpPr/>
            <p:nvPr/>
          </p:nvSpPr>
          <p:spPr>
            <a:xfrm>
              <a:off x="848698" y="1332681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8"/>
                    <a:pt x="0" y="7608"/>
                  </a:cubicBezTo>
                  <a:cubicBezTo>
                    <a:pt x="0" y="11808"/>
                    <a:pt x="3404" y="15212"/>
                    <a:pt x="7604" y="15212"/>
                  </a:cubicBezTo>
                  <a:cubicBezTo>
                    <a:pt x="11804" y="15212"/>
                    <a:pt x="15209" y="11808"/>
                    <a:pt x="15209" y="7608"/>
                  </a:cubicBezTo>
                  <a:cubicBezTo>
                    <a:pt x="15209" y="3408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8" name="Google Shape;5458;p45"/>
            <p:cNvSpPr/>
            <p:nvPr/>
          </p:nvSpPr>
          <p:spPr>
            <a:xfrm>
              <a:off x="553048" y="1365902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71"/>
                    <a:pt x="0" y="1497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9"/>
                  </a:lnTo>
                  <a:cubicBezTo>
                    <a:pt x="23340" y="7948"/>
                    <a:pt x="21591" y="9042"/>
                    <a:pt x="19596" y="9042"/>
                  </a:cubicBezTo>
                  <a:lnTo>
                    <a:pt x="1493" y="9042"/>
                  </a:lnTo>
                  <a:cubicBezTo>
                    <a:pt x="671" y="9042"/>
                    <a:pt x="0" y="9709"/>
                    <a:pt x="0" y="10535"/>
                  </a:cubicBezTo>
                  <a:cubicBezTo>
                    <a:pt x="0" y="11361"/>
                    <a:pt x="671" y="12028"/>
                    <a:pt x="1493" y="12028"/>
                  </a:cubicBezTo>
                  <a:lnTo>
                    <a:pt x="19596" y="12028"/>
                  </a:lnTo>
                  <a:cubicBezTo>
                    <a:pt x="23370" y="12028"/>
                    <a:pt x="26327" y="9688"/>
                    <a:pt x="26327" y="6699"/>
                  </a:cubicBezTo>
                  <a:lnTo>
                    <a:pt x="26327" y="5330"/>
                  </a:lnTo>
                  <a:cubicBezTo>
                    <a:pt x="26327" y="2344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9" name="Google Shape;5459;p45"/>
            <p:cNvSpPr/>
            <p:nvPr/>
          </p:nvSpPr>
          <p:spPr>
            <a:xfrm>
              <a:off x="848698" y="1767184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4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4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0" name="Google Shape;5460;p45"/>
            <p:cNvSpPr/>
            <p:nvPr/>
          </p:nvSpPr>
          <p:spPr>
            <a:xfrm>
              <a:off x="553048" y="1800405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68"/>
                    <a:pt x="0" y="1493"/>
                  </a:cubicBezTo>
                  <a:cubicBezTo>
                    <a:pt x="0" y="2319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5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7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1" name="Google Shape;5461;p45"/>
            <p:cNvSpPr/>
            <p:nvPr/>
          </p:nvSpPr>
          <p:spPr>
            <a:xfrm>
              <a:off x="848698" y="2201603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5"/>
                    <a:pt x="0" y="7608"/>
                  </a:cubicBezTo>
                  <a:cubicBezTo>
                    <a:pt x="0" y="11808"/>
                    <a:pt x="3404" y="15212"/>
                    <a:pt x="7604" y="15212"/>
                  </a:cubicBezTo>
                  <a:cubicBezTo>
                    <a:pt x="11804" y="15212"/>
                    <a:pt x="15209" y="11808"/>
                    <a:pt x="15209" y="7608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2" name="Google Shape;5462;p45"/>
            <p:cNvSpPr/>
            <p:nvPr/>
          </p:nvSpPr>
          <p:spPr>
            <a:xfrm>
              <a:off x="553048" y="2234824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68"/>
                    <a:pt x="0" y="1494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9"/>
                  </a:lnTo>
                  <a:cubicBezTo>
                    <a:pt x="23340" y="7945"/>
                    <a:pt x="21591" y="9039"/>
                    <a:pt x="19596" y="9039"/>
                  </a:cubicBezTo>
                  <a:lnTo>
                    <a:pt x="1493" y="9039"/>
                  </a:lnTo>
                  <a:cubicBezTo>
                    <a:pt x="671" y="9039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9"/>
                  </a:cubicBezTo>
                  <a:lnTo>
                    <a:pt x="26327" y="5330"/>
                  </a:lnTo>
                  <a:cubicBezTo>
                    <a:pt x="26327" y="2341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3" name="Google Shape;5463;p45"/>
            <p:cNvSpPr/>
            <p:nvPr/>
          </p:nvSpPr>
          <p:spPr>
            <a:xfrm>
              <a:off x="848698" y="2636106"/>
              <a:ext cx="317374" cy="317374"/>
            </a:xfrm>
            <a:custGeom>
              <a:rect b="b" l="l" r="r" t="t"/>
              <a:pathLst>
                <a:path extrusionOk="0" h="15209" w="15209">
                  <a:moveTo>
                    <a:pt x="7604" y="0"/>
                  </a:moveTo>
                  <a:cubicBezTo>
                    <a:pt x="3404" y="0"/>
                    <a:pt x="0" y="3404"/>
                    <a:pt x="0" y="7604"/>
                  </a:cubicBezTo>
                  <a:cubicBezTo>
                    <a:pt x="0" y="11805"/>
                    <a:pt x="3404" y="15209"/>
                    <a:pt x="7604" y="15209"/>
                  </a:cubicBezTo>
                  <a:cubicBezTo>
                    <a:pt x="11804" y="15209"/>
                    <a:pt x="15209" y="11805"/>
                    <a:pt x="15209" y="7604"/>
                  </a:cubicBezTo>
                  <a:cubicBezTo>
                    <a:pt x="15209" y="3404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4" name="Google Shape;5464;p45"/>
            <p:cNvSpPr/>
            <p:nvPr/>
          </p:nvSpPr>
          <p:spPr>
            <a:xfrm>
              <a:off x="553048" y="2669265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71"/>
                    <a:pt x="0" y="1496"/>
                  </a:cubicBezTo>
                  <a:cubicBezTo>
                    <a:pt x="0" y="2322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8"/>
                  </a:lnTo>
                  <a:cubicBezTo>
                    <a:pt x="23340" y="7947"/>
                    <a:pt x="21591" y="9041"/>
                    <a:pt x="19596" y="9041"/>
                  </a:cubicBezTo>
                  <a:lnTo>
                    <a:pt x="1493" y="9041"/>
                  </a:lnTo>
                  <a:cubicBezTo>
                    <a:pt x="671" y="9041"/>
                    <a:pt x="0" y="9709"/>
                    <a:pt x="0" y="10534"/>
                  </a:cubicBezTo>
                  <a:cubicBezTo>
                    <a:pt x="0" y="11360"/>
                    <a:pt x="671" y="12028"/>
                    <a:pt x="1493" y="12028"/>
                  </a:cubicBezTo>
                  <a:lnTo>
                    <a:pt x="19596" y="12028"/>
                  </a:lnTo>
                  <a:cubicBezTo>
                    <a:pt x="23370" y="12028"/>
                    <a:pt x="26327" y="9688"/>
                    <a:pt x="26327" y="6698"/>
                  </a:cubicBezTo>
                  <a:lnTo>
                    <a:pt x="26327" y="5330"/>
                  </a:lnTo>
                  <a:cubicBezTo>
                    <a:pt x="26327" y="2343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5" name="Google Shape;5465;p45"/>
            <p:cNvSpPr/>
            <p:nvPr/>
          </p:nvSpPr>
          <p:spPr>
            <a:xfrm>
              <a:off x="848698" y="3070526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5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6" name="Google Shape;5466;p45"/>
            <p:cNvSpPr/>
            <p:nvPr/>
          </p:nvSpPr>
          <p:spPr>
            <a:xfrm>
              <a:off x="553048" y="3103747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20"/>
                    <a:pt x="671" y="2987"/>
                    <a:pt x="1493" y="2987"/>
                  </a:cubicBezTo>
                  <a:lnTo>
                    <a:pt x="19596" y="2987"/>
                  </a:lnTo>
                  <a:cubicBezTo>
                    <a:pt x="21591" y="2987"/>
                    <a:pt x="23340" y="4081"/>
                    <a:pt x="23340" y="5330"/>
                  </a:cubicBezTo>
                  <a:lnTo>
                    <a:pt x="23340" y="6696"/>
                  </a:lnTo>
                  <a:cubicBezTo>
                    <a:pt x="23340" y="7945"/>
                    <a:pt x="21591" y="9039"/>
                    <a:pt x="19596" y="9039"/>
                  </a:cubicBezTo>
                  <a:lnTo>
                    <a:pt x="1493" y="9039"/>
                  </a:lnTo>
                  <a:cubicBezTo>
                    <a:pt x="671" y="9039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6"/>
                  </a:cubicBezTo>
                  <a:lnTo>
                    <a:pt x="26327" y="5330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7" name="Google Shape;5467;p45"/>
            <p:cNvSpPr/>
            <p:nvPr/>
          </p:nvSpPr>
          <p:spPr>
            <a:xfrm>
              <a:off x="848698" y="3504966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7"/>
                    <a:pt x="0" y="7607"/>
                  </a:cubicBezTo>
                  <a:cubicBezTo>
                    <a:pt x="0" y="11807"/>
                    <a:pt x="3404" y="15212"/>
                    <a:pt x="7604" y="15212"/>
                  </a:cubicBezTo>
                  <a:cubicBezTo>
                    <a:pt x="11804" y="15212"/>
                    <a:pt x="15209" y="11807"/>
                    <a:pt x="15209" y="7607"/>
                  </a:cubicBezTo>
                  <a:cubicBezTo>
                    <a:pt x="15209" y="3407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8" name="Google Shape;5468;p45"/>
            <p:cNvSpPr/>
            <p:nvPr/>
          </p:nvSpPr>
          <p:spPr>
            <a:xfrm>
              <a:off x="553048" y="3538167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72"/>
                    <a:pt x="0" y="1497"/>
                  </a:cubicBezTo>
                  <a:cubicBezTo>
                    <a:pt x="0" y="2320"/>
                    <a:pt x="671" y="2991"/>
                    <a:pt x="1493" y="2991"/>
                  </a:cubicBezTo>
                  <a:lnTo>
                    <a:pt x="19596" y="2991"/>
                  </a:lnTo>
                  <a:cubicBezTo>
                    <a:pt x="21591" y="2991"/>
                    <a:pt x="23340" y="4085"/>
                    <a:pt x="23340" y="5331"/>
                  </a:cubicBezTo>
                  <a:lnTo>
                    <a:pt x="23340" y="6699"/>
                  </a:lnTo>
                  <a:cubicBezTo>
                    <a:pt x="23340" y="7948"/>
                    <a:pt x="21591" y="9042"/>
                    <a:pt x="19596" y="9042"/>
                  </a:cubicBezTo>
                  <a:lnTo>
                    <a:pt x="1493" y="9042"/>
                  </a:lnTo>
                  <a:cubicBezTo>
                    <a:pt x="671" y="9042"/>
                    <a:pt x="0" y="9710"/>
                    <a:pt x="0" y="10535"/>
                  </a:cubicBezTo>
                  <a:cubicBezTo>
                    <a:pt x="0" y="11361"/>
                    <a:pt x="671" y="12029"/>
                    <a:pt x="1493" y="12029"/>
                  </a:cubicBezTo>
                  <a:lnTo>
                    <a:pt x="19596" y="12029"/>
                  </a:lnTo>
                  <a:cubicBezTo>
                    <a:pt x="23370" y="12029"/>
                    <a:pt x="26327" y="9689"/>
                    <a:pt x="26327" y="6699"/>
                  </a:cubicBezTo>
                  <a:lnTo>
                    <a:pt x="26327" y="5331"/>
                  </a:lnTo>
                  <a:cubicBezTo>
                    <a:pt x="26327" y="2344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9" name="Google Shape;5469;p45"/>
            <p:cNvSpPr/>
            <p:nvPr/>
          </p:nvSpPr>
          <p:spPr>
            <a:xfrm>
              <a:off x="848698" y="3939449"/>
              <a:ext cx="317374" cy="317395"/>
            </a:xfrm>
            <a:custGeom>
              <a:rect b="b" l="l" r="r" t="t"/>
              <a:pathLst>
                <a:path extrusionOk="0" h="15210" w="15209">
                  <a:moveTo>
                    <a:pt x="7604" y="1"/>
                  </a:moveTo>
                  <a:cubicBezTo>
                    <a:pt x="3404" y="1"/>
                    <a:pt x="0" y="3405"/>
                    <a:pt x="0" y="7605"/>
                  </a:cubicBezTo>
                  <a:cubicBezTo>
                    <a:pt x="0" y="11805"/>
                    <a:pt x="3404" y="15209"/>
                    <a:pt x="7604" y="15209"/>
                  </a:cubicBezTo>
                  <a:cubicBezTo>
                    <a:pt x="11804" y="15209"/>
                    <a:pt x="15209" y="11805"/>
                    <a:pt x="15209" y="7605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70" name="Google Shape;5470;p45"/>
            <p:cNvSpPr/>
            <p:nvPr/>
          </p:nvSpPr>
          <p:spPr>
            <a:xfrm>
              <a:off x="553048" y="3972670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5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471" name="Google Shape;5471;p45"/>
          <p:cNvSpPr/>
          <p:nvPr/>
        </p:nvSpPr>
        <p:spPr>
          <a:xfrm>
            <a:off x="8428900" y="1041975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0"/>
                </a:moveTo>
                <a:lnTo>
                  <a:pt x="0" y="25897"/>
                </a:lnTo>
                <a:cubicBezTo>
                  <a:pt x="3176" y="25897"/>
                  <a:pt x="5749" y="23323"/>
                  <a:pt x="5749" y="20147"/>
                </a:cubicBezTo>
                <a:lnTo>
                  <a:pt x="5749" y="5752"/>
                </a:lnTo>
                <a:cubicBezTo>
                  <a:pt x="5749" y="2576"/>
                  <a:pt x="3176" y="0"/>
                  <a:pt x="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2" name="Google Shape;5472;p45"/>
          <p:cNvSpPr/>
          <p:nvPr/>
        </p:nvSpPr>
        <p:spPr>
          <a:xfrm>
            <a:off x="8428900" y="2620900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0"/>
                </a:moveTo>
                <a:lnTo>
                  <a:pt x="0" y="25897"/>
                </a:lnTo>
                <a:cubicBezTo>
                  <a:pt x="3176" y="25897"/>
                  <a:pt x="5749" y="23323"/>
                  <a:pt x="5749" y="20148"/>
                </a:cubicBezTo>
                <a:lnTo>
                  <a:pt x="5749" y="5752"/>
                </a:lnTo>
                <a:cubicBezTo>
                  <a:pt x="5749" y="2577"/>
                  <a:pt x="3176" y="0"/>
                  <a:pt x="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3" name="Google Shape;5473;p45"/>
          <p:cNvSpPr/>
          <p:nvPr/>
        </p:nvSpPr>
        <p:spPr>
          <a:xfrm>
            <a:off x="8428900" y="1811900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0"/>
                </a:moveTo>
                <a:lnTo>
                  <a:pt x="0" y="25897"/>
                </a:lnTo>
                <a:cubicBezTo>
                  <a:pt x="3176" y="25897"/>
                  <a:pt x="5749" y="23320"/>
                  <a:pt x="5749" y="20147"/>
                </a:cubicBezTo>
                <a:lnTo>
                  <a:pt x="5749" y="5749"/>
                </a:lnTo>
                <a:cubicBezTo>
                  <a:pt x="5749" y="2574"/>
                  <a:pt x="3176" y="0"/>
                  <a:pt x="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4" name="Google Shape;5474;p45"/>
          <p:cNvSpPr/>
          <p:nvPr/>
        </p:nvSpPr>
        <p:spPr>
          <a:xfrm>
            <a:off x="8428900" y="3454000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1"/>
                </a:moveTo>
                <a:lnTo>
                  <a:pt x="0" y="25897"/>
                </a:lnTo>
                <a:cubicBezTo>
                  <a:pt x="3176" y="25897"/>
                  <a:pt x="5749" y="23323"/>
                  <a:pt x="5749" y="20148"/>
                </a:cubicBezTo>
                <a:lnTo>
                  <a:pt x="5749" y="5752"/>
                </a:lnTo>
                <a:cubicBezTo>
                  <a:pt x="5749" y="2577"/>
                  <a:pt x="3176" y="1"/>
                  <a:pt x="0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5" name="Google Shape;5475;p45"/>
          <p:cNvSpPr/>
          <p:nvPr/>
        </p:nvSpPr>
        <p:spPr>
          <a:xfrm rot="-4076016">
            <a:off x="1754650" y="4153749"/>
            <a:ext cx="585765" cy="623409"/>
          </a:xfrm>
          <a:custGeom>
            <a:rect b="b" l="l" r="r" t="t"/>
            <a:pathLst>
              <a:path extrusionOk="0" h="29017" w="27269">
                <a:moveTo>
                  <a:pt x="22507" y="0"/>
                </a:moveTo>
                <a:cubicBezTo>
                  <a:pt x="21719" y="0"/>
                  <a:pt x="20932" y="201"/>
                  <a:pt x="20248" y="603"/>
                </a:cubicBezTo>
                <a:cubicBezTo>
                  <a:pt x="20101" y="684"/>
                  <a:pt x="19960" y="774"/>
                  <a:pt x="19827" y="877"/>
                </a:cubicBezTo>
                <a:cubicBezTo>
                  <a:pt x="19689" y="973"/>
                  <a:pt x="19562" y="1080"/>
                  <a:pt x="19439" y="1195"/>
                </a:cubicBezTo>
                <a:cubicBezTo>
                  <a:pt x="19306" y="1313"/>
                  <a:pt x="19214" y="1408"/>
                  <a:pt x="19117" y="1505"/>
                </a:cubicBezTo>
                <a:lnTo>
                  <a:pt x="18821" y="1800"/>
                </a:lnTo>
                <a:lnTo>
                  <a:pt x="17642" y="2975"/>
                </a:lnTo>
                <a:lnTo>
                  <a:pt x="8210" y="12373"/>
                </a:lnTo>
                <a:lnTo>
                  <a:pt x="3494" y="17071"/>
                </a:lnTo>
                <a:lnTo>
                  <a:pt x="2315" y="18246"/>
                </a:lnTo>
                <a:lnTo>
                  <a:pt x="1721" y="18842"/>
                </a:lnTo>
                <a:cubicBezTo>
                  <a:pt x="1504" y="19073"/>
                  <a:pt x="1291" y="19311"/>
                  <a:pt x="1110" y="19576"/>
                </a:cubicBezTo>
                <a:cubicBezTo>
                  <a:pt x="744" y="20099"/>
                  <a:pt x="454" y="20675"/>
                  <a:pt x="267" y="21287"/>
                </a:cubicBezTo>
                <a:cubicBezTo>
                  <a:pt x="86" y="21900"/>
                  <a:pt x="1" y="22538"/>
                  <a:pt x="13" y="23174"/>
                </a:cubicBezTo>
                <a:cubicBezTo>
                  <a:pt x="35" y="24451"/>
                  <a:pt x="496" y="25713"/>
                  <a:pt x="1281" y="26719"/>
                </a:cubicBezTo>
                <a:cubicBezTo>
                  <a:pt x="1679" y="27216"/>
                  <a:pt x="2146" y="27657"/>
                  <a:pt x="2675" y="28015"/>
                </a:cubicBezTo>
                <a:cubicBezTo>
                  <a:pt x="3210" y="28365"/>
                  <a:pt x="3798" y="28634"/>
                  <a:pt x="4413" y="28805"/>
                </a:cubicBezTo>
                <a:cubicBezTo>
                  <a:pt x="4924" y="28947"/>
                  <a:pt x="5453" y="29016"/>
                  <a:pt x="5983" y="29016"/>
                </a:cubicBezTo>
                <a:cubicBezTo>
                  <a:pt x="6728" y="29016"/>
                  <a:pt x="7474" y="28878"/>
                  <a:pt x="8170" y="28610"/>
                </a:cubicBezTo>
                <a:cubicBezTo>
                  <a:pt x="8765" y="28375"/>
                  <a:pt x="9319" y="28045"/>
                  <a:pt x="9814" y="27642"/>
                </a:cubicBezTo>
                <a:lnTo>
                  <a:pt x="10170" y="27323"/>
                </a:lnTo>
                <a:cubicBezTo>
                  <a:pt x="10285" y="27216"/>
                  <a:pt x="10371" y="27125"/>
                  <a:pt x="10472" y="27025"/>
                </a:cubicBezTo>
                <a:lnTo>
                  <a:pt x="11063" y="26437"/>
                </a:lnTo>
                <a:lnTo>
                  <a:pt x="20495" y="17039"/>
                </a:lnTo>
                <a:cubicBezTo>
                  <a:pt x="21385" y="16152"/>
                  <a:pt x="21860" y="15184"/>
                  <a:pt x="21554" y="14878"/>
                </a:cubicBezTo>
                <a:cubicBezTo>
                  <a:pt x="21491" y="14814"/>
                  <a:pt x="21400" y="14784"/>
                  <a:pt x="21287" y="14784"/>
                </a:cubicBezTo>
                <a:cubicBezTo>
                  <a:pt x="20852" y="14784"/>
                  <a:pt x="20096" y="15227"/>
                  <a:pt x="19389" y="15931"/>
                </a:cubicBezTo>
                <a:lnTo>
                  <a:pt x="9957" y="25329"/>
                </a:lnTo>
                <a:lnTo>
                  <a:pt x="9369" y="25916"/>
                </a:lnTo>
                <a:cubicBezTo>
                  <a:pt x="9272" y="26009"/>
                  <a:pt x="9166" y="26121"/>
                  <a:pt x="9079" y="26200"/>
                </a:cubicBezTo>
                <a:lnTo>
                  <a:pt x="8814" y="26439"/>
                </a:lnTo>
                <a:cubicBezTo>
                  <a:pt x="8448" y="26735"/>
                  <a:pt x="8041" y="26978"/>
                  <a:pt x="7603" y="27152"/>
                </a:cubicBezTo>
                <a:cubicBezTo>
                  <a:pt x="7090" y="27349"/>
                  <a:pt x="6538" y="27451"/>
                  <a:pt x="5987" y="27451"/>
                </a:cubicBezTo>
                <a:cubicBezTo>
                  <a:pt x="5595" y="27451"/>
                  <a:pt x="5204" y="27399"/>
                  <a:pt x="4826" y="27294"/>
                </a:cubicBezTo>
                <a:cubicBezTo>
                  <a:pt x="4373" y="27166"/>
                  <a:pt x="3939" y="26970"/>
                  <a:pt x="3544" y="26715"/>
                </a:cubicBezTo>
                <a:cubicBezTo>
                  <a:pt x="3154" y="26449"/>
                  <a:pt x="2808" y="26121"/>
                  <a:pt x="2512" y="25753"/>
                </a:cubicBezTo>
                <a:cubicBezTo>
                  <a:pt x="1935" y="25011"/>
                  <a:pt x="1591" y="24083"/>
                  <a:pt x="1577" y="23138"/>
                </a:cubicBezTo>
                <a:cubicBezTo>
                  <a:pt x="1570" y="22667"/>
                  <a:pt x="1633" y="22194"/>
                  <a:pt x="1764" y="21743"/>
                </a:cubicBezTo>
                <a:cubicBezTo>
                  <a:pt x="1902" y="21291"/>
                  <a:pt x="2118" y="20866"/>
                  <a:pt x="2387" y="20480"/>
                </a:cubicBezTo>
                <a:cubicBezTo>
                  <a:pt x="2520" y="20285"/>
                  <a:pt x="2677" y="20110"/>
                  <a:pt x="2838" y="19937"/>
                </a:cubicBezTo>
                <a:lnTo>
                  <a:pt x="3418" y="19355"/>
                </a:lnTo>
                <a:lnTo>
                  <a:pt x="4597" y="18180"/>
                </a:lnTo>
                <a:lnTo>
                  <a:pt x="9313" y="13480"/>
                </a:lnTo>
                <a:lnTo>
                  <a:pt x="18747" y="4082"/>
                </a:lnTo>
                <a:lnTo>
                  <a:pt x="19926" y="2907"/>
                </a:lnTo>
                <a:lnTo>
                  <a:pt x="20220" y="2615"/>
                </a:lnTo>
                <a:cubicBezTo>
                  <a:pt x="20318" y="2515"/>
                  <a:pt x="20421" y="2412"/>
                  <a:pt x="20497" y="2348"/>
                </a:cubicBezTo>
                <a:cubicBezTo>
                  <a:pt x="20576" y="2273"/>
                  <a:pt x="20660" y="2201"/>
                  <a:pt x="20751" y="2140"/>
                </a:cubicBezTo>
                <a:cubicBezTo>
                  <a:pt x="20836" y="2070"/>
                  <a:pt x="20930" y="2014"/>
                  <a:pt x="21027" y="1961"/>
                </a:cubicBezTo>
                <a:cubicBezTo>
                  <a:pt x="21473" y="1696"/>
                  <a:pt x="21990" y="1565"/>
                  <a:pt x="22507" y="1565"/>
                </a:cubicBezTo>
                <a:cubicBezTo>
                  <a:pt x="22870" y="1565"/>
                  <a:pt x="23232" y="1629"/>
                  <a:pt x="23570" y="1758"/>
                </a:cubicBezTo>
                <a:cubicBezTo>
                  <a:pt x="24397" y="2056"/>
                  <a:pt x="25065" y="2764"/>
                  <a:pt x="25342" y="3593"/>
                </a:cubicBezTo>
                <a:cubicBezTo>
                  <a:pt x="25634" y="4424"/>
                  <a:pt x="25517" y="5384"/>
                  <a:pt x="25051" y="6128"/>
                </a:cubicBezTo>
                <a:cubicBezTo>
                  <a:pt x="24938" y="6315"/>
                  <a:pt x="24797" y="6486"/>
                  <a:pt x="24646" y="6647"/>
                </a:cubicBezTo>
                <a:lnTo>
                  <a:pt x="24063" y="7229"/>
                </a:lnTo>
                <a:lnTo>
                  <a:pt x="22884" y="8404"/>
                </a:lnTo>
                <a:lnTo>
                  <a:pt x="20526" y="10752"/>
                </a:lnTo>
                <a:lnTo>
                  <a:pt x="15811" y="15452"/>
                </a:lnTo>
                <a:lnTo>
                  <a:pt x="11095" y="20150"/>
                </a:lnTo>
                <a:lnTo>
                  <a:pt x="10506" y="20739"/>
                </a:lnTo>
                <a:cubicBezTo>
                  <a:pt x="10283" y="20961"/>
                  <a:pt x="10170" y="21073"/>
                  <a:pt x="10011" y="21174"/>
                </a:cubicBezTo>
                <a:cubicBezTo>
                  <a:pt x="9754" y="21340"/>
                  <a:pt x="9447" y="21423"/>
                  <a:pt x="9141" y="21423"/>
                </a:cubicBezTo>
                <a:cubicBezTo>
                  <a:pt x="9072" y="21423"/>
                  <a:pt x="9004" y="21419"/>
                  <a:pt x="8936" y="21411"/>
                </a:cubicBezTo>
                <a:cubicBezTo>
                  <a:pt x="8184" y="21331"/>
                  <a:pt x="7552" y="20653"/>
                  <a:pt x="7524" y="19898"/>
                </a:cubicBezTo>
                <a:cubicBezTo>
                  <a:pt x="7500" y="19524"/>
                  <a:pt x="7607" y="19142"/>
                  <a:pt x="7834" y="18846"/>
                </a:cubicBezTo>
                <a:cubicBezTo>
                  <a:pt x="7858" y="18806"/>
                  <a:pt x="7890" y="18770"/>
                  <a:pt x="7922" y="18737"/>
                </a:cubicBezTo>
                <a:cubicBezTo>
                  <a:pt x="7951" y="18701"/>
                  <a:pt x="7979" y="18667"/>
                  <a:pt x="8035" y="18611"/>
                </a:cubicBezTo>
                <a:lnTo>
                  <a:pt x="8325" y="18313"/>
                </a:lnTo>
                <a:lnTo>
                  <a:pt x="8906" y="17717"/>
                </a:lnTo>
                <a:lnTo>
                  <a:pt x="11224" y="15333"/>
                </a:lnTo>
                <a:lnTo>
                  <a:pt x="15864" y="10561"/>
                </a:lnTo>
                <a:cubicBezTo>
                  <a:pt x="16739" y="9661"/>
                  <a:pt x="17200" y="8685"/>
                  <a:pt x="16894" y="8380"/>
                </a:cubicBezTo>
                <a:cubicBezTo>
                  <a:pt x="16832" y="8319"/>
                  <a:pt x="16743" y="8290"/>
                  <a:pt x="16633" y="8290"/>
                </a:cubicBezTo>
                <a:cubicBezTo>
                  <a:pt x="16201" y="8290"/>
                  <a:pt x="15448" y="8744"/>
                  <a:pt x="14749" y="9464"/>
                </a:cubicBezTo>
                <a:lnTo>
                  <a:pt x="10105" y="14239"/>
                </a:lnTo>
                <a:lnTo>
                  <a:pt x="7784" y="16627"/>
                </a:lnTo>
                <a:lnTo>
                  <a:pt x="7204" y="17224"/>
                </a:lnTo>
                <a:lnTo>
                  <a:pt x="6914" y="17522"/>
                </a:lnTo>
                <a:cubicBezTo>
                  <a:pt x="6870" y="17566"/>
                  <a:pt x="6806" y="17635"/>
                  <a:pt x="6745" y="17705"/>
                </a:cubicBezTo>
                <a:cubicBezTo>
                  <a:pt x="6685" y="17774"/>
                  <a:pt x="6625" y="17844"/>
                  <a:pt x="6574" y="17920"/>
                </a:cubicBezTo>
                <a:cubicBezTo>
                  <a:pt x="6130" y="18510"/>
                  <a:pt x="5916" y="19262"/>
                  <a:pt x="5963" y="19993"/>
                </a:cubicBezTo>
                <a:cubicBezTo>
                  <a:pt x="6005" y="20725"/>
                  <a:pt x="6307" y="21448"/>
                  <a:pt x="6816" y="21979"/>
                </a:cubicBezTo>
                <a:cubicBezTo>
                  <a:pt x="7313" y="22514"/>
                  <a:pt x="8009" y="22878"/>
                  <a:pt x="8739" y="22963"/>
                </a:cubicBezTo>
                <a:cubicBezTo>
                  <a:pt x="8873" y="22981"/>
                  <a:pt x="9009" y="22989"/>
                  <a:pt x="9144" y="22989"/>
                </a:cubicBezTo>
                <a:cubicBezTo>
                  <a:pt x="9743" y="22989"/>
                  <a:pt x="10342" y="22822"/>
                  <a:pt x="10848" y="22496"/>
                </a:cubicBezTo>
                <a:cubicBezTo>
                  <a:pt x="11003" y="22395"/>
                  <a:pt x="11152" y="22287"/>
                  <a:pt x="11286" y="22162"/>
                </a:cubicBezTo>
                <a:cubicBezTo>
                  <a:pt x="11439" y="22025"/>
                  <a:pt x="11502" y="21951"/>
                  <a:pt x="11612" y="21848"/>
                </a:cubicBezTo>
                <a:lnTo>
                  <a:pt x="12200" y="21260"/>
                </a:lnTo>
                <a:lnTo>
                  <a:pt x="16916" y="16562"/>
                </a:lnTo>
                <a:lnTo>
                  <a:pt x="21632" y="11862"/>
                </a:lnTo>
                <a:lnTo>
                  <a:pt x="23990" y="9514"/>
                </a:lnTo>
                <a:lnTo>
                  <a:pt x="25169" y="8339"/>
                </a:lnTo>
                <a:lnTo>
                  <a:pt x="25763" y="7742"/>
                </a:lnTo>
                <a:cubicBezTo>
                  <a:pt x="25994" y="7502"/>
                  <a:pt x="26206" y="7241"/>
                  <a:pt x="26381" y="6955"/>
                </a:cubicBezTo>
                <a:cubicBezTo>
                  <a:pt x="27093" y="5816"/>
                  <a:pt x="27268" y="4360"/>
                  <a:pt x="26825" y="3092"/>
                </a:cubicBezTo>
                <a:cubicBezTo>
                  <a:pt x="26397" y="1820"/>
                  <a:pt x="25389" y="758"/>
                  <a:pt x="24125" y="295"/>
                </a:cubicBezTo>
                <a:cubicBezTo>
                  <a:pt x="23609" y="98"/>
                  <a:pt x="23058" y="0"/>
                  <a:pt x="22507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6" name="Google Shape;5476;p45"/>
          <p:cNvSpPr/>
          <p:nvPr/>
        </p:nvSpPr>
        <p:spPr>
          <a:xfrm>
            <a:off x="1553150" y="3671325"/>
            <a:ext cx="117525" cy="110100"/>
          </a:xfrm>
          <a:custGeom>
            <a:rect b="b" l="l" r="r" t="t"/>
            <a:pathLst>
              <a:path extrusionOk="0" h="4404" w="4701">
                <a:moveTo>
                  <a:pt x="1951" y="1032"/>
                </a:moveTo>
                <a:cubicBezTo>
                  <a:pt x="1950" y="1033"/>
                  <a:pt x="1949" y="1033"/>
                  <a:pt x="1947" y="1033"/>
                </a:cubicBezTo>
                <a:cubicBezTo>
                  <a:pt x="1948" y="1033"/>
                  <a:pt x="1950" y="1033"/>
                  <a:pt x="1951" y="1032"/>
                </a:cubicBezTo>
                <a:close/>
                <a:moveTo>
                  <a:pt x="2857" y="1059"/>
                </a:moveTo>
                <a:cubicBezTo>
                  <a:pt x="2871" y="1059"/>
                  <a:pt x="2889" y="1066"/>
                  <a:pt x="2907" y="1075"/>
                </a:cubicBezTo>
                <a:lnTo>
                  <a:pt x="2907" y="1075"/>
                </a:lnTo>
                <a:cubicBezTo>
                  <a:pt x="2887" y="1068"/>
                  <a:pt x="2858" y="1059"/>
                  <a:pt x="2857" y="1059"/>
                </a:cubicBezTo>
                <a:close/>
                <a:moveTo>
                  <a:pt x="3091" y="1185"/>
                </a:moveTo>
                <a:cubicBezTo>
                  <a:pt x="3091" y="1185"/>
                  <a:pt x="3091" y="1185"/>
                  <a:pt x="3091" y="1185"/>
                </a:cubicBezTo>
                <a:lnTo>
                  <a:pt x="3091" y="1185"/>
                </a:lnTo>
                <a:cubicBezTo>
                  <a:pt x="3091" y="1185"/>
                  <a:pt x="3091" y="1185"/>
                  <a:pt x="3091" y="1185"/>
                </a:cubicBezTo>
                <a:close/>
                <a:moveTo>
                  <a:pt x="3104" y="1198"/>
                </a:moveTo>
                <a:cubicBezTo>
                  <a:pt x="3111" y="1203"/>
                  <a:pt x="3118" y="1208"/>
                  <a:pt x="3125" y="1213"/>
                </a:cubicBezTo>
                <a:cubicBezTo>
                  <a:pt x="3142" y="1224"/>
                  <a:pt x="3149" y="1229"/>
                  <a:pt x="3148" y="1229"/>
                </a:cubicBezTo>
                <a:cubicBezTo>
                  <a:pt x="3148" y="1229"/>
                  <a:pt x="3121" y="1211"/>
                  <a:pt x="3104" y="1198"/>
                </a:cubicBezTo>
                <a:close/>
                <a:moveTo>
                  <a:pt x="1747" y="3319"/>
                </a:moveTo>
                <a:cubicBezTo>
                  <a:pt x="1767" y="3326"/>
                  <a:pt x="1803" y="3338"/>
                  <a:pt x="1802" y="3338"/>
                </a:cubicBezTo>
                <a:cubicBezTo>
                  <a:pt x="1800" y="3339"/>
                  <a:pt x="1799" y="3339"/>
                  <a:pt x="1797" y="3339"/>
                </a:cubicBezTo>
                <a:cubicBezTo>
                  <a:pt x="1785" y="3339"/>
                  <a:pt x="1766" y="3330"/>
                  <a:pt x="1747" y="3319"/>
                </a:cubicBezTo>
                <a:close/>
                <a:moveTo>
                  <a:pt x="2463" y="3393"/>
                </a:moveTo>
                <a:cubicBezTo>
                  <a:pt x="2461" y="3393"/>
                  <a:pt x="2459" y="3393"/>
                  <a:pt x="2456" y="3393"/>
                </a:cubicBezTo>
                <a:lnTo>
                  <a:pt x="2456" y="3393"/>
                </a:lnTo>
                <a:cubicBezTo>
                  <a:pt x="2459" y="3393"/>
                  <a:pt x="2462" y="3393"/>
                  <a:pt x="2463" y="3393"/>
                </a:cubicBezTo>
                <a:close/>
                <a:moveTo>
                  <a:pt x="2387" y="989"/>
                </a:moveTo>
                <a:cubicBezTo>
                  <a:pt x="2440" y="989"/>
                  <a:pt x="2491" y="989"/>
                  <a:pt x="2541" y="993"/>
                </a:cubicBezTo>
                <a:cubicBezTo>
                  <a:pt x="2560" y="993"/>
                  <a:pt x="2582" y="997"/>
                  <a:pt x="2601" y="998"/>
                </a:cubicBezTo>
                <a:lnTo>
                  <a:pt x="2601" y="998"/>
                </a:lnTo>
                <a:cubicBezTo>
                  <a:pt x="2682" y="1018"/>
                  <a:pt x="2761" y="1029"/>
                  <a:pt x="2840" y="1057"/>
                </a:cubicBezTo>
                <a:cubicBezTo>
                  <a:pt x="2857" y="1061"/>
                  <a:pt x="2876" y="1069"/>
                  <a:pt x="2895" y="1076"/>
                </a:cubicBezTo>
                <a:cubicBezTo>
                  <a:pt x="2906" y="1079"/>
                  <a:pt x="2914" y="1081"/>
                  <a:pt x="2919" y="1082"/>
                </a:cubicBezTo>
                <a:lnTo>
                  <a:pt x="2919" y="1082"/>
                </a:lnTo>
                <a:cubicBezTo>
                  <a:pt x="2944" y="1096"/>
                  <a:pt x="2968" y="1113"/>
                  <a:pt x="2984" y="1122"/>
                </a:cubicBezTo>
                <a:cubicBezTo>
                  <a:pt x="3015" y="1139"/>
                  <a:pt x="3049" y="1160"/>
                  <a:pt x="3080" y="1181"/>
                </a:cubicBezTo>
                <a:cubicBezTo>
                  <a:pt x="3084" y="1184"/>
                  <a:pt x="3088" y="1186"/>
                  <a:pt x="3092" y="1189"/>
                </a:cubicBezTo>
                <a:lnTo>
                  <a:pt x="3092" y="1189"/>
                </a:lnTo>
                <a:cubicBezTo>
                  <a:pt x="3107" y="1217"/>
                  <a:pt x="3258" y="1347"/>
                  <a:pt x="3274" y="1366"/>
                </a:cubicBezTo>
                <a:cubicBezTo>
                  <a:pt x="3278" y="1370"/>
                  <a:pt x="3281" y="1374"/>
                  <a:pt x="3284" y="1378"/>
                </a:cubicBezTo>
                <a:lnTo>
                  <a:pt x="3284" y="1378"/>
                </a:lnTo>
                <a:cubicBezTo>
                  <a:pt x="3304" y="1410"/>
                  <a:pt x="3328" y="1440"/>
                  <a:pt x="3348" y="1474"/>
                </a:cubicBezTo>
                <a:cubicBezTo>
                  <a:pt x="3367" y="1503"/>
                  <a:pt x="3386" y="1535"/>
                  <a:pt x="3403" y="1569"/>
                </a:cubicBezTo>
                <a:cubicBezTo>
                  <a:pt x="3409" y="1579"/>
                  <a:pt x="3414" y="1591"/>
                  <a:pt x="3420" y="1604"/>
                </a:cubicBezTo>
                <a:lnTo>
                  <a:pt x="3420" y="1604"/>
                </a:lnTo>
                <a:cubicBezTo>
                  <a:pt x="3420" y="1602"/>
                  <a:pt x="3420" y="1600"/>
                  <a:pt x="3420" y="1598"/>
                </a:cubicBezTo>
                <a:lnTo>
                  <a:pt x="3420" y="1598"/>
                </a:lnTo>
                <a:cubicBezTo>
                  <a:pt x="3420" y="1600"/>
                  <a:pt x="3420" y="1602"/>
                  <a:pt x="3420" y="1604"/>
                </a:cubicBezTo>
                <a:lnTo>
                  <a:pt x="3420" y="1604"/>
                </a:lnTo>
                <a:cubicBezTo>
                  <a:pt x="3420" y="1604"/>
                  <a:pt x="3420" y="1604"/>
                  <a:pt x="3420" y="1604"/>
                </a:cubicBezTo>
                <a:lnTo>
                  <a:pt x="3420" y="1604"/>
                </a:lnTo>
                <a:cubicBezTo>
                  <a:pt x="3420" y="1621"/>
                  <a:pt x="3423" y="1634"/>
                  <a:pt x="3427" y="1644"/>
                </a:cubicBezTo>
                <a:lnTo>
                  <a:pt x="3427" y="1644"/>
                </a:lnTo>
                <a:cubicBezTo>
                  <a:pt x="3423" y="1630"/>
                  <a:pt x="3420" y="1616"/>
                  <a:pt x="3420" y="1604"/>
                </a:cubicBezTo>
                <a:lnTo>
                  <a:pt x="3420" y="1604"/>
                </a:lnTo>
                <a:cubicBezTo>
                  <a:pt x="3422" y="1608"/>
                  <a:pt x="3424" y="1613"/>
                  <a:pt x="3426" y="1617"/>
                </a:cubicBezTo>
                <a:cubicBezTo>
                  <a:pt x="3442" y="1646"/>
                  <a:pt x="3443" y="1659"/>
                  <a:pt x="3439" y="1659"/>
                </a:cubicBezTo>
                <a:cubicBezTo>
                  <a:pt x="3436" y="1659"/>
                  <a:pt x="3432" y="1654"/>
                  <a:pt x="3427" y="1644"/>
                </a:cubicBezTo>
                <a:lnTo>
                  <a:pt x="3427" y="1644"/>
                </a:lnTo>
                <a:cubicBezTo>
                  <a:pt x="3443" y="1697"/>
                  <a:pt x="3479" y="1760"/>
                  <a:pt x="3491" y="1802"/>
                </a:cubicBezTo>
                <a:cubicBezTo>
                  <a:pt x="3500" y="1838"/>
                  <a:pt x="3508" y="1874"/>
                  <a:pt x="3517" y="1910"/>
                </a:cubicBezTo>
                <a:cubicBezTo>
                  <a:pt x="3521" y="1933"/>
                  <a:pt x="3525" y="1954"/>
                  <a:pt x="3529" y="1977"/>
                </a:cubicBezTo>
                <a:cubicBezTo>
                  <a:pt x="3534" y="2005"/>
                  <a:pt x="3537" y="2015"/>
                  <a:pt x="3538" y="2015"/>
                </a:cubicBezTo>
                <a:cubicBezTo>
                  <a:pt x="3540" y="2015"/>
                  <a:pt x="3530" y="1942"/>
                  <a:pt x="3525" y="1939"/>
                </a:cubicBezTo>
                <a:lnTo>
                  <a:pt x="3525" y="1939"/>
                </a:lnTo>
                <a:cubicBezTo>
                  <a:pt x="3550" y="1954"/>
                  <a:pt x="3538" y="2142"/>
                  <a:pt x="3538" y="2173"/>
                </a:cubicBezTo>
                <a:cubicBezTo>
                  <a:pt x="3538" y="2215"/>
                  <a:pt x="3535" y="2257"/>
                  <a:pt x="3533" y="2297"/>
                </a:cubicBezTo>
                <a:cubicBezTo>
                  <a:pt x="3532" y="2312"/>
                  <a:pt x="3530" y="2326"/>
                  <a:pt x="3529" y="2339"/>
                </a:cubicBezTo>
                <a:lnTo>
                  <a:pt x="3529" y="2339"/>
                </a:lnTo>
                <a:cubicBezTo>
                  <a:pt x="3514" y="2409"/>
                  <a:pt x="3504" y="2477"/>
                  <a:pt x="3483" y="2546"/>
                </a:cubicBezTo>
                <a:cubicBezTo>
                  <a:pt x="3472" y="2582"/>
                  <a:pt x="3462" y="2618"/>
                  <a:pt x="3449" y="2651"/>
                </a:cubicBezTo>
                <a:cubicBezTo>
                  <a:pt x="3445" y="2663"/>
                  <a:pt x="3440" y="2676"/>
                  <a:pt x="3436" y="2688"/>
                </a:cubicBezTo>
                <a:lnTo>
                  <a:pt x="3436" y="2688"/>
                </a:lnTo>
                <a:cubicBezTo>
                  <a:pt x="3398" y="2751"/>
                  <a:pt x="3369" y="2818"/>
                  <a:pt x="3329" y="2881"/>
                </a:cubicBezTo>
                <a:cubicBezTo>
                  <a:pt x="3324" y="2889"/>
                  <a:pt x="3300" y="2922"/>
                  <a:pt x="3284" y="2945"/>
                </a:cubicBezTo>
                <a:lnTo>
                  <a:pt x="3284" y="2945"/>
                </a:lnTo>
                <a:cubicBezTo>
                  <a:pt x="3263" y="2968"/>
                  <a:pt x="3232" y="3005"/>
                  <a:pt x="3224" y="3014"/>
                </a:cubicBezTo>
                <a:cubicBezTo>
                  <a:pt x="3198" y="3041"/>
                  <a:pt x="3171" y="3069"/>
                  <a:pt x="3142" y="3094"/>
                </a:cubicBezTo>
                <a:cubicBezTo>
                  <a:pt x="3127" y="3106"/>
                  <a:pt x="3112" y="3119"/>
                  <a:pt x="3099" y="3132"/>
                </a:cubicBezTo>
                <a:cubicBezTo>
                  <a:pt x="3075" y="3154"/>
                  <a:pt x="3071" y="3163"/>
                  <a:pt x="3076" y="3163"/>
                </a:cubicBezTo>
                <a:cubicBezTo>
                  <a:pt x="3076" y="3163"/>
                  <a:pt x="3077" y="3163"/>
                  <a:pt x="3078" y="3162"/>
                </a:cubicBezTo>
                <a:lnTo>
                  <a:pt x="3078" y="3162"/>
                </a:lnTo>
                <a:cubicBezTo>
                  <a:pt x="3021" y="3203"/>
                  <a:pt x="2923" y="3245"/>
                  <a:pt x="2889" y="3262"/>
                </a:cubicBezTo>
                <a:cubicBezTo>
                  <a:pt x="2863" y="3275"/>
                  <a:pt x="2803" y="3296"/>
                  <a:pt x="2805" y="3296"/>
                </a:cubicBezTo>
                <a:cubicBezTo>
                  <a:pt x="2806" y="3296"/>
                  <a:pt x="2822" y="3291"/>
                  <a:pt x="2866" y="3277"/>
                </a:cubicBezTo>
                <a:lnTo>
                  <a:pt x="2866" y="3277"/>
                </a:lnTo>
                <a:cubicBezTo>
                  <a:pt x="2823" y="3292"/>
                  <a:pt x="2783" y="3309"/>
                  <a:pt x="2741" y="3323"/>
                </a:cubicBezTo>
                <a:cubicBezTo>
                  <a:pt x="2642" y="3355"/>
                  <a:pt x="2541" y="3376"/>
                  <a:pt x="2438" y="3395"/>
                </a:cubicBezTo>
                <a:cubicBezTo>
                  <a:pt x="2437" y="3395"/>
                  <a:pt x="2437" y="3395"/>
                  <a:pt x="2437" y="3395"/>
                </a:cubicBezTo>
                <a:lnTo>
                  <a:pt x="2437" y="3395"/>
                </a:lnTo>
                <a:cubicBezTo>
                  <a:pt x="2416" y="3397"/>
                  <a:pt x="2395" y="3400"/>
                  <a:pt x="2375" y="3401"/>
                </a:cubicBezTo>
                <a:cubicBezTo>
                  <a:pt x="2330" y="3403"/>
                  <a:pt x="2284" y="3406"/>
                  <a:pt x="2240" y="3406"/>
                </a:cubicBezTo>
                <a:cubicBezTo>
                  <a:pt x="2226" y="3406"/>
                  <a:pt x="2211" y="3406"/>
                  <a:pt x="2197" y="3406"/>
                </a:cubicBezTo>
                <a:cubicBezTo>
                  <a:pt x="2163" y="3406"/>
                  <a:pt x="2129" y="3405"/>
                  <a:pt x="2094" y="3403"/>
                </a:cubicBezTo>
                <a:cubicBezTo>
                  <a:pt x="2081" y="3402"/>
                  <a:pt x="2067" y="3400"/>
                  <a:pt x="2054" y="3398"/>
                </a:cubicBezTo>
                <a:lnTo>
                  <a:pt x="2054" y="3398"/>
                </a:lnTo>
                <a:cubicBezTo>
                  <a:pt x="1975" y="3376"/>
                  <a:pt x="1893" y="3365"/>
                  <a:pt x="1814" y="3340"/>
                </a:cubicBezTo>
                <a:cubicBezTo>
                  <a:pt x="1797" y="3334"/>
                  <a:pt x="1778" y="3326"/>
                  <a:pt x="1762" y="3321"/>
                </a:cubicBezTo>
                <a:cubicBezTo>
                  <a:pt x="1752" y="3318"/>
                  <a:pt x="1745" y="3316"/>
                  <a:pt x="1740" y="3315"/>
                </a:cubicBezTo>
                <a:lnTo>
                  <a:pt x="1740" y="3315"/>
                </a:lnTo>
                <a:cubicBezTo>
                  <a:pt x="1716" y="3301"/>
                  <a:pt x="1691" y="3283"/>
                  <a:pt x="1679" y="3277"/>
                </a:cubicBezTo>
                <a:cubicBezTo>
                  <a:pt x="1648" y="3258"/>
                  <a:pt x="1616" y="3241"/>
                  <a:pt x="1587" y="3220"/>
                </a:cubicBezTo>
                <a:cubicBezTo>
                  <a:pt x="1572" y="3210"/>
                  <a:pt x="1557" y="3199"/>
                  <a:pt x="1543" y="3191"/>
                </a:cubicBezTo>
                <a:cubicBezTo>
                  <a:pt x="1525" y="3180"/>
                  <a:pt x="1519" y="3175"/>
                  <a:pt x="1519" y="3175"/>
                </a:cubicBezTo>
                <a:lnTo>
                  <a:pt x="1519" y="3175"/>
                </a:lnTo>
                <a:cubicBezTo>
                  <a:pt x="1518" y="3175"/>
                  <a:pt x="1582" y="3218"/>
                  <a:pt x="1580" y="3218"/>
                </a:cubicBezTo>
                <a:cubicBezTo>
                  <a:pt x="1580" y="3218"/>
                  <a:pt x="1579" y="3218"/>
                  <a:pt x="1578" y="3218"/>
                </a:cubicBezTo>
                <a:cubicBezTo>
                  <a:pt x="1542" y="3218"/>
                  <a:pt x="1420" y="3070"/>
                  <a:pt x="1399" y="3045"/>
                </a:cubicBezTo>
                <a:cubicBezTo>
                  <a:pt x="1384" y="3030"/>
                  <a:pt x="1353" y="2977"/>
                  <a:pt x="1351" y="2977"/>
                </a:cubicBezTo>
                <a:lnTo>
                  <a:pt x="1351" y="2977"/>
                </a:lnTo>
                <a:cubicBezTo>
                  <a:pt x="1350" y="2977"/>
                  <a:pt x="1354" y="2985"/>
                  <a:pt x="1363" y="3005"/>
                </a:cubicBezTo>
                <a:cubicBezTo>
                  <a:pt x="1372" y="3025"/>
                  <a:pt x="1375" y="3032"/>
                  <a:pt x="1374" y="3032"/>
                </a:cubicBezTo>
                <a:cubicBezTo>
                  <a:pt x="1372" y="3032"/>
                  <a:pt x="1335" y="2962"/>
                  <a:pt x="1326" y="2946"/>
                </a:cubicBezTo>
                <a:cubicBezTo>
                  <a:pt x="1285" y="2881"/>
                  <a:pt x="1252" y="2814"/>
                  <a:pt x="1215" y="2746"/>
                </a:cubicBezTo>
                <a:lnTo>
                  <a:pt x="1215" y="2746"/>
                </a:lnTo>
                <a:cubicBezTo>
                  <a:pt x="1214" y="2743"/>
                  <a:pt x="1213" y="2740"/>
                  <a:pt x="1212" y="2736"/>
                </a:cubicBezTo>
                <a:cubicBezTo>
                  <a:pt x="1199" y="2702"/>
                  <a:pt x="1187" y="2668"/>
                  <a:pt x="1176" y="2635"/>
                </a:cubicBezTo>
                <a:cubicBezTo>
                  <a:pt x="1153" y="2559"/>
                  <a:pt x="1132" y="2481"/>
                  <a:pt x="1119" y="2403"/>
                </a:cubicBezTo>
                <a:cubicBezTo>
                  <a:pt x="1119" y="2401"/>
                  <a:pt x="1118" y="2399"/>
                  <a:pt x="1118" y="2397"/>
                </a:cubicBezTo>
                <a:lnTo>
                  <a:pt x="1118" y="2397"/>
                </a:lnTo>
                <a:cubicBezTo>
                  <a:pt x="1122" y="2365"/>
                  <a:pt x="1108" y="2315"/>
                  <a:pt x="1106" y="2283"/>
                </a:cubicBezTo>
                <a:cubicBezTo>
                  <a:pt x="1102" y="2203"/>
                  <a:pt x="1102" y="2123"/>
                  <a:pt x="1106" y="2043"/>
                </a:cubicBezTo>
                <a:cubicBezTo>
                  <a:pt x="1107" y="2033"/>
                  <a:pt x="1110" y="2004"/>
                  <a:pt x="1113" y="1978"/>
                </a:cubicBezTo>
                <a:lnTo>
                  <a:pt x="1113" y="1978"/>
                </a:lnTo>
                <a:cubicBezTo>
                  <a:pt x="1117" y="1953"/>
                  <a:pt x="1123" y="1911"/>
                  <a:pt x="1125" y="1899"/>
                </a:cubicBezTo>
                <a:cubicBezTo>
                  <a:pt x="1144" y="1813"/>
                  <a:pt x="1170" y="1731"/>
                  <a:pt x="1197" y="1647"/>
                </a:cubicBezTo>
                <a:cubicBezTo>
                  <a:pt x="1199" y="1642"/>
                  <a:pt x="1200" y="1637"/>
                  <a:pt x="1201" y="1634"/>
                </a:cubicBezTo>
                <a:lnTo>
                  <a:pt x="1201" y="1634"/>
                </a:lnTo>
                <a:cubicBezTo>
                  <a:pt x="1203" y="1630"/>
                  <a:pt x="1205" y="1626"/>
                  <a:pt x="1208" y="1621"/>
                </a:cubicBezTo>
                <a:cubicBezTo>
                  <a:pt x="1227" y="1583"/>
                  <a:pt x="1246" y="1543"/>
                  <a:pt x="1269" y="1507"/>
                </a:cubicBezTo>
                <a:cubicBezTo>
                  <a:pt x="1290" y="1470"/>
                  <a:pt x="1313" y="1434"/>
                  <a:pt x="1338" y="1398"/>
                </a:cubicBezTo>
                <a:cubicBezTo>
                  <a:pt x="1341" y="1394"/>
                  <a:pt x="1344" y="1390"/>
                  <a:pt x="1346" y="1386"/>
                </a:cubicBezTo>
                <a:lnTo>
                  <a:pt x="1346" y="1386"/>
                </a:lnTo>
                <a:cubicBezTo>
                  <a:pt x="1346" y="1386"/>
                  <a:pt x="1346" y="1386"/>
                  <a:pt x="1347" y="1385"/>
                </a:cubicBezTo>
                <a:cubicBezTo>
                  <a:pt x="1399" y="1329"/>
                  <a:pt x="1454" y="1275"/>
                  <a:pt x="1511" y="1223"/>
                </a:cubicBezTo>
                <a:lnTo>
                  <a:pt x="1511" y="1223"/>
                </a:lnTo>
                <a:cubicBezTo>
                  <a:pt x="1524" y="1213"/>
                  <a:pt x="1537" y="1203"/>
                  <a:pt x="1551" y="1194"/>
                </a:cubicBezTo>
                <a:cubicBezTo>
                  <a:pt x="1589" y="1170"/>
                  <a:pt x="1627" y="1147"/>
                  <a:pt x="1667" y="1126"/>
                </a:cubicBezTo>
                <a:cubicBezTo>
                  <a:pt x="1682" y="1119"/>
                  <a:pt x="1697" y="1111"/>
                  <a:pt x="1712" y="1103"/>
                </a:cubicBezTo>
                <a:lnTo>
                  <a:pt x="1712" y="1103"/>
                </a:lnTo>
                <a:cubicBezTo>
                  <a:pt x="1755" y="1090"/>
                  <a:pt x="1797" y="1075"/>
                  <a:pt x="1840" y="1063"/>
                </a:cubicBezTo>
                <a:cubicBezTo>
                  <a:pt x="1884" y="1050"/>
                  <a:pt x="1928" y="1042"/>
                  <a:pt x="1970" y="1031"/>
                </a:cubicBezTo>
                <a:cubicBezTo>
                  <a:pt x="1976" y="1030"/>
                  <a:pt x="1983" y="1028"/>
                  <a:pt x="1990" y="1026"/>
                </a:cubicBezTo>
                <a:lnTo>
                  <a:pt x="1990" y="1026"/>
                </a:lnTo>
                <a:cubicBezTo>
                  <a:pt x="2008" y="1025"/>
                  <a:pt x="2026" y="1024"/>
                  <a:pt x="2042" y="1023"/>
                </a:cubicBezTo>
                <a:cubicBezTo>
                  <a:pt x="2063" y="1021"/>
                  <a:pt x="2083" y="1018"/>
                  <a:pt x="2104" y="1015"/>
                </a:cubicBezTo>
                <a:lnTo>
                  <a:pt x="2104" y="1015"/>
                </a:lnTo>
                <a:cubicBezTo>
                  <a:pt x="2127" y="1013"/>
                  <a:pt x="2151" y="1010"/>
                  <a:pt x="2175" y="1006"/>
                </a:cubicBezTo>
                <a:cubicBezTo>
                  <a:pt x="2200" y="1002"/>
                  <a:pt x="2223" y="998"/>
                  <a:pt x="2248" y="996"/>
                </a:cubicBezTo>
                <a:lnTo>
                  <a:pt x="2248" y="996"/>
                </a:lnTo>
                <a:cubicBezTo>
                  <a:pt x="2202" y="1002"/>
                  <a:pt x="2186" y="1004"/>
                  <a:pt x="2186" y="1004"/>
                </a:cubicBezTo>
                <a:cubicBezTo>
                  <a:pt x="2187" y="1004"/>
                  <a:pt x="2227" y="999"/>
                  <a:pt x="2246" y="998"/>
                </a:cubicBezTo>
                <a:cubicBezTo>
                  <a:pt x="2293" y="996"/>
                  <a:pt x="2341" y="991"/>
                  <a:pt x="2387" y="989"/>
                </a:cubicBezTo>
                <a:close/>
                <a:moveTo>
                  <a:pt x="2431" y="0"/>
                </a:moveTo>
                <a:cubicBezTo>
                  <a:pt x="2283" y="0"/>
                  <a:pt x="2134" y="12"/>
                  <a:pt x="1987" y="33"/>
                </a:cubicBezTo>
                <a:lnTo>
                  <a:pt x="1987" y="33"/>
                </a:lnTo>
                <a:cubicBezTo>
                  <a:pt x="1519" y="79"/>
                  <a:pt x="1082" y="246"/>
                  <a:pt x="738" y="578"/>
                </a:cubicBezTo>
                <a:cubicBezTo>
                  <a:pt x="443" y="863"/>
                  <a:pt x="236" y="1259"/>
                  <a:pt x="158" y="1661"/>
                </a:cubicBezTo>
                <a:cubicBezTo>
                  <a:pt x="0" y="2477"/>
                  <a:pt x="228" y="3403"/>
                  <a:pt x="896" y="3941"/>
                </a:cubicBezTo>
                <a:cubicBezTo>
                  <a:pt x="1283" y="4251"/>
                  <a:pt x="1777" y="4404"/>
                  <a:pt x="2272" y="4404"/>
                </a:cubicBezTo>
                <a:cubicBezTo>
                  <a:pt x="2762" y="4404"/>
                  <a:pt x="3253" y="4255"/>
                  <a:pt x="3645" y="3962"/>
                </a:cubicBezTo>
                <a:cubicBezTo>
                  <a:pt x="4395" y="3401"/>
                  <a:pt x="4700" y="2409"/>
                  <a:pt x="4443" y="1512"/>
                </a:cubicBezTo>
                <a:cubicBezTo>
                  <a:pt x="4302" y="1025"/>
                  <a:pt x="4003" y="604"/>
                  <a:pt x="3582" y="321"/>
                </a:cubicBezTo>
                <a:cubicBezTo>
                  <a:pt x="3236" y="89"/>
                  <a:pt x="2836" y="0"/>
                  <a:pt x="243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7" name="Google Shape;5477;p45"/>
          <p:cNvSpPr/>
          <p:nvPr/>
        </p:nvSpPr>
        <p:spPr>
          <a:xfrm>
            <a:off x="2754375" y="4088550"/>
            <a:ext cx="176025" cy="165050"/>
          </a:xfrm>
          <a:custGeom>
            <a:rect b="b" l="l" r="r" t="t"/>
            <a:pathLst>
              <a:path extrusionOk="0" h="6602" w="7041">
                <a:moveTo>
                  <a:pt x="4935" y="1378"/>
                </a:moveTo>
                <a:cubicBezTo>
                  <a:pt x="4939" y="1380"/>
                  <a:pt x="4948" y="1387"/>
                  <a:pt x="4965" y="1400"/>
                </a:cubicBezTo>
                <a:cubicBezTo>
                  <a:pt x="4955" y="1392"/>
                  <a:pt x="4945" y="1385"/>
                  <a:pt x="4935" y="1378"/>
                </a:cubicBezTo>
                <a:close/>
                <a:moveTo>
                  <a:pt x="1630" y="1762"/>
                </a:moveTo>
                <a:lnTo>
                  <a:pt x="1630" y="1762"/>
                </a:lnTo>
                <a:cubicBezTo>
                  <a:pt x="1621" y="1773"/>
                  <a:pt x="1618" y="1778"/>
                  <a:pt x="1618" y="1778"/>
                </a:cubicBezTo>
                <a:cubicBezTo>
                  <a:pt x="1618" y="1778"/>
                  <a:pt x="1623" y="1771"/>
                  <a:pt x="1630" y="1762"/>
                </a:cubicBezTo>
                <a:close/>
                <a:moveTo>
                  <a:pt x="3639" y="986"/>
                </a:moveTo>
                <a:cubicBezTo>
                  <a:pt x="4036" y="986"/>
                  <a:pt x="4418" y="1072"/>
                  <a:pt x="4734" y="1250"/>
                </a:cubicBezTo>
                <a:cubicBezTo>
                  <a:pt x="4786" y="1280"/>
                  <a:pt x="4839" y="1313"/>
                  <a:pt x="4890" y="1347"/>
                </a:cubicBezTo>
                <a:cubicBezTo>
                  <a:pt x="4906" y="1357"/>
                  <a:pt x="4921" y="1367"/>
                  <a:pt x="4935" y="1378"/>
                </a:cubicBezTo>
                <a:lnTo>
                  <a:pt x="4935" y="1378"/>
                </a:lnTo>
                <a:cubicBezTo>
                  <a:pt x="4934" y="1377"/>
                  <a:pt x="4933" y="1376"/>
                  <a:pt x="4933" y="1376"/>
                </a:cubicBezTo>
                <a:lnTo>
                  <a:pt x="4933" y="1376"/>
                </a:lnTo>
                <a:cubicBezTo>
                  <a:pt x="4934" y="1376"/>
                  <a:pt x="4964" y="1397"/>
                  <a:pt x="4972" y="1404"/>
                </a:cubicBezTo>
                <a:cubicBezTo>
                  <a:pt x="5081" y="1495"/>
                  <a:pt x="5182" y="1594"/>
                  <a:pt x="5275" y="1701"/>
                </a:cubicBezTo>
                <a:cubicBezTo>
                  <a:pt x="5296" y="1724"/>
                  <a:pt x="5315" y="1747"/>
                  <a:pt x="5332" y="1771"/>
                </a:cubicBezTo>
                <a:cubicBezTo>
                  <a:pt x="5336" y="1776"/>
                  <a:pt x="5339" y="1780"/>
                  <a:pt x="5342" y="1782"/>
                </a:cubicBezTo>
                <a:lnTo>
                  <a:pt x="5342" y="1782"/>
                </a:lnTo>
                <a:cubicBezTo>
                  <a:pt x="5378" y="1835"/>
                  <a:pt x="5414" y="1889"/>
                  <a:pt x="5446" y="1943"/>
                </a:cubicBezTo>
                <a:cubicBezTo>
                  <a:pt x="5477" y="1994"/>
                  <a:pt x="5507" y="2045"/>
                  <a:pt x="5534" y="2097"/>
                </a:cubicBezTo>
                <a:cubicBezTo>
                  <a:pt x="5548" y="2126"/>
                  <a:pt x="5603" y="2244"/>
                  <a:pt x="5604" y="2244"/>
                </a:cubicBezTo>
                <a:cubicBezTo>
                  <a:pt x="5605" y="2244"/>
                  <a:pt x="5604" y="2244"/>
                  <a:pt x="5604" y="2242"/>
                </a:cubicBezTo>
                <a:lnTo>
                  <a:pt x="5604" y="2242"/>
                </a:lnTo>
                <a:cubicBezTo>
                  <a:pt x="5646" y="2347"/>
                  <a:pt x="5682" y="2454"/>
                  <a:pt x="5711" y="2561"/>
                </a:cubicBezTo>
                <a:cubicBezTo>
                  <a:pt x="5726" y="2620"/>
                  <a:pt x="5741" y="2679"/>
                  <a:pt x="5751" y="2738"/>
                </a:cubicBezTo>
                <a:cubicBezTo>
                  <a:pt x="5756" y="2758"/>
                  <a:pt x="5778" y="2901"/>
                  <a:pt x="5781" y="2901"/>
                </a:cubicBezTo>
                <a:cubicBezTo>
                  <a:pt x="5781" y="2901"/>
                  <a:pt x="5781" y="2892"/>
                  <a:pt x="5779" y="2872"/>
                </a:cubicBezTo>
                <a:lnTo>
                  <a:pt x="5779" y="2872"/>
                </a:lnTo>
                <a:cubicBezTo>
                  <a:pt x="5793" y="2999"/>
                  <a:pt x="5800" y="3127"/>
                  <a:pt x="5800" y="3256"/>
                </a:cubicBezTo>
                <a:cubicBezTo>
                  <a:pt x="5798" y="3323"/>
                  <a:pt x="5796" y="3393"/>
                  <a:pt x="5791" y="3460"/>
                </a:cubicBezTo>
                <a:cubicBezTo>
                  <a:pt x="5787" y="3518"/>
                  <a:pt x="5781" y="3572"/>
                  <a:pt x="5780" y="3582"/>
                </a:cubicBezTo>
                <a:lnTo>
                  <a:pt x="5780" y="3582"/>
                </a:lnTo>
                <a:cubicBezTo>
                  <a:pt x="5759" y="3706"/>
                  <a:pt x="5734" y="3831"/>
                  <a:pt x="5699" y="3953"/>
                </a:cubicBezTo>
                <a:cubicBezTo>
                  <a:pt x="5682" y="4012"/>
                  <a:pt x="5663" y="4069"/>
                  <a:pt x="5642" y="4126"/>
                </a:cubicBezTo>
                <a:cubicBezTo>
                  <a:pt x="5631" y="4155"/>
                  <a:pt x="5621" y="4183"/>
                  <a:pt x="5610" y="4212"/>
                </a:cubicBezTo>
                <a:cubicBezTo>
                  <a:pt x="5606" y="4223"/>
                  <a:pt x="5602" y="4232"/>
                  <a:pt x="5600" y="4238"/>
                </a:cubicBezTo>
                <a:lnTo>
                  <a:pt x="5600" y="4238"/>
                </a:lnTo>
                <a:cubicBezTo>
                  <a:pt x="5597" y="4244"/>
                  <a:pt x="5593" y="4252"/>
                  <a:pt x="5589" y="4261"/>
                </a:cubicBezTo>
                <a:cubicBezTo>
                  <a:pt x="5534" y="4370"/>
                  <a:pt x="5477" y="4478"/>
                  <a:pt x="5412" y="4581"/>
                </a:cubicBezTo>
                <a:cubicBezTo>
                  <a:pt x="5311" y="4737"/>
                  <a:pt x="5324" y="4720"/>
                  <a:pt x="5189" y="4863"/>
                </a:cubicBezTo>
                <a:cubicBezTo>
                  <a:pt x="4814" y="5261"/>
                  <a:pt x="4355" y="5476"/>
                  <a:pt x="3756" y="5573"/>
                </a:cubicBezTo>
                <a:cubicBezTo>
                  <a:pt x="3620" y="5595"/>
                  <a:pt x="3482" y="5605"/>
                  <a:pt x="3344" y="5605"/>
                </a:cubicBezTo>
                <a:cubicBezTo>
                  <a:pt x="2954" y="5605"/>
                  <a:pt x="2572" y="5519"/>
                  <a:pt x="2265" y="5346"/>
                </a:cubicBezTo>
                <a:cubicBezTo>
                  <a:pt x="2214" y="5316"/>
                  <a:pt x="2164" y="5285"/>
                  <a:pt x="2113" y="5253"/>
                </a:cubicBezTo>
                <a:cubicBezTo>
                  <a:pt x="2098" y="5243"/>
                  <a:pt x="2015" y="5180"/>
                  <a:pt x="2013" y="5180"/>
                </a:cubicBezTo>
                <a:lnTo>
                  <a:pt x="2013" y="5180"/>
                </a:lnTo>
                <a:cubicBezTo>
                  <a:pt x="2013" y="5180"/>
                  <a:pt x="2019" y="5186"/>
                  <a:pt x="2037" y="5200"/>
                </a:cubicBezTo>
                <a:cubicBezTo>
                  <a:pt x="1930" y="5114"/>
                  <a:pt x="1831" y="5019"/>
                  <a:pt x="1740" y="4916"/>
                </a:cubicBezTo>
                <a:cubicBezTo>
                  <a:pt x="1728" y="4902"/>
                  <a:pt x="1675" y="4837"/>
                  <a:pt x="1657" y="4816"/>
                </a:cubicBezTo>
                <a:lnTo>
                  <a:pt x="1657" y="4816"/>
                </a:lnTo>
                <a:cubicBezTo>
                  <a:pt x="1647" y="4801"/>
                  <a:pt x="1584" y="4711"/>
                  <a:pt x="1570" y="4688"/>
                </a:cubicBezTo>
                <a:cubicBezTo>
                  <a:pt x="1500" y="4579"/>
                  <a:pt x="1439" y="4465"/>
                  <a:pt x="1382" y="4347"/>
                </a:cubicBezTo>
                <a:cubicBezTo>
                  <a:pt x="1372" y="4327"/>
                  <a:pt x="1369" y="4322"/>
                  <a:pt x="1368" y="4322"/>
                </a:cubicBezTo>
                <a:lnTo>
                  <a:pt x="1368" y="4322"/>
                </a:lnTo>
                <a:cubicBezTo>
                  <a:pt x="1368" y="4322"/>
                  <a:pt x="1368" y="4322"/>
                  <a:pt x="1368" y="4322"/>
                </a:cubicBezTo>
                <a:lnTo>
                  <a:pt x="1368" y="4322"/>
                </a:lnTo>
                <a:cubicBezTo>
                  <a:pt x="1366" y="4315"/>
                  <a:pt x="1360" y="4299"/>
                  <a:pt x="1348" y="4265"/>
                </a:cubicBezTo>
                <a:cubicBezTo>
                  <a:pt x="1329" y="4210"/>
                  <a:pt x="1308" y="4155"/>
                  <a:pt x="1291" y="4101"/>
                </a:cubicBezTo>
                <a:cubicBezTo>
                  <a:pt x="1251" y="3974"/>
                  <a:pt x="1220" y="3848"/>
                  <a:pt x="1197" y="3717"/>
                </a:cubicBezTo>
                <a:cubicBezTo>
                  <a:pt x="1192" y="3696"/>
                  <a:pt x="1179" y="3596"/>
                  <a:pt x="1178" y="3596"/>
                </a:cubicBezTo>
                <a:lnTo>
                  <a:pt x="1178" y="3596"/>
                </a:lnTo>
                <a:cubicBezTo>
                  <a:pt x="1178" y="3596"/>
                  <a:pt x="1179" y="3606"/>
                  <a:pt x="1182" y="3633"/>
                </a:cubicBezTo>
                <a:cubicBezTo>
                  <a:pt x="1173" y="3568"/>
                  <a:pt x="1167" y="3502"/>
                  <a:pt x="1165" y="3437"/>
                </a:cubicBezTo>
                <a:cubicBezTo>
                  <a:pt x="1157" y="3304"/>
                  <a:pt x="1157" y="3174"/>
                  <a:pt x="1165" y="3041"/>
                </a:cubicBezTo>
                <a:cubicBezTo>
                  <a:pt x="1167" y="3011"/>
                  <a:pt x="1179" y="2898"/>
                  <a:pt x="1181" y="2870"/>
                </a:cubicBezTo>
                <a:lnTo>
                  <a:pt x="1181" y="2870"/>
                </a:lnTo>
                <a:cubicBezTo>
                  <a:pt x="1186" y="2847"/>
                  <a:pt x="1203" y="2750"/>
                  <a:pt x="1209" y="2721"/>
                </a:cubicBezTo>
                <a:cubicBezTo>
                  <a:pt x="1239" y="2580"/>
                  <a:pt x="1281" y="2443"/>
                  <a:pt x="1327" y="2306"/>
                </a:cubicBezTo>
                <a:cubicBezTo>
                  <a:pt x="1342" y="2262"/>
                  <a:pt x="1345" y="2248"/>
                  <a:pt x="1346" y="2244"/>
                </a:cubicBezTo>
                <a:lnTo>
                  <a:pt x="1346" y="2244"/>
                </a:lnTo>
                <a:cubicBezTo>
                  <a:pt x="1348" y="2241"/>
                  <a:pt x="1355" y="2229"/>
                  <a:pt x="1376" y="2188"/>
                </a:cubicBezTo>
                <a:cubicBezTo>
                  <a:pt x="1407" y="2125"/>
                  <a:pt x="1439" y="2059"/>
                  <a:pt x="1475" y="1998"/>
                </a:cubicBezTo>
                <a:cubicBezTo>
                  <a:pt x="1511" y="1937"/>
                  <a:pt x="1551" y="1878"/>
                  <a:pt x="1588" y="1819"/>
                </a:cubicBezTo>
                <a:cubicBezTo>
                  <a:pt x="1603" y="1799"/>
                  <a:pt x="1618" y="1779"/>
                  <a:pt x="1632" y="1759"/>
                </a:cubicBezTo>
                <a:lnTo>
                  <a:pt x="1632" y="1759"/>
                </a:lnTo>
                <a:cubicBezTo>
                  <a:pt x="1639" y="1751"/>
                  <a:pt x="1646" y="1741"/>
                  <a:pt x="1654" y="1733"/>
                </a:cubicBezTo>
                <a:cubicBezTo>
                  <a:pt x="1744" y="1632"/>
                  <a:pt x="1839" y="1535"/>
                  <a:pt x="1945" y="1446"/>
                </a:cubicBezTo>
                <a:cubicBezTo>
                  <a:pt x="1949" y="1443"/>
                  <a:pt x="1952" y="1440"/>
                  <a:pt x="1955" y="1437"/>
                </a:cubicBezTo>
                <a:lnTo>
                  <a:pt x="1955" y="1437"/>
                </a:lnTo>
                <a:cubicBezTo>
                  <a:pt x="1958" y="1435"/>
                  <a:pt x="1960" y="1434"/>
                  <a:pt x="1963" y="1431"/>
                </a:cubicBezTo>
                <a:cubicBezTo>
                  <a:pt x="1993" y="1410"/>
                  <a:pt x="2022" y="1389"/>
                  <a:pt x="2054" y="1370"/>
                </a:cubicBezTo>
                <a:cubicBezTo>
                  <a:pt x="2115" y="1328"/>
                  <a:pt x="2180" y="1292"/>
                  <a:pt x="2246" y="1257"/>
                </a:cubicBezTo>
                <a:cubicBezTo>
                  <a:pt x="2372" y="1191"/>
                  <a:pt x="2412" y="1174"/>
                  <a:pt x="2604" y="1120"/>
                </a:cubicBezTo>
                <a:cubicBezTo>
                  <a:pt x="2802" y="1065"/>
                  <a:pt x="2859" y="1059"/>
                  <a:pt x="3023" y="1044"/>
                </a:cubicBezTo>
                <a:cubicBezTo>
                  <a:pt x="3046" y="1042"/>
                  <a:pt x="3069" y="1039"/>
                  <a:pt x="3092" y="1035"/>
                </a:cubicBezTo>
                <a:lnTo>
                  <a:pt x="3092" y="1035"/>
                </a:lnTo>
                <a:cubicBezTo>
                  <a:pt x="3113" y="1033"/>
                  <a:pt x="3134" y="1031"/>
                  <a:pt x="3156" y="1027"/>
                </a:cubicBezTo>
                <a:cubicBezTo>
                  <a:pt x="3317" y="1000"/>
                  <a:pt x="3479" y="986"/>
                  <a:pt x="3639" y="986"/>
                </a:cubicBezTo>
                <a:close/>
                <a:moveTo>
                  <a:pt x="3656" y="0"/>
                </a:moveTo>
                <a:cubicBezTo>
                  <a:pt x="3424" y="0"/>
                  <a:pt x="3191" y="20"/>
                  <a:pt x="2962" y="55"/>
                </a:cubicBezTo>
                <a:lnTo>
                  <a:pt x="2962" y="55"/>
                </a:lnTo>
                <a:cubicBezTo>
                  <a:pt x="1592" y="189"/>
                  <a:pt x="506" y="1128"/>
                  <a:pt x="238" y="2500"/>
                </a:cubicBezTo>
                <a:cubicBezTo>
                  <a:pt x="0" y="3730"/>
                  <a:pt x="360" y="5131"/>
                  <a:pt x="1367" y="5933"/>
                </a:cubicBezTo>
                <a:cubicBezTo>
                  <a:pt x="1934" y="6385"/>
                  <a:pt x="2656" y="6602"/>
                  <a:pt x="3382" y="6602"/>
                </a:cubicBezTo>
                <a:cubicBezTo>
                  <a:pt x="4138" y="6602"/>
                  <a:pt x="4898" y="6367"/>
                  <a:pt x="5494" y="5917"/>
                </a:cubicBezTo>
                <a:cubicBezTo>
                  <a:pt x="6607" y="5078"/>
                  <a:pt x="7041" y="3580"/>
                  <a:pt x="6659" y="2253"/>
                </a:cubicBezTo>
                <a:cubicBezTo>
                  <a:pt x="6453" y="1537"/>
                  <a:pt x="6015" y="905"/>
                  <a:pt x="5393" y="488"/>
                </a:cubicBezTo>
                <a:cubicBezTo>
                  <a:pt x="4872" y="137"/>
                  <a:pt x="4267" y="0"/>
                  <a:pt x="365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8" name="Google Shape;5478;p45"/>
          <p:cNvSpPr/>
          <p:nvPr/>
        </p:nvSpPr>
        <p:spPr>
          <a:xfrm>
            <a:off x="5982663" y="944325"/>
            <a:ext cx="117525" cy="110100"/>
          </a:xfrm>
          <a:custGeom>
            <a:rect b="b" l="l" r="r" t="t"/>
            <a:pathLst>
              <a:path extrusionOk="0" h="4404" w="4701">
                <a:moveTo>
                  <a:pt x="1951" y="1032"/>
                </a:moveTo>
                <a:cubicBezTo>
                  <a:pt x="1950" y="1033"/>
                  <a:pt x="1949" y="1033"/>
                  <a:pt x="1947" y="1033"/>
                </a:cubicBezTo>
                <a:cubicBezTo>
                  <a:pt x="1948" y="1033"/>
                  <a:pt x="1950" y="1033"/>
                  <a:pt x="1951" y="1032"/>
                </a:cubicBezTo>
                <a:close/>
                <a:moveTo>
                  <a:pt x="2857" y="1059"/>
                </a:moveTo>
                <a:cubicBezTo>
                  <a:pt x="2871" y="1059"/>
                  <a:pt x="2889" y="1066"/>
                  <a:pt x="2907" y="1075"/>
                </a:cubicBezTo>
                <a:lnTo>
                  <a:pt x="2907" y="1075"/>
                </a:lnTo>
                <a:cubicBezTo>
                  <a:pt x="2887" y="1068"/>
                  <a:pt x="2858" y="1059"/>
                  <a:pt x="2857" y="1059"/>
                </a:cubicBezTo>
                <a:close/>
                <a:moveTo>
                  <a:pt x="3091" y="1185"/>
                </a:moveTo>
                <a:cubicBezTo>
                  <a:pt x="3091" y="1185"/>
                  <a:pt x="3091" y="1185"/>
                  <a:pt x="3091" y="1185"/>
                </a:cubicBezTo>
                <a:lnTo>
                  <a:pt x="3091" y="1185"/>
                </a:lnTo>
                <a:cubicBezTo>
                  <a:pt x="3091" y="1185"/>
                  <a:pt x="3091" y="1185"/>
                  <a:pt x="3091" y="1185"/>
                </a:cubicBezTo>
                <a:close/>
                <a:moveTo>
                  <a:pt x="3104" y="1198"/>
                </a:moveTo>
                <a:cubicBezTo>
                  <a:pt x="3111" y="1203"/>
                  <a:pt x="3118" y="1208"/>
                  <a:pt x="3125" y="1213"/>
                </a:cubicBezTo>
                <a:cubicBezTo>
                  <a:pt x="3142" y="1224"/>
                  <a:pt x="3149" y="1229"/>
                  <a:pt x="3148" y="1229"/>
                </a:cubicBezTo>
                <a:cubicBezTo>
                  <a:pt x="3148" y="1229"/>
                  <a:pt x="3121" y="1211"/>
                  <a:pt x="3104" y="1198"/>
                </a:cubicBezTo>
                <a:close/>
                <a:moveTo>
                  <a:pt x="1747" y="3319"/>
                </a:moveTo>
                <a:cubicBezTo>
                  <a:pt x="1767" y="3326"/>
                  <a:pt x="1803" y="3338"/>
                  <a:pt x="1802" y="3338"/>
                </a:cubicBezTo>
                <a:cubicBezTo>
                  <a:pt x="1800" y="3339"/>
                  <a:pt x="1799" y="3339"/>
                  <a:pt x="1797" y="3339"/>
                </a:cubicBezTo>
                <a:cubicBezTo>
                  <a:pt x="1785" y="3339"/>
                  <a:pt x="1766" y="3330"/>
                  <a:pt x="1747" y="3319"/>
                </a:cubicBezTo>
                <a:close/>
                <a:moveTo>
                  <a:pt x="2463" y="3393"/>
                </a:moveTo>
                <a:cubicBezTo>
                  <a:pt x="2461" y="3393"/>
                  <a:pt x="2459" y="3393"/>
                  <a:pt x="2456" y="3393"/>
                </a:cubicBezTo>
                <a:lnTo>
                  <a:pt x="2456" y="3393"/>
                </a:lnTo>
                <a:cubicBezTo>
                  <a:pt x="2459" y="3393"/>
                  <a:pt x="2462" y="3393"/>
                  <a:pt x="2463" y="3393"/>
                </a:cubicBezTo>
                <a:close/>
                <a:moveTo>
                  <a:pt x="2387" y="989"/>
                </a:moveTo>
                <a:cubicBezTo>
                  <a:pt x="2440" y="989"/>
                  <a:pt x="2491" y="989"/>
                  <a:pt x="2541" y="993"/>
                </a:cubicBezTo>
                <a:cubicBezTo>
                  <a:pt x="2560" y="993"/>
                  <a:pt x="2582" y="997"/>
                  <a:pt x="2601" y="998"/>
                </a:cubicBezTo>
                <a:lnTo>
                  <a:pt x="2601" y="998"/>
                </a:lnTo>
                <a:cubicBezTo>
                  <a:pt x="2682" y="1018"/>
                  <a:pt x="2761" y="1029"/>
                  <a:pt x="2840" y="1057"/>
                </a:cubicBezTo>
                <a:cubicBezTo>
                  <a:pt x="2857" y="1061"/>
                  <a:pt x="2876" y="1069"/>
                  <a:pt x="2895" y="1076"/>
                </a:cubicBezTo>
                <a:cubicBezTo>
                  <a:pt x="2906" y="1079"/>
                  <a:pt x="2914" y="1081"/>
                  <a:pt x="2919" y="1082"/>
                </a:cubicBezTo>
                <a:lnTo>
                  <a:pt x="2919" y="1082"/>
                </a:lnTo>
                <a:cubicBezTo>
                  <a:pt x="2944" y="1096"/>
                  <a:pt x="2968" y="1113"/>
                  <a:pt x="2984" y="1122"/>
                </a:cubicBezTo>
                <a:cubicBezTo>
                  <a:pt x="3015" y="1139"/>
                  <a:pt x="3049" y="1160"/>
                  <a:pt x="3080" y="1181"/>
                </a:cubicBezTo>
                <a:cubicBezTo>
                  <a:pt x="3084" y="1184"/>
                  <a:pt x="3088" y="1186"/>
                  <a:pt x="3092" y="1189"/>
                </a:cubicBezTo>
                <a:lnTo>
                  <a:pt x="3092" y="1189"/>
                </a:lnTo>
                <a:cubicBezTo>
                  <a:pt x="3107" y="1217"/>
                  <a:pt x="3258" y="1347"/>
                  <a:pt x="3274" y="1366"/>
                </a:cubicBezTo>
                <a:cubicBezTo>
                  <a:pt x="3278" y="1370"/>
                  <a:pt x="3281" y="1374"/>
                  <a:pt x="3284" y="1378"/>
                </a:cubicBezTo>
                <a:lnTo>
                  <a:pt x="3284" y="1378"/>
                </a:lnTo>
                <a:cubicBezTo>
                  <a:pt x="3304" y="1410"/>
                  <a:pt x="3328" y="1440"/>
                  <a:pt x="3348" y="1474"/>
                </a:cubicBezTo>
                <a:cubicBezTo>
                  <a:pt x="3367" y="1503"/>
                  <a:pt x="3386" y="1535"/>
                  <a:pt x="3403" y="1569"/>
                </a:cubicBezTo>
                <a:cubicBezTo>
                  <a:pt x="3409" y="1579"/>
                  <a:pt x="3414" y="1591"/>
                  <a:pt x="3420" y="1604"/>
                </a:cubicBezTo>
                <a:lnTo>
                  <a:pt x="3420" y="1604"/>
                </a:lnTo>
                <a:cubicBezTo>
                  <a:pt x="3420" y="1602"/>
                  <a:pt x="3420" y="1600"/>
                  <a:pt x="3420" y="1598"/>
                </a:cubicBezTo>
                <a:lnTo>
                  <a:pt x="3420" y="1598"/>
                </a:lnTo>
                <a:cubicBezTo>
                  <a:pt x="3420" y="1600"/>
                  <a:pt x="3420" y="1602"/>
                  <a:pt x="3420" y="1604"/>
                </a:cubicBezTo>
                <a:lnTo>
                  <a:pt x="3420" y="1604"/>
                </a:lnTo>
                <a:cubicBezTo>
                  <a:pt x="3420" y="1604"/>
                  <a:pt x="3420" y="1604"/>
                  <a:pt x="3420" y="1604"/>
                </a:cubicBezTo>
                <a:lnTo>
                  <a:pt x="3420" y="1604"/>
                </a:lnTo>
                <a:cubicBezTo>
                  <a:pt x="3420" y="1621"/>
                  <a:pt x="3423" y="1634"/>
                  <a:pt x="3427" y="1644"/>
                </a:cubicBezTo>
                <a:lnTo>
                  <a:pt x="3427" y="1644"/>
                </a:lnTo>
                <a:cubicBezTo>
                  <a:pt x="3423" y="1630"/>
                  <a:pt x="3420" y="1616"/>
                  <a:pt x="3420" y="1604"/>
                </a:cubicBezTo>
                <a:lnTo>
                  <a:pt x="3420" y="1604"/>
                </a:lnTo>
                <a:cubicBezTo>
                  <a:pt x="3422" y="1608"/>
                  <a:pt x="3424" y="1613"/>
                  <a:pt x="3426" y="1617"/>
                </a:cubicBezTo>
                <a:cubicBezTo>
                  <a:pt x="3442" y="1646"/>
                  <a:pt x="3443" y="1659"/>
                  <a:pt x="3439" y="1659"/>
                </a:cubicBezTo>
                <a:cubicBezTo>
                  <a:pt x="3436" y="1659"/>
                  <a:pt x="3432" y="1654"/>
                  <a:pt x="3427" y="1644"/>
                </a:cubicBezTo>
                <a:lnTo>
                  <a:pt x="3427" y="1644"/>
                </a:lnTo>
                <a:cubicBezTo>
                  <a:pt x="3443" y="1697"/>
                  <a:pt x="3479" y="1760"/>
                  <a:pt x="3491" y="1802"/>
                </a:cubicBezTo>
                <a:cubicBezTo>
                  <a:pt x="3500" y="1838"/>
                  <a:pt x="3508" y="1874"/>
                  <a:pt x="3517" y="1910"/>
                </a:cubicBezTo>
                <a:cubicBezTo>
                  <a:pt x="3521" y="1933"/>
                  <a:pt x="3525" y="1954"/>
                  <a:pt x="3529" y="1977"/>
                </a:cubicBezTo>
                <a:cubicBezTo>
                  <a:pt x="3534" y="2005"/>
                  <a:pt x="3537" y="2015"/>
                  <a:pt x="3538" y="2015"/>
                </a:cubicBezTo>
                <a:cubicBezTo>
                  <a:pt x="3540" y="2015"/>
                  <a:pt x="3530" y="1942"/>
                  <a:pt x="3525" y="1939"/>
                </a:cubicBezTo>
                <a:lnTo>
                  <a:pt x="3525" y="1939"/>
                </a:lnTo>
                <a:cubicBezTo>
                  <a:pt x="3550" y="1954"/>
                  <a:pt x="3538" y="2142"/>
                  <a:pt x="3538" y="2173"/>
                </a:cubicBezTo>
                <a:cubicBezTo>
                  <a:pt x="3538" y="2215"/>
                  <a:pt x="3535" y="2257"/>
                  <a:pt x="3533" y="2297"/>
                </a:cubicBezTo>
                <a:cubicBezTo>
                  <a:pt x="3532" y="2312"/>
                  <a:pt x="3530" y="2326"/>
                  <a:pt x="3529" y="2339"/>
                </a:cubicBezTo>
                <a:lnTo>
                  <a:pt x="3529" y="2339"/>
                </a:lnTo>
                <a:cubicBezTo>
                  <a:pt x="3514" y="2409"/>
                  <a:pt x="3504" y="2477"/>
                  <a:pt x="3483" y="2546"/>
                </a:cubicBezTo>
                <a:cubicBezTo>
                  <a:pt x="3472" y="2582"/>
                  <a:pt x="3462" y="2618"/>
                  <a:pt x="3449" y="2651"/>
                </a:cubicBezTo>
                <a:cubicBezTo>
                  <a:pt x="3445" y="2663"/>
                  <a:pt x="3440" y="2676"/>
                  <a:pt x="3436" y="2688"/>
                </a:cubicBezTo>
                <a:lnTo>
                  <a:pt x="3436" y="2688"/>
                </a:lnTo>
                <a:cubicBezTo>
                  <a:pt x="3398" y="2751"/>
                  <a:pt x="3369" y="2818"/>
                  <a:pt x="3329" y="2881"/>
                </a:cubicBezTo>
                <a:cubicBezTo>
                  <a:pt x="3324" y="2889"/>
                  <a:pt x="3300" y="2922"/>
                  <a:pt x="3284" y="2945"/>
                </a:cubicBezTo>
                <a:lnTo>
                  <a:pt x="3284" y="2945"/>
                </a:lnTo>
                <a:cubicBezTo>
                  <a:pt x="3263" y="2968"/>
                  <a:pt x="3232" y="3005"/>
                  <a:pt x="3224" y="3014"/>
                </a:cubicBezTo>
                <a:cubicBezTo>
                  <a:pt x="3198" y="3041"/>
                  <a:pt x="3171" y="3069"/>
                  <a:pt x="3142" y="3094"/>
                </a:cubicBezTo>
                <a:cubicBezTo>
                  <a:pt x="3127" y="3106"/>
                  <a:pt x="3112" y="3119"/>
                  <a:pt x="3099" y="3132"/>
                </a:cubicBezTo>
                <a:cubicBezTo>
                  <a:pt x="3075" y="3154"/>
                  <a:pt x="3071" y="3163"/>
                  <a:pt x="3076" y="3163"/>
                </a:cubicBezTo>
                <a:cubicBezTo>
                  <a:pt x="3076" y="3163"/>
                  <a:pt x="3077" y="3163"/>
                  <a:pt x="3078" y="3162"/>
                </a:cubicBezTo>
                <a:lnTo>
                  <a:pt x="3078" y="3162"/>
                </a:lnTo>
                <a:cubicBezTo>
                  <a:pt x="3021" y="3203"/>
                  <a:pt x="2923" y="3245"/>
                  <a:pt x="2889" y="3262"/>
                </a:cubicBezTo>
                <a:cubicBezTo>
                  <a:pt x="2863" y="3275"/>
                  <a:pt x="2803" y="3296"/>
                  <a:pt x="2805" y="3296"/>
                </a:cubicBezTo>
                <a:cubicBezTo>
                  <a:pt x="2806" y="3296"/>
                  <a:pt x="2822" y="3291"/>
                  <a:pt x="2866" y="3277"/>
                </a:cubicBezTo>
                <a:lnTo>
                  <a:pt x="2866" y="3277"/>
                </a:lnTo>
                <a:cubicBezTo>
                  <a:pt x="2823" y="3292"/>
                  <a:pt x="2783" y="3309"/>
                  <a:pt x="2741" y="3323"/>
                </a:cubicBezTo>
                <a:cubicBezTo>
                  <a:pt x="2642" y="3355"/>
                  <a:pt x="2541" y="3376"/>
                  <a:pt x="2438" y="3395"/>
                </a:cubicBezTo>
                <a:cubicBezTo>
                  <a:pt x="2437" y="3395"/>
                  <a:pt x="2437" y="3395"/>
                  <a:pt x="2437" y="3395"/>
                </a:cubicBezTo>
                <a:lnTo>
                  <a:pt x="2437" y="3395"/>
                </a:lnTo>
                <a:cubicBezTo>
                  <a:pt x="2416" y="3397"/>
                  <a:pt x="2395" y="3400"/>
                  <a:pt x="2375" y="3401"/>
                </a:cubicBezTo>
                <a:cubicBezTo>
                  <a:pt x="2330" y="3403"/>
                  <a:pt x="2284" y="3406"/>
                  <a:pt x="2240" y="3406"/>
                </a:cubicBezTo>
                <a:cubicBezTo>
                  <a:pt x="2226" y="3406"/>
                  <a:pt x="2211" y="3406"/>
                  <a:pt x="2197" y="3406"/>
                </a:cubicBezTo>
                <a:cubicBezTo>
                  <a:pt x="2163" y="3406"/>
                  <a:pt x="2129" y="3405"/>
                  <a:pt x="2094" y="3403"/>
                </a:cubicBezTo>
                <a:cubicBezTo>
                  <a:pt x="2081" y="3402"/>
                  <a:pt x="2067" y="3400"/>
                  <a:pt x="2054" y="3398"/>
                </a:cubicBezTo>
                <a:lnTo>
                  <a:pt x="2054" y="3398"/>
                </a:lnTo>
                <a:cubicBezTo>
                  <a:pt x="1975" y="3376"/>
                  <a:pt x="1893" y="3365"/>
                  <a:pt x="1814" y="3340"/>
                </a:cubicBezTo>
                <a:cubicBezTo>
                  <a:pt x="1797" y="3334"/>
                  <a:pt x="1778" y="3326"/>
                  <a:pt x="1762" y="3321"/>
                </a:cubicBezTo>
                <a:cubicBezTo>
                  <a:pt x="1752" y="3318"/>
                  <a:pt x="1745" y="3316"/>
                  <a:pt x="1740" y="3315"/>
                </a:cubicBezTo>
                <a:lnTo>
                  <a:pt x="1740" y="3315"/>
                </a:lnTo>
                <a:cubicBezTo>
                  <a:pt x="1716" y="3301"/>
                  <a:pt x="1691" y="3283"/>
                  <a:pt x="1679" y="3277"/>
                </a:cubicBezTo>
                <a:cubicBezTo>
                  <a:pt x="1648" y="3258"/>
                  <a:pt x="1616" y="3241"/>
                  <a:pt x="1587" y="3220"/>
                </a:cubicBezTo>
                <a:cubicBezTo>
                  <a:pt x="1572" y="3210"/>
                  <a:pt x="1557" y="3199"/>
                  <a:pt x="1543" y="3191"/>
                </a:cubicBezTo>
                <a:cubicBezTo>
                  <a:pt x="1525" y="3180"/>
                  <a:pt x="1519" y="3175"/>
                  <a:pt x="1519" y="3175"/>
                </a:cubicBezTo>
                <a:lnTo>
                  <a:pt x="1519" y="3175"/>
                </a:lnTo>
                <a:cubicBezTo>
                  <a:pt x="1518" y="3175"/>
                  <a:pt x="1582" y="3218"/>
                  <a:pt x="1580" y="3218"/>
                </a:cubicBezTo>
                <a:cubicBezTo>
                  <a:pt x="1580" y="3218"/>
                  <a:pt x="1579" y="3218"/>
                  <a:pt x="1578" y="3218"/>
                </a:cubicBezTo>
                <a:cubicBezTo>
                  <a:pt x="1542" y="3218"/>
                  <a:pt x="1420" y="3070"/>
                  <a:pt x="1399" y="3045"/>
                </a:cubicBezTo>
                <a:cubicBezTo>
                  <a:pt x="1384" y="3030"/>
                  <a:pt x="1353" y="2977"/>
                  <a:pt x="1351" y="2977"/>
                </a:cubicBezTo>
                <a:lnTo>
                  <a:pt x="1351" y="2977"/>
                </a:lnTo>
                <a:cubicBezTo>
                  <a:pt x="1350" y="2977"/>
                  <a:pt x="1354" y="2985"/>
                  <a:pt x="1363" y="3005"/>
                </a:cubicBezTo>
                <a:cubicBezTo>
                  <a:pt x="1372" y="3025"/>
                  <a:pt x="1375" y="3032"/>
                  <a:pt x="1374" y="3032"/>
                </a:cubicBezTo>
                <a:cubicBezTo>
                  <a:pt x="1372" y="3032"/>
                  <a:pt x="1335" y="2962"/>
                  <a:pt x="1326" y="2946"/>
                </a:cubicBezTo>
                <a:cubicBezTo>
                  <a:pt x="1285" y="2881"/>
                  <a:pt x="1252" y="2814"/>
                  <a:pt x="1215" y="2746"/>
                </a:cubicBezTo>
                <a:lnTo>
                  <a:pt x="1215" y="2746"/>
                </a:lnTo>
                <a:cubicBezTo>
                  <a:pt x="1214" y="2743"/>
                  <a:pt x="1213" y="2740"/>
                  <a:pt x="1212" y="2736"/>
                </a:cubicBezTo>
                <a:cubicBezTo>
                  <a:pt x="1199" y="2702"/>
                  <a:pt x="1187" y="2668"/>
                  <a:pt x="1176" y="2635"/>
                </a:cubicBezTo>
                <a:cubicBezTo>
                  <a:pt x="1153" y="2559"/>
                  <a:pt x="1132" y="2481"/>
                  <a:pt x="1119" y="2403"/>
                </a:cubicBezTo>
                <a:cubicBezTo>
                  <a:pt x="1119" y="2401"/>
                  <a:pt x="1118" y="2399"/>
                  <a:pt x="1118" y="2397"/>
                </a:cubicBezTo>
                <a:lnTo>
                  <a:pt x="1118" y="2397"/>
                </a:lnTo>
                <a:cubicBezTo>
                  <a:pt x="1122" y="2365"/>
                  <a:pt x="1108" y="2315"/>
                  <a:pt x="1106" y="2283"/>
                </a:cubicBezTo>
                <a:cubicBezTo>
                  <a:pt x="1102" y="2203"/>
                  <a:pt x="1102" y="2123"/>
                  <a:pt x="1106" y="2043"/>
                </a:cubicBezTo>
                <a:cubicBezTo>
                  <a:pt x="1107" y="2033"/>
                  <a:pt x="1110" y="2004"/>
                  <a:pt x="1113" y="1978"/>
                </a:cubicBezTo>
                <a:lnTo>
                  <a:pt x="1113" y="1978"/>
                </a:lnTo>
                <a:cubicBezTo>
                  <a:pt x="1117" y="1953"/>
                  <a:pt x="1123" y="1911"/>
                  <a:pt x="1125" y="1899"/>
                </a:cubicBezTo>
                <a:cubicBezTo>
                  <a:pt x="1144" y="1813"/>
                  <a:pt x="1170" y="1731"/>
                  <a:pt x="1197" y="1647"/>
                </a:cubicBezTo>
                <a:cubicBezTo>
                  <a:pt x="1199" y="1642"/>
                  <a:pt x="1200" y="1637"/>
                  <a:pt x="1201" y="1634"/>
                </a:cubicBezTo>
                <a:lnTo>
                  <a:pt x="1201" y="1634"/>
                </a:lnTo>
                <a:cubicBezTo>
                  <a:pt x="1203" y="1630"/>
                  <a:pt x="1205" y="1626"/>
                  <a:pt x="1208" y="1621"/>
                </a:cubicBezTo>
                <a:cubicBezTo>
                  <a:pt x="1227" y="1583"/>
                  <a:pt x="1246" y="1543"/>
                  <a:pt x="1269" y="1507"/>
                </a:cubicBezTo>
                <a:cubicBezTo>
                  <a:pt x="1290" y="1470"/>
                  <a:pt x="1313" y="1434"/>
                  <a:pt x="1338" y="1398"/>
                </a:cubicBezTo>
                <a:cubicBezTo>
                  <a:pt x="1341" y="1394"/>
                  <a:pt x="1344" y="1390"/>
                  <a:pt x="1346" y="1386"/>
                </a:cubicBezTo>
                <a:lnTo>
                  <a:pt x="1346" y="1386"/>
                </a:lnTo>
                <a:cubicBezTo>
                  <a:pt x="1346" y="1386"/>
                  <a:pt x="1346" y="1386"/>
                  <a:pt x="1347" y="1385"/>
                </a:cubicBezTo>
                <a:cubicBezTo>
                  <a:pt x="1399" y="1329"/>
                  <a:pt x="1454" y="1275"/>
                  <a:pt x="1511" y="1223"/>
                </a:cubicBezTo>
                <a:lnTo>
                  <a:pt x="1511" y="1223"/>
                </a:lnTo>
                <a:cubicBezTo>
                  <a:pt x="1524" y="1213"/>
                  <a:pt x="1537" y="1203"/>
                  <a:pt x="1551" y="1194"/>
                </a:cubicBezTo>
                <a:cubicBezTo>
                  <a:pt x="1589" y="1170"/>
                  <a:pt x="1627" y="1147"/>
                  <a:pt x="1667" y="1126"/>
                </a:cubicBezTo>
                <a:cubicBezTo>
                  <a:pt x="1682" y="1119"/>
                  <a:pt x="1697" y="1111"/>
                  <a:pt x="1712" y="1103"/>
                </a:cubicBezTo>
                <a:lnTo>
                  <a:pt x="1712" y="1103"/>
                </a:lnTo>
                <a:cubicBezTo>
                  <a:pt x="1755" y="1090"/>
                  <a:pt x="1797" y="1075"/>
                  <a:pt x="1840" y="1063"/>
                </a:cubicBezTo>
                <a:cubicBezTo>
                  <a:pt x="1884" y="1050"/>
                  <a:pt x="1928" y="1042"/>
                  <a:pt x="1970" y="1031"/>
                </a:cubicBezTo>
                <a:cubicBezTo>
                  <a:pt x="1976" y="1030"/>
                  <a:pt x="1983" y="1028"/>
                  <a:pt x="1990" y="1026"/>
                </a:cubicBezTo>
                <a:lnTo>
                  <a:pt x="1990" y="1026"/>
                </a:lnTo>
                <a:cubicBezTo>
                  <a:pt x="2008" y="1025"/>
                  <a:pt x="2026" y="1024"/>
                  <a:pt x="2042" y="1023"/>
                </a:cubicBezTo>
                <a:cubicBezTo>
                  <a:pt x="2063" y="1021"/>
                  <a:pt x="2083" y="1018"/>
                  <a:pt x="2104" y="1015"/>
                </a:cubicBezTo>
                <a:lnTo>
                  <a:pt x="2104" y="1015"/>
                </a:lnTo>
                <a:cubicBezTo>
                  <a:pt x="2127" y="1013"/>
                  <a:pt x="2151" y="1010"/>
                  <a:pt x="2175" y="1006"/>
                </a:cubicBezTo>
                <a:cubicBezTo>
                  <a:pt x="2200" y="1002"/>
                  <a:pt x="2223" y="998"/>
                  <a:pt x="2248" y="996"/>
                </a:cubicBezTo>
                <a:lnTo>
                  <a:pt x="2248" y="996"/>
                </a:lnTo>
                <a:cubicBezTo>
                  <a:pt x="2202" y="1002"/>
                  <a:pt x="2186" y="1004"/>
                  <a:pt x="2186" y="1004"/>
                </a:cubicBezTo>
                <a:cubicBezTo>
                  <a:pt x="2187" y="1004"/>
                  <a:pt x="2227" y="999"/>
                  <a:pt x="2246" y="998"/>
                </a:cubicBezTo>
                <a:cubicBezTo>
                  <a:pt x="2293" y="996"/>
                  <a:pt x="2341" y="991"/>
                  <a:pt x="2387" y="989"/>
                </a:cubicBezTo>
                <a:close/>
                <a:moveTo>
                  <a:pt x="2431" y="0"/>
                </a:moveTo>
                <a:cubicBezTo>
                  <a:pt x="2283" y="0"/>
                  <a:pt x="2134" y="12"/>
                  <a:pt x="1987" y="33"/>
                </a:cubicBezTo>
                <a:lnTo>
                  <a:pt x="1987" y="33"/>
                </a:lnTo>
                <a:cubicBezTo>
                  <a:pt x="1519" y="79"/>
                  <a:pt x="1082" y="246"/>
                  <a:pt x="738" y="578"/>
                </a:cubicBezTo>
                <a:cubicBezTo>
                  <a:pt x="443" y="863"/>
                  <a:pt x="236" y="1259"/>
                  <a:pt x="158" y="1661"/>
                </a:cubicBezTo>
                <a:cubicBezTo>
                  <a:pt x="0" y="2477"/>
                  <a:pt x="228" y="3403"/>
                  <a:pt x="896" y="3941"/>
                </a:cubicBezTo>
                <a:cubicBezTo>
                  <a:pt x="1283" y="4251"/>
                  <a:pt x="1777" y="4404"/>
                  <a:pt x="2272" y="4404"/>
                </a:cubicBezTo>
                <a:cubicBezTo>
                  <a:pt x="2762" y="4404"/>
                  <a:pt x="3253" y="4255"/>
                  <a:pt x="3645" y="3962"/>
                </a:cubicBezTo>
                <a:cubicBezTo>
                  <a:pt x="4395" y="3401"/>
                  <a:pt x="4700" y="2409"/>
                  <a:pt x="4443" y="1512"/>
                </a:cubicBezTo>
                <a:cubicBezTo>
                  <a:pt x="4302" y="1025"/>
                  <a:pt x="4003" y="604"/>
                  <a:pt x="3582" y="321"/>
                </a:cubicBezTo>
                <a:cubicBezTo>
                  <a:pt x="3236" y="89"/>
                  <a:pt x="2836" y="0"/>
                  <a:pt x="243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479" name="Google Shape;5479;p45"/>
          <p:cNvGrpSpPr/>
          <p:nvPr/>
        </p:nvGrpSpPr>
        <p:grpSpPr>
          <a:xfrm>
            <a:off x="6340450" y="4088531"/>
            <a:ext cx="1055760" cy="753780"/>
            <a:chOff x="3308425" y="649500"/>
            <a:chExt cx="947975" cy="676825"/>
          </a:xfrm>
        </p:grpSpPr>
        <p:sp>
          <p:nvSpPr>
            <p:cNvPr id="5480" name="Google Shape;5480;p45"/>
            <p:cNvSpPr/>
            <p:nvPr/>
          </p:nvSpPr>
          <p:spPr>
            <a:xfrm>
              <a:off x="3308425" y="649500"/>
              <a:ext cx="947975" cy="676275"/>
            </a:xfrm>
            <a:custGeom>
              <a:rect b="b" l="l" r="r" t="t"/>
              <a:pathLst>
                <a:path extrusionOk="0" h="27051" w="37919">
                  <a:moveTo>
                    <a:pt x="12816" y="19976"/>
                  </a:moveTo>
                  <a:cubicBezTo>
                    <a:pt x="12818" y="19976"/>
                    <a:pt x="12821" y="19976"/>
                    <a:pt x="12824" y="19976"/>
                  </a:cubicBezTo>
                  <a:lnTo>
                    <a:pt x="12824" y="19976"/>
                  </a:lnTo>
                  <a:cubicBezTo>
                    <a:pt x="12815" y="19979"/>
                    <a:pt x="12808" y="19979"/>
                    <a:pt x="12804" y="19979"/>
                  </a:cubicBezTo>
                  <a:cubicBezTo>
                    <a:pt x="12796" y="19979"/>
                    <a:pt x="12800" y="19976"/>
                    <a:pt x="12816" y="19976"/>
                  </a:cubicBezTo>
                  <a:close/>
                  <a:moveTo>
                    <a:pt x="23205" y="24113"/>
                  </a:moveTo>
                  <a:cubicBezTo>
                    <a:pt x="23209" y="24113"/>
                    <a:pt x="23211" y="24115"/>
                    <a:pt x="23210" y="24120"/>
                  </a:cubicBezTo>
                  <a:cubicBezTo>
                    <a:pt x="23210" y="24121"/>
                    <a:pt x="23207" y="24122"/>
                    <a:pt x="23199" y="24122"/>
                  </a:cubicBezTo>
                  <a:cubicBezTo>
                    <a:pt x="23195" y="24122"/>
                    <a:pt x="23190" y="24121"/>
                    <a:pt x="23183" y="24121"/>
                  </a:cubicBezTo>
                  <a:lnTo>
                    <a:pt x="23183" y="24121"/>
                  </a:lnTo>
                  <a:cubicBezTo>
                    <a:pt x="23192" y="24116"/>
                    <a:pt x="23200" y="24113"/>
                    <a:pt x="23205" y="24113"/>
                  </a:cubicBezTo>
                  <a:close/>
                  <a:moveTo>
                    <a:pt x="36242" y="1377"/>
                  </a:moveTo>
                  <a:cubicBezTo>
                    <a:pt x="35424" y="2822"/>
                    <a:pt x="34606" y="4266"/>
                    <a:pt x="33786" y="5709"/>
                  </a:cubicBezTo>
                  <a:cubicBezTo>
                    <a:pt x="31759" y="9274"/>
                    <a:pt x="29728" y="12836"/>
                    <a:pt x="27681" y="16390"/>
                  </a:cubicBezTo>
                  <a:cubicBezTo>
                    <a:pt x="26227" y="18914"/>
                    <a:pt x="24824" y="21495"/>
                    <a:pt x="23229" y="23934"/>
                  </a:cubicBezTo>
                  <a:cubicBezTo>
                    <a:pt x="23191" y="23992"/>
                    <a:pt x="23148" y="24050"/>
                    <a:pt x="23106" y="24108"/>
                  </a:cubicBezTo>
                  <a:lnTo>
                    <a:pt x="23106" y="24108"/>
                  </a:lnTo>
                  <a:cubicBezTo>
                    <a:pt x="23088" y="24104"/>
                    <a:pt x="23067" y="24099"/>
                    <a:pt x="23044" y="24092"/>
                  </a:cubicBezTo>
                  <a:cubicBezTo>
                    <a:pt x="22905" y="24054"/>
                    <a:pt x="22768" y="24012"/>
                    <a:pt x="22633" y="23962"/>
                  </a:cubicBezTo>
                  <a:cubicBezTo>
                    <a:pt x="22302" y="23842"/>
                    <a:pt x="21982" y="23692"/>
                    <a:pt x="21664" y="23540"/>
                  </a:cubicBezTo>
                  <a:cubicBezTo>
                    <a:pt x="19793" y="22645"/>
                    <a:pt x="18001" y="21587"/>
                    <a:pt x="16189" y="20578"/>
                  </a:cubicBezTo>
                  <a:cubicBezTo>
                    <a:pt x="15443" y="20163"/>
                    <a:pt x="14697" y="19740"/>
                    <a:pt x="13928" y="19365"/>
                  </a:cubicBezTo>
                  <a:cubicBezTo>
                    <a:pt x="13607" y="19207"/>
                    <a:pt x="13229" y="18985"/>
                    <a:pt x="12857" y="18985"/>
                  </a:cubicBezTo>
                  <a:cubicBezTo>
                    <a:pt x="12737" y="18985"/>
                    <a:pt x="12617" y="19009"/>
                    <a:pt x="12500" y="19066"/>
                  </a:cubicBezTo>
                  <a:cubicBezTo>
                    <a:pt x="12209" y="19207"/>
                    <a:pt x="11959" y="19472"/>
                    <a:pt x="11729" y="19693"/>
                  </a:cubicBezTo>
                  <a:cubicBezTo>
                    <a:pt x="11318" y="20094"/>
                    <a:pt x="10928" y="20513"/>
                    <a:pt x="10534" y="20928"/>
                  </a:cubicBezTo>
                  <a:cubicBezTo>
                    <a:pt x="9428" y="22101"/>
                    <a:pt x="8325" y="23277"/>
                    <a:pt x="7166" y="24400"/>
                  </a:cubicBezTo>
                  <a:cubicBezTo>
                    <a:pt x="6929" y="24629"/>
                    <a:pt x="6690" y="24856"/>
                    <a:pt x="6448" y="25080"/>
                  </a:cubicBezTo>
                  <a:lnTo>
                    <a:pt x="6448" y="25080"/>
                  </a:lnTo>
                  <a:cubicBezTo>
                    <a:pt x="7055" y="22855"/>
                    <a:pt x="7613" y="20617"/>
                    <a:pt x="8177" y="18381"/>
                  </a:cubicBezTo>
                  <a:cubicBezTo>
                    <a:pt x="8331" y="17766"/>
                    <a:pt x="8727" y="16974"/>
                    <a:pt x="8278" y="16415"/>
                  </a:cubicBezTo>
                  <a:cubicBezTo>
                    <a:pt x="7575" y="15537"/>
                    <a:pt x="6292" y="15010"/>
                    <a:pt x="5320" y="14501"/>
                  </a:cubicBezTo>
                  <a:cubicBezTo>
                    <a:pt x="4122" y="13870"/>
                    <a:pt x="2890" y="13287"/>
                    <a:pt x="1708" y="12620"/>
                  </a:cubicBezTo>
                  <a:lnTo>
                    <a:pt x="1708" y="12620"/>
                  </a:lnTo>
                  <a:cubicBezTo>
                    <a:pt x="6998" y="10932"/>
                    <a:pt x="12278" y="9210"/>
                    <a:pt x="17556" y="7490"/>
                  </a:cubicBezTo>
                  <a:cubicBezTo>
                    <a:pt x="23048" y="5699"/>
                    <a:pt x="28536" y="3904"/>
                    <a:pt x="34026" y="2105"/>
                  </a:cubicBezTo>
                  <a:cubicBezTo>
                    <a:pt x="34765" y="1863"/>
                    <a:pt x="35503" y="1620"/>
                    <a:pt x="36242" y="1377"/>
                  </a:cubicBezTo>
                  <a:close/>
                  <a:moveTo>
                    <a:pt x="37319" y="0"/>
                  </a:moveTo>
                  <a:cubicBezTo>
                    <a:pt x="37273" y="0"/>
                    <a:pt x="37225" y="7"/>
                    <a:pt x="37176" y="23"/>
                  </a:cubicBezTo>
                  <a:cubicBezTo>
                    <a:pt x="33967" y="1077"/>
                    <a:pt x="30757" y="2128"/>
                    <a:pt x="27546" y="3179"/>
                  </a:cubicBezTo>
                  <a:cubicBezTo>
                    <a:pt x="21382" y="5195"/>
                    <a:pt x="15218" y="7209"/>
                    <a:pt x="9047" y="9209"/>
                  </a:cubicBezTo>
                  <a:cubicBezTo>
                    <a:pt x="6184" y="10137"/>
                    <a:pt x="3319" y="11064"/>
                    <a:pt x="452" y="11976"/>
                  </a:cubicBezTo>
                  <a:lnTo>
                    <a:pt x="452" y="11976"/>
                  </a:lnTo>
                  <a:cubicBezTo>
                    <a:pt x="371" y="11985"/>
                    <a:pt x="297" y="12018"/>
                    <a:pt x="233" y="12067"/>
                  </a:cubicBezTo>
                  <a:lnTo>
                    <a:pt x="233" y="12067"/>
                  </a:lnTo>
                  <a:cubicBezTo>
                    <a:pt x="111" y="12148"/>
                    <a:pt x="46" y="12272"/>
                    <a:pt x="28" y="12402"/>
                  </a:cubicBezTo>
                  <a:lnTo>
                    <a:pt x="28" y="12402"/>
                  </a:lnTo>
                  <a:cubicBezTo>
                    <a:pt x="0" y="12540"/>
                    <a:pt x="26" y="12688"/>
                    <a:pt x="128" y="12807"/>
                  </a:cubicBezTo>
                  <a:lnTo>
                    <a:pt x="128" y="12807"/>
                  </a:lnTo>
                  <a:cubicBezTo>
                    <a:pt x="180" y="12878"/>
                    <a:pt x="249" y="12934"/>
                    <a:pt x="332" y="12964"/>
                  </a:cubicBezTo>
                  <a:lnTo>
                    <a:pt x="332" y="12964"/>
                  </a:lnTo>
                  <a:cubicBezTo>
                    <a:pt x="1532" y="13711"/>
                    <a:pt x="2813" y="14326"/>
                    <a:pt x="4069" y="14970"/>
                  </a:cubicBezTo>
                  <a:cubicBezTo>
                    <a:pt x="5152" y="15529"/>
                    <a:pt x="6416" y="16055"/>
                    <a:pt x="7339" y="16873"/>
                  </a:cubicBezTo>
                  <a:cubicBezTo>
                    <a:pt x="7383" y="16913"/>
                    <a:pt x="7435" y="16989"/>
                    <a:pt x="7487" y="17027"/>
                  </a:cubicBezTo>
                  <a:lnTo>
                    <a:pt x="7487" y="17027"/>
                  </a:lnTo>
                  <a:cubicBezTo>
                    <a:pt x="7393" y="17359"/>
                    <a:pt x="7319" y="17699"/>
                    <a:pt x="7235" y="18033"/>
                  </a:cubicBezTo>
                  <a:cubicBezTo>
                    <a:pt x="6913" y="19321"/>
                    <a:pt x="6584" y="20606"/>
                    <a:pt x="6254" y="21891"/>
                  </a:cubicBezTo>
                  <a:cubicBezTo>
                    <a:pt x="5860" y="23410"/>
                    <a:pt x="5464" y="24931"/>
                    <a:pt x="5034" y="26439"/>
                  </a:cubicBezTo>
                  <a:cubicBezTo>
                    <a:pt x="4930" y="26803"/>
                    <a:pt x="5214" y="27050"/>
                    <a:pt x="5517" y="27050"/>
                  </a:cubicBezTo>
                  <a:cubicBezTo>
                    <a:pt x="5639" y="27050"/>
                    <a:pt x="5763" y="27011"/>
                    <a:pt x="5866" y="26924"/>
                  </a:cubicBezTo>
                  <a:cubicBezTo>
                    <a:pt x="8247" y="24910"/>
                    <a:pt x="10227" y="22525"/>
                    <a:pt x="12464" y="20370"/>
                  </a:cubicBezTo>
                  <a:cubicBezTo>
                    <a:pt x="12589" y="20250"/>
                    <a:pt x="12713" y="20123"/>
                    <a:pt x="12852" y="20018"/>
                  </a:cubicBezTo>
                  <a:cubicBezTo>
                    <a:pt x="12863" y="20009"/>
                    <a:pt x="12877" y="19999"/>
                    <a:pt x="12890" y="19990"/>
                  </a:cubicBezTo>
                  <a:lnTo>
                    <a:pt x="12890" y="19990"/>
                  </a:lnTo>
                  <a:cubicBezTo>
                    <a:pt x="12900" y="19993"/>
                    <a:pt x="12910" y="19997"/>
                    <a:pt x="12921" y="20001"/>
                  </a:cubicBezTo>
                  <a:cubicBezTo>
                    <a:pt x="13088" y="20068"/>
                    <a:pt x="13031" y="20039"/>
                    <a:pt x="13176" y="20106"/>
                  </a:cubicBezTo>
                  <a:cubicBezTo>
                    <a:pt x="13893" y="20437"/>
                    <a:pt x="14584" y="20827"/>
                    <a:pt x="15275" y="21210"/>
                  </a:cubicBezTo>
                  <a:cubicBezTo>
                    <a:pt x="17105" y="22224"/>
                    <a:pt x="18913" y="23285"/>
                    <a:pt x="20786" y="24217"/>
                  </a:cubicBezTo>
                  <a:cubicBezTo>
                    <a:pt x="21424" y="24535"/>
                    <a:pt x="22098" y="24897"/>
                    <a:pt x="22800" y="25057"/>
                  </a:cubicBezTo>
                  <a:cubicBezTo>
                    <a:pt x="22930" y="25087"/>
                    <a:pt x="23053" y="25105"/>
                    <a:pt x="23169" y="25105"/>
                  </a:cubicBezTo>
                  <a:cubicBezTo>
                    <a:pt x="23448" y="25105"/>
                    <a:pt x="23685" y="25004"/>
                    <a:pt x="23880" y="24741"/>
                  </a:cubicBezTo>
                  <a:cubicBezTo>
                    <a:pt x="24388" y="24059"/>
                    <a:pt x="24801" y="23292"/>
                    <a:pt x="25237" y="22563"/>
                  </a:cubicBezTo>
                  <a:cubicBezTo>
                    <a:pt x="26092" y="21124"/>
                    <a:pt x="26933" y="19677"/>
                    <a:pt x="27771" y="18227"/>
                  </a:cubicBezTo>
                  <a:cubicBezTo>
                    <a:pt x="29844" y="14642"/>
                    <a:pt x="31898" y="11043"/>
                    <a:pt x="33946" y="7443"/>
                  </a:cubicBezTo>
                  <a:cubicBezTo>
                    <a:pt x="35191" y="5254"/>
                    <a:pt x="36493" y="3084"/>
                    <a:pt x="37679" y="860"/>
                  </a:cubicBezTo>
                  <a:cubicBezTo>
                    <a:pt x="37698" y="826"/>
                    <a:pt x="37717" y="790"/>
                    <a:pt x="37738" y="754"/>
                  </a:cubicBezTo>
                  <a:cubicBezTo>
                    <a:pt x="37919" y="436"/>
                    <a:pt x="37673" y="0"/>
                    <a:pt x="373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1" name="Google Shape;5481;p45"/>
            <p:cNvSpPr/>
            <p:nvPr/>
          </p:nvSpPr>
          <p:spPr>
            <a:xfrm>
              <a:off x="3492300" y="863350"/>
              <a:ext cx="474450" cy="278325"/>
            </a:xfrm>
            <a:custGeom>
              <a:rect b="b" l="l" r="r" t="t"/>
              <a:pathLst>
                <a:path extrusionOk="0" h="11133" w="18978">
                  <a:moveTo>
                    <a:pt x="18335" y="1"/>
                  </a:moveTo>
                  <a:cubicBezTo>
                    <a:pt x="18285" y="1"/>
                    <a:pt x="18233" y="10"/>
                    <a:pt x="18179" y="31"/>
                  </a:cubicBezTo>
                  <a:cubicBezTo>
                    <a:pt x="15036" y="1249"/>
                    <a:pt x="11985" y="2675"/>
                    <a:pt x="8954" y="4143"/>
                  </a:cubicBezTo>
                  <a:cubicBezTo>
                    <a:pt x="6184" y="5485"/>
                    <a:pt x="3415" y="6829"/>
                    <a:pt x="534" y="7916"/>
                  </a:cubicBezTo>
                  <a:cubicBezTo>
                    <a:pt x="1" y="8116"/>
                    <a:pt x="152" y="8911"/>
                    <a:pt x="623" y="8911"/>
                  </a:cubicBezTo>
                  <a:cubicBezTo>
                    <a:pt x="678" y="8911"/>
                    <a:pt x="737" y="8900"/>
                    <a:pt x="799" y="8877"/>
                  </a:cubicBezTo>
                  <a:cubicBezTo>
                    <a:pt x="5885" y="6960"/>
                    <a:pt x="10658" y="4331"/>
                    <a:pt x="15633" y="2155"/>
                  </a:cubicBezTo>
                  <a:lnTo>
                    <a:pt x="15633" y="2155"/>
                  </a:lnTo>
                  <a:cubicBezTo>
                    <a:pt x="12206" y="4952"/>
                    <a:pt x="8533" y="7433"/>
                    <a:pt x="5160" y="10303"/>
                  </a:cubicBezTo>
                  <a:cubicBezTo>
                    <a:pt x="4776" y="10629"/>
                    <a:pt x="5131" y="11132"/>
                    <a:pt x="5535" y="11132"/>
                  </a:cubicBezTo>
                  <a:cubicBezTo>
                    <a:pt x="5646" y="11132"/>
                    <a:pt x="5760" y="11095"/>
                    <a:pt x="5863" y="11007"/>
                  </a:cubicBezTo>
                  <a:cubicBezTo>
                    <a:pt x="10016" y="7474"/>
                    <a:pt x="14621" y="4533"/>
                    <a:pt x="18664" y="863"/>
                  </a:cubicBezTo>
                  <a:cubicBezTo>
                    <a:pt x="18977" y="577"/>
                    <a:pt x="18723" y="1"/>
                    <a:pt x="183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2" name="Google Shape;5482;p45"/>
            <p:cNvSpPr/>
            <p:nvPr/>
          </p:nvSpPr>
          <p:spPr>
            <a:xfrm>
              <a:off x="3428775" y="1197550"/>
              <a:ext cx="352850" cy="128775"/>
            </a:xfrm>
            <a:custGeom>
              <a:rect b="b" l="l" r="r" t="t"/>
              <a:pathLst>
                <a:path extrusionOk="0" h="5151" w="14114">
                  <a:moveTo>
                    <a:pt x="13430" y="0"/>
                  </a:moveTo>
                  <a:cubicBezTo>
                    <a:pt x="13384" y="0"/>
                    <a:pt x="13335" y="7"/>
                    <a:pt x="13283" y="21"/>
                  </a:cubicBezTo>
                  <a:cubicBezTo>
                    <a:pt x="8994" y="1241"/>
                    <a:pt x="4865" y="2969"/>
                    <a:pt x="568" y="4169"/>
                  </a:cubicBezTo>
                  <a:cubicBezTo>
                    <a:pt x="1" y="4328"/>
                    <a:pt x="175" y="5151"/>
                    <a:pt x="688" y="5151"/>
                  </a:cubicBezTo>
                  <a:cubicBezTo>
                    <a:pt x="734" y="5151"/>
                    <a:pt x="782" y="5144"/>
                    <a:pt x="833" y="5130"/>
                  </a:cubicBezTo>
                  <a:cubicBezTo>
                    <a:pt x="5131" y="3929"/>
                    <a:pt x="9260" y="2202"/>
                    <a:pt x="13549" y="982"/>
                  </a:cubicBezTo>
                  <a:cubicBezTo>
                    <a:pt x="14113" y="822"/>
                    <a:pt x="13940" y="0"/>
                    <a:pt x="134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483" name="Google Shape;5483;p45"/>
          <p:cNvSpPr/>
          <p:nvPr/>
        </p:nvSpPr>
        <p:spPr>
          <a:xfrm>
            <a:off x="7894025" y="4116025"/>
            <a:ext cx="117525" cy="110100"/>
          </a:xfrm>
          <a:custGeom>
            <a:rect b="b" l="l" r="r" t="t"/>
            <a:pathLst>
              <a:path extrusionOk="0" h="4404" w="4701">
                <a:moveTo>
                  <a:pt x="1951" y="1032"/>
                </a:moveTo>
                <a:cubicBezTo>
                  <a:pt x="1950" y="1033"/>
                  <a:pt x="1949" y="1033"/>
                  <a:pt x="1947" y="1033"/>
                </a:cubicBezTo>
                <a:cubicBezTo>
                  <a:pt x="1948" y="1033"/>
                  <a:pt x="1950" y="1033"/>
                  <a:pt x="1951" y="1032"/>
                </a:cubicBezTo>
                <a:close/>
                <a:moveTo>
                  <a:pt x="2857" y="1059"/>
                </a:moveTo>
                <a:cubicBezTo>
                  <a:pt x="2871" y="1059"/>
                  <a:pt x="2889" y="1066"/>
                  <a:pt x="2907" y="1075"/>
                </a:cubicBezTo>
                <a:lnTo>
                  <a:pt x="2907" y="1075"/>
                </a:lnTo>
                <a:cubicBezTo>
                  <a:pt x="2887" y="1068"/>
                  <a:pt x="2858" y="1059"/>
                  <a:pt x="2857" y="1059"/>
                </a:cubicBezTo>
                <a:close/>
                <a:moveTo>
                  <a:pt x="3091" y="1185"/>
                </a:moveTo>
                <a:cubicBezTo>
                  <a:pt x="3091" y="1185"/>
                  <a:pt x="3091" y="1185"/>
                  <a:pt x="3091" y="1185"/>
                </a:cubicBezTo>
                <a:lnTo>
                  <a:pt x="3091" y="1185"/>
                </a:lnTo>
                <a:cubicBezTo>
                  <a:pt x="3091" y="1185"/>
                  <a:pt x="3091" y="1185"/>
                  <a:pt x="3091" y="1185"/>
                </a:cubicBezTo>
                <a:close/>
                <a:moveTo>
                  <a:pt x="3104" y="1198"/>
                </a:moveTo>
                <a:cubicBezTo>
                  <a:pt x="3111" y="1203"/>
                  <a:pt x="3118" y="1208"/>
                  <a:pt x="3125" y="1213"/>
                </a:cubicBezTo>
                <a:cubicBezTo>
                  <a:pt x="3142" y="1224"/>
                  <a:pt x="3149" y="1229"/>
                  <a:pt x="3148" y="1229"/>
                </a:cubicBezTo>
                <a:cubicBezTo>
                  <a:pt x="3148" y="1229"/>
                  <a:pt x="3121" y="1211"/>
                  <a:pt x="3104" y="1198"/>
                </a:cubicBezTo>
                <a:close/>
                <a:moveTo>
                  <a:pt x="1747" y="3319"/>
                </a:moveTo>
                <a:cubicBezTo>
                  <a:pt x="1767" y="3326"/>
                  <a:pt x="1803" y="3338"/>
                  <a:pt x="1802" y="3338"/>
                </a:cubicBezTo>
                <a:cubicBezTo>
                  <a:pt x="1800" y="3339"/>
                  <a:pt x="1799" y="3339"/>
                  <a:pt x="1797" y="3339"/>
                </a:cubicBezTo>
                <a:cubicBezTo>
                  <a:pt x="1785" y="3339"/>
                  <a:pt x="1766" y="3330"/>
                  <a:pt x="1747" y="3319"/>
                </a:cubicBezTo>
                <a:close/>
                <a:moveTo>
                  <a:pt x="2463" y="3393"/>
                </a:moveTo>
                <a:cubicBezTo>
                  <a:pt x="2461" y="3393"/>
                  <a:pt x="2459" y="3393"/>
                  <a:pt x="2456" y="3393"/>
                </a:cubicBezTo>
                <a:lnTo>
                  <a:pt x="2456" y="3393"/>
                </a:lnTo>
                <a:cubicBezTo>
                  <a:pt x="2459" y="3393"/>
                  <a:pt x="2462" y="3393"/>
                  <a:pt x="2463" y="3393"/>
                </a:cubicBezTo>
                <a:close/>
                <a:moveTo>
                  <a:pt x="2387" y="989"/>
                </a:moveTo>
                <a:cubicBezTo>
                  <a:pt x="2440" y="989"/>
                  <a:pt x="2491" y="989"/>
                  <a:pt x="2541" y="993"/>
                </a:cubicBezTo>
                <a:cubicBezTo>
                  <a:pt x="2560" y="993"/>
                  <a:pt x="2582" y="997"/>
                  <a:pt x="2601" y="998"/>
                </a:cubicBezTo>
                <a:lnTo>
                  <a:pt x="2601" y="998"/>
                </a:lnTo>
                <a:cubicBezTo>
                  <a:pt x="2682" y="1018"/>
                  <a:pt x="2761" y="1029"/>
                  <a:pt x="2840" y="1057"/>
                </a:cubicBezTo>
                <a:cubicBezTo>
                  <a:pt x="2857" y="1061"/>
                  <a:pt x="2876" y="1069"/>
                  <a:pt x="2895" y="1076"/>
                </a:cubicBezTo>
                <a:cubicBezTo>
                  <a:pt x="2906" y="1079"/>
                  <a:pt x="2914" y="1081"/>
                  <a:pt x="2919" y="1082"/>
                </a:cubicBezTo>
                <a:lnTo>
                  <a:pt x="2919" y="1082"/>
                </a:lnTo>
                <a:cubicBezTo>
                  <a:pt x="2944" y="1096"/>
                  <a:pt x="2968" y="1113"/>
                  <a:pt x="2984" y="1122"/>
                </a:cubicBezTo>
                <a:cubicBezTo>
                  <a:pt x="3015" y="1139"/>
                  <a:pt x="3049" y="1160"/>
                  <a:pt x="3080" y="1181"/>
                </a:cubicBezTo>
                <a:cubicBezTo>
                  <a:pt x="3084" y="1184"/>
                  <a:pt x="3088" y="1186"/>
                  <a:pt x="3092" y="1189"/>
                </a:cubicBezTo>
                <a:lnTo>
                  <a:pt x="3092" y="1189"/>
                </a:lnTo>
                <a:cubicBezTo>
                  <a:pt x="3107" y="1217"/>
                  <a:pt x="3258" y="1347"/>
                  <a:pt x="3274" y="1366"/>
                </a:cubicBezTo>
                <a:cubicBezTo>
                  <a:pt x="3278" y="1370"/>
                  <a:pt x="3281" y="1374"/>
                  <a:pt x="3284" y="1378"/>
                </a:cubicBezTo>
                <a:lnTo>
                  <a:pt x="3284" y="1378"/>
                </a:lnTo>
                <a:cubicBezTo>
                  <a:pt x="3304" y="1410"/>
                  <a:pt x="3328" y="1440"/>
                  <a:pt x="3348" y="1474"/>
                </a:cubicBezTo>
                <a:cubicBezTo>
                  <a:pt x="3367" y="1503"/>
                  <a:pt x="3386" y="1535"/>
                  <a:pt x="3403" y="1569"/>
                </a:cubicBezTo>
                <a:cubicBezTo>
                  <a:pt x="3409" y="1579"/>
                  <a:pt x="3414" y="1591"/>
                  <a:pt x="3420" y="1604"/>
                </a:cubicBezTo>
                <a:lnTo>
                  <a:pt x="3420" y="1604"/>
                </a:lnTo>
                <a:cubicBezTo>
                  <a:pt x="3420" y="1602"/>
                  <a:pt x="3420" y="1600"/>
                  <a:pt x="3420" y="1598"/>
                </a:cubicBezTo>
                <a:lnTo>
                  <a:pt x="3420" y="1598"/>
                </a:lnTo>
                <a:cubicBezTo>
                  <a:pt x="3420" y="1600"/>
                  <a:pt x="3420" y="1602"/>
                  <a:pt x="3420" y="1604"/>
                </a:cubicBezTo>
                <a:lnTo>
                  <a:pt x="3420" y="1604"/>
                </a:lnTo>
                <a:cubicBezTo>
                  <a:pt x="3420" y="1604"/>
                  <a:pt x="3420" y="1604"/>
                  <a:pt x="3420" y="1604"/>
                </a:cubicBezTo>
                <a:lnTo>
                  <a:pt x="3420" y="1604"/>
                </a:lnTo>
                <a:cubicBezTo>
                  <a:pt x="3420" y="1621"/>
                  <a:pt x="3423" y="1634"/>
                  <a:pt x="3427" y="1644"/>
                </a:cubicBezTo>
                <a:lnTo>
                  <a:pt x="3427" y="1644"/>
                </a:lnTo>
                <a:cubicBezTo>
                  <a:pt x="3423" y="1630"/>
                  <a:pt x="3420" y="1616"/>
                  <a:pt x="3420" y="1604"/>
                </a:cubicBezTo>
                <a:lnTo>
                  <a:pt x="3420" y="1604"/>
                </a:lnTo>
                <a:cubicBezTo>
                  <a:pt x="3422" y="1608"/>
                  <a:pt x="3424" y="1613"/>
                  <a:pt x="3426" y="1617"/>
                </a:cubicBezTo>
                <a:cubicBezTo>
                  <a:pt x="3442" y="1646"/>
                  <a:pt x="3443" y="1659"/>
                  <a:pt x="3439" y="1659"/>
                </a:cubicBezTo>
                <a:cubicBezTo>
                  <a:pt x="3436" y="1659"/>
                  <a:pt x="3432" y="1654"/>
                  <a:pt x="3427" y="1644"/>
                </a:cubicBezTo>
                <a:lnTo>
                  <a:pt x="3427" y="1644"/>
                </a:lnTo>
                <a:cubicBezTo>
                  <a:pt x="3443" y="1697"/>
                  <a:pt x="3479" y="1760"/>
                  <a:pt x="3491" y="1802"/>
                </a:cubicBezTo>
                <a:cubicBezTo>
                  <a:pt x="3500" y="1838"/>
                  <a:pt x="3508" y="1874"/>
                  <a:pt x="3517" y="1910"/>
                </a:cubicBezTo>
                <a:cubicBezTo>
                  <a:pt x="3521" y="1933"/>
                  <a:pt x="3525" y="1954"/>
                  <a:pt x="3529" y="1977"/>
                </a:cubicBezTo>
                <a:cubicBezTo>
                  <a:pt x="3534" y="2005"/>
                  <a:pt x="3537" y="2015"/>
                  <a:pt x="3538" y="2015"/>
                </a:cubicBezTo>
                <a:cubicBezTo>
                  <a:pt x="3540" y="2015"/>
                  <a:pt x="3530" y="1942"/>
                  <a:pt x="3525" y="1939"/>
                </a:cubicBezTo>
                <a:lnTo>
                  <a:pt x="3525" y="1939"/>
                </a:lnTo>
                <a:cubicBezTo>
                  <a:pt x="3550" y="1954"/>
                  <a:pt x="3538" y="2142"/>
                  <a:pt x="3538" y="2173"/>
                </a:cubicBezTo>
                <a:cubicBezTo>
                  <a:pt x="3538" y="2215"/>
                  <a:pt x="3535" y="2257"/>
                  <a:pt x="3533" y="2297"/>
                </a:cubicBezTo>
                <a:cubicBezTo>
                  <a:pt x="3532" y="2312"/>
                  <a:pt x="3530" y="2326"/>
                  <a:pt x="3529" y="2339"/>
                </a:cubicBezTo>
                <a:lnTo>
                  <a:pt x="3529" y="2339"/>
                </a:lnTo>
                <a:cubicBezTo>
                  <a:pt x="3514" y="2409"/>
                  <a:pt x="3504" y="2477"/>
                  <a:pt x="3483" y="2546"/>
                </a:cubicBezTo>
                <a:cubicBezTo>
                  <a:pt x="3472" y="2582"/>
                  <a:pt x="3462" y="2618"/>
                  <a:pt x="3449" y="2651"/>
                </a:cubicBezTo>
                <a:cubicBezTo>
                  <a:pt x="3445" y="2663"/>
                  <a:pt x="3440" y="2676"/>
                  <a:pt x="3436" y="2688"/>
                </a:cubicBezTo>
                <a:lnTo>
                  <a:pt x="3436" y="2688"/>
                </a:lnTo>
                <a:cubicBezTo>
                  <a:pt x="3398" y="2751"/>
                  <a:pt x="3369" y="2818"/>
                  <a:pt x="3329" y="2881"/>
                </a:cubicBezTo>
                <a:cubicBezTo>
                  <a:pt x="3324" y="2889"/>
                  <a:pt x="3300" y="2922"/>
                  <a:pt x="3284" y="2945"/>
                </a:cubicBezTo>
                <a:lnTo>
                  <a:pt x="3284" y="2945"/>
                </a:lnTo>
                <a:cubicBezTo>
                  <a:pt x="3263" y="2968"/>
                  <a:pt x="3232" y="3005"/>
                  <a:pt x="3224" y="3014"/>
                </a:cubicBezTo>
                <a:cubicBezTo>
                  <a:pt x="3198" y="3041"/>
                  <a:pt x="3171" y="3069"/>
                  <a:pt x="3142" y="3094"/>
                </a:cubicBezTo>
                <a:cubicBezTo>
                  <a:pt x="3127" y="3106"/>
                  <a:pt x="3112" y="3119"/>
                  <a:pt x="3099" y="3132"/>
                </a:cubicBezTo>
                <a:cubicBezTo>
                  <a:pt x="3075" y="3154"/>
                  <a:pt x="3071" y="3163"/>
                  <a:pt x="3076" y="3163"/>
                </a:cubicBezTo>
                <a:cubicBezTo>
                  <a:pt x="3076" y="3163"/>
                  <a:pt x="3077" y="3163"/>
                  <a:pt x="3078" y="3162"/>
                </a:cubicBezTo>
                <a:lnTo>
                  <a:pt x="3078" y="3162"/>
                </a:lnTo>
                <a:cubicBezTo>
                  <a:pt x="3021" y="3203"/>
                  <a:pt x="2923" y="3245"/>
                  <a:pt x="2889" y="3262"/>
                </a:cubicBezTo>
                <a:cubicBezTo>
                  <a:pt x="2863" y="3275"/>
                  <a:pt x="2803" y="3296"/>
                  <a:pt x="2805" y="3296"/>
                </a:cubicBezTo>
                <a:cubicBezTo>
                  <a:pt x="2806" y="3296"/>
                  <a:pt x="2822" y="3291"/>
                  <a:pt x="2866" y="3277"/>
                </a:cubicBezTo>
                <a:lnTo>
                  <a:pt x="2866" y="3277"/>
                </a:lnTo>
                <a:cubicBezTo>
                  <a:pt x="2823" y="3292"/>
                  <a:pt x="2783" y="3309"/>
                  <a:pt x="2741" y="3323"/>
                </a:cubicBezTo>
                <a:cubicBezTo>
                  <a:pt x="2642" y="3355"/>
                  <a:pt x="2541" y="3376"/>
                  <a:pt x="2438" y="3395"/>
                </a:cubicBezTo>
                <a:cubicBezTo>
                  <a:pt x="2437" y="3395"/>
                  <a:pt x="2437" y="3395"/>
                  <a:pt x="2437" y="3395"/>
                </a:cubicBezTo>
                <a:lnTo>
                  <a:pt x="2437" y="3395"/>
                </a:lnTo>
                <a:cubicBezTo>
                  <a:pt x="2416" y="3397"/>
                  <a:pt x="2395" y="3400"/>
                  <a:pt x="2375" y="3401"/>
                </a:cubicBezTo>
                <a:cubicBezTo>
                  <a:pt x="2330" y="3403"/>
                  <a:pt x="2284" y="3406"/>
                  <a:pt x="2240" y="3406"/>
                </a:cubicBezTo>
                <a:cubicBezTo>
                  <a:pt x="2226" y="3406"/>
                  <a:pt x="2211" y="3406"/>
                  <a:pt x="2197" y="3406"/>
                </a:cubicBezTo>
                <a:cubicBezTo>
                  <a:pt x="2163" y="3406"/>
                  <a:pt x="2129" y="3405"/>
                  <a:pt x="2094" y="3403"/>
                </a:cubicBezTo>
                <a:cubicBezTo>
                  <a:pt x="2081" y="3402"/>
                  <a:pt x="2067" y="3400"/>
                  <a:pt x="2054" y="3398"/>
                </a:cubicBezTo>
                <a:lnTo>
                  <a:pt x="2054" y="3398"/>
                </a:lnTo>
                <a:cubicBezTo>
                  <a:pt x="1975" y="3376"/>
                  <a:pt x="1893" y="3365"/>
                  <a:pt x="1814" y="3340"/>
                </a:cubicBezTo>
                <a:cubicBezTo>
                  <a:pt x="1797" y="3334"/>
                  <a:pt x="1778" y="3326"/>
                  <a:pt x="1762" y="3321"/>
                </a:cubicBezTo>
                <a:cubicBezTo>
                  <a:pt x="1752" y="3318"/>
                  <a:pt x="1745" y="3316"/>
                  <a:pt x="1740" y="3315"/>
                </a:cubicBezTo>
                <a:lnTo>
                  <a:pt x="1740" y="3315"/>
                </a:lnTo>
                <a:cubicBezTo>
                  <a:pt x="1716" y="3301"/>
                  <a:pt x="1691" y="3283"/>
                  <a:pt x="1679" y="3277"/>
                </a:cubicBezTo>
                <a:cubicBezTo>
                  <a:pt x="1648" y="3258"/>
                  <a:pt x="1616" y="3241"/>
                  <a:pt x="1587" y="3220"/>
                </a:cubicBezTo>
                <a:cubicBezTo>
                  <a:pt x="1572" y="3210"/>
                  <a:pt x="1557" y="3199"/>
                  <a:pt x="1543" y="3191"/>
                </a:cubicBezTo>
                <a:cubicBezTo>
                  <a:pt x="1525" y="3180"/>
                  <a:pt x="1519" y="3175"/>
                  <a:pt x="1519" y="3175"/>
                </a:cubicBezTo>
                <a:lnTo>
                  <a:pt x="1519" y="3175"/>
                </a:lnTo>
                <a:cubicBezTo>
                  <a:pt x="1518" y="3175"/>
                  <a:pt x="1582" y="3218"/>
                  <a:pt x="1580" y="3218"/>
                </a:cubicBezTo>
                <a:cubicBezTo>
                  <a:pt x="1580" y="3218"/>
                  <a:pt x="1579" y="3218"/>
                  <a:pt x="1578" y="3218"/>
                </a:cubicBezTo>
                <a:cubicBezTo>
                  <a:pt x="1542" y="3218"/>
                  <a:pt x="1420" y="3070"/>
                  <a:pt x="1399" y="3045"/>
                </a:cubicBezTo>
                <a:cubicBezTo>
                  <a:pt x="1384" y="3030"/>
                  <a:pt x="1353" y="2977"/>
                  <a:pt x="1351" y="2977"/>
                </a:cubicBezTo>
                <a:lnTo>
                  <a:pt x="1351" y="2977"/>
                </a:lnTo>
                <a:cubicBezTo>
                  <a:pt x="1350" y="2977"/>
                  <a:pt x="1354" y="2985"/>
                  <a:pt x="1363" y="3005"/>
                </a:cubicBezTo>
                <a:cubicBezTo>
                  <a:pt x="1372" y="3025"/>
                  <a:pt x="1375" y="3032"/>
                  <a:pt x="1374" y="3032"/>
                </a:cubicBezTo>
                <a:cubicBezTo>
                  <a:pt x="1372" y="3032"/>
                  <a:pt x="1335" y="2962"/>
                  <a:pt x="1326" y="2946"/>
                </a:cubicBezTo>
                <a:cubicBezTo>
                  <a:pt x="1285" y="2881"/>
                  <a:pt x="1252" y="2814"/>
                  <a:pt x="1215" y="2746"/>
                </a:cubicBezTo>
                <a:lnTo>
                  <a:pt x="1215" y="2746"/>
                </a:lnTo>
                <a:cubicBezTo>
                  <a:pt x="1214" y="2743"/>
                  <a:pt x="1213" y="2740"/>
                  <a:pt x="1212" y="2736"/>
                </a:cubicBezTo>
                <a:cubicBezTo>
                  <a:pt x="1199" y="2702"/>
                  <a:pt x="1187" y="2668"/>
                  <a:pt x="1176" y="2635"/>
                </a:cubicBezTo>
                <a:cubicBezTo>
                  <a:pt x="1153" y="2559"/>
                  <a:pt x="1132" y="2481"/>
                  <a:pt x="1119" y="2403"/>
                </a:cubicBezTo>
                <a:cubicBezTo>
                  <a:pt x="1119" y="2401"/>
                  <a:pt x="1118" y="2399"/>
                  <a:pt x="1118" y="2397"/>
                </a:cubicBezTo>
                <a:lnTo>
                  <a:pt x="1118" y="2397"/>
                </a:lnTo>
                <a:cubicBezTo>
                  <a:pt x="1122" y="2365"/>
                  <a:pt x="1108" y="2315"/>
                  <a:pt x="1106" y="2283"/>
                </a:cubicBezTo>
                <a:cubicBezTo>
                  <a:pt x="1102" y="2203"/>
                  <a:pt x="1102" y="2123"/>
                  <a:pt x="1106" y="2043"/>
                </a:cubicBezTo>
                <a:cubicBezTo>
                  <a:pt x="1107" y="2033"/>
                  <a:pt x="1110" y="2004"/>
                  <a:pt x="1113" y="1978"/>
                </a:cubicBezTo>
                <a:lnTo>
                  <a:pt x="1113" y="1978"/>
                </a:lnTo>
                <a:cubicBezTo>
                  <a:pt x="1117" y="1953"/>
                  <a:pt x="1123" y="1911"/>
                  <a:pt x="1125" y="1899"/>
                </a:cubicBezTo>
                <a:cubicBezTo>
                  <a:pt x="1144" y="1813"/>
                  <a:pt x="1170" y="1731"/>
                  <a:pt x="1197" y="1647"/>
                </a:cubicBezTo>
                <a:cubicBezTo>
                  <a:pt x="1199" y="1642"/>
                  <a:pt x="1200" y="1637"/>
                  <a:pt x="1201" y="1634"/>
                </a:cubicBezTo>
                <a:lnTo>
                  <a:pt x="1201" y="1634"/>
                </a:lnTo>
                <a:cubicBezTo>
                  <a:pt x="1203" y="1630"/>
                  <a:pt x="1205" y="1626"/>
                  <a:pt x="1208" y="1621"/>
                </a:cubicBezTo>
                <a:cubicBezTo>
                  <a:pt x="1227" y="1583"/>
                  <a:pt x="1246" y="1543"/>
                  <a:pt x="1269" y="1507"/>
                </a:cubicBezTo>
                <a:cubicBezTo>
                  <a:pt x="1290" y="1470"/>
                  <a:pt x="1313" y="1434"/>
                  <a:pt x="1338" y="1398"/>
                </a:cubicBezTo>
                <a:cubicBezTo>
                  <a:pt x="1341" y="1394"/>
                  <a:pt x="1344" y="1390"/>
                  <a:pt x="1346" y="1386"/>
                </a:cubicBezTo>
                <a:lnTo>
                  <a:pt x="1346" y="1386"/>
                </a:lnTo>
                <a:cubicBezTo>
                  <a:pt x="1346" y="1386"/>
                  <a:pt x="1346" y="1386"/>
                  <a:pt x="1347" y="1385"/>
                </a:cubicBezTo>
                <a:cubicBezTo>
                  <a:pt x="1399" y="1329"/>
                  <a:pt x="1454" y="1275"/>
                  <a:pt x="1511" y="1223"/>
                </a:cubicBezTo>
                <a:lnTo>
                  <a:pt x="1511" y="1223"/>
                </a:lnTo>
                <a:cubicBezTo>
                  <a:pt x="1524" y="1213"/>
                  <a:pt x="1537" y="1203"/>
                  <a:pt x="1551" y="1194"/>
                </a:cubicBezTo>
                <a:cubicBezTo>
                  <a:pt x="1589" y="1170"/>
                  <a:pt x="1627" y="1147"/>
                  <a:pt x="1667" y="1126"/>
                </a:cubicBezTo>
                <a:cubicBezTo>
                  <a:pt x="1682" y="1119"/>
                  <a:pt x="1697" y="1111"/>
                  <a:pt x="1712" y="1103"/>
                </a:cubicBezTo>
                <a:lnTo>
                  <a:pt x="1712" y="1103"/>
                </a:lnTo>
                <a:cubicBezTo>
                  <a:pt x="1755" y="1090"/>
                  <a:pt x="1797" y="1075"/>
                  <a:pt x="1840" y="1063"/>
                </a:cubicBezTo>
                <a:cubicBezTo>
                  <a:pt x="1884" y="1050"/>
                  <a:pt x="1928" y="1042"/>
                  <a:pt x="1970" y="1031"/>
                </a:cubicBezTo>
                <a:cubicBezTo>
                  <a:pt x="1976" y="1030"/>
                  <a:pt x="1983" y="1028"/>
                  <a:pt x="1990" y="1026"/>
                </a:cubicBezTo>
                <a:lnTo>
                  <a:pt x="1990" y="1026"/>
                </a:lnTo>
                <a:cubicBezTo>
                  <a:pt x="2008" y="1025"/>
                  <a:pt x="2026" y="1024"/>
                  <a:pt x="2042" y="1023"/>
                </a:cubicBezTo>
                <a:cubicBezTo>
                  <a:pt x="2063" y="1021"/>
                  <a:pt x="2083" y="1018"/>
                  <a:pt x="2104" y="1015"/>
                </a:cubicBezTo>
                <a:lnTo>
                  <a:pt x="2104" y="1015"/>
                </a:lnTo>
                <a:cubicBezTo>
                  <a:pt x="2127" y="1013"/>
                  <a:pt x="2151" y="1010"/>
                  <a:pt x="2175" y="1006"/>
                </a:cubicBezTo>
                <a:cubicBezTo>
                  <a:pt x="2200" y="1002"/>
                  <a:pt x="2223" y="998"/>
                  <a:pt x="2248" y="996"/>
                </a:cubicBezTo>
                <a:lnTo>
                  <a:pt x="2248" y="996"/>
                </a:lnTo>
                <a:cubicBezTo>
                  <a:pt x="2202" y="1002"/>
                  <a:pt x="2186" y="1004"/>
                  <a:pt x="2186" y="1004"/>
                </a:cubicBezTo>
                <a:cubicBezTo>
                  <a:pt x="2187" y="1004"/>
                  <a:pt x="2227" y="999"/>
                  <a:pt x="2246" y="998"/>
                </a:cubicBezTo>
                <a:cubicBezTo>
                  <a:pt x="2293" y="996"/>
                  <a:pt x="2341" y="991"/>
                  <a:pt x="2387" y="989"/>
                </a:cubicBezTo>
                <a:close/>
                <a:moveTo>
                  <a:pt x="2431" y="0"/>
                </a:moveTo>
                <a:cubicBezTo>
                  <a:pt x="2283" y="0"/>
                  <a:pt x="2134" y="12"/>
                  <a:pt x="1987" y="33"/>
                </a:cubicBezTo>
                <a:lnTo>
                  <a:pt x="1987" y="33"/>
                </a:lnTo>
                <a:cubicBezTo>
                  <a:pt x="1519" y="79"/>
                  <a:pt x="1082" y="246"/>
                  <a:pt x="738" y="578"/>
                </a:cubicBezTo>
                <a:cubicBezTo>
                  <a:pt x="443" y="863"/>
                  <a:pt x="236" y="1259"/>
                  <a:pt x="158" y="1661"/>
                </a:cubicBezTo>
                <a:cubicBezTo>
                  <a:pt x="0" y="2477"/>
                  <a:pt x="228" y="3403"/>
                  <a:pt x="896" y="3941"/>
                </a:cubicBezTo>
                <a:cubicBezTo>
                  <a:pt x="1283" y="4251"/>
                  <a:pt x="1777" y="4404"/>
                  <a:pt x="2272" y="4404"/>
                </a:cubicBezTo>
                <a:cubicBezTo>
                  <a:pt x="2762" y="4404"/>
                  <a:pt x="3253" y="4255"/>
                  <a:pt x="3645" y="3962"/>
                </a:cubicBezTo>
                <a:cubicBezTo>
                  <a:pt x="4395" y="3401"/>
                  <a:pt x="4700" y="2409"/>
                  <a:pt x="4443" y="1512"/>
                </a:cubicBezTo>
                <a:cubicBezTo>
                  <a:pt x="4302" y="1025"/>
                  <a:pt x="4003" y="604"/>
                  <a:pt x="3582" y="321"/>
                </a:cubicBezTo>
                <a:cubicBezTo>
                  <a:pt x="3236" y="89"/>
                  <a:pt x="2836" y="0"/>
                  <a:pt x="243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484" name="Google Shape;5484;p45"/>
          <p:cNvGrpSpPr/>
          <p:nvPr/>
        </p:nvGrpSpPr>
        <p:grpSpPr>
          <a:xfrm flipH="1" rot="-6299880">
            <a:off x="1406840" y="476245"/>
            <a:ext cx="708049" cy="444266"/>
            <a:chOff x="1445125" y="3867675"/>
            <a:chExt cx="803300" cy="502950"/>
          </a:xfrm>
        </p:grpSpPr>
        <p:sp>
          <p:nvSpPr>
            <p:cNvPr id="5485" name="Google Shape;5485;p45"/>
            <p:cNvSpPr/>
            <p:nvPr/>
          </p:nvSpPr>
          <p:spPr>
            <a:xfrm>
              <a:off x="1445125" y="3867675"/>
              <a:ext cx="535450" cy="502950"/>
            </a:xfrm>
            <a:custGeom>
              <a:rect b="b" l="l" r="r" t="t"/>
              <a:pathLst>
                <a:path extrusionOk="0" h="20118" w="21418">
                  <a:moveTo>
                    <a:pt x="5846" y="993"/>
                  </a:moveTo>
                  <a:cubicBezTo>
                    <a:pt x="6726" y="993"/>
                    <a:pt x="7300" y="1814"/>
                    <a:pt x="7545" y="2688"/>
                  </a:cubicBezTo>
                  <a:cubicBezTo>
                    <a:pt x="7686" y="3200"/>
                    <a:pt x="7749" y="3726"/>
                    <a:pt x="7770" y="4255"/>
                  </a:cubicBezTo>
                  <a:cubicBezTo>
                    <a:pt x="7787" y="4700"/>
                    <a:pt x="7676" y="5216"/>
                    <a:pt x="7812" y="5641"/>
                  </a:cubicBezTo>
                  <a:cubicBezTo>
                    <a:pt x="8017" y="6280"/>
                    <a:pt x="8790" y="6621"/>
                    <a:pt x="9352" y="6861"/>
                  </a:cubicBezTo>
                  <a:cubicBezTo>
                    <a:pt x="10899" y="7523"/>
                    <a:pt x="12588" y="7895"/>
                    <a:pt x="14238" y="8195"/>
                  </a:cubicBezTo>
                  <a:cubicBezTo>
                    <a:pt x="14279" y="8202"/>
                    <a:pt x="14320" y="8206"/>
                    <a:pt x="14360" y="8206"/>
                  </a:cubicBezTo>
                  <a:cubicBezTo>
                    <a:pt x="14538" y="8206"/>
                    <a:pt x="14697" y="8128"/>
                    <a:pt x="14800" y="7965"/>
                  </a:cubicBezTo>
                  <a:cubicBezTo>
                    <a:pt x="15658" y="6602"/>
                    <a:pt x="16673" y="5266"/>
                    <a:pt x="17868" y="4181"/>
                  </a:cubicBezTo>
                  <a:cubicBezTo>
                    <a:pt x="18246" y="3837"/>
                    <a:pt x="19055" y="3130"/>
                    <a:pt x="19662" y="3130"/>
                  </a:cubicBezTo>
                  <a:cubicBezTo>
                    <a:pt x="19761" y="3130"/>
                    <a:pt x="19855" y="3149"/>
                    <a:pt x="19941" y="3191"/>
                  </a:cubicBezTo>
                  <a:cubicBezTo>
                    <a:pt x="19972" y="3206"/>
                    <a:pt x="20042" y="3282"/>
                    <a:pt x="20078" y="3334"/>
                  </a:cubicBezTo>
                  <a:cubicBezTo>
                    <a:pt x="20170" y="3474"/>
                    <a:pt x="20200" y="3554"/>
                    <a:pt x="20244" y="3703"/>
                  </a:cubicBezTo>
                  <a:cubicBezTo>
                    <a:pt x="20356" y="4074"/>
                    <a:pt x="20385" y="4459"/>
                    <a:pt x="20391" y="4845"/>
                  </a:cubicBezTo>
                  <a:cubicBezTo>
                    <a:pt x="20434" y="7253"/>
                    <a:pt x="19715" y="9724"/>
                    <a:pt x="18959" y="11987"/>
                  </a:cubicBezTo>
                  <a:cubicBezTo>
                    <a:pt x="18546" y="13223"/>
                    <a:pt x="18074" y="14443"/>
                    <a:pt x="17505" y="15619"/>
                  </a:cubicBezTo>
                  <a:cubicBezTo>
                    <a:pt x="16974" y="16720"/>
                    <a:pt x="16385" y="17795"/>
                    <a:pt x="15472" y="18631"/>
                  </a:cubicBezTo>
                  <a:cubicBezTo>
                    <a:pt x="15279" y="18808"/>
                    <a:pt x="15055" y="19008"/>
                    <a:pt x="14800" y="19090"/>
                  </a:cubicBezTo>
                  <a:cubicBezTo>
                    <a:pt x="14731" y="19114"/>
                    <a:pt x="14679" y="19127"/>
                    <a:pt x="14633" y="19127"/>
                  </a:cubicBezTo>
                  <a:cubicBezTo>
                    <a:pt x="14584" y="19127"/>
                    <a:pt x="14541" y="19112"/>
                    <a:pt x="14491" y="19078"/>
                  </a:cubicBezTo>
                  <a:cubicBezTo>
                    <a:pt x="14179" y="18859"/>
                    <a:pt x="14040" y="18279"/>
                    <a:pt x="13943" y="17913"/>
                  </a:cubicBezTo>
                  <a:cubicBezTo>
                    <a:pt x="13496" y="16204"/>
                    <a:pt x="13420" y="14392"/>
                    <a:pt x="13231" y="12644"/>
                  </a:cubicBezTo>
                  <a:cubicBezTo>
                    <a:pt x="13231" y="12642"/>
                    <a:pt x="13231" y="12641"/>
                    <a:pt x="13230" y="12640"/>
                  </a:cubicBezTo>
                  <a:lnTo>
                    <a:pt x="13230" y="12640"/>
                  </a:lnTo>
                  <a:cubicBezTo>
                    <a:pt x="13241" y="12479"/>
                    <a:pt x="13172" y="12316"/>
                    <a:pt x="12984" y="12214"/>
                  </a:cubicBezTo>
                  <a:cubicBezTo>
                    <a:pt x="12340" y="11860"/>
                    <a:pt x="11598" y="11675"/>
                    <a:pt x="10890" y="11496"/>
                  </a:cubicBezTo>
                  <a:cubicBezTo>
                    <a:pt x="10069" y="11291"/>
                    <a:pt x="9239" y="11119"/>
                    <a:pt x="8404" y="10971"/>
                  </a:cubicBezTo>
                  <a:cubicBezTo>
                    <a:pt x="7943" y="10890"/>
                    <a:pt x="7439" y="10757"/>
                    <a:pt x="6964" y="10757"/>
                  </a:cubicBezTo>
                  <a:cubicBezTo>
                    <a:pt x="6933" y="10757"/>
                    <a:pt x="6903" y="10757"/>
                    <a:pt x="6873" y="10758"/>
                  </a:cubicBezTo>
                  <a:cubicBezTo>
                    <a:pt x="6281" y="10782"/>
                    <a:pt x="5857" y="11237"/>
                    <a:pt x="5518" y="11671"/>
                  </a:cubicBezTo>
                  <a:cubicBezTo>
                    <a:pt x="4848" y="12532"/>
                    <a:pt x="4110" y="13945"/>
                    <a:pt x="2900" y="13945"/>
                  </a:cubicBezTo>
                  <a:cubicBezTo>
                    <a:pt x="2748" y="13945"/>
                    <a:pt x="2589" y="13923"/>
                    <a:pt x="2421" y="13874"/>
                  </a:cubicBezTo>
                  <a:cubicBezTo>
                    <a:pt x="1265" y="13539"/>
                    <a:pt x="1147" y="12161"/>
                    <a:pt x="1191" y="11150"/>
                  </a:cubicBezTo>
                  <a:cubicBezTo>
                    <a:pt x="1259" y="9547"/>
                    <a:pt x="1735" y="7959"/>
                    <a:pt x="2242" y="6446"/>
                  </a:cubicBezTo>
                  <a:cubicBezTo>
                    <a:pt x="2666" y="5186"/>
                    <a:pt x="3155" y="3943"/>
                    <a:pt x="3669" y="2717"/>
                  </a:cubicBezTo>
                  <a:cubicBezTo>
                    <a:pt x="4014" y="1894"/>
                    <a:pt x="4701" y="1150"/>
                    <a:pt x="5619" y="1011"/>
                  </a:cubicBezTo>
                  <a:cubicBezTo>
                    <a:pt x="5697" y="999"/>
                    <a:pt x="5772" y="993"/>
                    <a:pt x="5846" y="993"/>
                  </a:cubicBezTo>
                  <a:close/>
                  <a:moveTo>
                    <a:pt x="5851" y="1"/>
                  </a:moveTo>
                  <a:cubicBezTo>
                    <a:pt x="4753" y="1"/>
                    <a:pt x="3750" y="699"/>
                    <a:pt x="3144" y="1580"/>
                  </a:cubicBezTo>
                  <a:cubicBezTo>
                    <a:pt x="2849" y="2009"/>
                    <a:pt x="2683" y="2515"/>
                    <a:pt x="2487" y="2993"/>
                  </a:cubicBezTo>
                  <a:cubicBezTo>
                    <a:pt x="2217" y="3653"/>
                    <a:pt x="1954" y="4314"/>
                    <a:pt x="1705" y="4982"/>
                  </a:cubicBezTo>
                  <a:cubicBezTo>
                    <a:pt x="1113" y="6581"/>
                    <a:pt x="576" y="8224"/>
                    <a:pt x="323" y="9914"/>
                  </a:cubicBezTo>
                  <a:cubicBezTo>
                    <a:pt x="121" y="11253"/>
                    <a:pt x="1" y="12901"/>
                    <a:pt x="913" y="14026"/>
                  </a:cubicBezTo>
                  <a:cubicBezTo>
                    <a:pt x="1411" y="14639"/>
                    <a:pt x="2111" y="14918"/>
                    <a:pt x="2824" y="14918"/>
                  </a:cubicBezTo>
                  <a:cubicBezTo>
                    <a:pt x="3509" y="14918"/>
                    <a:pt x="4207" y="14660"/>
                    <a:pt x="4751" y="14192"/>
                  </a:cubicBezTo>
                  <a:cubicBezTo>
                    <a:pt x="5371" y="13659"/>
                    <a:pt x="5777" y="12949"/>
                    <a:pt x="6272" y="12311"/>
                  </a:cubicBezTo>
                  <a:cubicBezTo>
                    <a:pt x="6566" y="11931"/>
                    <a:pt x="6732" y="11776"/>
                    <a:pt x="7065" y="11776"/>
                  </a:cubicBezTo>
                  <a:cubicBezTo>
                    <a:pt x="7129" y="11776"/>
                    <a:pt x="7199" y="11782"/>
                    <a:pt x="7277" y="11793"/>
                  </a:cubicBezTo>
                  <a:cubicBezTo>
                    <a:pt x="8166" y="11915"/>
                    <a:pt x="9053" y="12094"/>
                    <a:pt x="9930" y="12292"/>
                  </a:cubicBezTo>
                  <a:cubicBezTo>
                    <a:pt x="10726" y="12472"/>
                    <a:pt x="11550" y="12626"/>
                    <a:pt x="12268" y="12966"/>
                  </a:cubicBezTo>
                  <a:lnTo>
                    <a:pt x="12268" y="12966"/>
                  </a:lnTo>
                  <a:cubicBezTo>
                    <a:pt x="12439" y="14633"/>
                    <a:pt x="12548" y="16332"/>
                    <a:pt x="12930" y="17963"/>
                  </a:cubicBezTo>
                  <a:cubicBezTo>
                    <a:pt x="13136" y="18845"/>
                    <a:pt x="13555" y="20118"/>
                    <a:pt x="14640" y="20118"/>
                  </a:cubicBezTo>
                  <a:cubicBezTo>
                    <a:pt x="14672" y="20118"/>
                    <a:pt x="14706" y="20116"/>
                    <a:pt x="14739" y="20114"/>
                  </a:cubicBezTo>
                  <a:cubicBezTo>
                    <a:pt x="15314" y="20074"/>
                    <a:pt x="15818" y="19674"/>
                    <a:pt x="16220" y="19295"/>
                  </a:cubicBezTo>
                  <a:cubicBezTo>
                    <a:pt x="16778" y="18770"/>
                    <a:pt x="17242" y="18165"/>
                    <a:pt x="17630" y="17506"/>
                  </a:cubicBezTo>
                  <a:cubicBezTo>
                    <a:pt x="18329" y="16326"/>
                    <a:pt x="18879" y="15058"/>
                    <a:pt x="19372" y="13779"/>
                  </a:cubicBezTo>
                  <a:cubicBezTo>
                    <a:pt x="20387" y="11140"/>
                    <a:pt x="21255" y="8266"/>
                    <a:pt x="21379" y="5422"/>
                  </a:cubicBezTo>
                  <a:cubicBezTo>
                    <a:pt x="21417" y="4558"/>
                    <a:pt x="21409" y="3509"/>
                    <a:pt x="20893" y="2768"/>
                  </a:cubicBezTo>
                  <a:cubicBezTo>
                    <a:pt x="20591" y="2334"/>
                    <a:pt x="20167" y="2169"/>
                    <a:pt x="19717" y="2169"/>
                  </a:cubicBezTo>
                  <a:cubicBezTo>
                    <a:pt x="19269" y="2169"/>
                    <a:pt x="18796" y="2332"/>
                    <a:pt x="18392" y="2557"/>
                  </a:cubicBezTo>
                  <a:cubicBezTo>
                    <a:pt x="17206" y="3219"/>
                    <a:pt x="16258" y="4331"/>
                    <a:pt x="15430" y="5382"/>
                  </a:cubicBezTo>
                  <a:cubicBezTo>
                    <a:pt x="14975" y="5959"/>
                    <a:pt x="14535" y="6551"/>
                    <a:pt x="14131" y="7165"/>
                  </a:cubicBezTo>
                  <a:lnTo>
                    <a:pt x="14131" y="7165"/>
                  </a:lnTo>
                  <a:cubicBezTo>
                    <a:pt x="12741" y="6903"/>
                    <a:pt x="11340" y="6572"/>
                    <a:pt x="10022" y="6067"/>
                  </a:cubicBezTo>
                  <a:cubicBezTo>
                    <a:pt x="9692" y="5938"/>
                    <a:pt x="9355" y="5795"/>
                    <a:pt x="9057" y="5599"/>
                  </a:cubicBezTo>
                  <a:cubicBezTo>
                    <a:pt x="8975" y="5544"/>
                    <a:pt x="8902" y="5490"/>
                    <a:pt x="8830" y="5420"/>
                  </a:cubicBezTo>
                  <a:cubicBezTo>
                    <a:pt x="8801" y="5393"/>
                    <a:pt x="8791" y="5386"/>
                    <a:pt x="8788" y="5385"/>
                  </a:cubicBezTo>
                  <a:lnTo>
                    <a:pt x="8788" y="5385"/>
                  </a:lnTo>
                  <a:cubicBezTo>
                    <a:pt x="8787" y="5381"/>
                    <a:pt x="8781" y="5370"/>
                    <a:pt x="8767" y="5346"/>
                  </a:cubicBezTo>
                  <a:cubicBezTo>
                    <a:pt x="8764" y="5342"/>
                    <a:pt x="8761" y="5338"/>
                    <a:pt x="8759" y="5334"/>
                  </a:cubicBezTo>
                  <a:lnTo>
                    <a:pt x="8759" y="5334"/>
                  </a:lnTo>
                  <a:cubicBezTo>
                    <a:pt x="8759" y="5333"/>
                    <a:pt x="8759" y="5331"/>
                    <a:pt x="8758" y="5329"/>
                  </a:cubicBezTo>
                  <a:cubicBezTo>
                    <a:pt x="8680" y="4813"/>
                    <a:pt x="8779" y="4238"/>
                    <a:pt x="8729" y="3712"/>
                  </a:cubicBezTo>
                  <a:cubicBezTo>
                    <a:pt x="8683" y="3244"/>
                    <a:pt x="8611" y="2774"/>
                    <a:pt x="8476" y="2325"/>
                  </a:cubicBezTo>
                  <a:cubicBezTo>
                    <a:pt x="8116" y="1129"/>
                    <a:pt x="7256" y="33"/>
                    <a:pt x="5914" y="2"/>
                  </a:cubicBezTo>
                  <a:cubicBezTo>
                    <a:pt x="5893" y="1"/>
                    <a:pt x="5872" y="1"/>
                    <a:pt x="585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6" name="Google Shape;5486;p45"/>
            <p:cNvSpPr/>
            <p:nvPr/>
          </p:nvSpPr>
          <p:spPr>
            <a:xfrm>
              <a:off x="1903525" y="4088100"/>
              <a:ext cx="344900" cy="185850"/>
            </a:xfrm>
            <a:custGeom>
              <a:rect b="b" l="l" r="r" t="t"/>
              <a:pathLst>
                <a:path extrusionOk="0" h="7434" w="13796">
                  <a:moveTo>
                    <a:pt x="2035" y="1"/>
                  </a:moveTo>
                  <a:cubicBezTo>
                    <a:pt x="1593" y="1"/>
                    <a:pt x="1301" y="661"/>
                    <a:pt x="1777" y="928"/>
                  </a:cubicBezTo>
                  <a:cubicBezTo>
                    <a:pt x="5023" y="2748"/>
                    <a:pt x="8420" y="4238"/>
                    <a:pt x="11476" y="6352"/>
                  </a:cubicBezTo>
                  <a:lnTo>
                    <a:pt x="11476" y="6352"/>
                  </a:lnTo>
                  <a:cubicBezTo>
                    <a:pt x="7847" y="6103"/>
                    <a:pt x="4252" y="5482"/>
                    <a:pt x="636" y="5110"/>
                  </a:cubicBezTo>
                  <a:cubicBezTo>
                    <a:pt x="615" y="5108"/>
                    <a:pt x="596" y="5107"/>
                    <a:pt x="577" y="5107"/>
                  </a:cubicBezTo>
                  <a:cubicBezTo>
                    <a:pt x="0" y="5107"/>
                    <a:pt x="24" y="6045"/>
                    <a:pt x="636" y="6106"/>
                  </a:cubicBezTo>
                  <a:cubicBezTo>
                    <a:pt x="4792" y="6534"/>
                    <a:pt x="8919" y="7290"/>
                    <a:pt x="13101" y="7434"/>
                  </a:cubicBezTo>
                  <a:cubicBezTo>
                    <a:pt x="13106" y="7434"/>
                    <a:pt x="13111" y="7434"/>
                    <a:pt x="13115" y="7434"/>
                  </a:cubicBezTo>
                  <a:cubicBezTo>
                    <a:pt x="13508" y="7434"/>
                    <a:pt x="13796" y="6851"/>
                    <a:pt x="13455" y="6582"/>
                  </a:cubicBezTo>
                  <a:cubicBezTo>
                    <a:pt x="11767" y="5262"/>
                    <a:pt x="9981" y="4109"/>
                    <a:pt x="8087" y="3106"/>
                  </a:cubicBezTo>
                  <a:cubicBezTo>
                    <a:pt x="6157" y="2083"/>
                    <a:pt x="4187" y="1139"/>
                    <a:pt x="2281" y="69"/>
                  </a:cubicBezTo>
                  <a:cubicBezTo>
                    <a:pt x="2197" y="21"/>
                    <a:pt x="2114" y="1"/>
                    <a:pt x="20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7" name="Google Shape;5487;p45"/>
            <p:cNvSpPr/>
            <p:nvPr/>
          </p:nvSpPr>
          <p:spPr>
            <a:xfrm>
              <a:off x="1462675" y="3884050"/>
              <a:ext cx="125100" cy="332450"/>
            </a:xfrm>
            <a:custGeom>
              <a:rect b="b" l="l" r="r" t="t"/>
              <a:pathLst>
                <a:path extrusionOk="0" h="13298" w="5004">
                  <a:moveTo>
                    <a:pt x="4226" y="0"/>
                  </a:moveTo>
                  <a:cubicBezTo>
                    <a:pt x="3978" y="0"/>
                    <a:pt x="3745" y="159"/>
                    <a:pt x="3776" y="478"/>
                  </a:cubicBezTo>
                  <a:cubicBezTo>
                    <a:pt x="3995" y="2762"/>
                    <a:pt x="3470" y="4910"/>
                    <a:pt x="2764" y="7066"/>
                  </a:cubicBezTo>
                  <a:cubicBezTo>
                    <a:pt x="2160" y="8913"/>
                    <a:pt x="1574" y="10906"/>
                    <a:pt x="310" y="12425"/>
                  </a:cubicBezTo>
                  <a:cubicBezTo>
                    <a:pt x="1" y="12799"/>
                    <a:pt x="333" y="13298"/>
                    <a:pt x="690" y="13298"/>
                  </a:cubicBezTo>
                  <a:cubicBezTo>
                    <a:pt x="802" y="13298"/>
                    <a:pt x="916" y="13249"/>
                    <a:pt x="1014" y="13131"/>
                  </a:cubicBezTo>
                  <a:cubicBezTo>
                    <a:pt x="2366" y="11506"/>
                    <a:pt x="3030" y="9452"/>
                    <a:pt x="3679" y="7474"/>
                  </a:cubicBezTo>
                  <a:cubicBezTo>
                    <a:pt x="4424" y="5193"/>
                    <a:pt x="5004" y="2899"/>
                    <a:pt x="4772" y="478"/>
                  </a:cubicBezTo>
                  <a:cubicBezTo>
                    <a:pt x="4741" y="160"/>
                    <a:pt x="4476" y="0"/>
                    <a:pt x="42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488" name="Google Shape;5488;p45"/>
          <p:cNvSpPr/>
          <p:nvPr/>
        </p:nvSpPr>
        <p:spPr>
          <a:xfrm>
            <a:off x="2859550" y="831275"/>
            <a:ext cx="176025" cy="165050"/>
          </a:xfrm>
          <a:custGeom>
            <a:rect b="b" l="l" r="r" t="t"/>
            <a:pathLst>
              <a:path extrusionOk="0" h="6602" w="7041">
                <a:moveTo>
                  <a:pt x="4935" y="1378"/>
                </a:moveTo>
                <a:cubicBezTo>
                  <a:pt x="4939" y="1380"/>
                  <a:pt x="4948" y="1387"/>
                  <a:pt x="4965" y="1400"/>
                </a:cubicBezTo>
                <a:cubicBezTo>
                  <a:pt x="4955" y="1392"/>
                  <a:pt x="4945" y="1385"/>
                  <a:pt x="4935" y="1378"/>
                </a:cubicBezTo>
                <a:close/>
                <a:moveTo>
                  <a:pt x="1630" y="1762"/>
                </a:moveTo>
                <a:lnTo>
                  <a:pt x="1630" y="1762"/>
                </a:lnTo>
                <a:cubicBezTo>
                  <a:pt x="1621" y="1773"/>
                  <a:pt x="1618" y="1778"/>
                  <a:pt x="1618" y="1778"/>
                </a:cubicBezTo>
                <a:cubicBezTo>
                  <a:pt x="1618" y="1778"/>
                  <a:pt x="1623" y="1771"/>
                  <a:pt x="1630" y="1762"/>
                </a:cubicBezTo>
                <a:close/>
                <a:moveTo>
                  <a:pt x="3639" y="986"/>
                </a:moveTo>
                <a:cubicBezTo>
                  <a:pt x="4036" y="986"/>
                  <a:pt x="4418" y="1072"/>
                  <a:pt x="4734" y="1250"/>
                </a:cubicBezTo>
                <a:cubicBezTo>
                  <a:pt x="4786" y="1280"/>
                  <a:pt x="4839" y="1313"/>
                  <a:pt x="4890" y="1347"/>
                </a:cubicBezTo>
                <a:cubicBezTo>
                  <a:pt x="4906" y="1357"/>
                  <a:pt x="4921" y="1367"/>
                  <a:pt x="4935" y="1378"/>
                </a:cubicBezTo>
                <a:lnTo>
                  <a:pt x="4935" y="1378"/>
                </a:lnTo>
                <a:cubicBezTo>
                  <a:pt x="4934" y="1377"/>
                  <a:pt x="4933" y="1376"/>
                  <a:pt x="4933" y="1376"/>
                </a:cubicBezTo>
                <a:lnTo>
                  <a:pt x="4933" y="1376"/>
                </a:lnTo>
                <a:cubicBezTo>
                  <a:pt x="4934" y="1376"/>
                  <a:pt x="4964" y="1397"/>
                  <a:pt x="4972" y="1404"/>
                </a:cubicBezTo>
                <a:cubicBezTo>
                  <a:pt x="5081" y="1495"/>
                  <a:pt x="5182" y="1594"/>
                  <a:pt x="5275" y="1701"/>
                </a:cubicBezTo>
                <a:cubicBezTo>
                  <a:pt x="5296" y="1724"/>
                  <a:pt x="5315" y="1747"/>
                  <a:pt x="5332" y="1771"/>
                </a:cubicBezTo>
                <a:cubicBezTo>
                  <a:pt x="5336" y="1776"/>
                  <a:pt x="5339" y="1780"/>
                  <a:pt x="5342" y="1782"/>
                </a:cubicBezTo>
                <a:lnTo>
                  <a:pt x="5342" y="1782"/>
                </a:lnTo>
                <a:cubicBezTo>
                  <a:pt x="5378" y="1835"/>
                  <a:pt x="5414" y="1889"/>
                  <a:pt x="5446" y="1943"/>
                </a:cubicBezTo>
                <a:cubicBezTo>
                  <a:pt x="5477" y="1994"/>
                  <a:pt x="5507" y="2045"/>
                  <a:pt x="5534" y="2097"/>
                </a:cubicBezTo>
                <a:cubicBezTo>
                  <a:pt x="5548" y="2126"/>
                  <a:pt x="5603" y="2244"/>
                  <a:pt x="5604" y="2244"/>
                </a:cubicBezTo>
                <a:cubicBezTo>
                  <a:pt x="5605" y="2244"/>
                  <a:pt x="5604" y="2244"/>
                  <a:pt x="5604" y="2242"/>
                </a:cubicBezTo>
                <a:lnTo>
                  <a:pt x="5604" y="2242"/>
                </a:lnTo>
                <a:cubicBezTo>
                  <a:pt x="5646" y="2347"/>
                  <a:pt x="5682" y="2454"/>
                  <a:pt x="5711" y="2561"/>
                </a:cubicBezTo>
                <a:cubicBezTo>
                  <a:pt x="5726" y="2620"/>
                  <a:pt x="5741" y="2679"/>
                  <a:pt x="5751" y="2738"/>
                </a:cubicBezTo>
                <a:cubicBezTo>
                  <a:pt x="5756" y="2758"/>
                  <a:pt x="5778" y="2901"/>
                  <a:pt x="5781" y="2901"/>
                </a:cubicBezTo>
                <a:cubicBezTo>
                  <a:pt x="5781" y="2901"/>
                  <a:pt x="5781" y="2892"/>
                  <a:pt x="5779" y="2872"/>
                </a:cubicBezTo>
                <a:lnTo>
                  <a:pt x="5779" y="2872"/>
                </a:lnTo>
                <a:cubicBezTo>
                  <a:pt x="5793" y="2999"/>
                  <a:pt x="5800" y="3127"/>
                  <a:pt x="5800" y="3256"/>
                </a:cubicBezTo>
                <a:cubicBezTo>
                  <a:pt x="5798" y="3323"/>
                  <a:pt x="5796" y="3393"/>
                  <a:pt x="5791" y="3460"/>
                </a:cubicBezTo>
                <a:cubicBezTo>
                  <a:pt x="5787" y="3518"/>
                  <a:pt x="5781" y="3572"/>
                  <a:pt x="5780" y="3582"/>
                </a:cubicBezTo>
                <a:lnTo>
                  <a:pt x="5780" y="3582"/>
                </a:lnTo>
                <a:cubicBezTo>
                  <a:pt x="5759" y="3706"/>
                  <a:pt x="5734" y="3831"/>
                  <a:pt x="5699" y="3953"/>
                </a:cubicBezTo>
                <a:cubicBezTo>
                  <a:pt x="5682" y="4012"/>
                  <a:pt x="5663" y="4069"/>
                  <a:pt x="5642" y="4126"/>
                </a:cubicBezTo>
                <a:cubicBezTo>
                  <a:pt x="5631" y="4155"/>
                  <a:pt x="5621" y="4183"/>
                  <a:pt x="5610" y="4212"/>
                </a:cubicBezTo>
                <a:cubicBezTo>
                  <a:pt x="5606" y="4223"/>
                  <a:pt x="5602" y="4232"/>
                  <a:pt x="5600" y="4238"/>
                </a:cubicBezTo>
                <a:lnTo>
                  <a:pt x="5600" y="4238"/>
                </a:lnTo>
                <a:cubicBezTo>
                  <a:pt x="5597" y="4244"/>
                  <a:pt x="5593" y="4252"/>
                  <a:pt x="5589" y="4261"/>
                </a:cubicBezTo>
                <a:cubicBezTo>
                  <a:pt x="5534" y="4370"/>
                  <a:pt x="5477" y="4478"/>
                  <a:pt x="5412" y="4581"/>
                </a:cubicBezTo>
                <a:cubicBezTo>
                  <a:pt x="5311" y="4737"/>
                  <a:pt x="5324" y="4720"/>
                  <a:pt x="5189" y="4863"/>
                </a:cubicBezTo>
                <a:cubicBezTo>
                  <a:pt x="4814" y="5261"/>
                  <a:pt x="4355" y="5476"/>
                  <a:pt x="3756" y="5573"/>
                </a:cubicBezTo>
                <a:cubicBezTo>
                  <a:pt x="3620" y="5595"/>
                  <a:pt x="3482" y="5605"/>
                  <a:pt x="3344" y="5605"/>
                </a:cubicBezTo>
                <a:cubicBezTo>
                  <a:pt x="2954" y="5605"/>
                  <a:pt x="2572" y="5519"/>
                  <a:pt x="2265" y="5346"/>
                </a:cubicBezTo>
                <a:cubicBezTo>
                  <a:pt x="2214" y="5316"/>
                  <a:pt x="2164" y="5285"/>
                  <a:pt x="2113" y="5253"/>
                </a:cubicBezTo>
                <a:cubicBezTo>
                  <a:pt x="2098" y="5243"/>
                  <a:pt x="2015" y="5180"/>
                  <a:pt x="2013" y="5180"/>
                </a:cubicBezTo>
                <a:lnTo>
                  <a:pt x="2013" y="5180"/>
                </a:lnTo>
                <a:cubicBezTo>
                  <a:pt x="2013" y="5180"/>
                  <a:pt x="2019" y="5186"/>
                  <a:pt x="2037" y="5200"/>
                </a:cubicBezTo>
                <a:cubicBezTo>
                  <a:pt x="1930" y="5114"/>
                  <a:pt x="1831" y="5019"/>
                  <a:pt x="1740" y="4916"/>
                </a:cubicBezTo>
                <a:cubicBezTo>
                  <a:pt x="1728" y="4902"/>
                  <a:pt x="1675" y="4837"/>
                  <a:pt x="1657" y="4816"/>
                </a:cubicBezTo>
                <a:lnTo>
                  <a:pt x="1657" y="4816"/>
                </a:lnTo>
                <a:cubicBezTo>
                  <a:pt x="1647" y="4801"/>
                  <a:pt x="1584" y="4711"/>
                  <a:pt x="1570" y="4688"/>
                </a:cubicBezTo>
                <a:cubicBezTo>
                  <a:pt x="1500" y="4579"/>
                  <a:pt x="1439" y="4465"/>
                  <a:pt x="1382" y="4347"/>
                </a:cubicBezTo>
                <a:cubicBezTo>
                  <a:pt x="1372" y="4327"/>
                  <a:pt x="1369" y="4322"/>
                  <a:pt x="1368" y="4322"/>
                </a:cubicBezTo>
                <a:lnTo>
                  <a:pt x="1368" y="4322"/>
                </a:lnTo>
                <a:cubicBezTo>
                  <a:pt x="1368" y="4322"/>
                  <a:pt x="1368" y="4322"/>
                  <a:pt x="1368" y="4322"/>
                </a:cubicBezTo>
                <a:lnTo>
                  <a:pt x="1368" y="4322"/>
                </a:lnTo>
                <a:cubicBezTo>
                  <a:pt x="1366" y="4315"/>
                  <a:pt x="1360" y="4299"/>
                  <a:pt x="1348" y="4265"/>
                </a:cubicBezTo>
                <a:cubicBezTo>
                  <a:pt x="1329" y="4210"/>
                  <a:pt x="1308" y="4155"/>
                  <a:pt x="1291" y="4101"/>
                </a:cubicBezTo>
                <a:cubicBezTo>
                  <a:pt x="1251" y="3974"/>
                  <a:pt x="1220" y="3848"/>
                  <a:pt x="1197" y="3717"/>
                </a:cubicBezTo>
                <a:cubicBezTo>
                  <a:pt x="1192" y="3696"/>
                  <a:pt x="1179" y="3596"/>
                  <a:pt x="1178" y="3596"/>
                </a:cubicBezTo>
                <a:lnTo>
                  <a:pt x="1178" y="3596"/>
                </a:lnTo>
                <a:cubicBezTo>
                  <a:pt x="1178" y="3596"/>
                  <a:pt x="1179" y="3606"/>
                  <a:pt x="1182" y="3633"/>
                </a:cubicBezTo>
                <a:cubicBezTo>
                  <a:pt x="1173" y="3568"/>
                  <a:pt x="1167" y="3502"/>
                  <a:pt x="1165" y="3437"/>
                </a:cubicBezTo>
                <a:cubicBezTo>
                  <a:pt x="1157" y="3304"/>
                  <a:pt x="1157" y="3174"/>
                  <a:pt x="1165" y="3041"/>
                </a:cubicBezTo>
                <a:cubicBezTo>
                  <a:pt x="1167" y="3011"/>
                  <a:pt x="1179" y="2898"/>
                  <a:pt x="1181" y="2870"/>
                </a:cubicBezTo>
                <a:lnTo>
                  <a:pt x="1181" y="2870"/>
                </a:lnTo>
                <a:cubicBezTo>
                  <a:pt x="1186" y="2847"/>
                  <a:pt x="1203" y="2750"/>
                  <a:pt x="1209" y="2721"/>
                </a:cubicBezTo>
                <a:cubicBezTo>
                  <a:pt x="1239" y="2580"/>
                  <a:pt x="1281" y="2443"/>
                  <a:pt x="1327" y="2306"/>
                </a:cubicBezTo>
                <a:cubicBezTo>
                  <a:pt x="1342" y="2262"/>
                  <a:pt x="1345" y="2248"/>
                  <a:pt x="1346" y="2244"/>
                </a:cubicBezTo>
                <a:lnTo>
                  <a:pt x="1346" y="2244"/>
                </a:lnTo>
                <a:cubicBezTo>
                  <a:pt x="1348" y="2241"/>
                  <a:pt x="1355" y="2229"/>
                  <a:pt x="1376" y="2188"/>
                </a:cubicBezTo>
                <a:cubicBezTo>
                  <a:pt x="1407" y="2125"/>
                  <a:pt x="1439" y="2059"/>
                  <a:pt x="1475" y="1998"/>
                </a:cubicBezTo>
                <a:cubicBezTo>
                  <a:pt x="1511" y="1937"/>
                  <a:pt x="1551" y="1878"/>
                  <a:pt x="1588" y="1819"/>
                </a:cubicBezTo>
                <a:cubicBezTo>
                  <a:pt x="1603" y="1799"/>
                  <a:pt x="1618" y="1779"/>
                  <a:pt x="1632" y="1759"/>
                </a:cubicBezTo>
                <a:lnTo>
                  <a:pt x="1632" y="1759"/>
                </a:lnTo>
                <a:cubicBezTo>
                  <a:pt x="1639" y="1751"/>
                  <a:pt x="1646" y="1741"/>
                  <a:pt x="1654" y="1733"/>
                </a:cubicBezTo>
                <a:cubicBezTo>
                  <a:pt x="1744" y="1632"/>
                  <a:pt x="1839" y="1535"/>
                  <a:pt x="1945" y="1446"/>
                </a:cubicBezTo>
                <a:cubicBezTo>
                  <a:pt x="1949" y="1443"/>
                  <a:pt x="1952" y="1440"/>
                  <a:pt x="1955" y="1437"/>
                </a:cubicBezTo>
                <a:lnTo>
                  <a:pt x="1955" y="1437"/>
                </a:lnTo>
                <a:cubicBezTo>
                  <a:pt x="1958" y="1435"/>
                  <a:pt x="1960" y="1434"/>
                  <a:pt x="1963" y="1431"/>
                </a:cubicBezTo>
                <a:cubicBezTo>
                  <a:pt x="1993" y="1410"/>
                  <a:pt x="2022" y="1389"/>
                  <a:pt x="2054" y="1370"/>
                </a:cubicBezTo>
                <a:cubicBezTo>
                  <a:pt x="2115" y="1328"/>
                  <a:pt x="2180" y="1292"/>
                  <a:pt x="2246" y="1257"/>
                </a:cubicBezTo>
                <a:cubicBezTo>
                  <a:pt x="2372" y="1191"/>
                  <a:pt x="2412" y="1174"/>
                  <a:pt x="2604" y="1120"/>
                </a:cubicBezTo>
                <a:cubicBezTo>
                  <a:pt x="2802" y="1065"/>
                  <a:pt x="2859" y="1059"/>
                  <a:pt x="3023" y="1044"/>
                </a:cubicBezTo>
                <a:cubicBezTo>
                  <a:pt x="3046" y="1042"/>
                  <a:pt x="3069" y="1039"/>
                  <a:pt x="3092" y="1035"/>
                </a:cubicBezTo>
                <a:lnTo>
                  <a:pt x="3092" y="1035"/>
                </a:lnTo>
                <a:cubicBezTo>
                  <a:pt x="3113" y="1033"/>
                  <a:pt x="3134" y="1031"/>
                  <a:pt x="3156" y="1027"/>
                </a:cubicBezTo>
                <a:cubicBezTo>
                  <a:pt x="3317" y="1000"/>
                  <a:pt x="3479" y="986"/>
                  <a:pt x="3639" y="986"/>
                </a:cubicBezTo>
                <a:close/>
                <a:moveTo>
                  <a:pt x="3656" y="0"/>
                </a:moveTo>
                <a:cubicBezTo>
                  <a:pt x="3424" y="0"/>
                  <a:pt x="3191" y="20"/>
                  <a:pt x="2962" y="55"/>
                </a:cubicBezTo>
                <a:lnTo>
                  <a:pt x="2962" y="55"/>
                </a:lnTo>
                <a:cubicBezTo>
                  <a:pt x="1592" y="189"/>
                  <a:pt x="506" y="1128"/>
                  <a:pt x="238" y="2500"/>
                </a:cubicBezTo>
                <a:cubicBezTo>
                  <a:pt x="0" y="3730"/>
                  <a:pt x="360" y="5131"/>
                  <a:pt x="1367" y="5933"/>
                </a:cubicBezTo>
                <a:cubicBezTo>
                  <a:pt x="1934" y="6385"/>
                  <a:pt x="2656" y="6602"/>
                  <a:pt x="3382" y="6602"/>
                </a:cubicBezTo>
                <a:cubicBezTo>
                  <a:pt x="4138" y="6602"/>
                  <a:pt x="4898" y="6367"/>
                  <a:pt x="5494" y="5917"/>
                </a:cubicBezTo>
                <a:cubicBezTo>
                  <a:pt x="6607" y="5078"/>
                  <a:pt x="7041" y="3580"/>
                  <a:pt x="6659" y="2253"/>
                </a:cubicBezTo>
                <a:cubicBezTo>
                  <a:pt x="6453" y="1537"/>
                  <a:pt x="6015" y="905"/>
                  <a:pt x="5393" y="488"/>
                </a:cubicBezTo>
                <a:cubicBezTo>
                  <a:pt x="4872" y="137"/>
                  <a:pt x="4267" y="0"/>
                  <a:pt x="365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9" name="Google Shape;5489;p45"/>
          <p:cNvSpPr/>
          <p:nvPr/>
        </p:nvSpPr>
        <p:spPr>
          <a:xfrm>
            <a:off x="1601025" y="1372425"/>
            <a:ext cx="117525" cy="110100"/>
          </a:xfrm>
          <a:custGeom>
            <a:rect b="b" l="l" r="r" t="t"/>
            <a:pathLst>
              <a:path extrusionOk="0" h="4404" w="4701">
                <a:moveTo>
                  <a:pt x="1951" y="1032"/>
                </a:moveTo>
                <a:cubicBezTo>
                  <a:pt x="1950" y="1033"/>
                  <a:pt x="1949" y="1033"/>
                  <a:pt x="1947" y="1033"/>
                </a:cubicBezTo>
                <a:cubicBezTo>
                  <a:pt x="1948" y="1033"/>
                  <a:pt x="1950" y="1033"/>
                  <a:pt x="1951" y="1032"/>
                </a:cubicBezTo>
                <a:close/>
                <a:moveTo>
                  <a:pt x="2857" y="1059"/>
                </a:moveTo>
                <a:cubicBezTo>
                  <a:pt x="2871" y="1059"/>
                  <a:pt x="2889" y="1066"/>
                  <a:pt x="2907" y="1075"/>
                </a:cubicBezTo>
                <a:lnTo>
                  <a:pt x="2907" y="1075"/>
                </a:lnTo>
                <a:cubicBezTo>
                  <a:pt x="2887" y="1068"/>
                  <a:pt x="2858" y="1059"/>
                  <a:pt x="2857" y="1059"/>
                </a:cubicBezTo>
                <a:close/>
                <a:moveTo>
                  <a:pt x="3091" y="1185"/>
                </a:moveTo>
                <a:cubicBezTo>
                  <a:pt x="3091" y="1185"/>
                  <a:pt x="3091" y="1185"/>
                  <a:pt x="3091" y="1185"/>
                </a:cubicBezTo>
                <a:lnTo>
                  <a:pt x="3091" y="1185"/>
                </a:lnTo>
                <a:cubicBezTo>
                  <a:pt x="3091" y="1185"/>
                  <a:pt x="3091" y="1185"/>
                  <a:pt x="3091" y="1185"/>
                </a:cubicBezTo>
                <a:close/>
                <a:moveTo>
                  <a:pt x="3104" y="1198"/>
                </a:moveTo>
                <a:cubicBezTo>
                  <a:pt x="3111" y="1203"/>
                  <a:pt x="3118" y="1208"/>
                  <a:pt x="3125" y="1213"/>
                </a:cubicBezTo>
                <a:cubicBezTo>
                  <a:pt x="3142" y="1224"/>
                  <a:pt x="3149" y="1229"/>
                  <a:pt x="3148" y="1229"/>
                </a:cubicBezTo>
                <a:cubicBezTo>
                  <a:pt x="3148" y="1229"/>
                  <a:pt x="3121" y="1211"/>
                  <a:pt x="3104" y="1198"/>
                </a:cubicBezTo>
                <a:close/>
                <a:moveTo>
                  <a:pt x="1747" y="3319"/>
                </a:moveTo>
                <a:cubicBezTo>
                  <a:pt x="1767" y="3326"/>
                  <a:pt x="1803" y="3338"/>
                  <a:pt x="1802" y="3338"/>
                </a:cubicBezTo>
                <a:cubicBezTo>
                  <a:pt x="1800" y="3339"/>
                  <a:pt x="1799" y="3339"/>
                  <a:pt x="1797" y="3339"/>
                </a:cubicBezTo>
                <a:cubicBezTo>
                  <a:pt x="1785" y="3339"/>
                  <a:pt x="1766" y="3330"/>
                  <a:pt x="1747" y="3319"/>
                </a:cubicBezTo>
                <a:close/>
                <a:moveTo>
                  <a:pt x="2463" y="3393"/>
                </a:moveTo>
                <a:cubicBezTo>
                  <a:pt x="2461" y="3393"/>
                  <a:pt x="2459" y="3393"/>
                  <a:pt x="2456" y="3393"/>
                </a:cubicBezTo>
                <a:lnTo>
                  <a:pt x="2456" y="3393"/>
                </a:lnTo>
                <a:cubicBezTo>
                  <a:pt x="2459" y="3393"/>
                  <a:pt x="2462" y="3393"/>
                  <a:pt x="2463" y="3393"/>
                </a:cubicBezTo>
                <a:close/>
                <a:moveTo>
                  <a:pt x="2387" y="989"/>
                </a:moveTo>
                <a:cubicBezTo>
                  <a:pt x="2440" y="989"/>
                  <a:pt x="2491" y="989"/>
                  <a:pt x="2541" y="993"/>
                </a:cubicBezTo>
                <a:cubicBezTo>
                  <a:pt x="2560" y="993"/>
                  <a:pt x="2582" y="997"/>
                  <a:pt x="2601" y="998"/>
                </a:cubicBezTo>
                <a:lnTo>
                  <a:pt x="2601" y="998"/>
                </a:lnTo>
                <a:cubicBezTo>
                  <a:pt x="2682" y="1018"/>
                  <a:pt x="2761" y="1029"/>
                  <a:pt x="2840" y="1057"/>
                </a:cubicBezTo>
                <a:cubicBezTo>
                  <a:pt x="2857" y="1061"/>
                  <a:pt x="2876" y="1069"/>
                  <a:pt x="2895" y="1076"/>
                </a:cubicBezTo>
                <a:cubicBezTo>
                  <a:pt x="2906" y="1079"/>
                  <a:pt x="2914" y="1081"/>
                  <a:pt x="2919" y="1082"/>
                </a:cubicBezTo>
                <a:lnTo>
                  <a:pt x="2919" y="1082"/>
                </a:lnTo>
                <a:cubicBezTo>
                  <a:pt x="2944" y="1096"/>
                  <a:pt x="2968" y="1113"/>
                  <a:pt x="2984" y="1122"/>
                </a:cubicBezTo>
                <a:cubicBezTo>
                  <a:pt x="3015" y="1139"/>
                  <a:pt x="3049" y="1160"/>
                  <a:pt x="3080" y="1181"/>
                </a:cubicBezTo>
                <a:cubicBezTo>
                  <a:pt x="3084" y="1184"/>
                  <a:pt x="3088" y="1186"/>
                  <a:pt x="3092" y="1189"/>
                </a:cubicBezTo>
                <a:lnTo>
                  <a:pt x="3092" y="1189"/>
                </a:lnTo>
                <a:cubicBezTo>
                  <a:pt x="3107" y="1217"/>
                  <a:pt x="3258" y="1347"/>
                  <a:pt x="3274" y="1366"/>
                </a:cubicBezTo>
                <a:cubicBezTo>
                  <a:pt x="3278" y="1370"/>
                  <a:pt x="3281" y="1374"/>
                  <a:pt x="3284" y="1378"/>
                </a:cubicBezTo>
                <a:lnTo>
                  <a:pt x="3284" y="1378"/>
                </a:lnTo>
                <a:cubicBezTo>
                  <a:pt x="3304" y="1410"/>
                  <a:pt x="3328" y="1440"/>
                  <a:pt x="3348" y="1474"/>
                </a:cubicBezTo>
                <a:cubicBezTo>
                  <a:pt x="3367" y="1503"/>
                  <a:pt x="3386" y="1535"/>
                  <a:pt x="3403" y="1569"/>
                </a:cubicBezTo>
                <a:cubicBezTo>
                  <a:pt x="3409" y="1579"/>
                  <a:pt x="3414" y="1591"/>
                  <a:pt x="3420" y="1604"/>
                </a:cubicBezTo>
                <a:lnTo>
                  <a:pt x="3420" y="1604"/>
                </a:lnTo>
                <a:cubicBezTo>
                  <a:pt x="3420" y="1602"/>
                  <a:pt x="3420" y="1600"/>
                  <a:pt x="3420" y="1598"/>
                </a:cubicBezTo>
                <a:lnTo>
                  <a:pt x="3420" y="1598"/>
                </a:lnTo>
                <a:cubicBezTo>
                  <a:pt x="3420" y="1600"/>
                  <a:pt x="3420" y="1602"/>
                  <a:pt x="3420" y="1604"/>
                </a:cubicBezTo>
                <a:lnTo>
                  <a:pt x="3420" y="1604"/>
                </a:lnTo>
                <a:cubicBezTo>
                  <a:pt x="3420" y="1604"/>
                  <a:pt x="3420" y="1604"/>
                  <a:pt x="3420" y="1604"/>
                </a:cubicBezTo>
                <a:lnTo>
                  <a:pt x="3420" y="1604"/>
                </a:lnTo>
                <a:cubicBezTo>
                  <a:pt x="3420" y="1621"/>
                  <a:pt x="3423" y="1634"/>
                  <a:pt x="3427" y="1644"/>
                </a:cubicBezTo>
                <a:lnTo>
                  <a:pt x="3427" y="1644"/>
                </a:lnTo>
                <a:cubicBezTo>
                  <a:pt x="3423" y="1630"/>
                  <a:pt x="3420" y="1616"/>
                  <a:pt x="3420" y="1604"/>
                </a:cubicBezTo>
                <a:lnTo>
                  <a:pt x="3420" y="1604"/>
                </a:lnTo>
                <a:cubicBezTo>
                  <a:pt x="3422" y="1608"/>
                  <a:pt x="3424" y="1613"/>
                  <a:pt x="3426" y="1617"/>
                </a:cubicBezTo>
                <a:cubicBezTo>
                  <a:pt x="3442" y="1646"/>
                  <a:pt x="3443" y="1659"/>
                  <a:pt x="3439" y="1659"/>
                </a:cubicBezTo>
                <a:cubicBezTo>
                  <a:pt x="3436" y="1659"/>
                  <a:pt x="3432" y="1654"/>
                  <a:pt x="3427" y="1644"/>
                </a:cubicBezTo>
                <a:lnTo>
                  <a:pt x="3427" y="1644"/>
                </a:lnTo>
                <a:cubicBezTo>
                  <a:pt x="3443" y="1697"/>
                  <a:pt x="3479" y="1760"/>
                  <a:pt x="3491" y="1802"/>
                </a:cubicBezTo>
                <a:cubicBezTo>
                  <a:pt x="3500" y="1838"/>
                  <a:pt x="3508" y="1874"/>
                  <a:pt x="3517" y="1910"/>
                </a:cubicBezTo>
                <a:cubicBezTo>
                  <a:pt x="3521" y="1933"/>
                  <a:pt x="3525" y="1954"/>
                  <a:pt x="3529" y="1977"/>
                </a:cubicBezTo>
                <a:cubicBezTo>
                  <a:pt x="3534" y="2005"/>
                  <a:pt x="3537" y="2015"/>
                  <a:pt x="3538" y="2015"/>
                </a:cubicBezTo>
                <a:cubicBezTo>
                  <a:pt x="3540" y="2015"/>
                  <a:pt x="3530" y="1942"/>
                  <a:pt x="3525" y="1939"/>
                </a:cubicBezTo>
                <a:lnTo>
                  <a:pt x="3525" y="1939"/>
                </a:lnTo>
                <a:cubicBezTo>
                  <a:pt x="3550" y="1954"/>
                  <a:pt x="3538" y="2142"/>
                  <a:pt x="3538" y="2173"/>
                </a:cubicBezTo>
                <a:cubicBezTo>
                  <a:pt x="3538" y="2215"/>
                  <a:pt x="3535" y="2257"/>
                  <a:pt x="3533" y="2297"/>
                </a:cubicBezTo>
                <a:cubicBezTo>
                  <a:pt x="3532" y="2312"/>
                  <a:pt x="3530" y="2326"/>
                  <a:pt x="3529" y="2339"/>
                </a:cubicBezTo>
                <a:lnTo>
                  <a:pt x="3529" y="2339"/>
                </a:lnTo>
                <a:cubicBezTo>
                  <a:pt x="3514" y="2409"/>
                  <a:pt x="3504" y="2477"/>
                  <a:pt x="3483" y="2546"/>
                </a:cubicBezTo>
                <a:cubicBezTo>
                  <a:pt x="3472" y="2582"/>
                  <a:pt x="3462" y="2618"/>
                  <a:pt x="3449" y="2651"/>
                </a:cubicBezTo>
                <a:cubicBezTo>
                  <a:pt x="3445" y="2663"/>
                  <a:pt x="3440" y="2676"/>
                  <a:pt x="3436" y="2688"/>
                </a:cubicBezTo>
                <a:lnTo>
                  <a:pt x="3436" y="2688"/>
                </a:lnTo>
                <a:cubicBezTo>
                  <a:pt x="3398" y="2751"/>
                  <a:pt x="3369" y="2818"/>
                  <a:pt x="3329" y="2881"/>
                </a:cubicBezTo>
                <a:cubicBezTo>
                  <a:pt x="3324" y="2889"/>
                  <a:pt x="3300" y="2922"/>
                  <a:pt x="3284" y="2945"/>
                </a:cubicBezTo>
                <a:lnTo>
                  <a:pt x="3284" y="2945"/>
                </a:lnTo>
                <a:cubicBezTo>
                  <a:pt x="3263" y="2968"/>
                  <a:pt x="3232" y="3005"/>
                  <a:pt x="3224" y="3014"/>
                </a:cubicBezTo>
                <a:cubicBezTo>
                  <a:pt x="3198" y="3041"/>
                  <a:pt x="3171" y="3069"/>
                  <a:pt x="3142" y="3094"/>
                </a:cubicBezTo>
                <a:cubicBezTo>
                  <a:pt x="3127" y="3106"/>
                  <a:pt x="3112" y="3119"/>
                  <a:pt x="3099" y="3132"/>
                </a:cubicBezTo>
                <a:cubicBezTo>
                  <a:pt x="3075" y="3154"/>
                  <a:pt x="3071" y="3163"/>
                  <a:pt x="3076" y="3163"/>
                </a:cubicBezTo>
                <a:cubicBezTo>
                  <a:pt x="3076" y="3163"/>
                  <a:pt x="3077" y="3163"/>
                  <a:pt x="3078" y="3162"/>
                </a:cubicBezTo>
                <a:lnTo>
                  <a:pt x="3078" y="3162"/>
                </a:lnTo>
                <a:cubicBezTo>
                  <a:pt x="3021" y="3203"/>
                  <a:pt x="2923" y="3245"/>
                  <a:pt x="2889" y="3262"/>
                </a:cubicBezTo>
                <a:cubicBezTo>
                  <a:pt x="2863" y="3275"/>
                  <a:pt x="2803" y="3296"/>
                  <a:pt x="2805" y="3296"/>
                </a:cubicBezTo>
                <a:cubicBezTo>
                  <a:pt x="2806" y="3296"/>
                  <a:pt x="2822" y="3291"/>
                  <a:pt x="2866" y="3277"/>
                </a:cubicBezTo>
                <a:lnTo>
                  <a:pt x="2866" y="3277"/>
                </a:lnTo>
                <a:cubicBezTo>
                  <a:pt x="2823" y="3292"/>
                  <a:pt x="2783" y="3309"/>
                  <a:pt x="2741" y="3323"/>
                </a:cubicBezTo>
                <a:cubicBezTo>
                  <a:pt x="2642" y="3355"/>
                  <a:pt x="2541" y="3376"/>
                  <a:pt x="2438" y="3395"/>
                </a:cubicBezTo>
                <a:cubicBezTo>
                  <a:pt x="2437" y="3395"/>
                  <a:pt x="2437" y="3395"/>
                  <a:pt x="2437" y="3395"/>
                </a:cubicBezTo>
                <a:lnTo>
                  <a:pt x="2437" y="3395"/>
                </a:lnTo>
                <a:cubicBezTo>
                  <a:pt x="2416" y="3397"/>
                  <a:pt x="2395" y="3400"/>
                  <a:pt x="2375" y="3401"/>
                </a:cubicBezTo>
                <a:cubicBezTo>
                  <a:pt x="2330" y="3403"/>
                  <a:pt x="2284" y="3406"/>
                  <a:pt x="2240" y="3406"/>
                </a:cubicBezTo>
                <a:cubicBezTo>
                  <a:pt x="2226" y="3406"/>
                  <a:pt x="2211" y="3406"/>
                  <a:pt x="2197" y="3406"/>
                </a:cubicBezTo>
                <a:cubicBezTo>
                  <a:pt x="2163" y="3406"/>
                  <a:pt x="2129" y="3405"/>
                  <a:pt x="2094" y="3403"/>
                </a:cubicBezTo>
                <a:cubicBezTo>
                  <a:pt x="2081" y="3402"/>
                  <a:pt x="2067" y="3400"/>
                  <a:pt x="2054" y="3398"/>
                </a:cubicBezTo>
                <a:lnTo>
                  <a:pt x="2054" y="3398"/>
                </a:lnTo>
                <a:cubicBezTo>
                  <a:pt x="1975" y="3376"/>
                  <a:pt x="1893" y="3365"/>
                  <a:pt x="1814" y="3340"/>
                </a:cubicBezTo>
                <a:cubicBezTo>
                  <a:pt x="1797" y="3334"/>
                  <a:pt x="1778" y="3326"/>
                  <a:pt x="1762" y="3321"/>
                </a:cubicBezTo>
                <a:cubicBezTo>
                  <a:pt x="1752" y="3318"/>
                  <a:pt x="1745" y="3316"/>
                  <a:pt x="1740" y="3315"/>
                </a:cubicBezTo>
                <a:lnTo>
                  <a:pt x="1740" y="3315"/>
                </a:lnTo>
                <a:cubicBezTo>
                  <a:pt x="1716" y="3301"/>
                  <a:pt x="1691" y="3283"/>
                  <a:pt x="1679" y="3277"/>
                </a:cubicBezTo>
                <a:cubicBezTo>
                  <a:pt x="1648" y="3258"/>
                  <a:pt x="1616" y="3241"/>
                  <a:pt x="1587" y="3220"/>
                </a:cubicBezTo>
                <a:cubicBezTo>
                  <a:pt x="1572" y="3210"/>
                  <a:pt x="1557" y="3199"/>
                  <a:pt x="1543" y="3191"/>
                </a:cubicBezTo>
                <a:cubicBezTo>
                  <a:pt x="1525" y="3180"/>
                  <a:pt x="1519" y="3175"/>
                  <a:pt x="1519" y="3175"/>
                </a:cubicBezTo>
                <a:lnTo>
                  <a:pt x="1519" y="3175"/>
                </a:lnTo>
                <a:cubicBezTo>
                  <a:pt x="1518" y="3175"/>
                  <a:pt x="1582" y="3218"/>
                  <a:pt x="1580" y="3218"/>
                </a:cubicBezTo>
                <a:cubicBezTo>
                  <a:pt x="1580" y="3218"/>
                  <a:pt x="1579" y="3218"/>
                  <a:pt x="1578" y="3218"/>
                </a:cubicBezTo>
                <a:cubicBezTo>
                  <a:pt x="1542" y="3218"/>
                  <a:pt x="1420" y="3070"/>
                  <a:pt x="1399" y="3045"/>
                </a:cubicBezTo>
                <a:cubicBezTo>
                  <a:pt x="1384" y="3030"/>
                  <a:pt x="1353" y="2977"/>
                  <a:pt x="1351" y="2977"/>
                </a:cubicBezTo>
                <a:lnTo>
                  <a:pt x="1351" y="2977"/>
                </a:lnTo>
                <a:cubicBezTo>
                  <a:pt x="1350" y="2977"/>
                  <a:pt x="1354" y="2985"/>
                  <a:pt x="1363" y="3005"/>
                </a:cubicBezTo>
                <a:cubicBezTo>
                  <a:pt x="1372" y="3025"/>
                  <a:pt x="1375" y="3032"/>
                  <a:pt x="1374" y="3032"/>
                </a:cubicBezTo>
                <a:cubicBezTo>
                  <a:pt x="1372" y="3032"/>
                  <a:pt x="1335" y="2962"/>
                  <a:pt x="1326" y="2946"/>
                </a:cubicBezTo>
                <a:cubicBezTo>
                  <a:pt x="1285" y="2881"/>
                  <a:pt x="1252" y="2814"/>
                  <a:pt x="1215" y="2746"/>
                </a:cubicBezTo>
                <a:lnTo>
                  <a:pt x="1215" y="2746"/>
                </a:lnTo>
                <a:cubicBezTo>
                  <a:pt x="1214" y="2743"/>
                  <a:pt x="1213" y="2740"/>
                  <a:pt x="1212" y="2736"/>
                </a:cubicBezTo>
                <a:cubicBezTo>
                  <a:pt x="1199" y="2702"/>
                  <a:pt x="1187" y="2668"/>
                  <a:pt x="1176" y="2635"/>
                </a:cubicBezTo>
                <a:cubicBezTo>
                  <a:pt x="1153" y="2559"/>
                  <a:pt x="1132" y="2481"/>
                  <a:pt x="1119" y="2403"/>
                </a:cubicBezTo>
                <a:cubicBezTo>
                  <a:pt x="1119" y="2401"/>
                  <a:pt x="1118" y="2399"/>
                  <a:pt x="1118" y="2397"/>
                </a:cubicBezTo>
                <a:lnTo>
                  <a:pt x="1118" y="2397"/>
                </a:lnTo>
                <a:cubicBezTo>
                  <a:pt x="1122" y="2365"/>
                  <a:pt x="1108" y="2315"/>
                  <a:pt x="1106" y="2283"/>
                </a:cubicBezTo>
                <a:cubicBezTo>
                  <a:pt x="1102" y="2203"/>
                  <a:pt x="1102" y="2123"/>
                  <a:pt x="1106" y="2043"/>
                </a:cubicBezTo>
                <a:cubicBezTo>
                  <a:pt x="1107" y="2033"/>
                  <a:pt x="1110" y="2004"/>
                  <a:pt x="1113" y="1978"/>
                </a:cubicBezTo>
                <a:lnTo>
                  <a:pt x="1113" y="1978"/>
                </a:lnTo>
                <a:cubicBezTo>
                  <a:pt x="1117" y="1953"/>
                  <a:pt x="1123" y="1911"/>
                  <a:pt x="1125" y="1899"/>
                </a:cubicBezTo>
                <a:cubicBezTo>
                  <a:pt x="1144" y="1813"/>
                  <a:pt x="1170" y="1731"/>
                  <a:pt x="1197" y="1647"/>
                </a:cubicBezTo>
                <a:cubicBezTo>
                  <a:pt x="1199" y="1642"/>
                  <a:pt x="1200" y="1637"/>
                  <a:pt x="1201" y="1634"/>
                </a:cubicBezTo>
                <a:lnTo>
                  <a:pt x="1201" y="1634"/>
                </a:lnTo>
                <a:cubicBezTo>
                  <a:pt x="1203" y="1630"/>
                  <a:pt x="1205" y="1626"/>
                  <a:pt x="1208" y="1621"/>
                </a:cubicBezTo>
                <a:cubicBezTo>
                  <a:pt x="1227" y="1583"/>
                  <a:pt x="1246" y="1543"/>
                  <a:pt x="1269" y="1507"/>
                </a:cubicBezTo>
                <a:cubicBezTo>
                  <a:pt x="1290" y="1470"/>
                  <a:pt x="1313" y="1434"/>
                  <a:pt x="1338" y="1398"/>
                </a:cubicBezTo>
                <a:cubicBezTo>
                  <a:pt x="1341" y="1394"/>
                  <a:pt x="1344" y="1390"/>
                  <a:pt x="1346" y="1386"/>
                </a:cubicBezTo>
                <a:lnTo>
                  <a:pt x="1346" y="1386"/>
                </a:lnTo>
                <a:cubicBezTo>
                  <a:pt x="1346" y="1386"/>
                  <a:pt x="1346" y="1386"/>
                  <a:pt x="1347" y="1385"/>
                </a:cubicBezTo>
                <a:cubicBezTo>
                  <a:pt x="1399" y="1329"/>
                  <a:pt x="1454" y="1275"/>
                  <a:pt x="1511" y="1223"/>
                </a:cubicBezTo>
                <a:lnTo>
                  <a:pt x="1511" y="1223"/>
                </a:lnTo>
                <a:cubicBezTo>
                  <a:pt x="1524" y="1213"/>
                  <a:pt x="1537" y="1203"/>
                  <a:pt x="1551" y="1194"/>
                </a:cubicBezTo>
                <a:cubicBezTo>
                  <a:pt x="1589" y="1170"/>
                  <a:pt x="1627" y="1147"/>
                  <a:pt x="1667" y="1126"/>
                </a:cubicBezTo>
                <a:cubicBezTo>
                  <a:pt x="1682" y="1119"/>
                  <a:pt x="1697" y="1111"/>
                  <a:pt x="1712" y="1103"/>
                </a:cubicBezTo>
                <a:lnTo>
                  <a:pt x="1712" y="1103"/>
                </a:lnTo>
                <a:cubicBezTo>
                  <a:pt x="1755" y="1090"/>
                  <a:pt x="1797" y="1075"/>
                  <a:pt x="1840" y="1063"/>
                </a:cubicBezTo>
                <a:cubicBezTo>
                  <a:pt x="1884" y="1050"/>
                  <a:pt x="1928" y="1042"/>
                  <a:pt x="1970" y="1031"/>
                </a:cubicBezTo>
                <a:cubicBezTo>
                  <a:pt x="1976" y="1030"/>
                  <a:pt x="1983" y="1028"/>
                  <a:pt x="1990" y="1026"/>
                </a:cubicBezTo>
                <a:lnTo>
                  <a:pt x="1990" y="1026"/>
                </a:lnTo>
                <a:cubicBezTo>
                  <a:pt x="2008" y="1025"/>
                  <a:pt x="2026" y="1024"/>
                  <a:pt x="2042" y="1023"/>
                </a:cubicBezTo>
                <a:cubicBezTo>
                  <a:pt x="2063" y="1021"/>
                  <a:pt x="2083" y="1018"/>
                  <a:pt x="2104" y="1015"/>
                </a:cubicBezTo>
                <a:lnTo>
                  <a:pt x="2104" y="1015"/>
                </a:lnTo>
                <a:cubicBezTo>
                  <a:pt x="2127" y="1013"/>
                  <a:pt x="2151" y="1010"/>
                  <a:pt x="2175" y="1006"/>
                </a:cubicBezTo>
                <a:cubicBezTo>
                  <a:pt x="2200" y="1002"/>
                  <a:pt x="2223" y="998"/>
                  <a:pt x="2248" y="996"/>
                </a:cubicBezTo>
                <a:lnTo>
                  <a:pt x="2248" y="996"/>
                </a:lnTo>
                <a:cubicBezTo>
                  <a:pt x="2202" y="1002"/>
                  <a:pt x="2186" y="1004"/>
                  <a:pt x="2186" y="1004"/>
                </a:cubicBezTo>
                <a:cubicBezTo>
                  <a:pt x="2187" y="1004"/>
                  <a:pt x="2227" y="999"/>
                  <a:pt x="2246" y="998"/>
                </a:cubicBezTo>
                <a:cubicBezTo>
                  <a:pt x="2293" y="996"/>
                  <a:pt x="2341" y="991"/>
                  <a:pt x="2387" y="989"/>
                </a:cubicBezTo>
                <a:close/>
                <a:moveTo>
                  <a:pt x="2431" y="0"/>
                </a:moveTo>
                <a:cubicBezTo>
                  <a:pt x="2283" y="0"/>
                  <a:pt x="2134" y="12"/>
                  <a:pt x="1987" y="33"/>
                </a:cubicBezTo>
                <a:lnTo>
                  <a:pt x="1987" y="33"/>
                </a:lnTo>
                <a:cubicBezTo>
                  <a:pt x="1519" y="79"/>
                  <a:pt x="1082" y="246"/>
                  <a:pt x="738" y="578"/>
                </a:cubicBezTo>
                <a:cubicBezTo>
                  <a:pt x="443" y="863"/>
                  <a:pt x="236" y="1259"/>
                  <a:pt x="158" y="1661"/>
                </a:cubicBezTo>
                <a:cubicBezTo>
                  <a:pt x="0" y="2477"/>
                  <a:pt x="228" y="3403"/>
                  <a:pt x="896" y="3941"/>
                </a:cubicBezTo>
                <a:cubicBezTo>
                  <a:pt x="1283" y="4251"/>
                  <a:pt x="1777" y="4404"/>
                  <a:pt x="2272" y="4404"/>
                </a:cubicBezTo>
                <a:cubicBezTo>
                  <a:pt x="2762" y="4404"/>
                  <a:pt x="3253" y="4255"/>
                  <a:pt x="3645" y="3962"/>
                </a:cubicBezTo>
                <a:cubicBezTo>
                  <a:pt x="4395" y="3401"/>
                  <a:pt x="4700" y="2409"/>
                  <a:pt x="4443" y="1512"/>
                </a:cubicBezTo>
                <a:cubicBezTo>
                  <a:pt x="4302" y="1025"/>
                  <a:pt x="4003" y="604"/>
                  <a:pt x="3582" y="321"/>
                </a:cubicBezTo>
                <a:cubicBezTo>
                  <a:pt x="3236" y="89"/>
                  <a:pt x="2836" y="0"/>
                  <a:pt x="243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0" name="Google Shape;5490;p45"/>
          <p:cNvSpPr txBox="1"/>
          <p:nvPr>
            <p:ph type="title"/>
          </p:nvPr>
        </p:nvSpPr>
        <p:spPr>
          <a:xfrm>
            <a:off x="3116850" y="1880650"/>
            <a:ext cx="4541400" cy="1353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491" name="Google Shape;5491;p45"/>
          <p:cNvSpPr txBox="1"/>
          <p:nvPr>
            <p:ph idx="2" type="title"/>
          </p:nvPr>
        </p:nvSpPr>
        <p:spPr>
          <a:xfrm>
            <a:off x="1810950" y="2150850"/>
            <a:ext cx="11535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3">
  <p:cSld name="CUSTOM_2_1_1">
    <p:bg>
      <p:bgPr>
        <a:solidFill>
          <a:schemeClr val="lt1"/>
        </a:solidFill>
      </p:bgPr>
    </p:bg>
    <p:spTree>
      <p:nvGrpSpPr>
        <p:cNvPr id="5492" name="Shape 5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93" name="Google Shape;5493;p46"/>
          <p:cNvGrpSpPr/>
          <p:nvPr/>
        </p:nvGrpSpPr>
        <p:grpSpPr>
          <a:xfrm>
            <a:off x="0" y="0"/>
            <a:ext cx="9144125" cy="5143391"/>
            <a:chOff x="0" y="0"/>
            <a:chExt cx="9144125" cy="5143391"/>
          </a:xfrm>
        </p:grpSpPr>
        <p:sp>
          <p:nvSpPr>
            <p:cNvPr id="5494" name="Google Shape;5494;p46"/>
            <p:cNvSpPr/>
            <p:nvPr/>
          </p:nvSpPr>
          <p:spPr>
            <a:xfrm>
              <a:off x="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95" name="Google Shape;5495;p46"/>
            <p:cNvSpPr/>
            <p:nvPr/>
          </p:nvSpPr>
          <p:spPr>
            <a:xfrm>
              <a:off x="38100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96" name="Google Shape;5496;p46"/>
            <p:cNvSpPr/>
            <p:nvPr/>
          </p:nvSpPr>
          <p:spPr>
            <a:xfrm>
              <a:off x="76201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97" name="Google Shape;5497;p46"/>
            <p:cNvSpPr/>
            <p:nvPr/>
          </p:nvSpPr>
          <p:spPr>
            <a:xfrm>
              <a:off x="114301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98" name="Google Shape;5498;p46"/>
            <p:cNvSpPr/>
            <p:nvPr/>
          </p:nvSpPr>
          <p:spPr>
            <a:xfrm>
              <a:off x="152402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99" name="Google Shape;5499;p46"/>
            <p:cNvSpPr/>
            <p:nvPr/>
          </p:nvSpPr>
          <p:spPr>
            <a:xfrm>
              <a:off x="190502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0" name="Google Shape;5500;p46"/>
            <p:cNvSpPr/>
            <p:nvPr/>
          </p:nvSpPr>
          <p:spPr>
            <a:xfrm>
              <a:off x="228603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1" name="Google Shape;5501;p46"/>
            <p:cNvSpPr/>
            <p:nvPr/>
          </p:nvSpPr>
          <p:spPr>
            <a:xfrm>
              <a:off x="266703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2" name="Google Shape;5502;p46"/>
            <p:cNvSpPr/>
            <p:nvPr/>
          </p:nvSpPr>
          <p:spPr>
            <a:xfrm>
              <a:off x="304804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3" name="Google Shape;5503;p46"/>
            <p:cNvSpPr/>
            <p:nvPr/>
          </p:nvSpPr>
          <p:spPr>
            <a:xfrm>
              <a:off x="342904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4" name="Google Shape;5504;p46"/>
            <p:cNvSpPr/>
            <p:nvPr/>
          </p:nvSpPr>
          <p:spPr>
            <a:xfrm>
              <a:off x="381005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5" name="Google Shape;5505;p46"/>
            <p:cNvSpPr/>
            <p:nvPr/>
          </p:nvSpPr>
          <p:spPr>
            <a:xfrm>
              <a:off x="419105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6" name="Google Shape;5506;p46"/>
            <p:cNvSpPr/>
            <p:nvPr/>
          </p:nvSpPr>
          <p:spPr>
            <a:xfrm>
              <a:off x="457206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7" name="Google Shape;5507;p46"/>
            <p:cNvSpPr/>
            <p:nvPr/>
          </p:nvSpPr>
          <p:spPr>
            <a:xfrm>
              <a:off x="495306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8" name="Google Shape;5508;p46"/>
            <p:cNvSpPr/>
            <p:nvPr/>
          </p:nvSpPr>
          <p:spPr>
            <a:xfrm>
              <a:off x="533407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9" name="Google Shape;5509;p46"/>
            <p:cNvSpPr/>
            <p:nvPr/>
          </p:nvSpPr>
          <p:spPr>
            <a:xfrm>
              <a:off x="571507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0" name="Google Shape;5510;p46"/>
            <p:cNvSpPr/>
            <p:nvPr/>
          </p:nvSpPr>
          <p:spPr>
            <a:xfrm>
              <a:off x="609608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1" name="Google Shape;5511;p46"/>
            <p:cNvSpPr/>
            <p:nvPr/>
          </p:nvSpPr>
          <p:spPr>
            <a:xfrm>
              <a:off x="647708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2" name="Google Shape;5512;p46"/>
            <p:cNvSpPr/>
            <p:nvPr/>
          </p:nvSpPr>
          <p:spPr>
            <a:xfrm>
              <a:off x="685809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3" name="Google Shape;5513;p46"/>
            <p:cNvSpPr/>
            <p:nvPr/>
          </p:nvSpPr>
          <p:spPr>
            <a:xfrm>
              <a:off x="723909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4" name="Google Shape;5514;p46"/>
            <p:cNvSpPr/>
            <p:nvPr/>
          </p:nvSpPr>
          <p:spPr>
            <a:xfrm>
              <a:off x="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5" name="Google Shape;5515;p46"/>
            <p:cNvSpPr/>
            <p:nvPr/>
          </p:nvSpPr>
          <p:spPr>
            <a:xfrm>
              <a:off x="38100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6" name="Google Shape;5516;p46"/>
            <p:cNvSpPr/>
            <p:nvPr/>
          </p:nvSpPr>
          <p:spPr>
            <a:xfrm>
              <a:off x="76201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7" name="Google Shape;5517;p46"/>
            <p:cNvSpPr/>
            <p:nvPr/>
          </p:nvSpPr>
          <p:spPr>
            <a:xfrm>
              <a:off x="114301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8" name="Google Shape;5518;p46"/>
            <p:cNvSpPr/>
            <p:nvPr/>
          </p:nvSpPr>
          <p:spPr>
            <a:xfrm>
              <a:off x="152402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9" name="Google Shape;5519;p46"/>
            <p:cNvSpPr/>
            <p:nvPr/>
          </p:nvSpPr>
          <p:spPr>
            <a:xfrm>
              <a:off x="190502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0" name="Google Shape;5520;p46"/>
            <p:cNvSpPr/>
            <p:nvPr/>
          </p:nvSpPr>
          <p:spPr>
            <a:xfrm>
              <a:off x="228603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1" name="Google Shape;5521;p46"/>
            <p:cNvSpPr/>
            <p:nvPr/>
          </p:nvSpPr>
          <p:spPr>
            <a:xfrm>
              <a:off x="266703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2" name="Google Shape;5522;p46"/>
            <p:cNvSpPr/>
            <p:nvPr/>
          </p:nvSpPr>
          <p:spPr>
            <a:xfrm>
              <a:off x="304804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3" name="Google Shape;5523;p46"/>
            <p:cNvSpPr/>
            <p:nvPr/>
          </p:nvSpPr>
          <p:spPr>
            <a:xfrm>
              <a:off x="342904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4" name="Google Shape;5524;p46"/>
            <p:cNvSpPr/>
            <p:nvPr/>
          </p:nvSpPr>
          <p:spPr>
            <a:xfrm>
              <a:off x="381005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5" name="Google Shape;5525;p46"/>
            <p:cNvSpPr/>
            <p:nvPr/>
          </p:nvSpPr>
          <p:spPr>
            <a:xfrm>
              <a:off x="419105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6" name="Google Shape;5526;p46"/>
            <p:cNvSpPr/>
            <p:nvPr/>
          </p:nvSpPr>
          <p:spPr>
            <a:xfrm>
              <a:off x="457206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7" name="Google Shape;5527;p46"/>
            <p:cNvSpPr/>
            <p:nvPr/>
          </p:nvSpPr>
          <p:spPr>
            <a:xfrm>
              <a:off x="495306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8" name="Google Shape;5528;p46"/>
            <p:cNvSpPr/>
            <p:nvPr/>
          </p:nvSpPr>
          <p:spPr>
            <a:xfrm>
              <a:off x="533407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9" name="Google Shape;5529;p46"/>
            <p:cNvSpPr/>
            <p:nvPr/>
          </p:nvSpPr>
          <p:spPr>
            <a:xfrm>
              <a:off x="571507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0" name="Google Shape;5530;p46"/>
            <p:cNvSpPr/>
            <p:nvPr/>
          </p:nvSpPr>
          <p:spPr>
            <a:xfrm>
              <a:off x="609608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1" name="Google Shape;5531;p46"/>
            <p:cNvSpPr/>
            <p:nvPr/>
          </p:nvSpPr>
          <p:spPr>
            <a:xfrm>
              <a:off x="647708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2" name="Google Shape;5532;p46"/>
            <p:cNvSpPr/>
            <p:nvPr/>
          </p:nvSpPr>
          <p:spPr>
            <a:xfrm>
              <a:off x="685809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3" name="Google Shape;5533;p46"/>
            <p:cNvSpPr/>
            <p:nvPr/>
          </p:nvSpPr>
          <p:spPr>
            <a:xfrm>
              <a:off x="723909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4" name="Google Shape;5534;p46"/>
            <p:cNvSpPr/>
            <p:nvPr/>
          </p:nvSpPr>
          <p:spPr>
            <a:xfrm>
              <a:off x="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5" name="Google Shape;5535;p46"/>
            <p:cNvSpPr/>
            <p:nvPr/>
          </p:nvSpPr>
          <p:spPr>
            <a:xfrm>
              <a:off x="38100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6" name="Google Shape;5536;p46"/>
            <p:cNvSpPr/>
            <p:nvPr/>
          </p:nvSpPr>
          <p:spPr>
            <a:xfrm>
              <a:off x="76201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7" name="Google Shape;5537;p46"/>
            <p:cNvSpPr/>
            <p:nvPr/>
          </p:nvSpPr>
          <p:spPr>
            <a:xfrm>
              <a:off x="114301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8" name="Google Shape;5538;p46"/>
            <p:cNvSpPr/>
            <p:nvPr/>
          </p:nvSpPr>
          <p:spPr>
            <a:xfrm>
              <a:off x="152402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9" name="Google Shape;5539;p46"/>
            <p:cNvSpPr/>
            <p:nvPr/>
          </p:nvSpPr>
          <p:spPr>
            <a:xfrm>
              <a:off x="190502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0" name="Google Shape;5540;p46"/>
            <p:cNvSpPr/>
            <p:nvPr/>
          </p:nvSpPr>
          <p:spPr>
            <a:xfrm>
              <a:off x="228603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1" name="Google Shape;5541;p46"/>
            <p:cNvSpPr/>
            <p:nvPr/>
          </p:nvSpPr>
          <p:spPr>
            <a:xfrm>
              <a:off x="266703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2" name="Google Shape;5542;p46"/>
            <p:cNvSpPr/>
            <p:nvPr/>
          </p:nvSpPr>
          <p:spPr>
            <a:xfrm>
              <a:off x="304804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3" name="Google Shape;5543;p46"/>
            <p:cNvSpPr/>
            <p:nvPr/>
          </p:nvSpPr>
          <p:spPr>
            <a:xfrm>
              <a:off x="342904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4" name="Google Shape;5544;p46"/>
            <p:cNvSpPr/>
            <p:nvPr/>
          </p:nvSpPr>
          <p:spPr>
            <a:xfrm>
              <a:off x="381005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5" name="Google Shape;5545;p46"/>
            <p:cNvSpPr/>
            <p:nvPr/>
          </p:nvSpPr>
          <p:spPr>
            <a:xfrm>
              <a:off x="419105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6" name="Google Shape;5546;p46"/>
            <p:cNvSpPr/>
            <p:nvPr/>
          </p:nvSpPr>
          <p:spPr>
            <a:xfrm>
              <a:off x="457206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7" name="Google Shape;5547;p46"/>
            <p:cNvSpPr/>
            <p:nvPr/>
          </p:nvSpPr>
          <p:spPr>
            <a:xfrm>
              <a:off x="495306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8" name="Google Shape;5548;p46"/>
            <p:cNvSpPr/>
            <p:nvPr/>
          </p:nvSpPr>
          <p:spPr>
            <a:xfrm>
              <a:off x="533407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9" name="Google Shape;5549;p46"/>
            <p:cNvSpPr/>
            <p:nvPr/>
          </p:nvSpPr>
          <p:spPr>
            <a:xfrm>
              <a:off x="571507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0" name="Google Shape;5550;p46"/>
            <p:cNvSpPr/>
            <p:nvPr/>
          </p:nvSpPr>
          <p:spPr>
            <a:xfrm>
              <a:off x="609608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1" name="Google Shape;5551;p46"/>
            <p:cNvSpPr/>
            <p:nvPr/>
          </p:nvSpPr>
          <p:spPr>
            <a:xfrm>
              <a:off x="647708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2" name="Google Shape;5552;p46"/>
            <p:cNvSpPr/>
            <p:nvPr/>
          </p:nvSpPr>
          <p:spPr>
            <a:xfrm>
              <a:off x="685809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3" name="Google Shape;5553;p46"/>
            <p:cNvSpPr/>
            <p:nvPr/>
          </p:nvSpPr>
          <p:spPr>
            <a:xfrm>
              <a:off x="723909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4" name="Google Shape;5554;p46"/>
            <p:cNvSpPr/>
            <p:nvPr/>
          </p:nvSpPr>
          <p:spPr>
            <a:xfrm>
              <a:off x="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5" name="Google Shape;5555;p46"/>
            <p:cNvSpPr/>
            <p:nvPr/>
          </p:nvSpPr>
          <p:spPr>
            <a:xfrm>
              <a:off x="38100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6" name="Google Shape;5556;p46"/>
            <p:cNvSpPr/>
            <p:nvPr/>
          </p:nvSpPr>
          <p:spPr>
            <a:xfrm>
              <a:off x="76201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7" name="Google Shape;5557;p46"/>
            <p:cNvSpPr/>
            <p:nvPr/>
          </p:nvSpPr>
          <p:spPr>
            <a:xfrm>
              <a:off x="114301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8" name="Google Shape;5558;p46"/>
            <p:cNvSpPr/>
            <p:nvPr/>
          </p:nvSpPr>
          <p:spPr>
            <a:xfrm>
              <a:off x="152402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9" name="Google Shape;5559;p46"/>
            <p:cNvSpPr/>
            <p:nvPr/>
          </p:nvSpPr>
          <p:spPr>
            <a:xfrm>
              <a:off x="190502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0" name="Google Shape;5560;p46"/>
            <p:cNvSpPr/>
            <p:nvPr/>
          </p:nvSpPr>
          <p:spPr>
            <a:xfrm>
              <a:off x="228603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1" name="Google Shape;5561;p46"/>
            <p:cNvSpPr/>
            <p:nvPr/>
          </p:nvSpPr>
          <p:spPr>
            <a:xfrm>
              <a:off x="266703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2" name="Google Shape;5562;p46"/>
            <p:cNvSpPr/>
            <p:nvPr/>
          </p:nvSpPr>
          <p:spPr>
            <a:xfrm>
              <a:off x="304804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3" name="Google Shape;5563;p46"/>
            <p:cNvSpPr/>
            <p:nvPr/>
          </p:nvSpPr>
          <p:spPr>
            <a:xfrm>
              <a:off x="342904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4" name="Google Shape;5564;p46"/>
            <p:cNvSpPr/>
            <p:nvPr/>
          </p:nvSpPr>
          <p:spPr>
            <a:xfrm>
              <a:off x="381005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5" name="Google Shape;5565;p46"/>
            <p:cNvSpPr/>
            <p:nvPr/>
          </p:nvSpPr>
          <p:spPr>
            <a:xfrm>
              <a:off x="419105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6" name="Google Shape;5566;p46"/>
            <p:cNvSpPr/>
            <p:nvPr/>
          </p:nvSpPr>
          <p:spPr>
            <a:xfrm>
              <a:off x="457206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7" name="Google Shape;5567;p46"/>
            <p:cNvSpPr/>
            <p:nvPr/>
          </p:nvSpPr>
          <p:spPr>
            <a:xfrm>
              <a:off x="495306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8" name="Google Shape;5568;p46"/>
            <p:cNvSpPr/>
            <p:nvPr/>
          </p:nvSpPr>
          <p:spPr>
            <a:xfrm>
              <a:off x="533407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9" name="Google Shape;5569;p46"/>
            <p:cNvSpPr/>
            <p:nvPr/>
          </p:nvSpPr>
          <p:spPr>
            <a:xfrm>
              <a:off x="571507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0" name="Google Shape;5570;p46"/>
            <p:cNvSpPr/>
            <p:nvPr/>
          </p:nvSpPr>
          <p:spPr>
            <a:xfrm>
              <a:off x="609608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1" name="Google Shape;5571;p46"/>
            <p:cNvSpPr/>
            <p:nvPr/>
          </p:nvSpPr>
          <p:spPr>
            <a:xfrm>
              <a:off x="647708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2" name="Google Shape;5572;p46"/>
            <p:cNvSpPr/>
            <p:nvPr/>
          </p:nvSpPr>
          <p:spPr>
            <a:xfrm>
              <a:off x="685809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3" name="Google Shape;5573;p46"/>
            <p:cNvSpPr/>
            <p:nvPr/>
          </p:nvSpPr>
          <p:spPr>
            <a:xfrm>
              <a:off x="723909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4" name="Google Shape;5574;p46"/>
            <p:cNvSpPr/>
            <p:nvPr/>
          </p:nvSpPr>
          <p:spPr>
            <a:xfrm>
              <a:off x="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5" name="Google Shape;5575;p46"/>
            <p:cNvSpPr/>
            <p:nvPr/>
          </p:nvSpPr>
          <p:spPr>
            <a:xfrm>
              <a:off x="38100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6" name="Google Shape;5576;p46"/>
            <p:cNvSpPr/>
            <p:nvPr/>
          </p:nvSpPr>
          <p:spPr>
            <a:xfrm>
              <a:off x="76201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7" name="Google Shape;5577;p46"/>
            <p:cNvSpPr/>
            <p:nvPr/>
          </p:nvSpPr>
          <p:spPr>
            <a:xfrm>
              <a:off x="114301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8" name="Google Shape;5578;p46"/>
            <p:cNvSpPr/>
            <p:nvPr/>
          </p:nvSpPr>
          <p:spPr>
            <a:xfrm>
              <a:off x="152402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9" name="Google Shape;5579;p46"/>
            <p:cNvSpPr/>
            <p:nvPr/>
          </p:nvSpPr>
          <p:spPr>
            <a:xfrm>
              <a:off x="190502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80" name="Google Shape;5580;p46"/>
            <p:cNvSpPr/>
            <p:nvPr/>
          </p:nvSpPr>
          <p:spPr>
            <a:xfrm>
              <a:off x="228603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81" name="Google Shape;5581;p46"/>
            <p:cNvSpPr/>
            <p:nvPr/>
          </p:nvSpPr>
          <p:spPr>
            <a:xfrm>
              <a:off x="266703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82" name="Google Shape;5582;p46"/>
            <p:cNvSpPr/>
            <p:nvPr/>
          </p:nvSpPr>
          <p:spPr>
            <a:xfrm>
              <a:off x="304804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83" name="Google Shape;5583;p46"/>
            <p:cNvSpPr/>
            <p:nvPr/>
          </p:nvSpPr>
          <p:spPr>
            <a:xfrm>
              <a:off x="342904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84" name="Google Shape;5584;p46"/>
            <p:cNvSpPr/>
            <p:nvPr/>
          </p:nvSpPr>
          <p:spPr>
            <a:xfrm>
              <a:off x="381005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85" name="Google Shape;5585;p46"/>
            <p:cNvSpPr/>
            <p:nvPr/>
          </p:nvSpPr>
          <p:spPr>
            <a:xfrm>
              <a:off x="419105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86" name="Google Shape;5586;p46"/>
            <p:cNvSpPr/>
            <p:nvPr/>
          </p:nvSpPr>
          <p:spPr>
            <a:xfrm>
              <a:off x="457206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87" name="Google Shape;5587;p46"/>
            <p:cNvSpPr/>
            <p:nvPr/>
          </p:nvSpPr>
          <p:spPr>
            <a:xfrm>
              <a:off x="495306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88" name="Google Shape;5588;p46"/>
            <p:cNvSpPr/>
            <p:nvPr/>
          </p:nvSpPr>
          <p:spPr>
            <a:xfrm>
              <a:off x="533407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89" name="Google Shape;5589;p46"/>
            <p:cNvSpPr/>
            <p:nvPr/>
          </p:nvSpPr>
          <p:spPr>
            <a:xfrm>
              <a:off x="571507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0" name="Google Shape;5590;p46"/>
            <p:cNvSpPr/>
            <p:nvPr/>
          </p:nvSpPr>
          <p:spPr>
            <a:xfrm>
              <a:off x="609608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1" name="Google Shape;5591;p46"/>
            <p:cNvSpPr/>
            <p:nvPr/>
          </p:nvSpPr>
          <p:spPr>
            <a:xfrm>
              <a:off x="647708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2" name="Google Shape;5592;p46"/>
            <p:cNvSpPr/>
            <p:nvPr/>
          </p:nvSpPr>
          <p:spPr>
            <a:xfrm>
              <a:off x="685809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3" name="Google Shape;5593;p46"/>
            <p:cNvSpPr/>
            <p:nvPr/>
          </p:nvSpPr>
          <p:spPr>
            <a:xfrm>
              <a:off x="723909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4" name="Google Shape;5594;p46"/>
            <p:cNvSpPr/>
            <p:nvPr/>
          </p:nvSpPr>
          <p:spPr>
            <a:xfrm>
              <a:off x="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5" name="Google Shape;5595;p46"/>
            <p:cNvSpPr/>
            <p:nvPr/>
          </p:nvSpPr>
          <p:spPr>
            <a:xfrm>
              <a:off x="38100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6" name="Google Shape;5596;p46"/>
            <p:cNvSpPr/>
            <p:nvPr/>
          </p:nvSpPr>
          <p:spPr>
            <a:xfrm>
              <a:off x="76201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7" name="Google Shape;5597;p46"/>
            <p:cNvSpPr/>
            <p:nvPr/>
          </p:nvSpPr>
          <p:spPr>
            <a:xfrm>
              <a:off x="114301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8" name="Google Shape;5598;p46"/>
            <p:cNvSpPr/>
            <p:nvPr/>
          </p:nvSpPr>
          <p:spPr>
            <a:xfrm>
              <a:off x="152402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9" name="Google Shape;5599;p46"/>
            <p:cNvSpPr/>
            <p:nvPr/>
          </p:nvSpPr>
          <p:spPr>
            <a:xfrm>
              <a:off x="190502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0" name="Google Shape;5600;p46"/>
            <p:cNvSpPr/>
            <p:nvPr/>
          </p:nvSpPr>
          <p:spPr>
            <a:xfrm>
              <a:off x="228603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1" name="Google Shape;5601;p46"/>
            <p:cNvSpPr/>
            <p:nvPr/>
          </p:nvSpPr>
          <p:spPr>
            <a:xfrm>
              <a:off x="266703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2" name="Google Shape;5602;p46"/>
            <p:cNvSpPr/>
            <p:nvPr/>
          </p:nvSpPr>
          <p:spPr>
            <a:xfrm>
              <a:off x="304804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3" name="Google Shape;5603;p46"/>
            <p:cNvSpPr/>
            <p:nvPr/>
          </p:nvSpPr>
          <p:spPr>
            <a:xfrm>
              <a:off x="342904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4" name="Google Shape;5604;p46"/>
            <p:cNvSpPr/>
            <p:nvPr/>
          </p:nvSpPr>
          <p:spPr>
            <a:xfrm>
              <a:off x="381005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5" name="Google Shape;5605;p46"/>
            <p:cNvSpPr/>
            <p:nvPr/>
          </p:nvSpPr>
          <p:spPr>
            <a:xfrm>
              <a:off x="419105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6" name="Google Shape;5606;p46"/>
            <p:cNvSpPr/>
            <p:nvPr/>
          </p:nvSpPr>
          <p:spPr>
            <a:xfrm>
              <a:off x="457206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7" name="Google Shape;5607;p46"/>
            <p:cNvSpPr/>
            <p:nvPr/>
          </p:nvSpPr>
          <p:spPr>
            <a:xfrm>
              <a:off x="495306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8" name="Google Shape;5608;p46"/>
            <p:cNvSpPr/>
            <p:nvPr/>
          </p:nvSpPr>
          <p:spPr>
            <a:xfrm>
              <a:off x="533407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9" name="Google Shape;5609;p46"/>
            <p:cNvSpPr/>
            <p:nvPr/>
          </p:nvSpPr>
          <p:spPr>
            <a:xfrm>
              <a:off x="571507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0" name="Google Shape;5610;p46"/>
            <p:cNvSpPr/>
            <p:nvPr/>
          </p:nvSpPr>
          <p:spPr>
            <a:xfrm>
              <a:off x="609608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1" name="Google Shape;5611;p46"/>
            <p:cNvSpPr/>
            <p:nvPr/>
          </p:nvSpPr>
          <p:spPr>
            <a:xfrm>
              <a:off x="647708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2" name="Google Shape;5612;p46"/>
            <p:cNvSpPr/>
            <p:nvPr/>
          </p:nvSpPr>
          <p:spPr>
            <a:xfrm>
              <a:off x="685809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3" name="Google Shape;5613;p46"/>
            <p:cNvSpPr/>
            <p:nvPr/>
          </p:nvSpPr>
          <p:spPr>
            <a:xfrm>
              <a:off x="723909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4" name="Google Shape;5614;p46"/>
            <p:cNvSpPr/>
            <p:nvPr/>
          </p:nvSpPr>
          <p:spPr>
            <a:xfrm>
              <a:off x="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5" name="Google Shape;5615;p46"/>
            <p:cNvSpPr/>
            <p:nvPr/>
          </p:nvSpPr>
          <p:spPr>
            <a:xfrm>
              <a:off x="38100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6" name="Google Shape;5616;p46"/>
            <p:cNvSpPr/>
            <p:nvPr/>
          </p:nvSpPr>
          <p:spPr>
            <a:xfrm>
              <a:off x="76201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7" name="Google Shape;5617;p46"/>
            <p:cNvSpPr/>
            <p:nvPr/>
          </p:nvSpPr>
          <p:spPr>
            <a:xfrm>
              <a:off x="114301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8" name="Google Shape;5618;p46"/>
            <p:cNvSpPr/>
            <p:nvPr/>
          </p:nvSpPr>
          <p:spPr>
            <a:xfrm>
              <a:off x="152402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9" name="Google Shape;5619;p46"/>
            <p:cNvSpPr/>
            <p:nvPr/>
          </p:nvSpPr>
          <p:spPr>
            <a:xfrm>
              <a:off x="190502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0" name="Google Shape;5620;p46"/>
            <p:cNvSpPr/>
            <p:nvPr/>
          </p:nvSpPr>
          <p:spPr>
            <a:xfrm>
              <a:off x="228603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1" name="Google Shape;5621;p46"/>
            <p:cNvSpPr/>
            <p:nvPr/>
          </p:nvSpPr>
          <p:spPr>
            <a:xfrm>
              <a:off x="266703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2" name="Google Shape;5622;p46"/>
            <p:cNvSpPr/>
            <p:nvPr/>
          </p:nvSpPr>
          <p:spPr>
            <a:xfrm>
              <a:off x="304804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3" name="Google Shape;5623;p46"/>
            <p:cNvSpPr/>
            <p:nvPr/>
          </p:nvSpPr>
          <p:spPr>
            <a:xfrm>
              <a:off x="342904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4" name="Google Shape;5624;p46"/>
            <p:cNvSpPr/>
            <p:nvPr/>
          </p:nvSpPr>
          <p:spPr>
            <a:xfrm>
              <a:off x="381005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5" name="Google Shape;5625;p46"/>
            <p:cNvSpPr/>
            <p:nvPr/>
          </p:nvSpPr>
          <p:spPr>
            <a:xfrm>
              <a:off x="419105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6" name="Google Shape;5626;p46"/>
            <p:cNvSpPr/>
            <p:nvPr/>
          </p:nvSpPr>
          <p:spPr>
            <a:xfrm>
              <a:off x="457206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7" name="Google Shape;5627;p46"/>
            <p:cNvSpPr/>
            <p:nvPr/>
          </p:nvSpPr>
          <p:spPr>
            <a:xfrm>
              <a:off x="495306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8" name="Google Shape;5628;p46"/>
            <p:cNvSpPr/>
            <p:nvPr/>
          </p:nvSpPr>
          <p:spPr>
            <a:xfrm>
              <a:off x="533407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9" name="Google Shape;5629;p46"/>
            <p:cNvSpPr/>
            <p:nvPr/>
          </p:nvSpPr>
          <p:spPr>
            <a:xfrm>
              <a:off x="571507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0" name="Google Shape;5630;p46"/>
            <p:cNvSpPr/>
            <p:nvPr/>
          </p:nvSpPr>
          <p:spPr>
            <a:xfrm>
              <a:off x="609608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1" name="Google Shape;5631;p46"/>
            <p:cNvSpPr/>
            <p:nvPr/>
          </p:nvSpPr>
          <p:spPr>
            <a:xfrm>
              <a:off x="647708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2" name="Google Shape;5632;p46"/>
            <p:cNvSpPr/>
            <p:nvPr/>
          </p:nvSpPr>
          <p:spPr>
            <a:xfrm>
              <a:off x="685809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3" name="Google Shape;5633;p46"/>
            <p:cNvSpPr/>
            <p:nvPr/>
          </p:nvSpPr>
          <p:spPr>
            <a:xfrm>
              <a:off x="723909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4" name="Google Shape;5634;p46"/>
            <p:cNvSpPr/>
            <p:nvPr/>
          </p:nvSpPr>
          <p:spPr>
            <a:xfrm>
              <a:off x="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5" name="Google Shape;5635;p46"/>
            <p:cNvSpPr/>
            <p:nvPr/>
          </p:nvSpPr>
          <p:spPr>
            <a:xfrm>
              <a:off x="38100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6" name="Google Shape;5636;p46"/>
            <p:cNvSpPr/>
            <p:nvPr/>
          </p:nvSpPr>
          <p:spPr>
            <a:xfrm>
              <a:off x="76201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7" name="Google Shape;5637;p46"/>
            <p:cNvSpPr/>
            <p:nvPr/>
          </p:nvSpPr>
          <p:spPr>
            <a:xfrm>
              <a:off x="114301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8" name="Google Shape;5638;p46"/>
            <p:cNvSpPr/>
            <p:nvPr/>
          </p:nvSpPr>
          <p:spPr>
            <a:xfrm>
              <a:off x="152402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9" name="Google Shape;5639;p46"/>
            <p:cNvSpPr/>
            <p:nvPr/>
          </p:nvSpPr>
          <p:spPr>
            <a:xfrm>
              <a:off x="190502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40" name="Google Shape;5640;p46"/>
            <p:cNvSpPr/>
            <p:nvPr/>
          </p:nvSpPr>
          <p:spPr>
            <a:xfrm>
              <a:off x="228603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41" name="Google Shape;5641;p46"/>
            <p:cNvSpPr/>
            <p:nvPr/>
          </p:nvSpPr>
          <p:spPr>
            <a:xfrm>
              <a:off x="266703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42" name="Google Shape;5642;p46"/>
            <p:cNvSpPr/>
            <p:nvPr/>
          </p:nvSpPr>
          <p:spPr>
            <a:xfrm>
              <a:off x="304804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43" name="Google Shape;5643;p46"/>
            <p:cNvSpPr/>
            <p:nvPr/>
          </p:nvSpPr>
          <p:spPr>
            <a:xfrm>
              <a:off x="342904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44" name="Google Shape;5644;p46"/>
            <p:cNvSpPr/>
            <p:nvPr/>
          </p:nvSpPr>
          <p:spPr>
            <a:xfrm>
              <a:off x="381005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45" name="Google Shape;5645;p46"/>
            <p:cNvSpPr/>
            <p:nvPr/>
          </p:nvSpPr>
          <p:spPr>
            <a:xfrm>
              <a:off x="419105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46" name="Google Shape;5646;p46"/>
            <p:cNvSpPr/>
            <p:nvPr/>
          </p:nvSpPr>
          <p:spPr>
            <a:xfrm>
              <a:off x="457206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47" name="Google Shape;5647;p46"/>
            <p:cNvSpPr/>
            <p:nvPr/>
          </p:nvSpPr>
          <p:spPr>
            <a:xfrm>
              <a:off x="495306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48" name="Google Shape;5648;p46"/>
            <p:cNvSpPr/>
            <p:nvPr/>
          </p:nvSpPr>
          <p:spPr>
            <a:xfrm>
              <a:off x="533407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49" name="Google Shape;5649;p46"/>
            <p:cNvSpPr/>
            <p:nvPr/>
          </p:nvSpPr>
          <p:spPr>
            <a:xfrm>
              <a:off x="571507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0" name="Google Shape;5650;p46"/>
            <p:cNvSpPr/>
            <p:nvPr/>
          </p:nvSpPr>
          <p:spPr>
            <a:xfrm>
              <a:off x="609608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1" name="Google Shape;5651;p46"/>
            <p:cNvSpPr/>
            <p:nvPr/>
          </p:nvSpPr>
          <p:spPr>
            <a:xfrm>
              <a:off x="647708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2" name="Google Shape;5652;p46"/>
            <p:cNvSpPr/>
            <p:nvPr/>
          </p:nvSpPr>
          <p:spPr>
            <a:xfrm>
              <a:off x="685809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3" name="Google Shape;5653;p46"/>
            <p:cNvSpPr/>
            <p:nvPr/>
          </p:nvSpPr>
          <p:spPr>
            <a:xfrm>
              <a:off x="723909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4" name="Google Shape;5654;p46"/>
            <p:cNvSpPr/>
            <p:nvPr/>
          </p:nvSpPr>
          <p:spPr>
            <a:xfrm>
              <a:off x="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5" name="Google Shape;5655;p46"/>
            <p:cNvSpPr/>
            <p:nvPr/>
          </p:nvSpPr>
          <p:spPr>
            <a:xfrm>
              <a:off x="38100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6" name="Google Shape;5656;p46"/>
            <p:cNvSpPr/>
            <p:nvPr/>
          </p:nvSpPr>
          <p:spPr>
            <a:xfrm>
              <a:off x="76201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7" name="Google Shape;5657;p46"/>
            <p:cNvSpPr/>
            <p:nvPr/>
          </p:nvSpPr>
          <p:spPr>
            <a:xfrm>
              <a:off x="114301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8" name="Google Shape;5658;p46"/>
            <p:cNvSpPr/>
            <p:nvPr/>
          </p:nvSpPr>
          <p:spPr>
            <a:xfrm>
              <a:off x="152402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9" name="Google Shape;5659;p46"/>
            <p:cNvSpPr/>
            <p:nvPr/>
          </p:nvSpPr>
          <p:spPr>
            <a:xfrm>
              <a:off x="190502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0" name="Google Shape;5660;p46"/>
            <p:cNvSpPr/>
            <p:nvPr/>
          </p:nvSpPr>
          <p:spPr>
            <a:xfrm>
              <a:off x="228603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1" name="Google Shape;5661;p46"/>
            <p:cNvSpPr/>
            <p:nvPr/>
          </p:nvSpPr>
          <p:spPr>
            <a:xfrm>
              <a:off x="266703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2" name="Google Shape;5662;p46"/>
            <p:cNvSpPr/>
            <p:nvPr/>
          </p:nvSpPr>
          <p:spPr>
            <a:xfrm>
              <a:off x="304804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3" name="Google Shape;5663;p46"/>
            <p:cNvSpPr/>
            <p:nvPr/>
          </p:nvSpPr>
          <p:spPr>
            <a:xfrm>
              <a:off x="342904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4" name="Google Shape;5664;p46"/>
            <p:cNvSpPr/>
            <p:nvPr/>
          </p:nvSpPr>
          <p:spPr>
            <a:xfrm>
              <a:off x="381005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5" name="Google Shape;5665;p46"/>
            <p:cNvSpPr/>
            <p:nvPr/>
          </p:nvSpPr>
          <p:spPr>
            <a:xfrm>
              <a:off x="419105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6" name="Google Shape;5666;p46"/>
            <p:cNvSpPr/>
            <p:nvPr/>
          </p:nvSpPr>
          <p:spPr>
            <a:xfrm>
              <a:off x="457206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7" name="Google Shape;5667;p46"/>
            <p:cNvSpPr/>
            <p:nvPr/>
          </p:nvSpPr>
          <p:spPr>
            <a:xfrm>
              <a:off x="495306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8" name="Google Shape;5668;p46"/>
            <p:cNvSpPr/>
            <p:nvPr/>
          </p:nvSpPr>
          <p:spPr>
            <a:xfrm>
              <a:off x="533407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9" name="Google Shape;5669;p46"/>
            <p:cNvSpPr/>
            <p:nvPr/>
          </p:nvSpPr>
          <p:spPr>
            <a:xfrm>
              <a:off x="571507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0" name="Google Shape;5670;p46"/>
            <p:cNvSpPr/>
            <p:nvPr/>
          </p:nvSpPr>
          <p:spPr>
            <a:xfrm>
              <a:off x="609608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1" name="Google Shape;5671;p46"/>
            <p:cNvSpPr/>
            <p:nvPr/>
          </p:nvSpPr>
          <p:spPr>
            <a:xfrm>
              <a:off x="647708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2" name="Google Shape;5672;p46"/>
            <p:cNvSpPr/>
            <p:nvPr/>
          </p:nvSpPr>
          <p:spPr>
            <a:xfrm>
              <a:off x="685809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3" name="Google Shape;5673;p46"/>
            <p:cNvSpPr/>
            <p:nvPr/>
          </p:nvSpPr>
          <p:spPr>
            <a:xfrm>
              <a:off x="723909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4" name="Google Shape;5674;p46"/>
            <p:cNvSpPr/>
            <p:nvPr/>
          </p:nvSpPr>
          <p:spPr>
            <a:xfrm>
              <a:off x="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5" name="Google Shape;5675;p46"/>
            <p:cNvSpPr/>
            <p:nvPr/>
          </p:nvSpPr>
          <p:spPr>
            <a:xfrm>
              <a:off x="38100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6" name="Google Shape;5676;p46"/>
            <p:cNvSpPr/>
            <p:nvPr/>
          </p:nvSpPr>
          <p:spPr>
            <a:xfrm>
              <a:off x="76201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7" name="Google Shape;5677;p46"/>
            <p:cNvSpPr/>
            <p:nvPr/>
          </p:nvSpPr>
          <p:spPr>
            <a:xfrm>
              <a:off x="114301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8" name="Google Shape;5678;p46"/>
            <p:cNvSpPr/>
            <p:nvPr/>
          </p:nvSpPr>
          <p:spPr>
            <a:xfrm>
              <a:off x="152402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9" name="Google Shape;5679;p46"/>
            <p:cNvSpPr/>
            <p:nvPr/>
          </p:nvSpPr>
          <p:spPr>
            <a:xfrm>
              <a:off x="190502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0" name="Google Shape;5680;p46"/>
            <p:cNvSpPr/>
            <p:nvPr/>
          </p:nvSpPr>
          <p:spPr>
            <a:xfrm>
              <a:off x="228603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1" name="Google Shape;5681;p46"/>
            <p:cNvSpPr/>
            <p:nvPr/>
          </p:nvSpPr>
          <p:spPr>
            <a:xfrm>
              <a:off x="266703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2" name="Google Shape;5682;p46"/>
            <p:cNvSpPr/>
            <p:nvPr/>
          </p:nvSpPr>
          <p:spPr>
            <a:xfrm>
              <a:off x="304804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3" name="Google Shape;5683;p46"/>
            <p:cNvSpPr/>
            <p:nvPr/>
          </p:nvSpPr>
          <p:spPr>
            <a:xfrm>
              <a:off x="342904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4" name="Google Shape;5684;p46"/>
            <p:cNvSpPr/>
            <p:nvPr/>
          </p:nvSpPr>
          <p:spPr>
            <a:xfrm>
              <a:off x="381005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5" name="Google Shape;5685;p46"/>
            <p:cNvSpPr/>
            <p:nvPr/>
          </p:nvSpPr>
          <p:spPr>
            <a:xfrm>
              <a:off x="419105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6" name="Google Shape;5686;p46"/>
            <p:cNvSpPr/>
            <p:nvPr/>
          </p:nvSpPr>
          <p:spPr>
            <a:xfrm>
              <a:off x="457206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7" name="Google Shape;5687;p46"/>
            <p:cNvSpPr/>
            <p:nvPr/>
          </p:nvSpPr>
          <p:spPr>
            <a:xfrm>
              <a:off x="495306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8" name="Google Shape;5688;p46"/>
            <p:cNvSpPr/>
            <p:nvPr/>
          </p:nvSpPr>
          <p:spPr>
            <a:xfrm>
              <a:off x="533407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9" name="Google Shape;5689;p46"/>
            <p:cNvSpPr/>
            <p:nvPr/>
          </p:nvSpPr>
          <p:spPr>
            <a:xfrm>
              <a:off x="571507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90" name="Google Shape;5690;p46"/>
            <p:cNvSpPr/>
            <p:nvPr/>
          </p:nvSpPr>
          <p:spPr>
            <a:xfrm>
              <a:off x="609608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91" name="Google Shape;5691;p46"/>
            <p:cNvSpPr/>
            <p:nvPr/>
          </p:nvSpPr>
          <p:spPr>
            <a:xfrm>
              <a:off x="647708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92" name="Google Shape;5692;p46"/>
            <p:cNvSpPr/>
            <p:nvPr/>
          </p:nvSpPr>
          <p:spPr>
            <a:xfrm>
              <a:off x="685809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93" name="Google Shape;5693;p46"/>
            <p:cNvSpPr/>
            <p:nvPr/>
          </p:nvSpPr>
          <p:spPr>
            <a:xfrm>
              <a:off x="723909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94" name="Google Shape;5694;p46"/>
            <p:cNvSpPr/>
            <p:nvPr/>
          </p:nvSpPr>
          <p:spPr>
            <a:xfrm>
              <a:off x="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95" name="Google Shape;5695;p46"/>
            <p:cNvSpPr/>
            <p:nvPr/>
          </p:nvSpPr>
          <p:spPr>
            <a:xfrm>
              <a:off x="38100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96" name="Google Shape;5696;p46"/>
            <p:cNvSpPr/>
            <p:nvPr/>
          </p:nvSpPr>
          <p:spPr>
            <a:xfrm>
              <a:off x="76201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97" name="Google Shape;5697;p46"/>
            <p:cNvSpPr/>
            <p:nvPr/>
          </p:nvSpPr>
          <p:spPr>
            <a:xfrm>
              <a:off x="114301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98" name="Google Shape;5698;p46"/>
            <p:cNvSpPr/>
            <p:nvPr/>
          </p:nvSpPr>
          <p:spPr>
            <a:xfrm>
              <a:off x="152402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99" name="Google Shape;5699;p46"/>
            <p:cNvSpPr/>
            <p:nvPr/>
          </p:nvSpPr>
          <p:spPr>
            <a:xfrm>
              <a:off x="190502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0" name="Google Shape;5700;p46"/>
            <p:cNvSpPr/>
            <p:nvPr/>
          </p:nvSpPr>
          <p:spPr>
            <a:xfrm>
              <a:off x="228603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1" name="Google Shape;5701;p46"/>
            <p:cNvSpPr/>
            <p:nvPr/>
          </p:nvSpPr>
          <p:spPr>
            <a:xfrm>
              <a:off x="266703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2" name="Google Shape;5702;p46"/>
            <p:cNvSpPr/>
            <p:nvPr/>
          </p:nvSpPr>
          <p:spPr>
            <a:xfrm>
              <a:off x="304804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3" name="Google Shape;5703;p46"/>
            <p:cNvSpPr/>
            <p:nvPr/>
          </p:nvSpPr>
          <p:spPr>
            <a:xfrm>
              <a:off x="342904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4" name="Google Shape;5704;p46"/>
            <p:cNvSpPr/>
            <p:nvPr/>
          </p:nvSpPr>
          <p:spPr>
            <a:xfrm>
              <a:off x="381005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5" name="Google Shape;5705;p46"/>
            <p:cNvSpPr/>
            <p:nvPr/>
          </p:nvSpPr>
          <p:spPr>
            <a:xfrm>
              <a:off x="419105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6" name="Google Shape;5706;p46"/>
            <p:cNvSpPr/>
            <p:nvPr/>
          </p:nvSpPr>
          <p:spPr>
            <a:xfrm>
              <a:off x="457206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7" name="Google Shape;5707;p46"/>
            <p:cNvSpPr/>
            <p:nvPr/>
          </p:nvSpPr>
          <p:spPr>
            <a:xfrm>
              <a:off x="495306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8" name="Google Shape;5708;p46"/>
            <p:cNvSpPr/>
            <p:nvPr/>
          </p:nvSpPr>
          <p:spPr>
            <a:xfrm>
              <a:off x="533407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9" name="Google Shape;5709;p46"/>
            <p:cNvSpPr/>
            <p:nvPr/>
          </p:nvSpPr>
          <p:spPr>
            <a:xfrm>
              <a:off x="571507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0" name="Google Shape;5710;p46"/>
            <p:cNvSpPr/>
            <p:nvPr/>
          </p:nvSpPr>
          <p:spPr>
            <a:xfrm>
              <a:off x="609608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1" name="Google Shape;5711;p46"/>
            <p:cNvSpPr/>
            <p:nvPr/>
          </p:nvSpPr>
          <p:spPr>
            <a:xfrm>
              <a:off x="647708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2" name="Google Shape;5712;p46"/>
            <p:cNvSpPr/>
            <p:nvPr/>
          </p:nvSpPr>
          <p:spPr>
            <a:xfrm>
              <a:off x="685809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3" name="Google Shape;5713;p46"/>
            <p:cNvSpPr/>
            <p:nvPr/>
          </p:nvSpPr>
          <p:spPr>
            <a:xfrm>
              <a:off x="723909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4" name="Google Shape;5714;p46"/>
            <p:cNvSpPr/>
            <p:nvPr/>
          </p:nvSpPr>
          <p:spPr>
            <a:xfrm>
              <a:off x="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5" name="Google Shape;5715;p46"/>
            <p:cNvSpPr/>
            <p:nvPr/>
          </p:nvSpPr>
          <p:spPr>
            <a:xfrm>
              <a:off x="38100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6" name="Google Shape;5716;p46"/>
            <p:cNvSpPr/>
            <p:nvPr/>
          </p:nvSpPr>
          <p:spPr>
            <a:xfrm>
              <a:off x="76201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7" name="Google Shape;5717;p46"/>
            <p:cNvSpPr/>
            <p:nvPr/>
          </p:nvSpPr>
          <p:spPr>
            <a:xfrm>
              <a:off x="114301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8" name="Google Shape;5718;p46"/>
            <p:cNvSpPr/>
            <p:nvPr/>
          </p:nvSpPr>
          <p:spPr>
            <a:xfrm>
              <a:off x="152402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9" name="Google Shape;5719;p46"/>
            <p:cNvSpPr/>
            <p:nvPr/>
          </p:nvSpPr>
          <p:spPr>
            <a:xfrm>
              <a:off x="190502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0" name="Google Shape;5720;p46"/>
            <p:cNvSpPr/>
            <p:nvPr/>
          </p:nvSpPr>
          <p:spPr>
            <a:xfrm>
              <a:off x="228603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1" name="Google Shape;5721;p46"/>
            <p:cNvSpPr/>
            <p:nvPr/>
          </p:nvSpPr>
          <p:spPr>
            <a:xfrm>
              <a:off x="266703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2" name="Google Shape;5722;p46"/>
            <p:cNvSpPr/>
            <p:nvPr/>
          </p:nvSpPr>
          <p:spPr>
            <a:xfrm>
              <a:off x="304804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3" name="Google Shape;5723;p46"/>
            <p:cNvSpPr/>
            <p:nvPr/>
          </p:nvSpPr>
          <p:spPr>
            <a:xfrm>
              <a:off x="342904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4" name="Google Shape;5724;p46"/>
            <p:cNvSpPr/>
            <p:nvPr/>
          </p:nvSpPr>
          <p:spPr>
            <a:xfrm>
              <a:off x="381005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5" name="Google Shape;5725;p46"/>
            <p:cNvSpPr/>
            <p:nvPr/>
          </p:nvSpPr>
          <p:spPr>
            <a:xfrm>
              <a:off x="419105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6" name="Google Shape;5726;p46"/>
            <p:cNvSpPr/>
            <p:nvPr/>
          </p:nvSpPr>
          <p:spPr>
            <a:xfrm>
              <a:off x="457206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7" name="Google Shape;5727;p46"/>
            <p:cNvSpPr/>
            <p:nvPr/>
          </p:nvSpPr>
          <p:spPr>
            <a:xfrm>
              <a:off x="495306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8" name="Google Shape;5728;p46"/>
            <p:cNvSpPr/>
            <p:nvPr/>
          </p:nvSpPr>
          <p:spPr>
            <a:xfrm>
              <a:off x="533407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9" name="Google Shape;5729;p46"/>
            <p:cNvSpPr/>
            <p:nvPr/>
          </p:nvSpPr>
          <p:spPr>
            <a:xfrm>
              <a:off x="571507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30" name="Google Shape;5730;p46"/>
            <p:cNvSpPr/>
            <p:nvPr/>
          </p:nvSpPr>
          <p:spPr>
            <a:xfrm>
              <a:off x="609608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31" name="Google Shape;5731;p46"/>
            <p:cNvSpPr/>
            <p:nvPr/>
          </p:nvSpPr>
          <p:spPr>
            <a:xfrm>
              <a:off x="647708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32" name="Google Shape;5732;p46"/>
            <p:cNvSpPr/>
            <p:nvPr/>
          </p:nvSpPr>
          <p:spPr>
            <a:xfrm>
              <a:off x="685809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33" name="Google Shape;5733;p46"/>
            <p:cNvSpPr/>
            <p:nvPr/>
          </p:nvSpPr>
          <p:spPr>
            <a:xfrm>
              <a:off x="723909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34" name="Google Shape;5734;p46"/>
            <p:cNvSpPr/>
            <p:nvPr/>
          </p:nvSpPr>
          <p:spPr>
            <a:xfrm>
              <a:off x="7620110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35" name="Google Shape;5735;p46"/>
            <p:cNvSpPr/>
            <p:nvPr/>
          </p:nvSpPr>
          <p:spPr>
            <a:xfrm>
              <a:off x="8001115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36" name="Google Shape;5736;p46"/>
            <p:cNvSpPr/>
            <p:nvPr/>
          </p:nvSpPr>
          <p:spPr>
            <a:xfrm>
              <a:off x="8382120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37" name="Google Shape;5737;p46"/>
            <p:cNvSpPr/>
            <p:nvPr/>
          </p:nvSpPr>
          <p:spPr>
            <a:xfrm>
              <a:off x="8763125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38" name="Google Shape;5738;p46"/>
            <p:cNvSpPr/>
            <p:nvPr/>
          </p:nvSpPr>
          <p:spPr>
            <a:xfrm>
              <a:off x="7620110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39" name="Google Shape;5739;p46"/>
            <p:cNvSpPr/>
            <p:nvPr/>
          </p:nvSpPr>
          <p:spPr>
            <a:xfrm>
              <a:off x="8001115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40" name="Google Shape;5740;p46"/>
            <p:cNvSpPr/>
            <p:nvPr/>
          </p:nvSpPr>
          <p:spPr>
            <a:xfrm>
              <a:off x="8382120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41" name="Google Shape;5741;p46"/>
            <p:cNvSpPr/>
            <p:nvPr/>
          </p:nvSpPr>
          <p:spPr>
            <a:xfrm>
              <a:off x="8763125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42" name="Google Shape;5742;p46"/>
            <p:cNvSpPr/>
            <p:nvPr/>
          </p:nvSpPr>
          <p:spPr>
            <a:xfrm>
              <a:off x="7620110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43" name="Google Shape;5743;p46"/>
            <p:cNvSpPr/>
            <p:nvPr/>
          </p:nvSpPr>
          <p:spPr>
            <a:xfrm>
              <a:off x="8001115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44" name="Google Shape;5744;p46"/>
            <p:cNvSpPr/>
            <p:nvPr/>
          </p:nvSpPr>
          <p:spPr>
            <a:xfrm>
              <a:off x="8382120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45" name="Google Shape;5745;p46"/>
            <p:cNvSpPr/>
            <p:nvPr/>
          </p:nvSpPr>
          <p:spPr>
            <a:xfrm>
              <a:off x="8763125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46" name="Google Shape;5746;p46"/>
            <p:cNvSpPr/>
            <p:nvPr/>
          </p:nvSpPr>
          <p:spPr>
            <a:xfrm>
              <a:off x="7620110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47" name="Google Shape;5747;p46"/>
            <p:cNvSpPr/>
            <p:nvPr/>
          </p:nvSpPr>
          <p:spPr>
            <a:xfrm>
              <a:off x="8001115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48" name="Google Shape;5748;p46"/>
            <p:cNvSpPr/>
            <p:nvPr/>
          </p:nvSpPr>
          <p:spPr>
            <a:xfrm>
              <a:off x="8382120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49" name="Google Shape;5749;p46"/>
            <p:cNvSpPr/>
            <p:nvPr/>
          </p:nvSpPr>
          <p:spPr>
            <a:xfrm>
              <a:off x="8763125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50" name="Google Shape;5750;p46"/>
            <p:cNvSpPr/>
            <p:nvPr/>
          </p:nvSpPr>
          <p:spPr>
            <a:xfrm>
              <a:off x="7620110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51" name="Google Shape;5751;p46"/>
            <p:cNvSpPr/>
            <p:nvPr/>
          </p:nvSpPr>
          <p:spPr>
            <a:xfrm>
              <a:off x="8001115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52" name="Google Shape;5752;p46"/>
            <p:cNvSpPr/>
            <p:nvPr/>
          </p:nvSpPr>
          <p:spPr>
            <a:xfrm>
              <a:off x="8382120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53" name="Google Shape;5753;p46"/>
            <p:cNvSpPr/>
            <p:nvPr/>
          </p:nvSpPr>
          <p:spPr>
            <a:xfrm>
              <a:off x="8763125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54" name="Google Shape;5754;p46"/>
            <p:cNvSpPr/>
            <p:nvPr/>
          </p:nvSpPr>
          <p:spPr>
            <a:xfrm>
              <a:off x="7620110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55" name="Google Shape;5755;p46"/>
            <p:cNvSpPr/>
            <p:nvPr/>
          </p:nvSpPr>
          <p:spPr>
            <a:xfrm>
              <a:off x="8001115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56" name="Google Shape;5756;p46"/>
            <p:cNvSpPr/>
            <p:nvPr/>
          </p:nvSpPr>
          <p:spPr>
            <a:xfrm>
              <a:off x="8382120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57" name="Google Shape;5757;p46"/>
            <p:cNvSpPr/>
            <p:nvPr/>
          </p:nvSpPr>
          <p:spPr>
            <a:xfrm>
              <a:off x="8763125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58" name="Google Shape;5758;p46"/>
            <p:cNvSpPr/>
            <p:nvPr/>
          </p:nvSpPr>
          <p:spPr>
            <a:xfrm>
              <a:off x="7620110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59" name="Google Shape;5759;p46"/>
            <p:cNvSpPr/>
            <p:nvPr/>
          </p:nvSpPr>
          <p:spPr>
            <a:xfrm>
              <a:off x="8001115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60" name="Google Shape;5760;p46"/>
            <p:cNvSpPr/>
            <p:nvPr/>
          </p:nvSpPr>
          <p:spPr>
            <a:xfrm>
              <a:off x="8382120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61" name="Google Shape;5761;p46"/>
            <p:cNvSpPr/>
            <p:nvPr/>
          </p:nvSpPr>
          <p:spPr>
            <a:xfrm>
              <a:off x="8763125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62" name="Google Shape;5762;p46"/>
            <p:cNvSpPr/>
            <p:nvPr/>
          </p:nvSpPr>
          <p:spPr>
            <a:xfrm>
              <a:off x="7620110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63" name="Google Shape;5763;p46"/>
            <p:cNvSpPr/>
            <p:nvPr/>
          </p:nvSpPr>
          <p:spPr>
            <a:xfrm>
              <a:off x="8001115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64" name="Google Shape;5764;p46"/>
            <p:cNvSpPr/>
            <p:nvPr/>
          </p:nvSpPr>
          <p:spPr>
            <a:xfrm>
              <a:off x="8382120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65" name="Google Shape;5765;p46"/>
            <p:cNvSpPr/>
            <p:nvPr/>
          </p:nvSpPr>
          <p:spPr>
            <a:xfrm>
              <a:off x="8763125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66" name="Google Shape;5766;p46"/>
            <p:cNvSpPr/>
            <p:nvPr/>
          </p:nvSpPr>
          <p:spPr>
            <a:xfrm>
              <a:off x="7620110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67" name="Google Shape;5767;p46"/>
            <p:cNvSpPr/>
            <p:nvPr/>
          </p:nvSpPr>
          <p:spPr>
            <a:xfrm>
              <a:off x="8001115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68" name="Google Shape;5768;p46"/>
            <p:cNvSpPr/>
            <p:nvPr/>
          </p:nvSpPr>
          <p:spPr>
            <a:xfrm>
              <a:off x="8382120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69" name="Google Shape;5769;p46"/>
            <p:cNvSpPr/>
            <p:nvPr/>
          </p:nvSpPr>
          <p:spPr>
            <a:xfrm>
              <a:off x="8763125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70" name="Google Shape;5770;p46"/>
            <p:cNvSpPr/>
            <p:nvPr/>
          </p:nvSpPr>
          <p:spPr>
            <a:xfrm>
              <a:off x="7620110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71" name="Google Shape;5771;p46"/>
            <p:cNvSpPr/>
            <p:nvPr/>
          </p:nvSpPr>
          <p:spPr>
            <a:xfrm>
              <a:off x="8001115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72" name="Google Shape;5772;p46"/>
            <p:cNvSpPr/>
            <p:nvPr/>
          </p:nvSpPr>
          <p:spPr>
            <a:xfrm>
              <a:off x="8382120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73" name="Google Shape;5773;p46"/>
            <p:cNvSpPr/>
            <p:nvPr/>
          </p:nvSpPr>
          <p:spPr>
            <a:xfrm>
              <a:off x="8763125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74" name="Google Shape;5774;p46"/>
            <p:cNvSpPr/>
            <p:nvPr/>
          </p:nvSpPr>
          <p:spPr>
            <a:xfrm>
              <a:off x="7620110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75" name="Google Shape;5775;p46"/>
            <p:cNvSpPr/>
            <p:nvPr/>
          </p:nvSpPr>
          <p:spPr>
            <a:xfrm>
              <a:off x="8001115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76" name="Google Shape;5776;p46"/>
            <p:cNvSpPr/>
            <p:nvPr/>
          </p:nvSpPr>
          <p:spPr>
            <a:xfrm>
              <a:off x="8382120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77" name="Google Shape;5777;p46"/>
            <p:cNvSpPr/>
            <p:nvPr/>
          </p:nvSpPr>
          <p:spPr>
            <a:xfrm>
              <a:off x="8763125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78" name="Google Shape;5778;p46"/>
            <p:cNvSpPr/>
            <p:nvPr/>
          </p:nvSpPr>
          <p:spPr>
            <a:xfrm>
              <a:off x="7620110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79" name="Google Shape;5779;p46"/>
            <p:cNvSpPr/>
            <p:nvPr/>
          </p:nvSpPr>
          <p:spPr>
            <a:xfrm>
              <a:off x="8001115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0" name="Google Shape;5780;p46"/>
            <p:cNvSpPr/>
            <p:nvPr/>
          </p:nvSpPr>
          <p:spPr>
            <a:xfrm>
              <a:off x="8382120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1" name="Google Shape;5781;p46"/>
            <p:cNvSpPr/>
            <p:nvPr/>
          </p:nvSpPr>
          <p:spPr>
            <a:xfrm>
              <a:off x="8763125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2" name="Google Shape;5782;p46"/>
            <p:cNvSpPr/>
            <p:nvPr/>
          </p:nvSpPr>
          <p:spPr>
            <a:xfrm>
              <a:off x="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3" name="Google Shape;5783;p46"/>
            <p:cNvSpPr/>
            <p:nvPr/>
          </p:nvSpPr>
          <p:spPr>
            <a:xfrm>
              <a:off x="38100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4" name="Google Shape;5784;p46"/>
            <p:cNvSpPr/>
            <p:nvPr/>
          </p:nvSpPr>
          <p:spPr>
            <a:xfrm>
              <a:off x="76201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5" name="Google Shape;5785;p46"/>
            <p:cNvSpPr/>
            <p:nvPr/>
          </p:nvSpPr>
          <p:spPr>
            <a:xfrm>
              <a:off x="114301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6" name="Google Shape;5786;p46"/>
            <p:cNvSpPr/>
            <p:nvPr/>
          </p:nvSpPr>
          <p:spPr>
            <a:xfrm>
              <a:off x="152402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7" name="Google Shape;5787;p46"/>
            <p:cNvSpPr/>
            <p:nvPr/>
          </p:nvSpPr>
          <p:spPr>
            <a:xfrm>
              <a:off x="190502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8" name="Google Shape;5788;p46"/>
            <p:cNvSpPr/>
            <p:nvPr/>
          </p:nvSpPr>
          <p:spPr>
            <a:xfrm>
              <a:off x="228603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9" name="Google Shape;5789;p46"/>
            <p:cNvSpPr/>
            <p:nvPr/>
          </p:nvSpPr>
          <p:spPr>
            <a:xfrm>
              <a:off x="266703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90" name="Google Shape;5790;p46"/>
            <p:cNvSpPr/>
            <p:nvPr/>
          </p:nvSpPr>
          <p:spPr>
            <a:xfrm>
              <a:off x="304804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91" name="Google Shape;5791;p46"/>
            <p:cNvSpPr/>
            <p:nvPr/>
          </p:nvSpPr>
          <p:spPr>
            <a:xfrm>
              <a:off x="342904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92" name="Google Shape;5792;p46"/>
            <p:cNvSpPr/>
            <p:nvPr/>
          </p:nvSpPr>
          <p:spPr>
            <a:xfrm>
              <a:off x="381005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93" name="Google Shape;5793;p46"/>
            <p:cNvSpPr/>
            <p:nvPr/>
          </p:nvSpPr>
          <p:spPr>
            <a:xfrm>
              <a:off x="419105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94" name="Google Shape;5794;p46"/>
            <p:cNvSpPr/>
            <p:nvPr/>
          </p:nvSpPr>
          <p:spPr>
            <a:xfrm>
              <a:off x="457206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95" name="Google Shape;5795;p46"/>
            <p:cNvSpPr/>
            <p:nvPr/>
          </p:nvSpPr>
          <p:spPr>
            <a:xfrm>
              <a:off x="495306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96" name="Google Shape;5796;p46"/>
            <p:cNvSpPr/>
            <p:nvPr/>
          </p:nvSpPr>
          <p:spPr>
            <a:xfrm>
              <a:off x="533407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97" name="Google Shape;5797;p46"/>
            <p:cNvSpPr/>
            <p:nvPr/>
          </p:nvSpPr>
          <p:spPr>
            <a:xfrm>
              <a:off x="571507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98" name="Google Shape;5798;p46"/>
            <p:cNvSpPr/>
            <p:nvPr/>
          </p:nvSpPr>
          <p:spPr>
            <a:xfrm>
              <a:off x="609608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99" name="Google Shape;5799;p46"/>
            <p:cNvSpPr/>
            <p:nvPr/>
          </p:nvSpPr>
          <p:spPr>
            <a:xfrm>
              <a:off x="647708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00" name="Google Shape;5800;p46"/>
            <p:cNvSpPr/>
            <p:nvPr/>
          </p:nvSpPr>
          <p:spPr>
            <a:xfrm>
              <a:off x="685809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01" name="Google Shape;5801;p46"/>
            <p:cNvSpPr/>
            <p:nvPr/>
          </p:nvSpPr>
          <p:spPr>
            <a:xfrm>
              <a:off x="723909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02" name="Google Shape;5802;p46"/>
            <p:cNvSpPr/>
            <p:nvPr/>
          </p:nvSpPr>
          <p:spPr>
            <a:xfrm>
              <a:off x="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03" name="Google Shape;5803;p46"/>
            <p:cNvSpPr/>
            <p:nvPr/>
          </p:nvSpPr>
          <p:spPr>
            <a:xfrm>
              <a:off x="38100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04" name="Google Shape;5804;p46"/>
            <p:cNvSpPr/>
            <p:nvPr/>
          </p:nvSpPr>
          <p:spPr>
            <a:xfrm>
              <a:off x="76201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05" name="Google Shape;5805;p46"/>
            <p:cNvSpPr/>
            <p:nvPr/>
          </p:nvSpPr>
          <p:spPr>
            <a:xfrm>
              <a:off x="114301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06" name="Google Shape;5806;p46"/>
            <p:cNvSpPr/>
            <p:nvPr/>
          </p:nvSpPr>
          <p:spPr>
            <a:xfrm>
              <a:off x="152402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07" name="Google Shape;5807;p46"/>
            <p:cNvSpPr/>
            <p:nvPr/>
          </p:nvSpPr>
          <p:spPr>
            <a:xfrm>
              <a:off x="190502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08" name="Google Shape;5808;p46"/>
            <p:cNvSpPr/>
            <p:nvPr/>
          </p:nvSpPr>
          <p:spPr>
            <a:xfrm>
              <a:off x="228603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09" name="Google Shape;5809;p46"/>
            <p:cNvSpPr/>
            <p:nvPr/>
          </p:nvSpPr>
          <p:spPr>
            <a:xfrm>
              <a:off x="266703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10" name="Google Shape;5810;p46"/>
            <p:cNvSpPr/>
            <p:nvPr/>
          </p:nvSpPr>
          <p:spPr>
            <a:xfrm>
              <a:off x="304804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11" name="Google Shape;5811;p46"/>
            <p:cNvSpPr/>
            <p:nvPr/>
          </p:nvSpPr>
          <p:spPr>
            <a:xfrm>
              <a:off x="342904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12" name="Google Shape;5812;p46"/>
            <p:cNvSpPr/>
            <p:nvPr/>
          </p:nvSpPr>
          <p:spPr>
            <a:xfrm>
              <a:off x="381005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13" name="Google Shape;5813;p46"/>
            <p:cNvSpPr/>
            <p:nvPr/>
          </p:nvSpPr>
          <p:spPr>
            <a:xfrm>
              <a:off x="419105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14" name="Google Shape;5814;p46"/>
            <p:cNvSpPr/>
            <p:nvPr/>
          </p:nvSpPr>
          <p:spPr>
            <a:xfrm>
              <a:off x="457206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15" name="Google Shape;5815;p46"/>
            <p:cNvSpPr/>
            <p:nvPr/>
          </p:nvSpPr>
          <p:spPr>
            <a:xfrm>
              <a:off x="495306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16" name="Google Shape;5816;p46"/>
            <p:cNvSpPr/>
            <p:nvPr/>
          </p:nvSpPr>
          <p:spPr>
            <a:xfrm>
              <a:off x="533407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17" name="Google Shape;5817;p46"/>
            <p:cNvSpPr/>
            <p:nvPr/>
          </p:nvSpPr>
          <p:spPr>
            <a:xfrm>
              <a:off x="571507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18" name="Google Shape;5818;p46"/>
            <p:cNvSpPr/>
            <p:nvPr/>
          </p:nvSpPr>
          <p:spPr>
            <a:xfrm>
              <a:off x="609608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19" name="Google Shape;5819;p46"/>
            <p:cNvSpPr/>
            <p:nvPr/>
          </p:nvSpPr>
          <p:spPr>
            <a:xfrm>
              <a:off x="647708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0" name="Google Shape;5820;p46"/>
            <p:cNvSpPr/>
            <p:nvPr/>
          </p:nvSpPr>
          <p:spPr>
            <a:xfrm>
              <a:off x="685809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1" name="Google Shape;5821;p46"/>
            <p:cNvSpPr/>
            <p:nvPr/>
          </p:nvSpPr>
          <p:spPr>
            <a:xfrm>
              <a:off x="723909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2" name="Google Shape;5822;p46"/>
            <p:cNvSpPr/>
            <p:nvPr/>
          </p:nvSpPr>
          <p:spPr>
            <a:xfrm>
              <a:off x="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3" name="Google Shape;5823;p46"/>
            <p:cNvSpPr/>
            <p:nvPr/>
          </p:nvSpPr>
          <p:spPr>
            <a:xfrm>
              <a:off x="38100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4" name="Google Shape;5824;p46"/>
            <p:cNvSpPr/>
            <p:nvPr/>
          </p:nvSpPr>
          <p:spPr>
            <a:xfrm>
              <a:off x="76201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5" name="Google Shape;5825;p46"/>
            <p:cNvSpPr/>
            <p:nvPr/>
          </p:nvSpPr>
          <p:spPr>
            <a:xfrm>
              <a:off x="114301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6" name="Google Shape;5826;p46"/>
            <p:cNvSpPr/>
            <p:nvPr/>
          </p:nvSpPr>
          <p:spPr>
            <a:xfrm>
              <a:off x="152402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7" name="Google Shape;5827;p46"/>
            <p:cNvSpPr/>
            <p:nvPr/>
          </p:nvSpPr>
          <p:spPr>
            <a:xfrm>
              <a:off x="190502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8" name="Google Shape;5828;p46"/>
            <p:cNvSpPr/>
            <p:nvPr/>
          </p:nvSpPr>
          <p:spPr>
            <a:xfrm>
              <a:off x="228603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9" name="Google Shape;5829;p46"/>
            <p:cNvSpPr/>
            <p:nvPr/>
          </p:nvSpPr>
          <p:spPr>
            <a:xfrm>
              <a:off x="266703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30" name="Google Shape;5830;p46"/>
            <p:cNvSpPr/>
            <p:nvPr/>
          </p:nvSpPr>
          <p:spPr>
            <a:xfrm>
              <a:off x="304804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31" name="Google Shape;5831;p46"/>
            <p:cNvSpPr/>
            <p:nvPr/>
          </p:nvSpPr>
          <p:spPr>
            <a:xfrm>
              <a:off x="342904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32" name="Google Shape;5832;p46"/>
            <p:cNvSpPr/>
            <p:nvPr/>
          </p:nvSpPr>
          <p:spPr>
            <a:xfrm>
              <a:off x="381005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33" name="Google Shape;5833;p46"/>
            <p:cNvSpPr/>
            <p:nvPr/>
          </p:nvSpPr>
          <p:spPr>
            <a:xfrm>
              <a:off x="419105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34" name="Google Shape;5834;p46"/>
            <p:cNvSpPr/>
            <p:nvPr/>
          </p:nvSpPr>
          <p:spPr>
            <a:xfrm>
              <a:off x="457206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35" name="Google Shape;5835;p46"/>
            <p:cNvSpPr/>
            <p:nvPr/>
          </p:nvSpPr>
          <p:spPr>
            <a:xfrm>
              <a:off x="495306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36" name="Google Shape;5836;p46"/>
            <p:cNvSpPr/>
            <p:nvPr/>
          </p:nvSpPr>
          <p:spPr>
            <a:xfrm>
              <a:off x="533407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37" name="Google Shape;5837;p46"/>
            <p:cNvSpPr/>
            <p:nvPr/>
          </p:nvSpPr>
          <p:spPr>
            <a:xfrm>
              <a:off x="571507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38" name="Google Shape;5838;p46"/>
            <p:cNvSpPr/>
            <p:nvPr/>
          </p:nvSpPr>
          <p:spPr>
            <a:xfrm>
              <a:off x="609608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39" name="Google Shape;5839;p46"/>
            <p:cNvSpPr/>
            <p:nvPr/>
          </p:nvSpPr>
          <p:spPr>
            <a:xfrm>
              <a:off x="647708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0" name="Google Shape;5840;p46"/>
            <p:cNvSpPr/>
            <p:nvPr/>
          </p:nvSpPr>
          <p:spPr>
            <a:xfrm>
              <a:off x="685809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1" name="Google Shape;5841;p46"/>
            <p:cNvSpPr/>
            <p:nvPr/>
          </p:nvSpPr>
          <p:spPr>
            <a:xfrm>
              <a:off x="723909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2" name="Google Shape;5842;p46"/>
            <p:cNvSpPr/>
            <p:nvPr/>
          </p:nvSpPr>
          <p:spPr>
            <a:xfrm>
              <a:off x="7620110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3" name="Google Shape;5843;p46"/>
            <p:cNvSpPr/>
            <p:nvPr/>
          </p:nvSpPr>
          <p:spPr>
            <a:xfrm>
              <a:off x="8001115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4" name="Google Shape;5844;p46"/>
            <p:cNvSpPr/>
            <p:nvPr/>
          </p:nvSpPr>
          <p:spPr>
            <a:xfrm>
              <a:off x="8382120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5" name="Google Shape;5845;p46"/>
            <p:cNvSpPr/>
            <p:nvPr/>
          </p:nvSpPr>
          <p:spPr>
            <a:xfrm>
              <a:off x="8763125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6" name="Google Shape;5846;p46"/>
            <p:cNvSpPr/>
            <p:nvPr/>
          </p:nvSpPr>
          <p:spPr>
            <a:xfrm>
              <a:off x="7620110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7" name="Google Shape;5847;p46"/>
            <p:cNvSpPr/>
            <p:nvPr/>
          </p:nvSpPr>
          <p:spPr>
            <a:xfrm>
              <a:off x="8001115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8" name="Google Shape;5848;p46"/>
            <p:cNvSpPr/>
            <p:nvPr/>
          </p:nvSpPr>
          <p:spPr>
            <a:xfrm>
              <a:off x="8382120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9" name="Google Shape;5849;p46"/>
            <p:cNvSpPr/>
            <p:nvPr/>
          </p:nvSpPr>
          <p:spPr>
            <a:xfrm>
              <a:off x="8763125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50" name="Google Shape;5850;p46"/>
            <p:cNvSpPr/>
            <p:nvPr/>
          </p:nvSpPr>
          <p:spPr>
            <a:xfrm>
              <a:off x="7620110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51" name="Google Shape;5851;p46"/>
            <p:cNvSpPr/>
            <p:nvPr/>
          </p:nvSpPr>
          <p:spPr>
            <a:xfrm>
              <a:off x="8001115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52" name="Google Shape;5852;p46"/>
            <p:cNvSpPr/>
            <p:nvPr/>
          </p:nvSpPr>
          <p:spPr>
            <a:xfrm>
              <a:off x="8382120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53" name="Google Shape;5853;p46"/>
            <p:cNvSpPr/>
            <p:nvPr/>
          </p:nvSpPr>
          <p:spPr>
            <a:xfrm>
              <a:off x="8763125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854" name="Google Shape;5854;p46"/>
          <p:cNvSpPr/>
          <p:nvPr/>
        </p:nvSpPr>
        <p:spPr>
          <a:xfrm flipH="1">
            <a:off x="0" y="0"/>
            <a:ext cx="9144000" cy="5143500"/>
          </a:xfrm>
          <a:prstGeom prst="rtTriangle">
            <a:avLst/>
          </a:prstGeom>
          <a:solidFill>
            <a:srgbClr val="005051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855" name="Google Shape;5855;p46"/>
          <p:cNvGrpSpPr/>
          <p:nvPr/>
        </p:nvGrpSpPr>
        <p:grpSpPr>
          <a:xfrm>
            <a:off x="553048" y="535000"/>
            <a:ext cx="8105852" cy="4302000"/>
            <a:chOff x="553048" y="535000"/>
            <a:chExt cx="8105852" cy="4302000"/>
          </a:xfrm>
        </p:grpSpPr>
        <p:sp>
          <p:nvSpPr>
            <p:cNvPr id="5856" name="Google Shape;5856;p46"/>
            <p:cNvSpPr/>
            <p:nvPr/>
          </p:nvSpPr>
          <p:spPr>
            <a:xfrm>
              <a:off x="942300" y="763600"/>
              <a:ext cx="7716600" cy="4073400"/>
            </a:xfrm>
            <a:prstGeom prst="roundRect">
              <a:avLst>
                <a:gd fmla="val 2480" name="adj"/>
              </a:avLst>
            </a:prstGeom>
            <a:solidFill>
              <a:srgbClr val="222828">
                <a:alpha val="2039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57" name="Google Shape;5857;p46"/>
            <p:cNvSpPr/>
            <p:nvPr/>
          </p:nvSpPr>
          <p:spPr>
            <a:xfrm>
              <a:off x="712275" y="535000"/>
              <a:ext cx="7716600" cy="4073400"/>
            </a:xfrm>
            <a:prstGeom prst="roundRect">
              <a:avLst>
                <a:gd fmla="val 248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58" name="Google Shape;5858;p46"/>
            <p:cNvSpPr/>
            <p:nvPr/>
          </p:nvSpPr>
          <p:spPr>
            <a:xfrm>
              <a:off x="848698" y="898261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5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5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59" name="Google Shape;5859;p46"/>
            <p:cNvSpPr/>
            <p:nvPr/>
          </p:nvSpPr>
          <p:spPr>
            <a:xfrm>
              <a:off x="553048" y="931482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19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8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7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60" name="Google Shape;5860;p46"/>
            <p:cNvSpPr/>
            <p:nvPr/>
          </p:nvSpPr>
          <p:spPr>
            <a:xfrm>
              <a:off x="848698" y="1332681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8"/>
                    <a:pt x="0" y="7608"/>
                  </a:cubicBezTo>
                  <a:cubicBezTo>
                    <a:pt x="0" y="11808"/>
                    <a:pt x="3404" y="15212"/>
                    <a:pt x="7604" y="15212"/>
                  </a:cubicBezTo>
                  <a:cubicBezTo>
                    <a:pt x="11804" y="15212"/>
                    <a:pt x="15209" y="11808"/>
                    <a:pt x="15209" y="7608"/>
                  </a:cubicBezTo>
                  <a:cubicBezTo>
                    <a:pt x="15209" y="3408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61" name="Google Shape;5861;p46"/>
            <p:cNvSpPr/>
            <p:nvPr/>
          </p:nvSpPr>
          <p:spPr>
            <a:xfrm>
              <a:off x="553048" y="1365902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71"/>
                    <a:pt x="0" y="1497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9"/>
                  </a:lnTo>
                  <a:cubicBezTo>
                    <a:pt x="23340" y="7948"/>
                    <a:pt x="21591" y="9042"/>
                    <a:pt x="19596" y="9042"/>
                  </a:cubicBezTo>
                  <a:lnTo>
                    <a:pt x="1493" y="9042"/>
                  </a:lnTo>
                  <a:cubicBezTo>
                    <a:pt x="671" y="9042"/>
                    <a:pt x="0" y="9709"/>
                    <a:pt x="0" y="10535"/>
                  </a:cubicBezTo>
                  <a:cubicBezTo>
                    <a:pt x="0" y="11361"/>
                    <a:pt x="671" y="12028"/>
                    <a:pt x="1493" y="12028"/>
                  </a:cubicBezTo>
                  <a:lnTo>
                    <a:pt x="19596" y="12028"/>
                  </a:lnTo>
                  <a:cubicBezTo>
                    <a:pt x="23370" y="12028"/>
                    <a:pt x="26327" y="9688"/>
                    <a:pt x="26327" y="6699"/>
                  </a:cubicBezTo>
                  <a:lnTo>
                    <a:pt x="26327" y="5330"/>
                  </a:lnTo>
                  <a:cubicBezTo>
                    <a:pt x="26327" y="2344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62" name="Google Shape;5862;p46"/>
            <p:cNvSpPr/>
            <p:nvPr/>
          </p:nvSpPr>
          <p:spPr>
            <a:xfrm>
              <a:off x="848698" y="1767184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4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4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63" name="Google Shape;5863;p46"/>
            <p:cNvSpPr/>
            <p:nvPr/>
          </p:nvSpPr>
          <p:spPr>
            <a:xfrm>
              <a:off x="553048" y="1800405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68"/>
                    <a:pt x="0" y="1493"/>
                  </a:cubicBezTo>
                  <a:cubicBezTo>
                    <a:pt x="0" y="2319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5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7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64" name="Google Shape;5864;p46"/>
            <p:cNvSpPr/>
            <p:nvPr/>
          </p:nvSpPr>
          <p:spPr>
            <a:xfrm>
              <a:off x="848698" y="2201603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5"/>
                    <a:pt x="0" y="7608"/>
                  </a:cubicBezTo>
                  <a:cubicBezTo>
                    <a:pt x="0" y="11808"/>
                    <a:pt x="3404" y="15212"/>
                    <a:pt x="7604" y="15212"/>
                  </a:cubicBezTo>
                  <a:cubicBezTo>
                    <a:pt x="11804" y="15212"/>
                    <a:pt x="15209" y="11808"/>
                    <a:pt x="15209" y="7608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65" name="Google Shape;5865;p46"/>
            <p:cNvSpPr/>
            <p:nvPr/>
          </p:nvSpPr>
          <p:spPr>
            <a:xfrm>
              <a:off x="553048" y="2234824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68"/>
                    <a:pt x="0" y="1494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9"/>
                  </a:lnTo>
                  <a:cubicBezTo>
                    <a:pt x="23340" y="7945"/>
                    <a:pt x="21591" y="9039"/>
                    <a:pt x="19596" y="9039"/>
                  </a:cubicBezTo>
                  <a:lnTo>
                    <a:pt x="1493" y="9039"/>
                  </a:lnTo>
                  <a:cubicBezTo>
                    <a:pt x="671" y="9039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9"/>
                  </a:cubicBezTo>
                  <a:lnTo>
                    <a:pt x="26327" y="5330"/>
                  </a:lnTo>
                  <a:cubicBezTo>
                    <a:pt x="26327" y="2341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66" name="Google Shape;5866;p46"/>
            <p:cNvSpPr/>
            <p:nvPr/>
          </p:nvSpPr>
          <p:spPr>
            <a:xfrm>
              <a:off x="848698" y="2636106"/>
              <a:ext cx="317374" cy="317374"/>
            </a:xfrm>
            <a:custGeom>
              <a:rect b="b" l="l" r="r" t="t"/>
              <a:pathLst>
                <a:path extrusionOk="0" h="15209" w="15209">
                  <a:moveTo>
                    <a:pt x="7604" y="0"/>
                  </a:moveTo>
                  <a:cubicBezTo>
                    <a:pt x="3404" y="0"/>
                    <a:pt x="0" y="3404"/>
                    <a:pt x="0" y="7604"/>
                  </a:cubicBezTo>
                  <a:cubicBezTo>
                    <a:pt x="0" y="11805"/>
                    <a:pt x="3404" y="15209"/>
                    <a:pt x="7604" y="15209"/>
                  </a:cubicBezTo>
                  <a:cubicBezTo>
                    <a:pt x="11804" y="15209"/>
                    <a:pt x="15209" y="11805"/>
                    <a:pt x="15209" y="7604"/>
                  </a:cubicBezTo>
                  <a:cubicBezTo>
                    <a:pt x="15209" y="3404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67" name="Google Shape;5867;p46"/>
            <p:cNvSpPr/>
            <p:nvPr/>
          </p:nvSpPr>
          <p:spPr>
            <a:xfrm>
              <a:off x="553048" y="2669265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71"/>
                    <a:pt x="0" y="1496"/>
                  </a:cubicBezTo>
                  <a:cubicBezTo>
                    <a:pt x="0" y="2322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8"/>
                  </a:lnTo>
                  <a:cubicBezTo>
                    <a:pt x="23340" y="7947"/>
                    <a:pt x="21591" y="9041"/>
                    <a:pt x="19596" y="9041"/>
                  </a:cubicBezTo>
                  <a:lnTo>
                    <a:pt x="1493" y="9041"/>
                  </a:lnTo>
                  <a:cubicBezTo>
                    <a:pt x="671" y="9041"/>
                    <a:pt x="0" y="9709"/>
                    <a:pt x="0" y="10534"/>
                  </a:cubicBezTo>
                  <a:cubicBezTo>
                    <a:pt x="0" y="11360"/>
                    <a:pt x="671" y="12028"/>
                    <a:pt x="1493" y="12028"/>
                  </a:cubicBezTo>
                  <a:lnTo>
                    <a:pt x="19596" y="12028"/>
                  </a:lnTo>
                  <a:cubicBezTo>
                    <a:pt x="23370" y="12028"/>
                    <a:pt x="26327" y="9688"/>
                    <a:pt x="26327" y="6698"/>
                  </a:cubicBezTo>
                  <a:lnTo>
                    <a:pt x="26327" y="5330"/>
                  </a:lnTo>
                  <a:cubicBezTo>
                    <a:pt x="26327" y="2343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68" name="Google Shape;5868;p46"/>
            <p:cNvSpPr/>
            <p:nvPr/>
          </p:nvSpPr>
          <p:spPr>
            <a:xfrm>
              <a:off x="848698" y="3070526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5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69" name="Google Shape;5869;p46"/>
            <p:cNvSpPr/>
            <p:nvPr/>
          </p:nvSpPr>
          <p:spPr>
            <a:xfrm>
              <a:off x="553048" y="3103747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20"/>
                    <a:pt x="671" y="2987"/>
                    <a:pt x="1493" y="2987"/>
                  </a:cubicBezTo>
                  <a:lnTo>
                    <a:pt x="19596" y="2987"/>
                  </a:lnTo>
                  <a:cubicBezTo>
                    <a:pt x="21591" y="2987"/>
                    <a:pt x="23340" y="4081"/>
                    <a:pt x="23340" y="5330"/>
                  </a:cubicBezTo>
                  <a:lnTo>
                    <a:pt x="23340" y="6696"/>
                  </a:lnTo>
                  <a:cubicBezTo>
                    <a:pt x="23340" y="7945"/>
                    <a:pt x="21591" y="9039"/>
                    <a:pt x="19596" y="9039"/>
                  </a:cubicBezTo>
                  <a:lnTo>
                    <a:pt x="1493" y="9039"/>
                  </a:lnTo>
                  <a:cubicBezTo>
                    <a:pt x="671" y="9039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6"/>
                  </a:cubicBezTo>
                  <a:lnTo>
                    <a:pt x="26327" y="5330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70" name="Google Shape;5870;p46"/>
            <p:cNvSpPr/>
            <p:nvPr/>
          </p:nvSpPr>
          <p:spPr>
            <a:xfrm>
              <a:off x="848698" y="3504966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7"/>
                    <a:pt x="0" y="7607"/>
                  </a:cubicBezTo>
                  <a:cubicBezTo>
                    <a:pt x="0" y="11807"/>
                    <a:pt x="3404" y="15212"/>
                    <a:pt x="7604" y="15212"/>
                  </a:cubicBezTo>
                  <a:cubicBezTo>
                    <a:pt x="11804" y="15212"/>
                    <a:pt x="15209" y="11807"/>
                    <a:pt x="15209" y="7607"/>
                  </a:cubicBezTo>
                  <a:cubicBezTo>
                    <a:pt x="15209" y="3407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71" name="Google Shape;5871;p46"/>
            <p:cNvSpPr/>
            <p:nvPr/>
          </p:nvSpPr>
          <p:spPr>
            <a:xfrm>
              <a:off x="553048" y="3538167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72"/>
                    <a:pt x="0" y="1497"/>
                  </a:cubicBezTo>
                  <a:cubicBezTo>
                    <a:pt x="0" y="2320"/>
                    <a:pt x="671" y="2991"/>
                    <a:pt x="1493" y="2991"/>
                  </a:cubicBezTo>
                  <a:lnTo>
                    <a:pt x="19596" y="2991"/>
                  </a:lnTo>
                  <a:cubicBezTo>
                    <a:pt x="21591" y="2991"/>
                    <a:pt x="23340" y="4085"/>
                    <a:pt x="23340" y="5331"/>
                  </a:cubicBezTo>
                  <a:lnTo>
                    <a:pt x="23340" y="6699"/>
                  </a:lnTo>
                  <a:cubicBezTo>
                    <a:pt x="23340" y="7948"/>
                    <a:pt x="21591" y="9042"/>
                    <a:pt x="19596" y="9042"/>
                  </a:cubicBezTo>
                  <a:lnTo>
                    <a:pt x="1493" y="9042"/>
                  </a:lnTo>
                  <a:cubicBezTo>
                    <a:pt x="671" y="9042"/>
                    <a:pt x="0" y="9710"/>
                    <a:pt x="0" y="10535"/>
                  </a:cubicBezTo>
                  <a:cubicBezTo>
                    <a:pt x="0" y="11361"/>
                    <a:pt x="671" y="12029"/>
                    <a:pt x="1493" y="12029"/>
                  </a:cubicBezTo>
                  <a:lnTo>
                    <a:pt x="19596" y="12029"/>
                  </a:lnTo>
                  <a:cubicBezTo>
                    <a:pt x="23370" y="12029"/>
                    <a:pt x="26327" y="9689"/>
                    <a:pt x="26327" y="6699"/>
                  </a:cubicBezTo>
                  <a:lnTo>
                    <a:pt x="26327" y="5331"/>
                  </a:lnTo>
                  <a:cubicBezTo>
                    <a:pt x="26327" y="2344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72" name="Google Shape;5872;p46"/>
            <p:cNvSpPr/>
            <p:nvPr/>
          </p:nvSpPr>
          <p:spPr>
            <a:xfrm>
              <a:off x="848698" y="3939449"/>
              <a:ext cx="317374" cy="317395"/>
            </a:xfrm>
            <a:custGeom>
              <a:rect b="b" l="l" r="r" t="t"/>
              <a:pathLst>
                <a:path extrusionOk="0" h="15210" w="15209">
                  <a:moveTo>
                    <a:pt x="7604" y="1"/>
                  </a:moveTo>
                  <a:cubicBezTo>
                    <a:pt x="3404" y="1"/>
                    <a:pt x="0" y="3405"/>
                    <a:pt x="0" y="7605"/>
                  </a:cubicBezTo>
                  <a:cubicBezTo>
                    <a:pt x="0" y="11805"/>
                    <a:pt x="3404" y="15209"/>
                    <a:pt x="7604" y="15209"/>
                  </a:cubicBezTo>
                  <a:cubicBezTo>
                    <a:pt x="11804" y="15209"/>
                    <a:pt x="15209" y="11805"/>
                    <a:pt x="15209" y="7605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73" name="Google Shape;5873;p46"/>
            <p:cNvSpPr/>
            <p:nvPr/>
          </p:nvSpPr>
          <p:spPr>
            <a:xfrm>
              <a:off x="553048" y="3972670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5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874" name="Google Shape;5874;p46"/>
          <p:cNvSpPr/>
          <p:nvPr/>
        </p:nvSpPr>
        <p:spPr>
          <a:xfrm>
            <a:off x="8428900" y="1041975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0"/>
                </a:moveTo>
                <a:lnTo>
                  <a:pt x="0" y="25897"/>
                </a:lnTo>
                <a:cubicBezTo>
                  <a:pt x="3176" y="25897"/>
                  <a:pt x="5749" y="23323"/>
                  <a:pt x="5749" y="20147"/>
                </a:cubicBezTo>
                <a:lnTo>
                  <a:pt x="5749" y="5752"/>
                </a:lnTo>
                <a:cubicBezTo>
                  <a:pt x="5749" y="2576"/>
                  <a:pt x="3176" y="0"/>
                  <a:pt x="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5" name="Google Shape;5875;p46"/>
          <p:cNvSpPr/>
          <p:nvPr/>
        </p:nvSpPr>
        <p:spPr>
          <a:xfrm>
            <a:off x="8428900" y="2620900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0"/>
                </a:moveTo>
                <a:lnTo>
                  <a:pt x="0" y="25897"/>
                </a:lnTo>
                <a:cubicBezTo>
                  <a:pt x="3176" y="25897"/>
                  <a:pt x="5749" y="23323"/>
                  <a:pt x="5749" y="20148"/>
                </a:cubicBezTo>
                <a:lnTo>
                  <a:pt x="5749" y="5752"/>
                </a:lnTo>
                <a:cubicBezTo>
                  <a:pt x="5749" y="2577"/>
                  <a:pt x="3176" y="0"/>
                  <a:pt x="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6" name="Google Shape;5876;p46"/>
          <p:cNvSpPr/>
          <p:nvPr/>
        </p:nvSpPr>
        <p:spPr>
          <a:xfrm>
            <a:off x="8428900" y="1811900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0"/>
                </a:moveTo>
                <a:lnTo>
                  <a:pt x="0" y="25897"/>
                </a:lnTo>
                <a:cubicBezTo>
                  <a:pt x="3176" y="25897"/>
                  <a:pt x="5749" y="23320"/>
                  <a:pt x="5749" y="20147"/>
                </a:cubicBezTo>
                <a:lnTo>
                  <a:pt x="5749" y="5749"/>
                </a:lnTo>
                <a:cubicBezTo>
                  <a:pt x="5749" y="2574"/>
                  <a:pt x="3176" y="0"/>
                  <a:pt x="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7" name="Google Shape;5877;p46"/>
          <p:cNvSpPr/>
          <p:nvPr/>
        </p:nvSpPr>
        <p:spPr>
          <a:xfrm>
            <a:off x="8428900" y="3454000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1"/>
                </a:moveTo>
                <a:lnTo>
                  <a:pt x="0" y="25897"/>
                </a:lnTo>
                <a:cubicBezTo>
                  <a:pt x="3176" y="25897"/>
                  <a:pt x="5749" y="23323"/>
                  <a:pt x="5749" y="20148"/>
                </a:cubicBezTo>
                <a:lnTo>
                  <a:pt x="5749" y="5752"/>
                </a:lnTo>
                <a:cubicBezTo>
                  <a:pt x="5749" y="2577"/>
                  <a:pt x="3176" y="1"/>
                  <a:pt x="0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8" name="Google Shape;5878;p46"/>
          <p:cNvSpPr txBox="1"/>
          <p:nvPr>
            <p:ph type="title"/>
          </p:nvPr>
        </p:nvSpPr>
        <p:spPr>
          <a:xfrm>
            <a:off x="1474650" y="2280900"/>
            <a:ext cx="6194700" cy="1353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879" name="Google Shape;5879;p46"/>
          <p:cNvSpPr txBox="1"/>
          <p:nvPr>
            <p:ph idx="2" type="title"/>
          </p:nvPr>
        </p:nvSpPr>
        <p:spPr>
          <a:xfrm>
            <a:off x="3995250" y="1283250"/>
            <a:ext cx="11535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5880" name="Google Shape;5880;p46"/>
          <p:cNvSpPr txBox="1"/>
          <p:nvPr>
            <p:ph idx="1" type="subTitle"/>
          </p:nvPr>
        </p:nvSpPr>
        <p:spPr>
          <a:xfrm>
            <a:off x="1474650" y="3558000"/>
            <a:ext cx="6194700" cy="3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highlight>
                  <a:schemeClr val="accent1"/>
                </a:highlight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81" name="Google Shape;5881;p46"/>
          <p:cNvSpPr/>
          <p:nvPr/>
        </p:nvSpPr>
        <p:spPr>
          <a:xfrm>
            <a:off x="3005100" y="1756950"/>
            <a:ext cx="176025" cy="165050"/>
          </a:xfrm>
          <a:custGeom>
            <a:rect b="b" l="l" r="r" t="t"/>
            <a:pathLst>
              <a:path extrusionOk="0" h="6602" w="7041">
                <a:moveTo>
                  <a:pt x="4935" y="1378"/>
                </a:moveTo>
                <a:cubicBezTo>
                  <a:pt x="4939" y="1380"/>
                  <a:pt x="4948" y="1387"/>
                  <a:pt x="4965" y="1400"/>
                </a:cubicBezTo>
                <a:cubicBezTo>
                  <a:pt x="4955" y="1392"/>
                  <a:pt x="4945" y="1385"/>
                  <a:pt x="4935" y="1378"/>
                </a:cubicBezTo>
                <a:close/>
                <a:moveTo>
                  <a:pt x="1630" y="1762"/>
                </a:moveTo>
                <a:lnTo>
                  <a:pt x="1630" y="1762"/>
                </a:lnTo>
                <a:cubicBezTo>
                  <a:pt x="1621" y="1773"/>
                  <a:pt x="1618" y="1778"/>
                  <a:pt x="1618" y="1778"/>
                </a:cubicBezTo>
                <a:cubicBezTo>
                  <a:pt x="1618" y="1778"/>
                  <a:pt x="1623" y="1771"/>
                  <a:pt x="1630" y="1762"/>
                </a:cubicBezTo>
                <a:close/>
                <a:moveTo>
                  <a:pt x="3639" y="986"/>
                </a:moveTo>
                <a:cubicBezTo>
                  <a:pt x="4036" y="986"/>
                  <a:pt x="4418" y="1072"/>
                  <a:pt x="4734" y="1250"/>
                </a:cubicBezTo>
                <a:cubicBezTo>
                  <a:pt x="4786" y="1280"/>
                  <a:pt x="4839" y="1313"/>
                  <a:pt x="4890" y="1347"/>
                </a:cubicBezTo>
                <a:cubicBezTo>
                  <a:pt x="4906" y="1357"/>
                  <a:pt x="4921" y="1367"/>
                  <a:pt x="4935" y="1378"/>
                </a:cubicBezTo>
                <a:lnTo>
                  <a:pt x="4935" y="1378"/>
                </a:lnTo>
                <a:cubicBezTo>
                  <a:pt x="4934" y="1377"/>
                  <a:pt x="4933" y="1376"/>
                  <a:pt x="4933" y="1376"/>
                </a:cubicBezTo>
                <a:lnTo>
                  <a:pt x="4933" y="1376"/>
                </a:lnTo>
                <a:cubicBezTo>
                  <a:pt x="4934" y="1376"/>
                  <a:pt x="4964" y="1397"/>
                  <a:pt x="4972" y="1404"/>
                </a:cubicBezTo>
                <a:cubicBezTo>
                  <a:pt x="5081" y="1495"/>
                  <a:pt x="5182" y="1594"/>
                  <a:pt x="5275" y="1701"/>
                </a:cubicBezTo>
                <a:cubicBezTo>
                  <a:pt x="5296" y="1724"/>
                  <a:pt x="5315" y="1747"/>
                  <a:pt x="5332" y="1771"/>
                </a:cubicBezTo>
                <a:cubicBezTo>
                  <a:pt x="5336" y="1776"/>
                  <a:pt x="5339" y="1780"/>
                  <a:pt x="5342" y="1782"/>
                </a:cubicBezTo>
                <a:lnTo>
                  <a:pt x="5342" y="1782"/>
                </a:lnTo>
                <a:cubicBezTo>
                  <a:pt x="5378" y="1835"/>
                  <a:pt x="5414" y="1889"/>
                  <a:pt x="5446" y="1943"/>
                </a:cubicBezTo>
                <a:cubicBezTo>
                  <a:pt x="5477" y="1994"/>
                  <a:pt x="5507" y="2045"/>
                  <a:pt x="5534" y="2097"/>
                </a:cubicBezTo>
                <a:cubicBezTo>
                  <a:pt x="5548" y="2126"/>
                  <a:pt x="5603" y="2244"/>
                  <a:pt x="5604" y="2244"/>
                </a:cubicBezTo>
                <a:cubicBezTo>
                  <a:pt x="5605" y="2244"/>
                  <a:pt x="5604" y="2244"/>
                  <a:pt x="5604" y="2242"/>
                </a:cubicBezTo>
                <a:lnTo>
                  <a:pt x="5604" y="2242"/>
                </a:lnTo>
                <a:cubicBezTo>
                  <a:pt x="5646" y="2347"/>
                  <a:pt x="5682" y="2454"/>
                  <a:pt x="5711" y="2561"/>
                </a:cubicBezTo>
                <a:cubicBezTo>
                  <a:pt x="5726" y="2620"/>
                  <a:pt x="5741" y="2679"/>
                  <a:pt x="5751" y="2738"/>
                </a:cubicBezTo>
                <a:cubicBezTo>
                  <a:pt x="5756" y="2758"/>
                  <a:pt x="5778" y="2901"/>
                  <a:pt x="5781" y="2901"/>
                </a:cubicBezTo>
                <a:cubicBezTo>
                  <a:pt x="5781" y="2901"/>
                  <a:pt x="5781" y="2892"/>
                  <a:pt x="5779" y="2872"/>
                </a:cubicBezTo>
                <a:lnTo>
                  <a:pt x="5779" y="2872"/>
                </a:lnTo>
                <a:cubicBezTo>
                  <a:pt x="5793" y="2999"/>
                  <a:pt x="5800" y="3127"/>
                  <a:pt x="5800" y="3256"/>
                </a:cubicBezTo>
                <a:cubicBezTo>
                  <a:pt x="5798" y="3323"/>
                  <a:pt x="5796" y="3393"/>
                  <a:pt x="5791" y="3460"/>
                </a:cubicBezTo>
                <a:cubicBezTo>
                  <a:pt x="5787" y="3518"/>
                  <a:pt x="5781" y="3572"/>
                  <a:pt x="5780" y="3582"/>
                </a:cubicBezTo>
                <a:lnTo>
                  <a:pt x="5780" y="3582"/>
                </a:lnTo>
                <a:cubicBezTo>
                  <a:pt x="5759" y="3706"/>
                  <a:pt x="5734" y="3831"/>
                  <a:pt x="5699" y="3953"/>
                </a:cubicBezTo>
                <a:cubicBezTo>
                  <a:pt x="5682" y="4012"/>
                  <a:pt x="5663" y="4069"/>
                  <a:pt x="5642" y="4126"/>
                </a:cubicBezTo>
                <a:cubicBezTo>
                  <a:pt x="5631" y="4155"/>
                  <a:pt x="5621" y="4183"/>
                  <a:pt x="5610" y="4212"/>
                </a:cubicBezTo>
                <a:cubicBezTo>
                  <a:pt x="5606" y="4223"/>
                  <a:pt x="5602" y="4232"/>
                  <a:pt x="5600" y="4238"/>
                </a:cubicBezTo>
                <a:lnTo>
                  <a:pt x="5600" y="4238"/>
                </a:lnTo>
                <a:cubicBezTo>
                  <a:pt x="5597" y="4244"/>
                  <a:pt x="5593" y="4252"/>
                  <a:pt x="5589" y="4261"/>
                </a:cubicBezTo>
                <a:cubicBezTo>
                  <a:pt x="5534" y="4370"/>
                  <a:pt x="5477" y="4478"/>
                  <a:pt x="5412" y="4581"/>
                </a:cubicBezTo>
                <a:cubicBezTo>
                  <a:pt x="5311" y="4737"/>
                  <a:pt x="5324" y="4720"/>
                  <a:pt x="5189" y="4863"/>
                </a:cubicBezTo>
                <a:cubicBezTo>
                  <a:pt x="4814" y="5261"/>
                  <a:pt x="4355" y="5476"/>
                  <a:pt x="3756" y="5573"/>
                </a:cubicBezTo>
                <a:cubicBezTo>
                  <a:pt x="3620" y="5595"/>
                  <a:pt x="3482" y="5605"/>
                  <a:pt x="3344" y="5605"/>
                </a:cubicBezTo>
                <a:cubicBezTo>
                  <a:pt x="2954" y="5605"/>
                  <a:pt x="2572" y="5519"/>
                  <a:pt x="2265" y="5346"/>
                </a:cubicBezTo>
                <a:cubicBezTo>
                  <a:pt x="2214" y="5316"/>
                  <a:pt x="2164" y="5285"/>
                  <a:pt x="2113" y="5253"/>
                </a:cubicBezTo>
                <a:cubicBezTo>
                  <a:pt x="2098" y="5243"/>
                  <a:pt x="2015" y="5180"/>
                  <a:pt x="2013" y="5180"/>
                </a:cubicBezTo>
                <a:lnTo>
                  <a:pt x="2013" y="5180"/>
                </a:lnTo>
                <a:cubicBezTo>
                  <a:pt x="2013" y="5180"/>
                  <a:pt x="2019" y="5186"/>
                  <a:pt x="2037" y="5200"/>
                </a:cubicBezTo>
                <a:cubicBezTo>
                  <a:pt x="1930" y="5114"/>
                  <a:pt x="1831" y="5019"/>
                  <a:pt x="1740" y="4916"/>
                </a:cubicBezTo>
                <a:cubicBezTo>
                  <a:pt x="1728" y="4902"/>
                  <a:pt x="1675" y="4837"/>
                  <a:pt x="1657" y="4816"/>
                </a:cubicBezTo>
                <a:lnTo>
                  <a:pt x="1657" y="4816"/>
                </a:lnTo>
                <a:cubicBezTo>
                  <a:pt x="1647" y="4801"/>
                  <a:pt x="1584" y="4711"/>
                  <a:pt x="1570" y="4688"/>
                </a:cubicBezTo>
                <a:cubicBezTo>
                  <a:pt x="1500" y="4579"/>
                  <a:pt x="1439" y="4465"/>
                  <a:pt x="1382" y="4347"/>
                </a:cubicBezTo>
                <a:cubicBezTo>
                  <a:pt x="1372" y="4327"/>
                  <a:pt x="1369" y="4322"/>
                  <a:pt x="1368" y="4322"/>
                </a:cubicBezTo>
                <a:lnTo>
                  <a:pt x="1368" y="4322"/>
                </a:lnTo>
                <a:cubicBezTo>
                  <a:pt x="1368" y="4322"/>
                  <a:pt x="1368" y="4322"/>
                  <a:pt x="1368" y="4322"/>
                </a:cubicBezTo>
                <a:lnTo>
                  <a:pt x="1368" y="4322"/>
                </a:lnTo>
                <a:cubicBezTo>
                  <a:pt x="1366" y="4315"/>
                  <a:pt x="1360" y="4299"/>
                  <a:pt x="1348" y="4265"/>
                </a:cubicBezTo>
                <a:cubicBezTo>
                  <a:pt x="1329" y="4210"/>
                  <a:pt x="1308" y="4155"/>
                  <a:pt x="1291" y="4101"/>
                </a:cubicBezTo>
                <a:cubicBezTo>
                  <a:pt x="1251" y="3974"/>
                  <a:pt x="1220" y="3848"/>
                  <a:pt x="1197" y="3717"/>
                </a:cubicBezTo>
                <a:cubicBezTo>
                  <a:pt x="1192" y="3696"/>
                  <a:pt x="1179" y="3596"/>
                  <a:pt x="1178" y="3596"/>
                </a:cubicBezTo>
                <a:lnTo>
                  <a:pt x="1178" y="3596"/>
                </a:lnTo>
                <a:cubicBezTo>
                  <a:pt x="1178" y="3596"/>
                  <a:pt x="1179" y="3606"/>
                  <a:pt x="1182" y="3633"/>
                </a:cubicBezTo>
                <a:cubicBezTo>
                  <a:pt x="1173" y="3568"/>
                  <a:pt x="1167" y="3502"/>
                  <a:pt x="1165" y="3437"/>
                </a:cubicBezTo>
                <a:cubicBezTo>
                  <a:pt x="1157" y="3304"/>
                  <a:pt x="1157" y="3174"/>
                  <a:pt x="1165" y="3041"/>
                </a:cubicBezTo>
                <a:cubicBezTo>
                  <a:pt x="1167" y="3011"/>
                  <a:pt x="1179" y="2898"/>
                  <a:pt x="1181" y="2870"/>
                </a:cubicBezTo>
                <a:lnTo>
                  <a:pt x="1181" y="2870"/>
                </a:lnTo>
                <a:cubicBezTo>
                  <a:pt x="1186" y="2847"/>
                  <a:pt x="1203" y="2750"/>
                  <a:pt x="1209" y="2721"/>
                </a:cubicBezTo>
                <a:cubicBezTo>
                  <a:pt x="1239" y="2580"/>
                  <a:pt x="1281" y="2443"/>
                  <a:pt x="1327" y="2306"/>
                </a:cubicBezTo>
                <a:cubicBezTo>
                  <a:pt x="1342" y="2262"/>
                  <a:pt x="1345" y="2248"/>
                  <a:pt x="1346" y="2244"/>
                </a:cubicBezTo>
                <a:lnTo>
                  <a:pt x="1346" y="2244"/>
                </a:lnTo>
                <a:cubicBezTo>
                  <a:pt x="1348" y="2241"/>
                  <a:pt x="1355" y="2229"/>
                  <a:pt x="1376" y="2188"/>
                </a:cubicBezTo>
                <a:cubicBezTo>
                  <a:pt x="1407" y="2125"/>
                  <a:pt x="1439" y="2059"/>
                  <a:pt x="1475" y="1998"/>
                </a:cubicBezTo>
                <a:cubicBezTo>
                  <a:pt x="1511" y="1937"/>
                  <a:pt x="1551" y="1878"/>
                  <a:pt x="1588" y="1819"/>
                </a:cubicBezTo>
                <a:cubicBezTo>
                  <a:pt x="1603" y="1799"/>
                  <a:pt x="1618" y="1779"/>
                  <a:pt x="1632" y="1759"/>
                </a:cubicBezTo>
                <a:lnTo>
                  <a:pt x="1632" y="1759"/>
                </a:lnTo>
                <a:cubicBezTo>
                  <a:pt x="1639" y="1751"/>
                  <a:pt x="1646" y="1741"/>
                  <a:pt x="1654" y="1733"/>
                </a:cubicBezTo>
                <a:cubicBezTo>
                  <a:pt x="1744" y="1632"/>
                  <a:pt x="1839" y="1535"/>
                  <a:pt x="1945" y="1446"/>
                </a:cubicBezTo>
                <a:cubicBezTo>
                  <a:pt x="1949" y="1443"/>
                  <a:pt x="1952" y="1440"/>
                  <a:pt x="1955" y="1437"/>
                </a:cubicBezTo>
                <a:lnTo>
                  <a:pt x="1955" y="1437"/>
                </a:lnTo>
                <a:cubicBezTo>
                  <a:pt x="1958" y="1435"/>
                  <a:pt x="1960" y="1434"/>
                  <a:pt x="1963" y="1431"/>
                </a:cubicBezTo>
                <a:cubicBezTo>
                  <a:pt x="1993" y="1410"/>
                  <a:pt x="2022" y="1389"/>
                  <a:pt x="2054" y="1370"/>
                </a:cubicBezTo>
                <a:cubicBezTo>
                  <a:pt x="2115" y="1328"/>
                  <a:pt x="2180" y="1292"/>
                  <a:pt x="2246" y="1257"/>
                </a:cubicBezTo>
                <a:cubicBezTo>
                  <a:pt x="2372" y="1191"/>
                  <a:pt x="2412" y="1174"/>
                  <a:pt x="2604" y="1120"/>
                </a:cubicBezTo>
                <a:cubicBezTo>
                  <a:pt x="2802" y="1065"/>
                  <a:pt x="2859" y="1059"/>
                  <a:pt x="3023" y="1044"/>
                </a:cubicBezTo>
                <a:cubicBezTo>
                  <a:pt x="3046" y="1042"/>
                  <a:pt x="3069" y="1039"/>
                  <a:pt x="3092" y="1035"/>
                </a:cubicBezTo>
                <a:lnTo>
                  <a:pt x="3092" y="1035"/>
                </a:lnTo>
                <a:cubicBezTo>
                  <a:pt x="3113" y="1033"/>
                  <a:pt x="3134" y="1031"/>
                  <a:pt x="3156" y="1027"/>
                </a:cubicBezTo>
                <a:cubicBezTo>
                  <a:pt x="3317" y="1000"/>
                  <a:pt x="3479" y="986"/>
                  <a:pt x="3639" y="986"/>
                </a:cubicBezTo>
                <a:close/>
                <a:moveTo>
                  <a:pt x="3656" y="0"/>
                </a:moveTo>
                <a:cubicBezTo>
                  <a:pt x="3424" y="0"/>
                  <a:pt x="3191" y="20"/>
                  <a:pt x="2962" y="55"/>
                </a:cubicBezTo>
                <a:lnTo>
                  <a:pt x="2962" y="55"/>
                </a:lnTo>
                <a:cubicBezTo>
                  <a:pt x="1592" y="189"/>
                  <a:pt x="506" y="1128"/>
                  <a:pt x="238" y="2500"/>
                </a:cubicBezTo>
                <a:cubicBezTo>
                  <a:pt x="0" y="3730"/>
                  <a:pt x="360" y="5131"/>
                  <a:pt x="1367" y="5933"/>
                </a:cubicBezTo>
                <a:cubicBezTo>
                  <a:pt x="1934" y="6385"/>
                  <a:pt x="2656" y="6602"/>
                  <a:pt x="3382" y="6602"/>
                </a:cubicBezTo>
                <a:cubicBezTo>
                  <a:pt x="4138" y="6602"/>
                  <a:pt x="4898" y="6367"/>
                  <a:pt x="5494" y="5917"/>
                </a:cubicBezTo>
                <a:cubicBezTo>
                  <a:pt x="6607" y="5078"/>
                  <a:pt x="7041" y="3580"/>
                  <a:pt x="6659" y="2253"/>
                </a:cubicBezTo>
                <a:cubicBezTo>
                  <a:pt x="6453" y="1537"/>
                  <a:pt x="6015" y="905"/>
                  <a:pt x="5393" y="488"/>
                </a:cubicBezTo>
                <a:cubicBezTo>
                  <a:pt x="4872" y="137"/>
                  <a:pt x="4267" y="0"/>
                  <a:pt x="365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2" name="Google Shape;5882;p46"/>
          <p:cNvSpPr/>
          <p:nvPr/>
        </p:nvSpPr>
        <p:spPr>
          <a:xfrm>
            <a:off x="7887788" y="1202063"/>
            <a:ext cx="146125" cy="137000"/>
          </a:xfrm>
          <a:custGeom>
            <a:rect b="b" l="l" r="r" t="t"/>
            <a:pathLst>
              <a:path extrusionOk="0" h="5480" w="5845">
                <a:moveTo>
                  <a:pt x="3672" y="1101"/>
                </a:moveTo>
                <a:cubicBezTo>
                  <a:pt x="3677" y="1103"/>
                  <a:pt x="3681" y="1105"/>
                  <a:pt x="3685" y="1107"/>
                </a:cubicBezTo>
                <a:lnTo>
                  <a:pt x="3685" y="1107"/>
                </a:lnTo>
                <a:cubicBezTo>
                  <a:pt x="3681" y="1105"/>
                  <a:pt x="3677" y="1103"/>
                  <a:pt x="3672" y="1101"/>
                </a:cubicBezTo>
                <a:close/>
                <a:moveTo>
                  <a:pt x="3072" y="4464"/>
                </a:moveTo>
                <a:lnTo>
                  <a:pt x="3072" y="4464"/>
                </a:lnTo>
                <a:cubicBezTo>
                  <a:pt x="3071" y="4464"/>
                  <a:pt x="3070" y="4464"/>
                  <a:pt x="3069" y="4464"/>
                </a:cubicBezTo>
                <a:lnTo>
                  <a:pt x="3069" y="4464"/>
                </a:lnTo>
                <a:cubicBezTo>
                  <a:pt x="3070" y="4464"/>
                  <a:pt x="3071" y="4464"/>
                  <a:pt x="3072" y="4464"/>
                </a:cubicBezTo>
                <a:close/>
                <a:moveTo>
                  <a:pt x="3052" y="4466"/>
                </a:moveTo>
                <a:lnTo>
                  <a:pt x="3052" y="4466"/>
                </a:lnTo>
                <a:cubicBezTo>
                  <a:pt x="3035" y="4469"/>
                  <a:pt x="3029" y="4470"/>
                  <a:pt x="3029" y="4470"/>
                </a:cubicBezTo>
                <a:cubicBezTo>
                  <a:pt x="3028" y="4470"/>
                  <a:pt x="3040" y="4468"/>
                  <a:pt x="3052" y="4466"/>
                </a:cubicBezTo>
                <a:close/>
                <a:moveTo>
                  <a:pt x="3036" y="989"/>
                </a:moveTo>
                <a:cubicBezTo>
                  <a:pt x="3084" y="989"/>
                  <a:pt x="3131" y="990"/>
                  <a:pt x="3177" y="992"/>
                </a:cubicBezTo>
                <a:cubicBezTo>
                  <a:pt x="3207" y="994"/>
                  <a:pt x="3236" y="998"/>
                  <a:pt x="3264" y="1000"/>
                </a:cubicBezTo>
                <a:cubicBezTo>
                  <a:pt x="3270" y="1000"/>
                  <a:pt x="3275" y="1000"/>
                  <a:pt x="3280" y="1000"/>
                </a:cubicBezTo>
                <a:lnTo>
                  <a:pt x="3280" y="1000"/>
                </a:lnTo>
                <a:cubicBezTo>
                  <a:pt x="3393" y="1021"/>
                  <a:pt x="3502" y="1045"/>
                  <a:pt x="3611" y="1080"/>
                </a:cubicBezTo>
                <a:cubicBezTo>
                  <a:pt x="3640" y="1091"/>
                  <a:pt x="3708" y="1119"/>
                  <a:pt x="3711" y="1119"/>
                </a:cubicBezTo>
                <a:cubicBezTo>
                  <a:pt x="3711" y="1119"/>
                  <a:pt x="3710" y="1118"/>
                  <a:pt x="3707" y="1117"/>
                </a:cubicBezTo>
                <a:lnTo>
                  <a:pt x="3707" y="1117"/>
                </a:lnTo>
                <a:cubicBezTo>
                  <a:pt x="3752" y="1138"/>
                  <a:pt x="3795" y="1160"/>
                  <a:pt x="3839" y="1186"/>
                </a:cubicBezTo>
                <a:cubicBezTo>
                  <a:pt x="3883" y="1209"/>
                  <a:pt x="3923" y="1236"/>
                  <a:pt x="3965" y="1261"/>
                </a:cubicBezTo>
                <a:cubicBezTo>
                  <a:pt x="3979" y="1270"/>
                  <a:pt x="3990" y="1277"/>
                  <a:pt x="3997" y="1281"/>
                </a:cubicBezTo>
                <a:lnTo>
                  <a:pt x="3997" y="1281"/>
                </a:lnTo>
                <a:cubicBezTo>
                  <a:pt x="4000" y="1284"/>
                  <a:pt x="4004" y="1288"/>
                  <a:pt x="4010" y="1293"/>
                </a:cubicBezTo>
                <a:cubicBezTo>
                  <a:pt x="4096" y="1369"/>
                  <a:pt x="4178" y="1443"/>
                  <a:pt x="4252" y="1531"/>
                </a:cubicBezTo>
                <a:cubicBezTo>
                  <a:pt x="4265" y="1544"/>
                  <a:pt x="4276" y="1558"/>
                  <a:pt x="4288" y="1572"/>
                </a:cubicBezTo>
                <a:lnTo>
                  <a:pt x="4288" y="1572"/>
                </a:lnTo>
                <a:cubicBezTo>
                  <a:pt x="4314" y="1615"/>
                  <a:pt x="4345" y="1659"/>
                  <a:pt x="4374" y="1704"/>
                </a:cubicBezTo>
                <a:cubicBezTo>
                  <a:pt x="4397" y="1744"/>
                  <a:pt x="4422" y="1784"/>
                  <a:pt x="4444" y="1826"/>
                </a:cubicBezTo>
                <a:cubicBezTo>
                  <a:pt x="4456" y="1852"/>
                  <a:pt x="4498" y="1948"/>
                  <a:pt x="4500" y="1948"/>
                </a:cubicBezTo>
                <a:cubicBezTo>
                  <a:pt x="4500" y="1948"/>
                  <a:pt x="4500" y="1947"/>
                  <a:pt x="4500" y="1946"/>
                </a:cubicBezTo>
                <a:lnTo>
                  <a:pt x="4500" y="1946"/>
                </a:lnTo>
                <a:cubicBezTo>
                  <a:pt x="4527" y="2021"/>
                  <a:pt x="4553" y="2096"/>
                  <a:pt x="4574" y="2174"/>
                </a:cubicBezTo>
                <a:cubicBezTo>
                  <a:pt x="4587" y="2220"/>
                  <a:pt x="4597" y="2266"/>
                  <a:pt x="4608" y="2315"/>
                </a:cubicBezTo>
                <a:cubicBezTo>
                  <a:pt x="4614" y="2346"/>
                  <a:pt x="4627" y="2444"/>
                  <a:pt x="4628" y="2444"/>
                </a:cubicBezTo>
                <a:cubicBezTo>
                  <a:pt x="4629" y="2444"/>
                  <a:pt x="4628" y="2430"/>
                  <a:pt x="4625" y="2395"/>
                </a:cubicBezTo>
                <a:lnTo>
                  <a:pt x="4625" y="2395"/>
                </a:lnTo>
                <a:cubicBezTo>
                  <a:pt x="4635" y="2498"/>
                  <a:pt x="4644" y="2599"/>
                  <a:pt x="4642" y="2702"/>
                </a:cubicBezTo>
                <a:cubicBezTo>
                  <a:pt x="4642" y="2757"/>
                  <a:pt x="4639" y="2812"/>
                  <a:pt x="4635" y="2867"/>
                </a:cubicBezTo>
                <a:cubicBezTo>
                  <a:pt x="4633" y="2890"/>
                  <a:pt x="4631" y="2915"/>
                  <a:pt x="4629" y="2938"/>
                </a:cubicBezTo>
                <a:cubicBezTo>
                  <a:pt x="4629" y="2941"/>
                  <a:pt x="4629" y="2943"/>
                  <a:pt x="4629" y="2945"/>
                </a:cubicBezTo>
                <a:lnTo>
                  <a:pt x="4629" y="2945"/>
                </a:lnTo>
                <a:cubicBezTo>
                  <a:pt x="4610" y="3044"/>
                  <a:pt x="4592" y="3139"/>
                  <a:pt x="4564" y="3235"/>
                </a:cubicBezTo>
                <a:cubicBezTo>
                  <a:pt x="4551" y="3282"/>
                  <a:pt x="4536" y="3328"/>
                  <a:pt x="4519" y="3372"/>
                </a:cubicBezTo>
                <a:cubicBezTo>
                  <a:pt x="4511" y="3396"/>
                  <a:pt x="4503" y="3419"/>
                  <a:pt x="4494" y="3442"/>
                </a:cubicBezTo>
                <a:cubicBezTo>
                  <a:pt x="4493" y="3445"/>
                  <a:pt x="4492" y="3448"/>
                  <a:pt x="4491" y="3451"/>
                </a:cubicBezTo>
                <a:lnTo>
                  <a:pt x="4491" y="3451"/>
                </a:lnTo>
                <a:cubicBezTo>
                  <a:pt x="4490" y="3453"/>
                  <a:pt x="4489" y="3455"/>
                  <a:pt x="4488" y="3457"/>
                </a:cubicBezTo>
                <a:cubicBezTo>
                  <a:pt x="4439" y="3543"/>
                  <a:pt x="4399" y="3629"/>
                  <a:pt x="4345" y="3714"/>
                </a:cubicBezTo>
                <a:cubicBezTo>
                  <a:pt x="4335" y="3728"/>
                  <a:pt x="4281" y="3805"/>
                  <a:pt x="4270" y="3821"/>
                </a:cubicBezTo>
                <a:lnTo>
                  <a:pt x="4270" y="3821"/>
                </a:lnTo>
                <a:cubicBezTo>
                  <a:pt x="4265" y="3827"/>
                  <a:pt x="4261" y="3833"/>
                  <a:pt x="4258" y="3836"/>
                </a:cubicBezTo>
                <a:cubicBezTo>
                  <a:pt x="4233" y="3863"/>
                  <a:pt x="4210" y="3891"/>
                  <a:pt x="4184" y="3918"/>
                </a:cubicBezTo>
                <a:cubicBezTo>
                  <a:pt x="4149" y="3956"/>
                  <a:pt x="4113" y="3990"/>
                  <a:pt x="4077" y="4025"/>
                </a:cubicBezTo>
                <a:cubicBezTo>
                  <a:pt x="4063" y="4038"/>
                  <a:pt x="3976" y="4107"/>
                  <a:pt x="3979" y="4107"/>
                </a:cubicBezTo>
                <a:cubicBezTo>
                  <a:pt x="3979" y="4107"/>
                  <a:pt x="3980" y="4107"/>
                  <a:pt x="3980" y="4107"/>
                </a:cubicBezTo>
                <a:lnTo>
                  <a:pt x="3980" y="4107"/>
                </a:lnTo>
                <a:cubicBezTo>
                  <a:pt x="3895" y="4167"/>
                  <a:pt x="3805" y="4221"/>
                  <a:pt x="3713" y="4270"/>
                </a:cubicBezTo>
                <a:cubicBezTo>
                  <a:pt x="3690" y="4281"/>
                  <a:pt x="3603" y="4321"/>
                  <a:pt x="3608" y="4321"/>
                </a:cubicBezTo>
                <a:cubicBezTo>
                  <a:pt x="3609" y="4321"/>
                  <a:pt x="3610" y="4320"/>
                  <a:pt x="3614" y="4319"/>
                </a:cubicBezTo>
                <a:lnTo>
                  <a:pt x="3614" y="4319"/>
                </a:lnTo>
                <a:cubicBezTo>
                  <a:pt x="3570" y="4336"/>
                  <a:pt x="3525" y="4351"/>
                  <a:pt x="3481" y="4365"/>
                </a:cubicBezTo>
                <a:cubicBezTo>
                  <a:pt x="3350" y="4407"/>
                  <a:pt x="3217" y="4438"/>
                  <a:pt x="3080" y="4461"/>
                </a:cubicBezTo>
                <a:cubicBezTo>
                  <a:pt x="3073" y="4463"/>
                  <a:pt x="3067" y="4464"/>
                  <a:pt x="3061" y="4465"/>
                </a:cubicBezTo>
                <a:lnTo>
                  <a:pt x="3061" y="4465"/>
                </a:lnTo>
                <a:cubicBezTo>
                  <a:pt x="3027" y="4468"/>
                  <a:pt x="2993" y="4470"/>
                  <a:pt x="2958" y="4474"/>
                </a:cubicBezTo>
                <a:cubicBezTo>
                  <a:pt x="2899" y="4478"/>
                  <a:pt x="2840" y="4480"/>
                  <a:pt x="2779" y="4480"/>
                </a:cubicBezTo>
                <a:cubicBezTo>
                  <a:pt x="2762" y="4481"/>
                  <a:pt x="2745" y="4481"/>
                  <a:pt x="2728" y="4481"/>
                </a:cubicBezTo>
                <a:cubicBezTo>
                  <a:pt x="2682" y="4481"/>
                  <a:pt x="2635" y="4479"/>
                  <a:pt x="2588" y="4476"/>
                </a:cubicBezTo>
                <a:cubicBezTo>
                  <a:pt x="2560" y="4474"/>
                  <a:pt x="2533" y="4470"/>
                  <a:pt x="2505" y="4468"/>
                </a:cubicBezTo>
                <a:cubicBezTo>
                  <a:pt x="2503" y="4468"/>
                  <a:pt x="2500" y="4468"/>
                  <a:pt x="2498" y="4467"/>
                </a:cubicBezTo>
                <a:lnTo>
                  <a:pt x="2498" y="4467"/>
                </a:lnTo>
                <a:cubicBezTo>
                  <a:pt x="2389" y="4444"/>
                  <a:pt x="2284" y="4423"/>
                  <a:pt x="2179" y="4388"/>
                </a:cubicBezTo>
                <a:cubicBezTo>
                  <a:pt x="2150" y="4378"/>
                  <a:pt x="2089" y="4350"/>
                  <a:pt x="2086" y="4350"/>
                </a:cubicBezTo>
                <a:lnTo>
                  <a:pt x="2086" y="4350"/>
                </a:lnTo>
                <a:cubicBezTo>
                  <a:pt x="2085" y="4350"/>
                  <a:pt x="2095" y="4356"/>
                  <a:pt x="2126" y="4371"/>
                </a:cubicBezTo>
                <a:cubicBezTo>
                  <a:pt x="2071" y="4346"/>
                  <a:pt x="2017" y="4318"/>
                  <a:pt x="1964" y="4289"/>
                </a:cubicBezTo>
                <a:cubicBezTo>
                  <a:pt x="1924" y="4266"/>
                  <a:pt x="1884" y="4240"/>
                  <a:pt x="1844" y="4215"/>
                </a:cubicBezTo>
                <a:cubicBezTo>
                  <a:pt x="1818" y="4198"/>
                  <a:pt x="1769" y="4158"/>
                  <a:pt x="1768" y="4158"/>
                </a:cubicBezTo>
                <a:lnTo>
                  <a:pt x="1768" y="4158"/>
                </a:lnTo>
                <a:cubicBezTo>
                  <a:pt x="1768" y="4158"/>
                  <a:pt x="1777" y="4166"/>
                  <a:pt x="1804" y="4190"/>
                </a:cubicBezTo>
                <a:cubicBezTo>
                  <a:pt x="1720" y="4116"/>
                  <a:pt x="1637" y="4044"/>
                  <a:pt x="1564" y="3960"/>
                </a:cubicBezTo>
                <a:cubicBezTo>
                  <a:pt x="1558" y="3953"/>
                  <a:pt x="1523" y="3910"/>
                  <a:pt x="1505" y="3887"/>
                </a:cubicBezTo>
                <a:lnTo>
                  <a:pt x="1505" y="3887"/>
                </a:lnTo>
                <a:cubicBezTo>
                  <a:pt x="1486" y="3860"/>
                  <a:pt x="1451" y="3810"/>
                  <a:pt x="1444" y="3800"/>
                </a:cubicBezTo>
                <a:cubicBezTo>
                  <a:pt x="1389" y="3712"/>
                  <a:pt x="1345" y="3617"/>
                  <a:pt x="1294" y="3526"/>
                </a:cubicBezTo>
                <a:cubicBezTo>
                  <a:pt x="1292" y="3522"/>
                  <a:pt x="1290" y="3518"/>
                  <a:pt x="1288" y="3515"/>
                </a:cubicBezTo>
                <a:lnTo>
                  <a:pt x="1288" y="3515"/>
                </a:lnTo>
                <a:cubicBezTo>
                  <a:pt x="1286" y="3508"/>
                  <a:pt x="1282" y="3497"/>
                  <a:pt x="1277" y="3484"/>
                </a:cubicBezTo>
                <a:cubicBezTo>
                  <a:pt x="1262" y="3440"/>
                  <a:pt x="1246" y="3398"/>
                  <a:pt x="1231" y="3353"/>
                </a:cubicBezTo>
                <a:cubicBezTo>
                  <a:pt x="1199" y="3252"/>
                  <a:pt x="1174" y="3149"/>
                  <a:pt x="1155" y="3046"/>
                </a:cubicBezTo>
                <a:cubicBezTo>
                  <a:pt x="1149" y="3013"/>
                  <a:pt x="1144" y="2955"/>
                  <a:pt x="1143" y="2955"/>
                </a:cubicBezTo>
                <a:lnTo>
                  <a:pt x="1143" y="2955"/>
                </a:lnTo>
                <a:cubicBezTo>
                  <a:pt x="1143" y="2955"/>
                  <a:pt x="1144" y="2969"/>
                  <a:pt x="1147" y="3006"/>
                </a:cubicBezTo>
                <a:cubicBezTo>
                  <a:pt x="1142" y="2953"/>
                  <a:pt x="1136" y="2900"/>
                  <a:pt x="1134" y="2848"/>
                </a:cubicBezTo>
                <a:cubicBezTo>
                  <a:pt x="1128" y="2742"/>
                  <a:pt x="1128" y="2637"/>
                  <a:pt x="1134" y="2532"/>
                </a:cubicBezTo>
                <a:cubicBezTo>
                  <a:pt x="1135" y="2514"/>
                  <a:pt x="1144" y="2437"/>
                  <a:pt x="1147" y="2404"/>
                </a:cubicBezTo>
                <a:lnTo>
                  <a:pt x="1147" y="2404"/>
                </a:lnTo>
                <a:cubicBezTo>
                  <a:pt x="1152" y="2372"/>
                  <a:pt x="1162" y="2318"/>
                  <a:pt x="1166" y="2302"/>
                </a:cubicBezTo>
                <a:cubicBezTo>
                  <a:pt x="1189" y="2188"/>
                  <a:pt x="1222" y="2081"/>
                  <a:pt x="1260" y="1969"/>
                </a:cubicBezTo>
                <a:cubicBezTo>
                  <a:pt x="1266" y="1952"/>
                  <a:pt x="1270" y="1941"/>
                  <a:pt x="1272" y="1933"/>
                </a:cubicBezTo>
                <a:lnTo>
                  <a:pt x="1272" y="1933"/>
                </a:lnTo>
                <a:cubicBezTo>
                  <a:pt x="1276" y="1926"/>
                  <a:pt x="1282" y="1915"/>
                  <a:pt x="1290" y="1900"/>
                </a:cubicBezTo>
                <a:cubicBezTo>
                  <a:pt x="1315" y="1849"/>
                  <a:pt x="1340" y="1797"/>
                  <a:pt x="1368" y="1748"/>
                </a:cubicBezTo>
                <a:cubicBezTo>
                  <a:pt x="1397" y="1700"/>
                  <a:pt x="1429" y="1651"/>
                  <a:pt x="1460" y="1605"/>
                </a:cubicBezTo>
                <a:cubicBezTo>
                  <a:pt x="1471" y="1589"/>
                  <a:pt x="1477" y="1579"/>
                  <a:pt x="1481" y="1572"/>
                </a:cubicBezTo>
                <a:lnTo>
                  <a:pt x="1481" y="1572"/>
                </a:lnTo>
                <a:cubicBezTo>
                  <a:pt x="1485" y="1568"/>
                  <a:pt x="1490" y="1563"/>
                  <a:pt x="1496" y="1556"/>
                </a:cubicBezTo>
                <a:cubicBezTo>
                  <a:pt x="1571" y="1480"/>
                  <a:pt x="1645" y="1406"/>
                  <a:pt x="1723" y="1331"/>
                </a:cubicBezTo>
                <a:lnTo>
                  <a:pt x="1723" y="1331"/>
                </a:lnTo>
                <a:cubicBezTo>
                  <a:pt x="1723" y="1331"/>
                  <a:pt x="1724" y="1331"/>
                  <a:pt x="1724" y="1331"/>
                </a:cubicBezTo>
                <a:cubicBezTo>
                  <a:pt x="1747" y="1314"/>
                  <a:pt x="1770" y="1297"/>
                  <a:pt x="1795" y="1280"/>
                </a:cubicBezTo>
                <a:cubicBezTo>
                  <a:pt x="1846" y="1249"/>
                  <a:pt x="1897" y="1219"/>
                  <a:pt x="1949" y="1192"/>
                </a:cubicBezTo>
                <a:cubicBezTo>
                  <a:pt x="1970" y="1179"/>
                  <a:pt x="1993" y="1171"/>
                  <a:pt x="2015" y="1158"/>
                </a:cubicBezTo>
                <a:cubicBezTo>
                  <a:pt x="2019" y="1156"/>
                  <a:pt x="2023" y="1153"/>
                  <a:pt x="2026" y="1151"/>
                </a:cubicBezTo>
                <a:lnTo>
                  <a:pt x="2026" y="1151"/>
                </a:lnTo>
                <a:cubicBezTo>
                  <a:pt x="2028" y="1151"/>
                  <a:pt x="2030" y="1150"/>
                  <a:pt x="2031" y="1150"/>
                </a:cubicBezTo>
                <a:cubicBezTo>
                  <a:pt x="2092" y="1131"/>
                  <a:pt x="2151" y="1108"/>
                  <a:pt x="2213" y="1091"/>
                </a:cubicBezTo>
                <a:cubicBezTo>
                  <a:pt x="2269" y="1076"/>
                  <a:pt x="2328" y="1066"/>
                  <a:pt x="2385" y="1051"/>
                </a:cubicBezTo>
                <a:cubicBezTo>
                  <a:pt x="2395" y="1049"/>
                  <a:pt x="2412" y="1046"/>
                  <a:pt x="2426" y="1043"/>
                </a:cubicBezTo>
                <a:lnTo>
                  <a:pt x="2426" y="1043"/>
                </a:lnTo>
                <a:cubicBezTo>
                  <a:pt x="2457" y="1040"/>
                  <a:pt x="2490" y="1037"/>
                  <a:pt x="2522" y="1034"/>
                </a:cubicBezTo>
                <a:cubicBezTo>
                  <a:pt x="2545" y="1032"/>
                  <a:pt x="2568" y="1029"/>
                  <a:pt x="2590" y="1025"/>
                </a:cubicBezTo>
                <a:lnTo>
                  <a:pt x="2590" y="1025"/>
                </a:lnTo>
                <a:cubicBezTo>
                  <a:pt x="2612" y="1023"/>
                  <a:pt x="2633" y="1021"/>
                  <a:pt x="2655" y="1017"/>
                </a:cubicBezTo>
                <a:cubicBezTo>
                  <a:pt x="2687" y="1011"/>
                  <a:pt x="2720" y="1004"/>
                  <a:pt x="2754" y="1000"/>
                </a:cubicBezTo>
                <a:lnTo>
                  <a:pt x="2754" y="1000"/>
                </a:lnTo>
                <a:cubicBezTo>
                  <a:pt x="2725" y="1004"/>
                  <a:pt x="2717" y="1006"/>
                  <a:pt x="2719" y="1006"/>
                </a:cubicBezTo>
                <a:cubicBezTo>
                  <a:pt x="2724" y="1006"/>
                  <a:pt x="2776" y="1000"/>
                  <a:pt x="2790" y="998"/>
                </a:cubicBezTo>
                <a:cubicBezTo>
                  <a:pt x="2853" y="996"/>
                  <a:pt x="2914" y="990"/>
                  <a:pt x="2977" y="990"/>
                </a:cubicBezTo>
                <a:cubicBezTo>
                  <a:pt x="2997" y="989"/>
                  <a:pt x="3017" y="989"/>
                  <a:pt x="3036" y="989"/>
                </a:cubicBezTo>
                <a:close/>
                <a:moveTo>
                  <a:pt x="3033" y="0"/>
                </a:moveTo>
                <a:cubicBezTo>
                  <a:pt x="2855" y="0"/>
                  <a:pt x="2675" y="14"/>
                  <a:pt x="2498" y="40"/>
                </a:cubicBezTo>
                <a:lnTo>
                  <a:pt x="2498" y="40"/>
                </a:lnTo>
                <a:cubicBezTo>
                  <a:pt x="1906" y="92"/>
                  <a:pt x="1353" y="298"/>
                  <a:pt x="921" y="716"/>
                </a:cubicBezTo>
                <a:cubicBezTo>
                  <a:pt x="548" y="1074"/>
                  <a:pt x="295" y="1567"/>
                  <a:pt x="199" y="2073"/>
                </a:cubicBezTo>
                <a:cubicBezTo>
                  <a:pt x="1" y="3090"/>
                  <a:pt x="293" y="4249"/>
                  <a:pt x="1125" y="4914"/>
                </a:cubicBezTo>
                <a:cubicBezTo>
                  <a:pt x="1601" y="5295"/>
                  <a:pt x="2207" y="5480"/>
                  <a:pt x="2815" y="5480"/>
                </a:cubicBezTo>
                <a:cubicBezTo>
                  <a:pt x="3434" y="5480"/>
                  <a:pt x="4057" y="5289"/>
                  <a:pt x="4549" y="4919"/>
                </a:cubicBezTo>
                <a:cubicBezTo>
                  <a:pt x="5476" y="4221"/>
                  <a:pt x="5844" y="2983"/>
                  <a:pt x="5526" y="1874"/>
                </a:cubicBezTo>
                <a:cubicBezTo>
                  <a:pt x="5354" y="1274"/>
                  <a:pt x="4987" y="750"/>
                  <a:pt x="4469" y="402"/>
                </a:cubicBezTo>
                <a:cubicBezTo>
                  <a:pt x="4038" y="112"/>
                  <a:pt x="3538" y="0"/>
                  <a:pt x="303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3" name="Google Shape;5883;p46"/>
          <p:cNvSpPr/>
          <p:nvPr/>
        </p:nvSpPr>
        <p:spPr>
          <a:xfrm>
            <a:off x="1670575" y="1058113"/>
            <a:ext cx="117525" cy="110100"/>
          </a:xfrm>
          <a:custGeom>
            <a:rect b="b" l="l" r="r" t="t"/>
            <a:pathLst>
              <a:path extrusionOk="0" h="4404" w="4701">
                <a:moveTo>
                  <a:pt x="1951" y="1032"/>
                </a:moveTo>
                <a:cubicBezTo>
                  <a:pt x="1950" y="1033"/>
                  <a:pt x="1949" y="1033"/>
                  <a:pt x="1947" y="1033"/>
                </a:cubicBezTo>
                <a:cubicBezTo>
                  <a:pt x="1948" y="1033"/>
                  <a:pt x="1950" y="1033"/>
                  <a:pt x="1951" y="1032"/>
                </a:cubicBezTo>
                <a:close/>
                <a:moveTo>
                  <a:pt x="2857" y="1059"/>
                </a:moveTo>
                <a:cubicBezTo>
                  <a:pt x="2871" y="1059"/>
                  <a:pt x="2889" y="1066"/>
                  <a:pt x="2907" y="1075"/>
                </a:cubicBezTo>
                <a:lnTo>
                  <a:pt x="2907" y="1075"/>
                </a:lnTo>
                <a:cubicBezTo>
                  <a:pt x="2887" y="1068"/>
                  <a:pt x="2858" y="1059"/>
                  <a:pt x="2857" y="1059"/>
                </a:cubicBezTo>
                <a:close/>
                <a:moveTo>
                  <a:pt x="3091" y="1185"/>
                </a:moveTo>
                <a:cubicBezTo>
                  <a:pt x="3091" y="1185"/>
                  <a:pt x="3091" y="1185"/>
                  <a:pt x="3091" y="1185"/>
                </a:cubicBezTo>
                <a:lnTo>
                  <a:pt x="3091" y="1185"/>
                </a:lnTo>
                <a:cubicBezTo>
                  <a:pt x="3091" y="1185"/>
                  <a:pt x="3091" y="1185"/>
                  <a:pt x="3091" y="1185"/>
                </a:cubicBezTo>
                <a:close/>
                <a:moveTo>
                  <a:pt x="3104" y="1198"/>
                </a:moveTo>
                <a:cubicBezTo>
                  <a:pt x="3111" y="1203"/>
                  <a:pt x="3118" y="1208"/>
                  <a:pt x="3125" y="1213"/>
                </a:cubicBezTo>
                <a:cubicBezTo>
                  <a:pt x="3142" y="1224"/>
                  <a:pt x="3149" y="1229"/>
                  <a:pt x="3148" y="1229"/>
                </a:cubicBezTo>
                <a:cubicBezTo>
                  <a:pt x="3148" y="1229"/>
                  <a:pt x="3121" y="1211"/>
                  <a:pt x="3104" y="1198"/>
                </a:cubicBezTo>
                <a:close/>
                <a:moveTo>
                  <a:pt x="1747" y="3319"/>
                </a:moveTo>
                <a:cubicBezTo>
                  <a:pt x="1767" y="3326"/>
                  <a:pt x="1803" y="3338"/>
                  <a:pt x="1802" y="3338"/>
                </a:cubicBezTo>
                <a:cubicBezTo>
                  <a:pt x="1800" y="3339"/>
                  <a:pt x="1799" y="3339"/>
                  <a:pt x="1797" y="3339"/>
                </a:cubicBezTo>
                <a:cubicBezTo>
                  <a:pt x="1785" y="3339"/>
                  <a:pt x="1766" y="3330"/>
                  <a:pt x="1747" y="3319"/>
                </a:cubicBezTo>
                <a:close/>
                <a:moveTo>
                  <a:pt x="2463" y="3393"/>
                </a:moveTo>
                <a:cubicBezTo>
                  <a:pt x="2461" y="3393"/>
                  <a:pt x="2459" y="3393"/>
                  <a:pt x="2456" y="3393"/>
                </a:cubicBezTo>
                <a:lnTo>
                  <a:pt x="2456" y="3393"/>
                </a:lnTo>
                <a:cubicBezTo>
                  <a:pt x="2459" y="3393"/>
                  <a:pt x="2462" y="3393"/>
                  <a:pt x="2463" y="3393"/>
                </a:cubicBezTo>
                <a:close/>
                <a:moveTo>
                  <a:pt x="2387" y="989"/>
                </a:moveTo>
                <a:cubicBezTo>
                  <a:pt x="2440" y="989"/>
                  <a:pt x="2491" y="989"/>
                  <a:pt x="2541" y="993"/>
                </a:cubicBezTo>
                <a:cubicBezTo>
                  <a:pt x="2560" y="993"/>
                  <a:pt x="2582" y="997"/>
                  <a:pt x="2601" y="998"/>
                </a:cubicBezTo>
                <a:lnTo>
                  <a:pt x="2601" y="998"/>
                </a:lnTo>
                <a:cubicBezTo>
                  <a:pt x="2682" y="1018"/>
                  <a:pt x="2761" y="1029"/>
                  <a:pt x="2840" y="1057"/>
                </a:cubicBezTo>
                <a:cubicBezTo>
                  <a:pt x="2857" y="1061"/>
                  <a:pt x="2876" y="1069"/>
                  <a:pt x="2895" y="1076"/>
                </a:cubicBezTo>
                <a:cubicBezTo>
                  <a:pt x="2906" y="1079"/>
                  <a:pt x="2914" y="1081"/>
                  <a:pt x="2919" y="1082"/>
                </a:cubicBezTo>
                <a:lnTo>
                  <a:pt x="2919" y="1082"/>
                </a:lnTo>
                <a:cubicBezTo>
                  <a:pt x="2944" y="1096"/>
                  <a:pt x="2968" y="1113"/>
                  <a:pt x="2984" y="1122"/>
                </a:cubicBezTo>
                <a:cubicBezTo>
                  <a:pt x="3015" y="1139"/>
                  <a:pt x="3049" y="1160"/>
                  <a:pt x="3080" y="1181"/>
                </a:cubicBezTo>
                <a:cubicBezTo>
                  <a:pt x="3084" y="1184"/>
                  <a:pt x="3088" y="1186"/>
                  <a:pt x="3092" y="1189"/>
                </a:cubicBezTo>
                <a:lnTo>
                  <a:pt x="3092" y="1189"/>
                </a:lnTo>
                <a:cubicBezTo>
                  <a:pt x="3107" y="1217"/>
                  <a:pt x="3258" y="1347"/>
                  <a:pt x="3274" y="1366"/>
                </a:cubicBezTo>
                <a:cubicBezTo>
                  <a:pt x="3278" y="1370"/>
                  <a:pt x="3281" y="1374"/>
                  <a:pt x="3284" y="1378"/>
                </a:cubicBezTo>
                <a:lnTo>
                  <a:pt x="3284" y="1378"/>
                </a:lnTo>
                <a:cubicBezTo>
                  <a:pt x="3304" y="1410"/>
                  <a:pt x="3328" y="1440"/>
                  <a:pt x="3348" y="1474"/>
                </a:cubicBezTo>
                <a:cubicBezTo>
                  <a:pt x="3367" y="1503"/>
                  <a:pt x="3386" y="1535"/>
                  <a:pt x="3403" y="1569"/>
                </a:cubicBezTo>
                <a:cubicBezTo>
                  <a:pt x="3409" y="1579"/>
                  <a:pt x="3414" y="1591"/>
                  <a:pt x="3420" y="1604"/>
                </a:cubicBezTo>
                <a:lnTo>
                  <a:pt x="3420" y="1604"/>
                </a:lnTo>
                <a:cubicBezTo>
                  <a:pt x="3420" y="1602"/>
                  <a:pt x="3420" y="1600"/>
                  <a:pt x="3420" y="1598"/>
                </a:cubicBezTo>
                <a:lnTo>
                  <a:pt x="3420" y="1598"/>
                </a:lnTo>
                <a:cubicBezTo>
                  <a:pt x="3420" y="1600"/>
                  <a:pt x="3420" y="1602"/>
                  <a:pt x="3420" y="1604"/>
                </a:cubicBezTo>
                <a:lnTo>
                  <a:pt x="3420" y="1604"/>
                </a:lnTo>
                <a:cubicBezTo>
                  <a:pt x="3420" y="1604"/>
                  <a:pt x="3420" y="1604"/>
                  <a:pt x="3420" y="1604"/>
                </a:cubicBezTo>
                <a:lnTo>
                  <a:pt x="3420" y="1604"/>
                </a:lnTo>
                <a:cubicBezTo>
                  <a:pt x="3420" y="1621"/>
                  <a:pt x="3423" y="1634"/>
                  <a:pt x="3427" y="1644"/>
                </a:cubicBezTo>
                <a:lnTo>
                  <a:pt x="3427" y="1644"/>
                </a:lnTo>
                <a:cubicBezTo>
                  <a:pt x="3423" y="1630"/>
                  <a:pt x="3420" y="1616"/>
                  <a:pt x="3420" y="1604"/>
                </a:cubicBezTo>
                <a:lnTo>
                  <a:pt x="3420" y="1604"/>
                </a:lnTo>
                <a:cubicBezTo>
                  <a:pt x="3422" y="1608"/>
                  <a:pt x="3424" y="1613"/>
                  <a:pt x="3426" y="1617"/>
                </a:cubicBezTo>
                <a:cubicBezTo>
                  <a:pt x="3442" y="1646"/>
                  <a:pt x="3443" y="1659"/>
                  <a:pt x="3439" y="1659"/>
                </a:cubicBezTo>
                <a:cubicBezTo>
                  <a:pt x="3436" y="1659"/>
                  <a:pt x="3432" y="1654"/>
                  <a:pt x="3427" y="1644"/>
                </a:cubicBezTo>
                <a:lnTo>
                  <a:pt x="3427" y="1644"/>
                </a:lnTo>
                <a:cubicBezTo>
                  <a:pt x="3443" y="1697"/>
                  <a:pt x="3479" y="1760"/>
                  <a:pt x="3491" y="1802"/>
                </a:cubicBezTo>
                <a:cubicBezTo>
                  <a:pt x="3500" y="1838"/>
                  <a:pt x="3508" y="1874"/>
                  <a:pt x="3517" y="1910"/>
                </a:cubicBezTo>
                <a:cubicBezTo>
                  <a:pt x="3521" y="1933"/>
                  <a:pt x="3525" y="1954"/>
                  <a:pt x="3529" y="1977"/>
                </a:cubicBezTo>
                <a:cubicBezTo>
                  <a:pt x="3534" y="2005"/>
                  <a:pt x="3537" y="2015"/>
                  <a:pt x="3538" y="2015"/>
                </a:cubicBezTo>
                <a:cubicBezTo>
                  <a:pt x="3540" y="2015"/>
                  <a:pt x="3530" y="1942"/>
                  <a:pt x="3525" y="1939"/>
                </a:cubicBezTo>
                <a:lnTo>
                  <a:pt x="3525" y="1939"/>
                </a:lnTo>
                <a:cubicBezTo>
                  <a:pt x="3550" y="1954"/>
                  <a:pt x="3538" y="2142"/>
                  <a:pt x="3538" y="2173"/>
                </a:cubicBezTo>
                <a:cubicBezTo>
                  <a:pt x="3538" y="2215"/>
                  <a:pt x="3535" y="2257"/>
                  <a:pt x="3533" y="2297"/>
                </a:cubicBezTo>
                <a:cubicBezTo>
                  <a:pt x="3532" y="2312"/>
                  <a:pt x="3530" y="2326"/>
                  <a:pt x="3529" y="2339"/>
                </a:cubicBezTo>
                <a:lnTo>
                  <a:pt x="3529" y="2339"/>
                </a:lnTo>
                <a:cubicBezTo>
                  <a:pt x="3514" y="2409"/>
                  <a:pt x="3504" y="2477"/>
                  <a:pt x="3483" y="2546"/>
                </a:cubicBezTo>
                <a:cubicBezTo>
                  <a:pt x="3472" y="2582"/>
                  <a:pt x="3462" y="2618"/>
                  <a:pt x="3449" y="2651"/>
                </a:cubicBezTo>
                <a:cubicBezTo>
                  <a:pt x="3445" y="2663"/>
                  <a:pt x="3440" y="2676"/>
                  <a:pt x="3436" y="2688"/>
                </a:cubicBezTo>
                <a:lnTo>
                  <a:pt x="3436" y="2688"/>
                </a:lnTo>
                <a:cubicBezTo>
                  <a:pt x="3398" y="2751"/>
                  <a:pt x="3369" y="2818"/>
                  <a:pt x="3329" y="2881"/>
                </a:cubicBezTo>
                <a:cubicBezTo>
                  <a:pt x="3324" y="2889"/>
                  <a:pt x="3300" y="2922"/>
                  <a:pt x="3284" y="2945"/>
                </a:cubicBezTo>
                <a:lnTo>
                  <a:pt x="3284" y="2945"/>
                </a:lnTo>
                <a:cubicBezTo>
                  <a:pt x="3263" y="2968"/>
                  <a:pt x="3232" y="3005"/>
                  <a:pt x="3224" y="3014"/>
                </a:cubicBezTo>
                <a:cubicBezTo>
                  <a:pt x="3198" y="3041"/>
                  <a:pt x="3171" y="3069"/>
                  <a:pt x="3142" y="3094"/>
                </a:cubicBezTo>
                <a:cubicBezTo>
                  <a:pt x="3127" y="3106"/>
                  <a:pt x="3112" y="3119"/>
                  <a:pt x="3099" y="3132"/>
                </a:cubicBezTo>
                <a:cubicBezTo>
                  <a:pt x="3075" y="3154"/>
                  <a:pt x="3071" y="3163"/>
                  <a:pt x="3076" y="3163"/>
                </a:cubicBezTo>
                <a:cubicBezTo>
                  <a:pt x="3076" y="3163"/>
                  <a:pt x="3077" y="3163"/>
                  <a:pt x="3078" y="3162"/>
                </a:cubicBezTo>
                <a:lnTo>
                  <a:pt x="3078" y="3162"/>
                </a:lnTo>
                <a:cubicBezTo>
                  <a:pt x="3021" y="3203"/>
                  <a:pt x="2923" y="3245"/>
                  <a:pt x="2889" y="3262"/>
                </a:cubicBezTo>
                <a:cubicBezTo>
                  <a:pt x="2863" y="3275"/>
                  <a:pt x="2803" y="3296"/>
                  <a:pt x="2805" y="3296"/>
                </a:cubicBezTo>
                <a:cubicBezTo>
                  <a:pt x="2806" y="3296"/>
                  <a:pt x="2822" y="3291"/>
                  <a:pt x="2866" y="3277"/>
                </a:cubicBezTo>
                <a:lnTo>
                  <a:pt x="2866" y="3277"/>
                </a:lnTo>
                <a:cubicBezTo>
                  <a:pt x="2823" y="3292"/>
                  <a:pt x="2783" y="3309"/>
                  <a:pt x="2741" y="3323"/>
                </a:cubicBezTo>
                <a:cubicBezTo>
                  <a:pt x="2642" y="3355"/>
                  <a:pt x="2541" y="3376"/>
                  <a:pt x="2438" y="3395"/>
                </a:cubicBezTo>
                <a:cubicBezTo>
                  <a:pt x="2437" y="3395"/>
                  <a:pt x="2437" y="3395"/>
                  <a:pt x="2437" y="3395"/>
                </a:cubicBezTo>
                <a:lnTo>
                  <a:pt x="2437" y="3395"/>
                </a:lnTo>
                <a:cubicBezTo>
                  <a:pt x="2416" y="3397"/>
                  <a:pt x="2395" y="3400"/>
                  <a:pt x="2375" y="3401"/>
                </a:cubicBezTo>
                <a:cubicBezTo>
                  <a:pt x="2330" y="3403"/>
                  <a:pt x="2284" y="3406"/>
                  <a:pt x="2240" y="3406"/>
                </a:cubicBezTo>
                <a:cubicBezTo>
                  <a:pt x="2226" y="3406"/>
                  <a:pt x="2211" y="3406"/>
                  <a:pt x="2197" y="3406"/>
                </a:cubicBezTo>
                <a:cubicBezTo>
                  <a:pt x="2163" y="3406"/>
                  <a:pt x="2129" y="3405"/>
                  <a:pt x="2094" y="3403"/>
                </a:cubicBezTo>
                <a:cubicBezTo>
                  <a:pt x="2081" y="3402"/>
                  <a:pt x="2067" y="3400"/>
                  <a:pt x="2054" y="3398"/>
                </a:cubicBezTo>
                <a:lnTo>
                  <a:pt x="2054" y="3398"/>
                </a:lnTo>
                <a:cubicBezTo>
                  <a:pt x="1975" y="3376"/>
                  <a:pt x="1893" y="3365"/>
                  <a:pt x="1814" y="3340"/>
                </a:cubicBezTo>
                <a:cubicBezTo>
                  <a:pt x="1797" y="3334"/>
                  <a:pt x="1778" y="3326"/>
                  <a:pt x="1762" y="3321"/>
                </a:cubicBezTo>
                <a:cubicBezTo>
                  <a:pt x="1752" y="3318"/>
                  <a:pt x="1745" y="3316"/>
                  <a:pt x="1740" y="3315"/>
                </a:cubicBezTo>
                <a:lnTo>
                  <a:pt x="1740" y="3315"/>
                </a:lnTo>
                <a:cubicBezTo>
                  <a:pt x="1716" y="3301"/>
                  <a:pt x="1691" y="3283"/>
                  <a:pt x="1679" y="3277"/>
                </a:cubicBezTo>
                <a:cubicBezTo>
                  <a:pt x="1648" y="3258"/>
                  <a:pt x="1616" y="3241"/>
                  <a:pt x="1587" y="3220"/>
                </a:cubicBezTo>
                <a:cubicBezTo>
                  <a:pt x="1572" y="3210"/>
                  <a:pt x="1557" y="3199"/>
                  <a:pt x="1543" y="3191"/>
                </a:cubicBezTo>
                <a:cubicBezTo>
                  <a:pt x="1525" y="3180"/>
                  <a:pt x="1519" y="3175"/>
                  <a:pt x="1519" y="3175"/>
                </a:cubicBezTo>
                <a:lnTo>
                  <a:pt x="1519" y="3175"/>
                </a:lnTo>
                <a:cubicBezTo>
                  <a:pt x="1518" y="3175"/>
                  <a:pt x="1582" y="3218"/>
                  <a:pt x="1580" y="3218"/>
                </a:cubicBezTo>
                <a:cubicBezTo>
                  <a:pt x="1580" y="3218"/>
                  <a:pt x="1579" y="3218"/>
                  <a:pt x="1578" y="3218"/>
                </a:cubicBezTo>
                <a:cubicBezTo>
                  <a:pt x="1542" y="3218"/>
                  <a:pt x="1420" y="3070"/>
                  <a:pt x="1399" y="3045"/>
                </a:cubicBezTo>
                <a:cubicBezTo>
                  <a:pt x="1384" y="3030"/>
                  <a:pt x="1353" y="2977"/>
                  <a:pt x="1351" y="2977"/>
                </a:cubicBezTo>
                <a:lnTo>
                  <a:pt x="1351" y="2977"/>
                </a:lnTo>
                <a:cubicBezTo>
                  <a:pt x="1350" y="2977"/>
                  <a:pt x="1354" y="2985"/>
                  <a:pt x="1363" y="3005"/>
                </a:cubicBezTo>
                <a:cubicBezTo>
                  <a:pt x="1372" y="3025"/>
                  <a:pt x="1375" y="3032"/>
                  <a:pt x="1374" y="3032"/>
                </a:cubicBezTo>
                <a:cubicBezTo>
                  <a:pt x="1372" y="3032"/>
                  <a:pt x="1335" y="2962"/>
                  <a:pt x="1326" y="2946"/>
                </a:cubicBezTo>
                <a:cubicBezTo>
                  <a:pt x="1285" y="2881"/>
                  <a:pt x="1252" y="2814"/>
                  <a:pt x="1215" y="2746"/>
                </a:cubicBezTo>
                <a:lnTo>
                  <a:pt x="1215" y="2746"/>
                </a:lnTo>
                <a:cubicBezTo>
                  <a:pt x="1214" y="2743"/>
                  <a:pt x="1213" y="2740"/>
                  <a:pt x="1212" y="2736"/>
                </a:cubicBezTo>
                <a:cubicBezTo>
                  <a:pt x="1199" y="2702"/>
                  <a:pt x="1187" y="2668"/>
                  <a:pt x="1176" y="2635"/>
                </a:cubicBezTo>
                <a:cubicBezTo>
                  <a:pt x="1153" y="2559"/>
                  <a:pt x="1132" y="2481"/>
                  <a:pt x="1119" y="2403"/>
                </a:cubicBezTo>
                <a:cubicBezTo>
                  <a:pt x="1119" y="2401"/>
                  <a:pt x="1118" y="2399"/>
                  <a:pt x="1118" y="2397"/>
                </a:cubicBezTo>
                <a:lnTo>
                  <a:pt x="1118" y="2397"/>
                </a:lnTo>
                <a:cubicBezTo>
                  <a:pt x="1122" y="2365"/>
                  <a:pt x="1108" y="2315"/>
                  <a:pt x="1106" y="2283"/>
                </a:cubicBezTo>
                <a:cubicBezTo>
                  <a:pt x="1102" y="2203"/>
                  <a:pt x="1102" y="2123"/>
                  <a:pt x="1106" y="2043"/>
                </a:cubicBezTo>
                <a:cubicBezTo>
                  <a:pt x="1107" y="2033"/>
                  <a:pt x="1110" y="2004"/>
                  <a:pt x="1113" y="1978"/>
                </a:cubicBezTo>
                <a:lnTo>
                  <a:pt x="1113" y="1978"/>
                </a:lnTo>
                <a:cubicBezTo>
                  <a:pt x="1117" y="1953"/>
                  <a:pt x="1123" y="1911"/>
                  <a:pt x="1125" y="1899"/>
                </a:cubicBezTo>
                <a:cubicBezTo>
                  <a:pt x="1144" y="1813"/>
                  <a:pt x="1170" y="1731"/>
                  <a:pt x="1197" y="1647"/>
                </a:cubicBezTo>
                <a:cubicBezTo>
                  <a:pt x="1199" y="1642"/>
                  <a:pt x="1200" y="1637"/>
                  <a:pt x="1201" y="1634"/>
                </a:cubicBezTo>
                <a:lnTo>
                  <a:pt x="1201" y="1634"/>
                </a:lnTo>
                <a:cubicBezTo>
                  <a:pt x="1203" y="1630"/>
                  <a:pt x="1205" y="1626"/>
                  <a:pt x="1208" y="1621"/>
                </a:cubicBezTo>
                <a:cubicBezTo>
                  <a:pt x="1227" y="1583"/>
                  <a:pt x="1246" y="1543"/>
                  <a:pt x="1269" y="1507"/>
                </a:cubicBezTo>
                <a:cubicBezTo>
                  <a:pt x="1290" y="1470"/>
                  <a:pt x="1313" y="1434"/>
                  <a:pt x="1338" y="1398"/>
                </a:cubicBezTo>
                <a:cubicBezTo>
                  <a:pt x="1341" y="1394"/>
                  <a:pt x="1344" y="1390"/>
                  <a:pt x="1346" y="1386"/>
                </a:cubicBezTo>
                <a:lnTo>
                  <a:pt x="1346" y="1386"/>
                </a:lnTo>
                <a:cubicBezTo>
                  <a:pt x="1346" y="1386"/>
                  <a:pt x="1346" y="1386"/>
                  <a:pt x="1347" y="1385"/>
                </a:cubicBezTo>
                <a:cubicBezTo>
                  <a:pt x="1399" y="1329"/>
                  <a:pt x="1454" y="1275"/>
                  <a:pt x="1511" y="1223"/>
                </a:cubicBezTo>
                <a:lnTo>
                  <a:pt x="1511" y="1223"/>
                </a:lnTo>
                <a:cubicBezTo>
                  <a:pt x="1524" y="1213"/>
                  <a:pt x="1537" y="1203"/>
                  <a:pt x="1551" y="1194"/>
                </a:cubicBezTo>
                <a:cubicBezTo>
                  <a:pt x="1589" y="1170"/>
                  <a:pt x="1627" y="1147"/>
                  <a:pt x="1667" y="1126"/>
                </a:cubicBezTo>
                <a:cubicBezTo>
                  <a:pt x="1682" y="1119"/>
                  <a:pt x="1697" y="1111"/>
                  <a:pt x="1712" y="1103"/>
                </a:cubicBezTo>
                <a:lnTo>
                  <a:pt x="1712" y="1103"/>
                </a:lnTo>
                <a:cubicBezTo>
                  <a:pt x="1755" y="1090"/>
                  <a:pt x="1797" y="1075"/>
                  <a:pt x="1840" y="1063"/>
                </a:cubicBezTo>
                <a:cubicBezTo>
                  <a:pt x="1884" y="1050"/>
                  <a:pt x="1928" y="1042"/>
                  <a:pt x="1970" y="1031"/>
                </a:cubicBezTo>
                <a:cubicBezTo>
                  <a:pt x="1976" y="1030"/>
                  <a:pt x="1983" y="1028"/>
                  <a:pt x="1990" y="1026"/>
                </a:cubicBezTo>
                <a:lnTo>
                  <a:pt x="1990" y="1026"/>
                </a:lnTo>
                <a:cubicBezTo>
                  <a:pt x="2008" y="1025"/>
                  <a:pt x="2026" y="1024"/>
                  <a:pt x="2042" y="1023"/>
                </a:cubicBezTo>
                <a:cubicBezTo>
                  <a:pt x="2063" y="1021"/>
                  <a:pt x="2083" y="1018"/>
                  <a:pt x="2104" y="1015"/>
                </a:cubicBezTo>
                <a:lnTo>
                  <a:pt x="2104" y="1015"/>
                </a:lnTo>
                <a:cubicBezTo>
                  <a:pt x="2127" y="1013"/>
                  <a:pt x="2151" y="1010"/>
                  <a:pt x="2175" y="1006"/>
                </a:cubicBezTo>
                <a:cubicBezTo>
                  <a:pt x="2200" y="1002"/>
                  <a:pt x="2223" y="998"/>
                  <a:pt x="2248" y="996"/>
                </a:cubicBezTo>
                <a:lnTo>
                  <a:pt x="2248" y="996"/>
                </a:lnTo>
                <a:cubicBezTo>
                  <a:pt x="2202" y="1002"/>
                  <a:pt x="2186" y="1004"/>
                  <a:pt x="2186" y="1004"/>
                </a:cubicBezTo>
                <a:cubicBezTo>
                  <a:pt x="2187" y="1004"/>
                  <a:pt x="2227" y="999"/>
                  <a:pt x="2246" y="998"/>
                </a:cubicBezTo>
                <a:cubicBezTo>
                  <a:pt x="2293" y="996"/>
                  <a:pt x="2341" y="991"/>
                  <a:pt x="2387" y="989"/>
                </a:cubicBezTo>
                <a:close/>
                <a:moveTo>
                  <a:pt x="2431" y="0"/>
                </a:moveTo>
                <a:cubicBezTo>
                  <a:pt x="2283" y="0"/>
                  <a:pt x="2134" y="12"/>
                  <a:pt x="1987" y="33"/>
                </a:cubicBezTo>
                <a:lnTo>
                  <a:pt x="1987" y="33"/>
                </a:lnTo>
                <a:cubicBezTo>
                  <a:pt x="1519" y="79"/>
                  <a:pt x="1082" y="246"/>
                  <a:pt x="738" y="578"/>
                </a:cubicBezTo>
                <a:cubicBezTo>
                  <a:pt x="443" y="863"/>
                  <a:pt x="236" y="1259"/>
                  <a:pt x="158" y="1661"/>
                </a:cubicBezTo>
                <a:cubicBezTo>
                  <a:pt x="0" y="2477"/>
                  <a:pt x="228" y="3403"/>
                  <a:pt x="896" y="3941"/>
                </a:cubicBezTo>
                <a:cubicBezTo>
                  <a:pt x="1283" y="4251"/>
                  <a:pt x="1777" y="4404"/>
                  <a:pt x="2272" y="4404"/>
                </a:cubicBezTo>
                <a:cubicBezTo>
                  <a:pt x="2762" y="4404"/>
                  <a:pt x="3253" y="4255"/>
                  <a:pt x="3645" y="3962"/>
                </a:cubicBezTo>
                <a:cubicBezTo>
                  <a:pt x="4395" y="3401"/>
                  <a:pt x="4700" y="2409"/>
                  <a:pt x="4443" y="1512"/>
                </a:cubicBezTo>
                <a:cubicBezTo>
                  <a:pt x="4302" y="1025"/>
                  <a:pt x="4003" y="604"/>
                  <a:pt x="3582" y="321"/>
                </a:cubicBezTo>
                <a:cubicBezTo>
                  <a:pt x="3236" y="89"/>
                  <a:pt x="2836" y="0"/>
                  <a:pt x="243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4" name="Google Shape;5884;p46"/>
          <p:cNvSpPr/>
          <p:nvPr/>
        </p:nvSpPr>
        <p:spPr>
          <a:xfrm>
            <a:off x="7972938" y="4210363"/>
            <a:ext cx="117525" cy="110100"/>
          </a:xfrm>
          <a:custGeom>
            <a:rect b="b" l="l" r="r" t="t"/>
            <a:pathLst>
              <a:path extrusionOk="0" h="4404" w="4701">
                <a:moveTo>
                  <a:pt x="1951" y="1032"/>
                </a:moveTo>
                <a:cubicBezTo>
                  <a:pt x="1950" y="1033"/>
                  <a:pt x="1949" y="1033"/>
                  <a:pt x="1947" y="1033"/>
                </a:cubicBezTo>
                <a:cubicBezTo>
                  <a:pt x="1948" y="1033"/>
                  <a:pt x="1950" y="1033"/>
                  <a:pt x="1951" y="1032"/>
                </a:cubicBezTo>
                <a:close/>
                <a:moveTo>
                  <a:pt x="2857" y="1059"/>
                </a:moveTo>
                <a:cubicBezTo>
                  <a:pt x="2871" y="1059"/>
                  <a:pt x="2889" y="1066"/>
                  <a:pt x="2907" y="1075"/>
                </a:cubicBezTo>
                <a:lnTo>
                  <a:pt x="2907" y="1075"/>
                </a:lnTo>
                <a:cubicBezTo>
                  <a:pt x="2887" y="1068"/>
                  <a:pt x="2858" y="1059"/>
                  <a:pt x="2857" y="1059"/>
                </a:cubicBezTo>
                <a:close/>
                <a:moveTo>
                  <a:pt x="3091" y="1185"/>
                </a:moveTo>
                <a:cubicBezTo>
                  <a:pt x="3091" y="1185"/>
                  <a:pt x="3091" y="1185"/>
                  <a:pt x="3091" y="1185"/>
                </a:cubicBezTo>
                <a:lnTo>
                  <a:pt x="3091" y="1185"/>
                </a:lnTo>
                <a:cubicBezTo>
                  <a:pt x="3091" y="1185"/>
                  <a:pt x="3091" y="1185"/>
                  <a:pt x="3091" y="1185"/>
                </a:cubicBezTo>
                <a:close/>
                <a:moveTo>
                  <a:pt x="3104" y="1198"/>
                </a:moveTo>
                <a:cubicBezTo>
                  <a:pt x="3111" y="1203"/>
                  <a:pt x="3118" y="1208"/>
                  <a:pt x="3125" y="1213"/>
                </a:cubicBezTo>
                <a:cubicBezTo>
                  <a:pt x="3142" y="1224"/>
                  <a:pt x="3149" y="1229"/>
                  <a:pt x="3148" y="1229"/>
                </a:cubicBezTo>
                <a:cubicBezTo>
                  <a:pt x="3148" y="1229"/>
                  <a:pt x="3121" y="1211"/>
                  <a:pt x="3104" y="1198"/>
                </a:cubicBezTo>
                <a:close/>
                <a:moveTo>
                  <a:pt x="1747" y="3319"/>
                </a:moveTo>
                <a:cubicBezTo>
                  <a:pt x="1767" y="3326"/>
                  <a:pt x="1803" y="3338"/>
                  <a:pt x="1802" y="3338"/>
                </a:cubicBezTo>
                <a:cubicBezTo>
                  <a:pt x="1800" y="3339"/>
                  <a:pt x="1799" y="3339"/>
                  <a:pt x="1797" y="3339"/>
                </a:cubicBezTo>
                <a:cubicBezTo>
                  <a:pt x="1785" y="3339"/>
                  <a:pt x="1766" y="3330"/>
                  <a:pt x="1747" y="3319"/>
                </a:cubicBezTo>
                <a:close/>
                <a:moveTo>
                  <a:pt x="2463" y="3393"/>
                </a:moveTo>
                <a:cubicBezTo>
                  <a:pt x="2461" y="3393"/>
                  <a:pt x="2459" y="3393"/>
                  <a:pt x="2456" y="3393"/>
                </a:cubicBezTo>
                <a:lnTo>
                  <a:pt x="2456" y="3393"/>
                </a:lnTo>
                <a:cubicBezTo>
                  <a:pt x="2459" y="3393"/>
                  <a:pt x="2462" y="3393"/>
                  <a:pt x="2463" y="3393"/>
                </a:cubicBezTo>
                <a:close/>
                <a:moveTo>
                  <a:pt x="2387" y="989"/>
                </a:moveTo>
                <a:cubicBezTo>
                  <a:pt x="2440" y="989"/>
                  <a:pt x="2491" y="989"/>
                  <a:pt x="2541" y="993"/>
                </a:cubicBezTo>
                <a:cubicBezTo>
                  <a:pt x="2560" y="993"/>
                  <a:pt x="2582" y="997"/>
                  <a:pt x="2601" y="998"/>
                </a:cubicBezTo>
                <a:lnTo>
                  <a:pt x="2601" y="998"/>
                </a:lnTo>
                <a:cubicBezTo>
                  <a:pt x="2682" y="1018"/>
                  <a:pt x="2761" y="1029"/>
                  <a:pt x="2840" y="1057"/>
                </a:cubicBezTo>
                <a:cubicBezTo>
                  <a:pt x="2857" y="1061"/>
                  <a:pt x="2876" y="1069"/>
                  <a:pt x="2895" y="1076"/>
                </a:cubicBezTo>
                <a:cubicBezTo>
                  <a:pt x="2906" y="1079"/>
                  <a:pt x="2914" y="1081"/>
                  <a:pt x="2919" y="1082"/>
                </a:cubicBezTo>
                <a:lnTo>
                  <a:pt x="2919" y="1082"/>
                </a:lnTo>
                <a:cubicBezTo>
                  <a:pt x="2944" y="1096"/>
                  <a:pt x="2968" y="1113"/>
                  <a:pt x="2984" y="1122"/>
                </a:cubicBezTo>
                <a:cubicBezTo>
                  <a:pt x="3015" y="1139"/>
                  <a:pt x="3049" y="1160"/>
                  <a:pt x="3080" y="1181"/>
                </a:cubicBezTo>
                <a:cubicBezTo>
                  <a:pt x="3084" y="1184"/>
                  <a:pt x="3088" y="1186"/>
                  <a:pt x="3092" y="1189"/>
                </a:cubicBezTo>
                <a:lnTo>
                  <a:pt x="3092" y="1189"/>
                </a:lnTo>
                <a:cubicBezTo>
                  <a:pt x="3107" y="1217"/>
                  <a:pt x="3258" y="1347"/>
                  <a:pt x="3274" y="1366"/>
                </a:cubicBezTo>
                <a:cubicBezTo>
                  <a:pt x="3278" y="1370"/>
                  <a:pt x="3281" y="1374"/>
                  <a:pt x="3284" y="1378"/>
                </a:cubicBezTo>
                <a:lnTo>
                  <a:pt x="3284" y="1378"/>
                </a:lnTo>
                <a:cubicBezTo>
                  <a:pt x="3304" y="1410"/>
                  <a:pt x="3328" y="1440"/>
                  <a:pt x="3348" y="1474"/>
                </a:cubicBezTo>
                <a:cubicBezTo>
                  <a:pt x="3367" y="1503"/>
                  <a:pt x="3386" y="1535"/>
                  <a:pt x="3403" y="1569"/>
                </a:cubicBezTo>
                <a:cubicBezTo>
                  <a:pt x="3409" y="1579"/>
                  <a:pt x="3414" y="1591"/>
                  <a:pt x="3420" y="1604"/>
                </a:cubicBezTo>
                <a:lnTo>
                  <a:pt x="3420" y="1604"/>
                </a:lnTo>
                <a:cubicBezTo>
                  <a:pt x="3420" y="1602"/>
                  <a:pt x="3420" y="1600"/>
                  <a:pt x="3420" y="1598"/>
                </a:cubicBezTo>
                <a:lnTo>
                  <a:pt x="3420" y="1598"/>
                </a:lnTo>
                <a:cubicBezTo>
                  <a:pt x="3420" y="1600"/>
                  <a:pt x="3420" y="1602"/>
                  <a:pt x="3420" y="1604"/>
                </a:cubicBezTo>
                <a:lnTo>
                  <a:pt x="3420" y="1604"/>
                </a:lnTo>
                <a:cubicBezTo>
                  <a:pt x="3420" y="1604"/>
                  <a:pt x="3420" y="1604"/>
                  <a:pt x="3420" y="1604"/>
                </a:cubicBezTo>
                <a:lnTo>
                  <a:pt x="3420" y="1604"/>
                </a:lnTo>
                <a:cubicBezTo>
                  <a:pt x="3420" y="1621"/>
                  <a:pt x="3423" y="1634"/>
                  <a:pt x="3427" y="1644"/>
                </a:cubicBezTo>
                <a:lnTo>
                  <a:pt x="3427" y="1644"/>
                </a:lnTo>
                <a:cubicBezTo>
                  <a:pt x="3423" y="1630"/>
                  <a:pt x="3420" y="1616"/>
                  <a:pt x="3420" y="1604"/>
                </a:cubicBezTo>
                <a:lnTo>
                  <a:pt x="3420" y="1604"/>
                </a:lnTo>
                <a:cubicBezTo>
                  <a:pt x="3422" y="1608"/>
                  <a:pt x="3424" y="1613"/>
                  <a:pt x="3426" y="1617"/>
                </a:cubicBezTo>
                <a:cubicBezTo>
                  <a:pt x="3442" y="1646"/>
                  <a:pt x="3443" y="1659"/>
                  <a:pt x="3439" y="1659"/>
                </a:cubicBezTo>
                <a:cubicBezTo>
                  <a:pt x="3436" y="1659"/>
                  <a:pt x="3432" y="1654"/>
                  <a:pt x="3427" y="1644"/>
                </a:cubicBezTo>
                <a:lnTo>
                  <a:pt x="3427" y="1644"/>
                </a:lnTo>
                <a:cubicBezTo>
                  <a:pt x="3443" y="1697"/>
                  <a:pt x="3479" y="1760"/>
                  <a:pt x="3491" y="1802"/>
                </a:cubicBezTo>
                <a:cubicBezTo>
                  <a:pt x="3500" y="1838"/>
                  <a:pt x="3508" y="1874"/>
                  <a:pt x="3517" y="1910"/>
                </a:cubicBezTo>
                <a:cubicBezTo>
                  <a:pt x="3521" y="1933"/>
                  <a:pt x="3525" y="1954"/>
                  <a:pt x="3529" y="1977"/>
                </a:cubicBezTo>
                <a:cubicBezTo>
                  <a:pt x="3534" y="2005"/>
                  <a:pt x="3537" y="2015"/>
                  <a:pt x="3538" y="2015"/>
                </a:cubicBezTo>
                <a:cubicBezTo>
                  <a:pt x="3540" y="2015"/>
                  <a:pt x="3530" y="1942"/>
                  <a:pt x="3525" y="1939"/>
                </a:cubicBezTo>
                <a:lnTo>
                  <a:pt x="3525" y="1939"/>
                </a:lnTo>
                <a:cubicBezTo>
                  <a:pt x="3550" y="1954"/>
                  <a:pt x="3538" y="2142"/>
                  <a:pt x="3538" y="2173"/>
                </a:cubicBezTo>
                <a:cubicBezTo>
                  <a:pt x="3538" y="2215"/>
                  <a:pt x="3535" y="2257"/>
                  <a:pt x="3533" y="2297"/>
                </a:cubicBezTo>
                <a:cubicBezTo>
                  <a:pt x="3532" y="2312"/>
                  <a:pt x="3530" y="2326"/>
                  <a:pt x="3529" y="2339"/>
                </a:cubicBezTo>
                <a:lnTo>
                  <a:pt x="3529" y="2339"/>
                </a:lnTo>
                <a:cubicBezTo>
                  <a:pt x="3514" y="2409"/>
                  <a:pt x="3504" y="2477"/>
                  <a:pt x="3483" y="2546"/>
                </a:cubicBezTo>
                <a:cubicBezTo>
                  <a:pt x="3472" y="2582"/>
                  <a:pt x="3462" y="2618"/>
                  <a:pt x="3449" y="2651"/>
                </a:cubicBezTo>
                <a:cubicBezTo>
                  <a:pt x="3445" y="2663"/>
                  <a:pt x="3440" y="2676"/>
                  <a:pt x="3436" y="2688"/>
                </a:cubicBezTo>
                <a:lnTo>
                  <a:pt x="3436" y="2688"/>
                </a:lnTo>
                <a:cubicBezTo>
                  <a:pt x="3398" y="2751"/>
                  <a:pt x="3369" y="2818"/>
                  <a:pt x="3329" y="2881"/>
                </a:cubicBezTo>
                <a:cubicBezTo>
                  <a:pt x="3324" y="2889"/>
                  <a:pt x="3300" y="2922"/>
                  <a:pt x="3284" y="2945"/>
                </a:cubicBezTo>
                <a:lnTo>
                  <a:pt x="3284" y="2945"/>
                </a:lnTo>
                <a:cubicBezTo>
                  <a:pt x="3263" y="2968"/>
                  <a:pt x="3232" y="3005"/>
                  <a:pt x="3224" y="3014"/>
                </a:cubicBezTo>
                <a:cubicBezTo>
                  <a:pt x="3198" y="3041"/>
                  <a:pt x="3171" y="3069"/>
                  <a:pt x="3142" y="3094"/>
                </a:cubicBezTo>
                <a:cubicBezTo>
                  <a:pt x="3127" y="3106"/>
                  <a:pt x="3112" y="3119"/>
                  <a:pt x="3099" y="3132"/>
                </a:cubicBezTo>
                <a:cubicBezTo>
                  <a:pt x="3075" y="3154"/>
                  <a:pt x="3071" y="3163"/>
                  <a:pt x="3076" y="3163"/>
                </a:cubicBezTo>
                <a:cubicBezTo>
                  <a:pt x="3076" y="3163"/>
                  <a:pt x="3077" y="3163"/>
                  <a:pt x="3078" y="3162"/>
                </a:cubicBezTo>
                <a:lnTo>
                  <a:pt x="3078" y="3162"/>
                </a:lnTo>
                <a:cubicBezTo>
                  <a:pt x="3021" y="3203"/>
                  <a:pt x="2923" y="3245"/>
                  <a:pt x="2889" y="3262"/>
                </a:cubicBezTo>
                <a:cubicBezTo>
                  <a:pt x="2863" y="3275"/>
                  <a:pt x="2803" y="3296"/>
                  <a:pt x="2805" y="3296"/>
                </a:cubicBezTo>
                <a:cubicBezTo>
                  <a:pt x="2806" y="3296"/>
                  <a:pt x="2822" y="3291"/>
                  <a:pt x="2866" y="3277"/>
                </a:cubicBezTo>
                <a:lnTo>
                  <a:pt x="2866" y="3277"/>
                </a:lnTo>
                <a:cubicBezTo>
                  <a:pt x="2823" y="3292"/>
                  <a:pt x="2783" y="3309"/>
                  <a:pt x="2741" y="3323"/>
                </a:cubicBezTo>
                <a:cubicBezTo>
                  <a:pt x="2642" y="3355"/>
                  <a:pt x="2541" y="3376"/>
                  <a:pt x="2438" y="3395"/>
                </a:cubicBezTo>
                <a:cubicBezTo>
                  <a:pt x="2437" y="3395"/>
                  <a:pt x="2437" y="3395"/>
                  <a:pt x="2437" y="3395"/>
                </a:cubicBezTo>
                <a:lnTo>
                  <a:pt x="2437" y="3395"/>
                </a:lnTo>
                <a:cubicBezTo>
                  <a:pt x="2416" y="3397"/>
                  <a:pt x="2395" y="3400"/>
                  <a:pt x="2375" y="3401"/>
                </a:cubicBezTo>
                <a:cubicBezTo>
                  <a:pt x="2330" y="3403"/>
                  <a:pt x="2284" y="3406"/>
                  <a:pt x="2240" y="3406"/>
                </a:cubicBezTo>
                <a:cubicBezTo>
                  <a:pt x="2226" y="3406"/>
                  <a:pt x="2211" y="3406"/>
                  <a:pt x="2197" y="3406"/>
                </a:cubicBezTo>
                <a:cubicBezTo>
                  <a:pt x="2163" y="3406"/>
                  <a:pt x="2129" y="3405"/>
                  <a:pt x="2094" y="3403"/>
                </a:cubicBezTo>
                <a:cubicBezTo>
                  <a:pt x="2081" y="3402"/>
                  <a:pt x="2067" y="3400"/>
                  <a:pt x="2054" y="3398"/>
                </a:cubicBezTo>
                <a:lnTo>
                  <a:pt x="2054" y="3398"/>
                </a:lnTo>
                <a:cubicBezTo>
                  <a:pt x="1975" y="3376"/>
                  <a:pt x="1893" y="3365"/>
                  <a:pt x="1814" y="3340"/>
                </a:cubicBezTo>
                <a:cubicBezTo>
                  <a:pt x="1797" y="3334"/>
                  <a:pt x="1778" y="3326"/>
                  <a:pt x="1762" y="3321"/>
                </a:cubicBezTo>
                <a:cubicBezTo>
                  <a:pt x="1752" y="3318"/>
                  <a:pt x="1745" y="3316"/>
                  <a:pt x="1740" y="3315"/>
                </a:cubicBezTo>
                <a:lnTo>
                  <a:pt x="1740" y="3315"/>
                </a:lnTo>
                <a:cubicBezTo>
                  <a:pt x="1716" y="3301"/>
                  <a:pt x="1691" y="3283"/>
                  <a:pt x="1679" y="3277"/>
                </a:cubicBezTo>
                <a:cubicBezTo>
                  <a:pt x="1648" y="3258"/>
                  <a:pt x="1616" y="3241"/>
                  <a:pt x="1587" y="3220"/>
                </a:cubicBezTo>
                <a:cubicBezTo>
                  <a:pt x="1572" y="3210"/>
                  <a:pt x="1557" y="3199"/>
                  <a:pt x="1543" y="3191"/>
                </a:cubicBezTo>
                <a:cubicBezTo>
                  <a:pt x="1525" y="3180"/>
                  <a:pt x="1519" y="3175"/>
                  <a:pt x="1519" y="3175"/>
                </a:cubicBezTo>
                <a:lnTo>
                  <a:pt x="1519" y="3175"/>
                </a:lnTo>
                <a:cubicBezTo>
                  <a:pt x="1518" y="3175"/>
                  <a:pt x="1582" y="3218"/>
                  <a:pt x="1580" y="3218"/>
                </a:cubicBezTo>
                <a:cubicBezTo>
                  <a:pt x="1580" y="3218"/>
                  <a:pt x="1579" y="3218"/>
                  <a:pt x="1578" y="3218"/>
                </a:cubicBezTo>
                <a:cubicBezTo>
                  <a:pt x="1542" y="3218"/>
                  <a:pt x="1420" y="3070"/>
                  <a:pt x="1399" y="3045"/>
                </a:cubicBezTo>
                <a:cubicBezTo>
                  <a:pt x="1384" y="3030"/>
                  <a:pt x="1353" y="2977"/>
                  <a:pt x="1351" y="2977"/>
                </a:cubicBezTo>
                <a:lnTo>
                  <a:pt x="1351" y="2977"/>
                </a:lnTo>
                <a:cubicBezTo>
                  <a:pt x="1350" y="2977"/>
                  <a:pt x="1354" y="2985"/>
                  <a:pt x="1363" y="3005"/>
                </a:cubicBezTo>
                <a:cubicBezTo>
                  <a:pt x="1372" y="3025"/>
                  <a:pt x="1375" y="3032"/>
                  <a:pt x="1374" y="3032"/>
                </a:cubicBezTo>
                <a:cubicBezTo>
                  <a:pt x="1372" y="3032"/>
                  <a:pt x="1335" y="2962"/>
                  <a:pt x="1326" y="2946"/>
                </a:cubicBezTo>
                <a:cubicBezTo>
                  <a:pt x="1285" y="2881"/>
                  <a:pt x="1252" y="2814"/>
                  <a:pt x="1215" y="2746"/>
                </a:cubicBezTo>
                <a:lnTo>
                  <a:pt x="1215" y="2746"/>
                </a:lnTo>
                <a:cubicBezTo>
                  <a:pt x="1214" y="2743"/>
                  <a:pt x="1213" y="2740"/>
                  <a:pt x="1212" y="2736"/>
                </a:cubicBezTo>
                <a:cubicBezTo>
                  <a:pt x="1199" y="2702"/>
                  <a:pt x="1187" y="2668"/>
                  <a:pt x="1176" y="2635"/>
                </a:cubicBezTo>
                <a:cubicBezTo>
                  <a:pt x="1153" y="2559"/>
                  <a:pt x="1132" y="2481"/>
                  <a:pt x="1119" y="2403"/>
                </a:cubicBezTo>
                <a:cubicBezTo>
                  <a:pt x="1119" y="2401"/>
                  <a:pt x="1118" y="2399"/>
                  <a:pt x="1118" y="2397"/>
                </a:cubicBezTo>
                <a:lnTo>
                  <a:pt x="1118" y="2397"/>
                </a:lnTo>
                <a:cubicBezTo>
                  <a:pt x="1122" y="2365"/>
                  <a:pt x="1108" y="2315"/>
                  <a:pt x="1106" y="2283"/>
                </a:cubicBezTo>
                <a:cubicBezTo>
                  <a:pt x="1102" y="2203"/>
                  <a:pt x="1102" y="2123"/>
                  <a:pt x="1106" y="2043"/>
                </a:cubicBezTo>
                <a:cubicBezTo>
                  <a:pt x="1107" y="2033"/>
                  <a:pt x="1110" y="2004"/>
                  <a:pt x="1113" y="1978"/>
                </a:cubicBezTo>
                <a:lnTo>
                  <a:pt x="1113" y="1978"/>
                </a:lnTo>
                <a:cubicBezTo>
                  <a:pt x="1117" y="1953"/>
                  <a:pt x="1123" y="1911"/>
                  <a:pt x="1125" y="1899"/>
                </a:cubicBezTo>
                <a:cubicBezTo>
                  <a:pt x="1144" y="1813"/>
                  <a:pt x="1170" y="1731"/>
                  <a:pt x="1197" y="1647"/>
                </a:cubicBezTo>
                <a:cubicBezTo>
                  <a:pt x="1199" y="1642"/>
                  <a:pt x="1200" y="1637"/>
                  <a:pt x="1201" y="1634"/>
                </a:cubicBezTo>
                <a:lnTo>
                  <a:pt x="1201" y="1634"/>
                </a:lnTo>
                <a:cubicBezTo>
                  <a:pt x="1203" y="1630"/>
                  <a:pt x="1205" y="1626"/>
                  <a:pt x="1208" y="1621"/>
                </a:cubicBezTo>
                <a:cubicBezTo>
                  <a:pt x="1227" y="1583"/>
                  <a:pt x="1246" y="1543"/>
                  <a:pt x="1269" y="1507"/>
                </a:cubicBezTo>
                <a:cubicBezTo>
                  <a:pt x="1290" y="1470"/>
                  <a:pt x="1313" y="1434"/>
                  <a:pt x="1338" y="1398"/>
                </a:cubicBezTo>
                <a:cubicBezTo>
                  <a:pt x="1341" y="1394"/>
                  <a:pt x="1344" y="1390"/>
                  <a:pt x="1346" y="1386"/>
                </a:cubicBezTo>
                <a:lnTo>
                  <a:pt x="1346" y="1386"/>
                </a:lnTo>
                <a:cubicBezTo>
                  <a:pt x="1346" y="1386"/>
                  <a:pt x="1346" y="1386"/>
                  <a:pt x="1347" y="1385"/>
                </a:cubicBezTo>
                <a:cubicBezTo>
                  <a:pt x="1399" y="1329"/>
                  <a:pt x="1454" y="1275"/>
                  <a:pt x="1511" y="1223"/>
                </a:cubicBezTo>
                <a:lnTo>
                  <a:pt x="1511" y="1223"/>
                </a:lnTo>
                <a:cubicBezTo>
                  <a:pt x="1524" y="1213"/>
                  <a:pt x="1537" y="1203"/>
                  <a:pt x="1551" y="1194"/>
                </a:cubicBezTo>
                <a:cubicBezTo>
                  <a:pt x="1589" y="1170"/>
                  <a:pt x="1627" y="1147"/>
                  <a:pt x="1667" y="1126"/>
                </a:cubicBezTo>
                <a:cubicBezTo>
                  <a:pt x="1682" y="1119"/>
                  <a:pt x="1697" y="1111"/>
                  <a:pt x="1712" y="1103"/>
                </a:cubicBezTo>
                <a:lnTo>
                  <a:pt x="1712" y="1103"/>
                </a:lnTo>
                <a:cubicBezTo>
                  <a:pt x="1755" y="1090"/>
                  <a:pt x="1797" y="1075"/>
                  <a:pt x="1840" y="1063"/>
                </a:cubicBezTo>
                <a:cubicBezTo>
                  <a:pt x="1884" y="1050"/>
                  <a:pt x="1928" y="1042"/>
                  <a:pt x="1970" y="1031"/>
                </a:cubicBezTo>
                <a:cubicBezTo>
                  <a:pt x="1976" y="1030"/>
                  <a:pt x="1983" y="1028"/>
                  <a:pt x="1990" y="1026"/>
                </a:cubicBezTo>
                <a:lnTo>
                  <a:pt x="1990" y="1026"/>
                </a:lnTo>
                <a:cubicBezTo>
                  <a:pt x="2008" y="1025"/>
                  <a:pt x="2026" y="1024"/>
                  <a:pt x="2042" y="1023"/>
                </a:cubicBezTo>
                <a:cubicBezTo>
                  <a:pt x="2063" y="1021"/>
                  <a:pt x="2083" y="1018"/>
                  <a:pt x="2104" y="1015"/>
                </a:cubicBezTo>
                <a:lnTo>
                  <a:pt x="2104" y="1015"/>
                </a:lnTo>
                <a:cubicBezTo>
                  <a:pt x="2127" y="1013"/>
                  <a:pt x="2151" y="1010"/>
                  <a:pt x="2175" y="1006"/>
                </a:cubicBezTo>
                <a:cubicBezTo>
                  <a:pt x="2200" y="1002"/>
                  <a:pt x="2223" y="998"/>
                  <a:pt x="2248" y="996"/>
                </a:cubicBezTo>
                <a:lnTo>
                  <a:pt x="2248" y="996"/>
                </a:lnTo>
                <a:cubicBezTo>
                  <a:pt x="2202" y="1002"/>
                  <a:pt x="2186" y="1004"/>
                  <a:pt x="2186" y="1004"/>
                </a:cubicBezTo>
                <a:cubicBezTo>
                  <a:pt x="2187" y="1004"/>
                  <a:pt x="2227" y="999"/>
                  <a:pt x="2246" y="998"/>
                </a:cubicBezTo>
                <a:cubicBezTo>
                  <a:pt x="2293" y="996"/>
                  <a:pt x="2341" y="991"/>
                  <a:pt x="2387" y="989"/>
                </a:cubicBezTo>
                <a:close/>
                <a:moveTo>
                  <a:pt x="2431" y="0"/>
                </a:moveTo>
                <a:cubicBezTo>
                  <a:pt x="2283" y="0"/>
                  <a:pt x="2134" y="12"/>
                  <a:pt x="1987" y="33"/>
                </a:cubicBezTo>
                <a:lnTo>
                  <a:pt x="1987" y="33"/>
                </a:lnTo>
                <a:cubicBezTo>
                  <a:pt x="1519" y="79"/>
                  <a:pt x="1082" y="246"/>
                  <a:pt x="738" y="578"/>
                </a:cubicBezTo>
                <a:cubicBezTo>
                  <a:pt x="443" y="863"/>
                  <a:pt x="236" y="1259"/>
                  <a:pt x="158" y="1661"/>
                </a:cubicBezTo>
                <a:cubicBezTo>
                  <a:pt x="0" y="2477"/>
                  <a:pt x="228" y="3403"/>
                  <a:pt x="896" y="3941"/>
                </a:cubicBezTo>
                <a:cubicBezTo>
                  <a:pt x="1283" y="4251"/>
                  <a:pt x="1777" y="4404"/>
                  <a:pt x="2272" y="4404"/>
                </a:cubicBezTo>
                <a:cubicBezTo>
                  <a:pt x="2762" y="4404"/>
                  <a:pt x="3253" y="4255"/>
                  <a:pt x="3645" y="3962"/>
                </a:cubicBezTo>
                <a:cubicBezTo>
                  <a:pt x="4395" y="3401"/>
                  <a:pt x="4700" y="2409"/>
                  <a:pt x="4443" y="1512"/>
                </a:cubicBezTo>
                <a:cubicBezTo>
                  <a:pt x="4302" y="1025"/>
                  <a:pt x="4003" y="604"/>
                  <a:pt x="3582" y="321"/>
                </a:cubicBezTo>
                <a:cubicBezTo>
                  <a:pt x="3236" y="89"/>
                  <a:pt x="2836" y="0"/>
                  <a:pt x="243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5" name="Google Shape;5885;p46"/>
          <p:cNvSpPr/>
          <p:nvPr/>
        </p:nvSpPr>
        <p:spPr>
          <a:xfrm>
            <a:off x="7126775" y="992500"/>
            <a:ext cx="117525" cy="110100"/>
          </a:xfrm>
          <a:custGeom>
            <a:rect b="b" l="l" r="r" t="t"/>
            <a:pathLst>
              <a:path extrusionOk="0" h="4404" w="4701">
                <a:moveTo>
                  <a:pt x="1951" y="1032"/>
                </a:moveTo>
                <a:cubicBezTo>
                  <a:pt x="1950" y="1033"/>
                  <a:pt x="1949" y="1033"/>
                  <a:pt x="1947" y="1033"/>
                </a:cubicBezTo>
                <a:cubicBezTo>
                  <a:pt x="1948" y="1033"/>
                  <a:pt x="1950" y="1033"/>
                  <a:pt x="1951" y="1032"/>
                </a:cubicBezTo>
                <a:close/>
                <a:moveTo>
                  <a:pt x="2857" y="1059"/>
                </a:moveTo>
                <a:cubicBezTo>
                  <a:pt x="2871" y="1059"/>
                  <a:pt x="2889" y="1066"/>
                  <a:pt x="2907" y="1075"/>
                </a:cubicBezTo>
                <a:lnTo>
                  <a:pt x="2907" y="1075"/>
                </a:lnTo>
                <a:cubicBezTo>
                  <a:pt x="2887" y="1068"/>
                  <a:pt x="2858" y="1059"/>
                  <a:pt x="2857" y="1059"/>
                </a:cubicBezTo>
                <a:close/>
                <a:moveTo>
                  <a:pt x="3091" y="1185"/>
                </a:moveTo>
                <a:cubicBezTo>
                  <a:pt x="3091" y="1185"/>
                  <a:pt x="3091" y="1185"/>
                  <a:pt x="3091" y="1185"/>
                </a:cubicBezTo>
                <a:lnTo>
                  <a:pt x="3091" y="1185"/>
                </a:lnTo>
                <a:cubicBezTo>
                  <a:pt x="3091" y="1185"/>
                  <a:pt x="3091" y="1185"/>
                  <a:pt x="3091" y="1185"/>
                </a:cubicBezTo>
                <a:close/>
                <a:moveTo>
                  <a:pt x="3104" y="1198"/>
                </a:moveTo>
                <a:cubicBezTo>
                  <a:pt x="3111" y="1203"/>
                  <a:pt x="3118" y="1208"/>
                  <a:pt x="3125" y="1213"/>
                </a:cubicBezTo>
                <a:cubicBezTo>
                  <a:pt x="3142" y="1224"/>
                  <a:pt x="3149" y="1229"/>
                  <a:pt x="3148" y="1229"/>
                </a:cubicBezTo>
                <a:cubicBezTo>
                  <a:pt x="3148" y="1229"/>
                  <a:pt x="3121" y="1211"/>
                  <a:pt x="3104" y="1198"/>
                </a:cubicBezTo>
                <a:close/>
                <a:moveTo>
                  <a:pt x="1747" y="3319"/>
                </a:moveTo>
                <a:cubicBezTo>
                  <a:pt x="1767" y="3326"/>
                  <a:pt x="1803" y="3338"/>
                  <a:pt x="1802" y="3338"/>
                </a:cubicBezTo>
                <a:cubicBezTo>
                  <a:pt x="1800" y="3339"/>
                  <a:pt x="1799" y="3339"/>
                  <a:pt x="1797" y="3339"/>
                </a:cubicBezTo>
                <a:cubicBezTo>
                  <a:pt x="1785" y="3339"/>
                  <a:pt x="1766" y="3330"/>
                  <a:pt x="1747" y="3319"/>
                </a:cubicBezTo>
                <a:close/>
                <a:moveTo>
                  <a:pt x="2463" y="3393"/>
                </a:moveTo>
                <a:cubicBezTo>
                  <a:pt x="2461" y="3393"/>
                  <a:pt x="2459" y="3393"/>
                  <a:pt x="2456" y="3393"/>
                </a:cubicBezTo>
                <a:lnTo>
                  <a:pt x="2456" y="3393"/>
                </a:lnTo>
                <a:cubicBezTo>
                  <a:pt x="2459" y="3393"/>
                  <a:pt x="2462" y="3393"/>
                  <a:pt x="2463" y="3393"/>
                </a:cubicBezTo>
                <a:close/>
                <a:moveTo>
                  <a:pt x="2387" y="989"/>
                </a:moveTo>
                <a:cubicBezTo>
                  <a:pt x="2440" y="989"/>
                  <a:pt x="2491" y="989"/>
                  <a:pt x="2541" y="993"/>
                </a:cubicBezTo>
                <a:cubicBezTo>
                  <a:pt x="2560" y="993"/>
                  <a:pt x="2582" y="997"/>
                  <a:pt x="2601" y="998"/>
                </a:cubicBezTo>
                <a:lnTo>
                  <a:pt x="2601" y="998"/>
                </a:lnTo>
                <a:cubicBezTo>
                  <a:pt x="2682" y="1018"/>
                  <a:pt x="2761" y="1029"/>
                  <a:pt x="2840" y="1057"/>
                </a:cubicBezTo>
                <a:cubicBezTo>
                  <a:pt x="2857" y="1061"/>
                  <a:pt x="2876" y="1069"/>
                  <a:pt x="2895" y="1076"/>
                </a:cubicBezTo>
                <a:cubicBezTo>
                  <a:pt x="2906" y="1079"/>
                  <a:pt x="2914" y="1081"/>
                  <a:pt x="2919" y="1082"/>
                </a:cubicBezTo>
                <a:lnTo>
                  <a:pt x="2919" y="1082"/>
                </a:lnTo>
                <a:cubicBezTo>
                  <a:pt x="2944" y="1096"/>
                  <a:pt x="2968" y="1113"/>
                  <a:pt x="2984" y="1122"/>
                </a:cubicBezTo>
                <a:cubicBezTo>
                  <a:pt x="3015" y="1139"/>
                  <a:pt x="3049" y="1160"/>
                  <a:pt x="3080" y="1181"/>
                </a:cubicBezTo>
                <a:cubicBezTo>
                  <a:pt x="3084" y="1184"/>
                  <a:pt x="3088" y="1186"/>
                  <a:pt x="3092" y="1189"/>
                </a:cubicBezTo>
                <a:lnTo>
                  <a:pt x="3092" y="1189"/>
                </a:lnTo>
                <a:cubicBezTo>
                  <a:pt x="3107" y="1217"/>
                  <a:pt x="3258" y="1347"/>
                  <a:pt x="3274" y="1366"/>
                </a:cubicBezTo>
                <a:cubicBezTo>
                  <a:pt x="3278" y="1370"/>
                  <a:pt x="3281" y="1374"/>
                  <a:pt x="3284" y="1378"/>
                </a:cubicBezTo>
                <a:lnTo>
                  <a:pt x="3284" y="1378"/>
                </a:lnTo>
                <a:cubicBezTo>
                  <a:pt x="3304" y="1410"/>
                  <a:pt x="3328" y="1440"/>
                  <a:pt x="3348" y="1474"/>
                </a:cubicBezTo>
                <a:cubicBezTo>
                  <a:pt x="3367" y="1503"/>
                  <a:pt x="3386" y="1535"/>
                  <a:pt x="3403" y="1569"/>
                </a:cubicBezTo>
                <a:cubicBezTo>
                  <a:pt x="3409" y="1579"/>
                  <a:pt x="3414" y="1591"/>
                  <a:pt x="3420" y="1604"/>
                </a:cubicBezTo>
                <a:lnTo>
                  <a:pt x="3420" y="1604"/>
                </a:lnTo>
                <a:cubicBezTo>
                  <a:pt x="3420" y="1602"/>
                  <a:pt x="3420" y="1600"/>
                  <a:pt x="3420" y="1598"/>
                </a:cubicBezTo>
                <a:lnTo>
                  <a:pt x="3420" y="1598"/>
                </a:lnTo>
                <a:cubicBezTo>
                  <a:pt x="3420" y="1600"/>
                  <a:pt x="3420" y="1602"/>
                  <a:pt x="3420" y="1604"/>
                </a:cubicBezTo>
                <a:lnTo>
                  <a:pt x="3420" y="1604"/>
                </a:lnTo>
                <a:cubicBezTo>
                  <a:pt x="3420" y="1604"/>
                  <a:pt x="3420" y="1604"/>
                  <a:pt x="3420" y="1604"/>
                </a:cubicBezTo>
                <a:lnTo>
                  <a:pt x="3420" y="1604"/>
                </a:lnTo>
                <a:cubicBezTo>
                  <a:pt x="3420" y="1621"/>
                  <a:pt x="3423" y="1634"/>
                  <a:pt x="3427" y="1644"/>
                </a:cubicBezTo>
                <a:lnTo>
                  <a:pt x="3427" y="1644"/>
                </a:lnTo>
                <a:cubicBezTo>
                  <a:pt x="3423" y="1630"/>
                  <a:pt x="3420" y="1616"/>
                  <a:pt x="3420" y="1604"/>
                </a:cubicBezTo>
                <a:lnTo>
                  <a:pt x="3420" y="1604"/>
                </a:lnTo>
                <a:cubicBezTo>
                  <a:pt x="3422" y="1608"/>
                  <a:pt x="3424" y="1613"/>
                  <a:pt x="3426" y="1617"/>
                </a:cubicBezTo>
                <a:cubicBezTo>
                  <a:pt x="3442" y="1646"/>
                  <a:pt x="3443" y="1659"/>
                  <a:pt x="3439" y="1659"/>
                </a:cubicBezTo>
                <a:cubicBezTo>
                  <a:pt x="3436" y="1659"/>
                  <a:pt x="3432" y="1654"/>
                  <a:pt x="3427" y="1644"/>
                </a:cubicBezTo>
                <a:lnTo>
                  <a:pt x="3427" y="1644"/>
                </a:lnTo>
                <a:cubicBezTo>
                  <a:pt x="3443" y="1697"/>
                  <a:pt x="3479" y="1760"/>
                  <a:pt x="3491" y="1802"/>
                </a:cubicBezTo>
                <a:cubicBezTo>
                  <a:pt x="3500" y="1838"/>
                  <a:pt x="3508" y="1874"/>
                  <a:pt x="3517" y="1910"/>
                </a:cubicBezTo>
                <a:cubicBezTo>
                  <a:pt x="3521" y="1933"/>
                  <a:pt x="3525" y="1954"/>
                  <a:pt x="3529" y="1977"/>
                </a:cubicBezTo>
                <a:cubicBezTo>
                  <a:pt x="3534" y="2005"/>
                  <a:pt x="3537" y="2015"/>
                  <a:pt x="3538" y="2015"/>
                </a:cubicBezTo>
                <a:cubicBezTo>
                  <a:pt x="3540" y="2015"/>
                  <a:pt x="3530" y="1942"/>
                  <a:pt x="3525" y="1939"/>
                </a:cubicBezTo>
                <a:lnTo>
                  <a:pt x="3525" y="1939"/>
                </a:lnTo>
                <a:cubicBezTo>
                  <a:pt x="3550" y="1954"/>
                  <a:pt x="3538" y="2142"/>
                  <a:pt x="3538" y="2173"/>
                </a:cubicBezTo>
                <a:cubicBezTo>
                  <a:pt x="3538" y="2215"/>
                  <a:pt x="3535" y="2257"/>
                  <a:pt x="3533" y="2297"/>
                </a:cubicBezTo>
                <a:cubicBezTo>
                  <a:pt x="3532" y="2312"/>
                  <a:pt x="3530" y="2326"/>
                  <a:pt x="3529" y="2339"/>
                </a:cubicBezTo>
                <a:lnTo>
                  <a:pt x="3529" y="2339"/>
                </a:lnTo>
                <a:cubicBezTo>
                  <a:pt x="3514" y="2409"/>
                  <a:pt x="3504" y="2477"/>
                  <a:pt x="3483" y="2546"/>
                </a:cubicBezTo>
                <a:cubicBezTo>
                  <a:pt x="3472" y="2582"/>
                  <a:pt x="3462" y="2618"/>
                  <a:pt x="3449" y="2651"/>
                </a:cubicBezTo>
                <a:cubicBezTo>
                  <a:pt x="3445" y="2663"/>
                  <a:pt x="3440" y="2676"/>
                  <a:pt x="3436" y="2688"/>
                </a:cubicBezTo>
                <a:lnTo>
                  <a:pt x="3436" y="2688"/>
                </a:lnTo>
                <a:cubicBezTo>
                  <a:pt x="3398" y="2751"/>
                  <a:pt x="3369" y="2818"/>
                  <a:pt x="3329" y="2881"/>
                </a:cubicBezTo>
                <a:cubicBezTo>
                  <a:pt x="3324" y="2889"/>
                  <a:pt x="3300" y="2922"/>
                  <a:pt x="3284" y="2945"/>
                </a:cubicBezTo>
                <a:lnTo>
                  <a:pt x="3284" y="2945"/>
                </a:lnTo>
                <a:cubicBezTo>
                  <a:pt x="3263" y="2968"/>
                  <a:pt x="3232" y="3005"/>
                  <a:pt x="3224" y="3014"/>
                </a:cubicBezTo>
                <a:cubicBezTo>
                  <a:pt x="3198" y="3041"/>
                  <a:pt x="3171" y="3069"/>
                  <a:pt x="3142" y="3094"/>
                </a:cubicBezTo>
                <a:cubicBezTo>
                  <a:pt x="3127" y="3106"/>
                  <a:pt x="3112" y="3119"/>
                  <a:pt x="3099" y="3132"/>
                </a:cubicBezTo>
                <a:cubicBezTo>
                  <a:pt x="3075" y="3154"/>
                  <a:pt x="3071" y="3163"/>
                  <a:pt x="3076" y="3163"/>
                </a:cubicBezTo>
                <a:cubicBezTo>
                  <a:pt x="3076" y="3163"/>
                  <a:pt x="3077" y="3163"/>
                  <a:pt x="3078" y="3162"/>
                </a:cubicBezTo>
                <a:lnTo>
                  <a:pt x="3078" y="3162"/>
                </a:lnTo>
                <a:cubicBezTo>
                  <a:pt x="3021" y="3203"/>
                  <a:pt x="2923" y="3245"/>
                  <a:pt x="2889" y="3262"/>
                </a:cubicBezTo>
                <a:cubicBezTo>
                  <a:pt x="2863" y="3275"/>
                  <a:pt x="2803" y="3296"/>
                  <a:pt x="2805" y="3296"/>
                </a:cubicBezTo>
                <a:cubicBezTo>
                  <a:pt x="2806" y="3296"/>
                  <a:pt x="2822" y="3291"/>
                  <a:pt x="2866" y="3277"/>
                </a:cubicBezTo>
                <a:lnTo>
                  <a:pt x="2866" y="3277"/>
                </a:lnTo>
                <a:cubicBezTo>
                  <a:pt x="2823" y="3292"/>
                  <a:pt x="2783" y="3309"/>
                  <a:pt x="2741" y="3323"/>
                </a:cubicBezTo>
                <a:cubicBezTo>
                  <a:pt x="2642" y="3355"/>
                  <a:pt x="2541" y="3376"/>
                  <a:pt x="2438" y="3395"/>
                </a:cubicBezTo>
                <a:cubicBezTo>
                  <a:pt x="2437" y="3395"/>
                  <a:pt x="2437" y="3395"/>
                  <a:pt x="2437" y="3395"/>
                </a:cubicBezTo>
                <a:lnTo>
                  <a:pt x="2437" y="3395"/>
                </a:lnTo>
                <a:cubicBezTo>
                  <a:pt x="2416" y="3397"/>
                  <a:pt x="2395" y="3400"/>
                  <a:pt x="2375" y="3401"/>
                </a:cubicBezTo>
                <a:cubicBezTo>
                  <a:pt x="2330" y="3403"/>
                  <a:pt x="2284" y="3406"/>
                  <a:pt x="2240" y="3406"/>
                </a:cubicBezTo>
                <a:cubicBezTo>
                  <a:pt x="2226" y="3406"/>
                  <a:pt x="2211" y="3406"/>
                  <a:pt x="2197" y="3406"/>
                </a:cubicBezTo>
                <a:cubicBezTo>
                  <a:pt x="2163" y="3406"/>
                  <a:pt x="2129" y="3405"/>
                  <a:pt x="2094" y="3403"/>
                </a:cubicBezTo>
                <a:cubicBezTo>
                  <a:pt x="2081" y="3402"/>
                  <a:pt x="2067" y="3400"/>
                  <a:pt x="2054" y="3398"/>
                </a:cubicBezTo>
                <a:lnTo>
                  <a:pt x="2054" y="3398"/>
                </a:lnTo>
                <a:cubicBezTo>
                  <a:pt x="1975" y="3376"/>
                  <a:pt x="1893" y="3365"/>
                  <a:pt x="1814" y="3340"/>
                </a:cubicBezTo>
                <a:cubicBezTo>
                  <a:pt x="1797" y="3334"/>
                  <a:pt x="1778" y="3326"/>
                  <a:pt x="1762" y="3321"/>
                </a:cubicBezTo>
                <a:cubicBezTo>
                  <a:pt x="1752" y="3318"/>
                  <a:pt x="1745" y="3316"/>
                  <a:pt x="1740" y="3315"/>
                </a:cubicBezTo>
                <a:lnTo>
                  <a:pt x="1740" y="3315"/>
                </a:lnTo>
                <a:cubicBezTo>
                  <a:pt x="1716" y="3301"/>
                  <a:pt x="1691" y="3283"/>
                  <a:pt x="1679" y="3277"/>
                </a:cubicBezTo>
                <a:cubicBezTo>
                  <a:pt x="1648" y="3258"/>
                  <a:pt x="1616" y="3241"/>
                  <a:pt x="1587" y="3220"/>
                </a:cubicBezTo>
                <a:cubicBezTo>
                  <a:pt x="1572" y="3210"/>
                  <a:pt x="1557" y="3199"/>
                  <a:pt x="1543" y="3191"/>
                </a:cubicBezTo>
                <a:cubicBezTo>
                  <a:pt x="1525" y="3180"/>
                  <a:pt x="1519" y="3175"/>
                  <a:pt x="1519" y="3175"/>
                </a:cubicBezTo>
                <a:lnTo>
                  <a:pt x="1519" y="3175"/>
                </a:lnTo>
                <a:cubicBezTo>
                  <a:pt x="1518" y="3175"/>
                  <a:pt x="1582" y="3218"/>
                  <a:pt x="1580" y="3218"/>
                </a:cubicBezTo>
                <a:cubicBezTo>
                  <a:pt x="1580" y="3218"/>
                  <a:pt x="1579" y="3218"/>
                  <a:pt x="1578" y="3218"/>
                </a:cubicBezTo>
                <a:cubicBezTo>
                  <a:pt x="1542" y="3218"/>
                  <a:pt x="1420" y="3070"/>
                  <a:pt x="1399" y="3045"/>
                </a:cubicBezTo>
                <a:cubicBezTo>
                  <a:pt x="1384" y="3030"/>
                  <a:pt x="1353" y="2977"/>
                  <a:pt x="1351" y="2977"/>
                </a:cubicBezTo>
                <a:lnTo>
                  <a:pt x="1351" y="2977"/>
                </a:lnTo>
                <a:cubicBezTo>
                  <a:pt x="1350" y="2977"/>
                  <a:pt x="1354" y="2985"/>
                  <a:pt x="1363" y="3005"/>
                </a:cubicBezTo>
                <a:cubicBezTo>
                  <a:pt x="1372" y="3025"/>
                  <a:pt x="1375" y="3032"/>
                  <a:pt x="1374" y="3032"/>
                </a:cubicBezTo>
                <a:cubicBezTo>
                  <a:pt x="1372" y="3032"/>
                  <a:pt x="1335" y="2962"/>
                  <a:pt x="1326" y="2946"/>
                </a:cubicBezTo>
                <a:cubicBezTo>
                  <a:pt x="1285" y="2881"/>
                  <a:pt x="1252" y="2814"/>
                  <a:pt x="1215" y="2746"/>
                </a:cubicBezTo>
                <a:lnTo>
                  <a:pt x="1215" y="2746"/>
                </a:lnTo>
                <a:cubicBezTo>
                  <a:pt x="1214" y="2743"/>
                  <a:pt x="1213" y="2740"/>
                  <a:pt x="1212" y="2736"/>
                </a:cubicBezTo>
                <a:cubicBezTo>
                  <a:pt x="1199" y="2702"/>
                  <a:pt x="1187" y="2668"/>
                  <a:pt x="1176" y="2635"/>
                </a:cubicBezTo>
                <a:cubicBezTo>
                  <a:pt x="1153" y="2559"/>
                  <a:pt x="1132" y="2481"/>
                  <a:pt x="1119" y="2403"/>
                </a:cubicBezTo>
                <a:cubicBezTo>
                  <a:pt x="1119" y="2401"/>
                  <a:pt x="1118" y="2399"/>
                  <a:pt x="1118" y="2397"/>
                </a:cubicBezTo>
                <a:lnTo>
                  <a:pt x="1118" y="2397"/>
                </a:lnTo>
                <a:cubicBezTo>
                  <a:pt x="1122" y="2365"/>
                  <a:pt x="1108" y="2315"/>
                  <a:pt x="1106" y="2283"/>
                </a:cubicBezTo>
                <a:cubicBezTo>
                  <a:pt x="1102" y="2203"/>
                  <a:pt x="1102" y="2123"/>
                  <a:pt x="1106" y="2043"/>
                </a:cubicBezTo>
                <a:cubicBezTo>
                  <a:pt x="1107" y="2033"/>
                  <a:pt x="1110" y="2004"/>
                  <a:pt x="1113" y="1978"/>
                </a:cubicBezTo>
                <a:lnTo>
                  <a:pt x="1113" y="1978"/>
                </a:lnTo>
                <a:cubicBezTo>
                  <a:pt x="1117" y="1953"/>
                  <a:pt x="1123" y="1911"/>
                  <a:pt x="1125" y="1899"/>
                </a:cubicBezTo>
                <a:cubicBezTo>
                  <a:pt x="1144" y="1813"/>
                  <a:pt x="1170" y="1731"/>
                  <a:pt x="1197" y="1647"/>
                </a:cubicBezTo>
                <a:cubicBezTo>
                  <a:pt x="1199" y="1642"/>
                  <a:pt x="1200" y="1637"/>
                  <a:pt x="1201" y="1634"/>
                </a:cubicBezTo>
                <a:lnTo>
                  <a:pt x="1201" y="1634"/>
                </a:lnTo>
                <a:cubicBezTo>
                  <a:pt x="1203" y="1630"/>
                  <a:pt x="1205" y="1626"/>
                  <a:pt x="1208" y="1621"/>
                </a:cubicBezTo>
                <a:cubicBezTo>
                  <a:pt x="1227" y="1583"/>
                  <a:pt x="1246" y="1543"/>
                  <a:pt x="1269" y="1507"/>
                </a:cubicBezTo>
                <a:cubicBezTo>
                  <a:pt x="1290" y="1470"/>
                  <a:pt x="1313" y="1434"/>
                  <a:pt x="1338" y="1398"/>
                </a:cubicBezTo>
                <a:cubicBezTo>
                  <a:pt x="1341" y="1394"/>
                  <a:pt x="1344" y="1390"/>
                  <a:pt x="1346" y="1386"/>
                </a:cubicBezTo>
                <a:lnTo>
                  <a:pt x="1346" y="1386"/>
                </a:lnTo>
                <a:cubicBezTo>
                  <a:pt x="1346" y="1386"/>
                  <a:pt x="1346" y="1386"/>
                  <a:pt x="1347" y="1385"/>
                </a:cubicBezTo>
                <a:cubicBezTo>
                  <a:pt x="1399" y="1329"/>
                  <a:pt x="1454" y="1275"/>
                  <a:pt x="1511" y="1223"/>
                </a:cubicBezTo>
                <a:lnTo>
                  <a:pt x="1511" y="1223"/>
                </a:lnTo>
                <a:cubicBezTo>
                  <a:pt x="1524" y="1213"/>
                  <a:pt x="1537" y="1203"/>
                  <a:pt x="1551" y="1194"/>
                </a:cubicBezTo>
                <a:cubicBezTo>
                  <a:pt x="1589" y="1170"/>
                  <a:pt x="1627" y="1147"/>
                  <a:pt x="1667" y="1126"/>
                </a:cubicBezTo>
                <a:cubicBezTo>
                  <a:pt x="1682" y="1119"/>
                  <a:pt x="1697" y="1111"/>
                  <a:pt x="1712" y="1103"/>
                </a:cubicBezTo>
                <a:lnTo>
                  <a:pt x="1712" y="1103"/>
                </a:lnTo>
                <a:cubicBezTo>
                  <a:pt x="1755" y="1090"/>
                  <a:pt x="1797" y="1075"/>
                  <a:pt x="1840" y="1063"/>
                </a:cubicBezTo>
                <a:cubicBezTo>
                  <a:pt x="1884" y="1050"/>
                  <a:pt x="1928" y="1042"/>
                  <a:pt x="1970" y="1031"/>
                </a:cubicBezTo>
                <a:cubicBezTo>
                  <a:pt x="1976" y="1030"/>
                  <a:pt x="1983" y="1028"/>
                  <a:pt x="1990" y="1026"/>
                </a:cubicBezTo>
                <a:lnTo>
                  <a:pt x="1990" y="1026"/>
                </a:lnTo>
                <a:cubicBezTo>
                  <a:pt x="2008" y="1025"/>
                  <a:pt x="2026" y="1024"/>
                  <a:pt x="2042" y="1023"/>
                </a:cubicBezTo>
                <a:cubicBezTo>
                  <a:pt x="2063" y="1021"/>
                  <a:pt x="2083" y="1018"/>
                  <a:pt x="2104" y="1015"/>
                </a:cubicBezTo>
                <a:lnTo>
                  <a:pt x="2104" y="1015"/>
                </a:lnTo>
                <a:cubicBezTo>
                  <a:pt x="2127" y="1013"/>
                  <a:pt x="2151" y="1010"/>
                  <a:pt x="2175" y="1006"/>
                </a:cubicBezTo>
                <a:cubicBezTo>
                  <a:pt x="2200" y="1002"/>
                  <a:pt x="2223" y="998"/>
                  <a:pt x="2248" y="996"/>
                </a:cubicBezTo>
                <a:lnTo>
                  <a:pt x="2248" y="996"/>
                </a:lnTo>
                <a:cubicBezTo>
                  <a:pt x="2202" y="1002"/>
                  <a:pt x="2186" y="1004"/>
                  <a:pt x="2186" y="1004"/>
                </a:cubicBezTo>
                <a:cubicBezTo>
                  <a:pt x="2187" y="1004"/>
                  <a:pt x="2227" y="999"/>
                  <a:pt x="2246" y="998"/>
                </a:cubicBezTo>
                <a:cubicBezTo>
                  <a:pt x="2293" y="996"/>
                  <a:pt x="2341" y="991"/>
                  <a:pt x="2387" y="989"/>
                </a:cubicBezTo>
                <a:close/>
                <a:moveTo>
                  <a:pt x="2431" y="0"/>
                </a:moveTo>
                <a:cubicBezTo>
                  <a:pt x="2283" y="0"/>
                  <a:pt x="2134" y="12"/>
                  <a:pt x="1987" y="33"/>
                </a:cubicBezTo>
                <a:lnTo>
                  <a:pt x="1987" y="33"/>
                </a:lnTo>
                <a:cubicBezTo>
                  <a:pt x="1519" y="79"/>
                  <a:pt x="1082" y="246"/>
                  <a:pt x="738" y="578"/>
                </a:cubicBezTo>
                <a:cubicBezTo>
                  <a:pt x="443" y="863"/>
                  <a:pt x="236" y="1259"/>
                  <a:pt x="158" y="1661"/>
                </a:cubicBezTo>
                <a:cubicBezTo>
                  <a:pt x="0" y="2477"/>
                  <a:pt x="228" y="3403"/>
                  <a:pt x="896" y="3941"/>
                </a:cubicBezTo>
                <a:cubicBezTo>
                  <a:pt x="1283" y="4251"/>
                  <a:pt x="1777" y="4404"/>
                  <a:pt x="2272" y="4404"/>
                </a:cubicBezTo>
                <a:cubicBezTo>
                  <a:pt x="2762" y="4404"/>
                  <a:pt x="3253" y="4255"/>
                  <a:pt x="3645" y="3962"/>
                </a:cubicBezTo>
                <a:cubicBezTo>
                  <a:pt x="4395" y="3401"/>
                  <a:pt x="4700" y="2409"/>
                  <a:pt x="4443" y="1512"/>
                </a:cubicBezTo>
                <a:cubicBezTo>
                  <a:pt x="4302" y="1025"/>
                  <a:pt x="4003" y="604"/>
                  <a:pt x="3582" y="321"/>
                </a:cubicBezTo>
                <a:cubicBezTo>
                  <a:pt x="3236" y="89"/>
                  <a:pt x="2836" y="0"/>
                  <a:pt x="243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4">
  <p:cSld name="CUSTOM_2_1_1_1">
    <p:bg>
      <p:bgPr>
        <a:solidFill>
          <a:schemeClr val="lt1"/>
        </a:solidFill>
      </p:bgPr>
    </p:bg>
    <p:spTree>
      <p:nvGrpSpPr>
        <p:cNvPr id="5886" name="Shape 5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87" name="Google Shape;5887;p47"/>
          <p:cNvGrpSpPr/>
          <p:nvPr/>
        </p:nvGrpSpPr>
        <p:grpSpPr>
          <a:xfrm>
            <a:off x="0" y="0"/>
            <a:ext cx="9144125" cy="5143391"/>
            <a:chOff x="0" y="0"/>
            <a:chExt cx="9144125" cy="5143391"/>
          </a:xfrm>
        </p:grpSpPr>
        <p:sp>
          <p:nvSpPr>
            <p:cNvPr id="5888" name="Google Shape;5888;p47"/>
            <p:cNvSpPr/>
            <p:nvPr/>
          </p:nvSpPr>
          <p:spPr>
            <a:xfrm>
              <a:off x="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89" name="Google Shape;5889;p47"/>
            <p:cNvSpPr/>
            <p:nvPr/>
          </p:nvSpPr>
          <p:spPr>
            <a:xfrm>
              <a:off x="38100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0" name="Google Shape;5890;p47"/>
            <p:cNvSpPr/>
            <p:nvPr/>
          </p:nvSpPr>
          <p:spPr>
            <a:xfrm>
              <a:off x="76201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1" name="Google Shape;5891;p47"/>
            <p:cNvSpPr/>
            <p:nvPr/>
          </p:nvSpPr>
          <p:spPr>
            <a:xfrm>
              <a:off x="114301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2" name="Google Shape;5892;p47"/>
            <p:cNvSpPr/>
            <p:nvPr/>
          </p:nvSpPr>
          <p:spPr>
            <a:xfrm>
              <a:off x="152402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3" name="Google Shape;5893;p47"/>
            <p:cNvSpPr/>
            <p:nvPr/>
          </p:nvSpPr>
          <p:spPr>
            <a:xfrm>
              <a:off x="190502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4" name="Google Shape;5894;p47"/>
            <p:cNvSpPr/>
            <p:nvPr/>
          </p:nvSpPr>
          <p:spPr>
            <a:xfrm>
              <a:off x="228603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5" name="Google Shape;5895;p47"/>
            <p:cNvSpPr/>
            <p:nvPr/>
          </p:nvSpPr>
          <p:spPr>
            <a:xfrm>
              <a:off x="266703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6" name="Google Shape;5896;p47"/>
            <p:cNvSpPr/>
            <p:nvPr/>
          </p:nvSpPr>
          <p:spPr>
            <a:xfrm>
              <a:off x="304804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7" name="Google Shape;5897;p47"/>
            <p:cNvSpPr/>
            <p:nvPr/>
          </p:nvSpPr>
          <p:spPr>
            <a:xfrm>
              <a:off x="342904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8" name="Google Shape;5898;p47"/>
            <p:cNvSpPr/>
            <p:nvPr/>
          </p:nvSpPr>
          <p:spPr>
            <a:xfrm>
              <a:off x="381005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9" name="Google Shape;5899;p47"/>
            <p:cNvSpPr/>
            <p:nvPr/>
          </p:nvSpPr>
          <p:spPr>
            <a:xfrm>
              <a:off x="419105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0" name="Google Shape;5900;p47"/>
            <p:cNvSpPr/>
            <p:nvPr/>
          </p:nvSpPr>
          <p:spPr>
            <a:xfrm>
              <a:off x="457206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1" name="Google Shape;5901;p47"/>
            <p:cNvSpPr/>
            <p:nvPr/>
          </p:nvSpPr>
          <p:spPr>
            <a:xfrm>
              <a:off x="495306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2" name="Google Shape;5902;p47"/>
            <p:cNvSpPr/>
            <p:nvPr/>
          </p:nvSpPr>
          <p:spPr>
            <a:xfrm>
              <a:off x="533407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3" name="Google Shape;5903;p47"/>
            <p:cNvSpPr/>
            <p:nvPr/>
          </p:nvSpPr>
          <p:spPr>
            <a:xfrm>
              <a:off x="571507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4" name="Google Shape;5904;p47"/>
            <p:cNvSpPr/>
            <p:nvPr/>
          </p:nvSpPr>
          <p:spPr>
            <a:xfrm>
              <a:off x="609608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5" name="Google Shape;5905;p47"/>
            <p:cNvSpPr/>
            <p:nvPr/>
          </p:nvSpPr>
          <p:spPr>
            <a:xfrm>
              <a:off x="647708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6" name="Google Shape;5906;p47"/>
            <p:cNvSpPr/>
            <p:nvPr/>
          </p:nvSpPr>
          <p:spPr>
            <a:xfrm>
              <a:off x="685809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7" name="Google Shape;5907;p47"/>
            <p:cNvSpPr/>
            <p:nvPr/>
          </p:nvSpPr>
          <p:spPr>
            <a:xfrm>
              <a:off x="723909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8" name="Google Shape;5908;p47"/>
            <p:cNvSpPr/>
            <p:nvPr/>
          </p:nvSpPr>
          <p:spPr>
            <a:xfrm>
              <a:off x="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9" name="Google Shape;5909;p47"/>
            <p:cNvSpPr/>
            <p:nvPr/>
          </p:nvSpPr>
          <p:spPr>
            <a:xfrm>
              <a:off x="38100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10" name="Google Shape;5910;p47"/>
            <p:cNvSpPr/>
            <p:nvPr/>
          </p:nvSpPr>
          <p:spPr>
            <a:xfrm>
              <a:off x="76201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11" name="Google Shape;5911;p47"/>
            <p:cNvSpPr/>
            <p:nvPr/>
          </p:nvSpPr>
          <p:spPr>
            <a:xfrm>
              <a:off x="114301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12" name="Google Shape;5912;p47"/>
            <p:cNvSpPr/>
            <p:nvPr/>
          </p:nvSpPr>
          <p:spPr>
            <a:xfrm>
              <a:off x="152402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13" name="Google Shape;5913;p47"/>
            <p:cNvSpPr/>
            <p:nvPr/>
          </p:nvSpPr>
          <p:spPr>
            <a:xfrm>
              <a:off x="190502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14" name="Google Shape;5914;p47"/>
            <p:cNvSpPr/>
            <p:nvPr/>
          </p:nvSpPr>
          <p:spPr>
            <a:xfrm>
              <a:off x="228603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15" name="Google Shape;5915;p47"/>
            <p:cNvSpPr/>
            <p:nvPr/>
          </p:nvSpPr>
          <p:spPr>
            <a:xfrm>
              <a:off x="266703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16" name="Google Shape;5916;p47"/>
            <p:cNvSpPr/>
            <p:nvPr/>
          </p:nvSpPr>
          <p:spPr>
            <a:xfrm>
              <a:off x="304804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17" name="Google Shape;5917;p47"/>
            <p:cNvSpPr/>
            <p:nvPr/>
          </p:nvSpPr>
          <p:spPr>
            <a:xfrm>
              <a:off x="342904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18" name="Google Shape;5918;p47"/>
            <p:cNvSpPr/>
            <p:nvPr/>
          </p:nvSpPr>
          <p:spPr>
            <a:xfrm>
              <a:off x="381005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19" name="Google Shape;5919;p47"/>
            <p:cNvSpPr/>
            <p:nvPr/>
          </p:nvSpPr>
          <p:spPr>
            <a:xfrm>
              <a:off x="419105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0" name="Google Shape;5920;p47"/>
            <p:cNvSpPr/>
            <p:nvPr/>
          </p:nvSpPr>
          <p:spPr>
            <a:xfrm>
              <a:off x="457206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1" name="Google Shape;5921;p47"/>
            <p:cNvSpPr/>
            <p:nvPr/>
          </p:nvSpPr>
          <p:spPr>
            <a:xfrm>
              <a:off x="495306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2" name="Google Shape;5922;p47"/>
            <p:cNvSpPr/>
            <p:nvPr/>
          </p:nvSpPr>
          <p:spPr>
            <a:xfrm>
              <a:off x="533407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3" name="Google Shape;5923;p47"/>
            <p:cNvSpPr/>
            <p:nvPr/>
          </p:nvSpPr>
          <p:spPr>
            <a:xfrm>
              <a:off x="571507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4" name="Google Shape;5924;p47"/>
            <p:cNvSpPr/>
            <p:nvPr/>
          </p:nvSpPr>
          <p:spPr>
            <a:xfrm>
              <a:off x="609608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5" name="Google Shape;5925;p47"/>
            <p:cNvSpPr/>
            <p:nvPr/>
          </p:nvSpPr>
          <p:spPr>
            <a:xfrm>
              <a:off x="647708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6" name="Google Shape;5926;p47"/>
            <p:cNvSpPr/>
            <p:nvPr/>
          </p:nvSpPr>
          <p:spPr>
            <a:xfrm>
              <a:off x="685809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7" name="Google Shape;5927;p47"/>
            <p:cNvSpPr/>
            <p:nvPr/>
          </p:nvSpPr>
          <p:spPr>
            <a:xfrm>
              <a:off x="723909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8" name="Google Shape;5928;p47"/>
            <p:cNvSpPr/>
            <p:nvPr/>
          </p:nvSpPr>
          <p:spPr>
            <a:xfrm>
              <a:off x="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9" name="Google Shape;5929;p47"/>
            <p:cNvSpPr/>
            <p:nvPr/>
          </p:nvSpPr>
          <p:spPr>
            <a:xfrm>
              <a:off x="38100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30" name="Google Shape;5930;p47"/>
            <p:cNvSpPr/>
            <p:nvPr/>
          </p:nvSpPr>
          <p:spPr>
            <a:xfrm>
              <a:off x="76201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31" name="Google Shape;5931;p47"/>
            <p:cNvSpPr/>
            <p:nvPr/>
          </p:nvSpPr>
          <p:spPr>
            <a:xfrm>
              <a:off x="114301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32" name="Google Shape;5932;p47"/>
            <p:cNvSpPr/>
            <p:nvPr/>
          </p:nvSpPr>
          <p:spPr>
            <a:xfrm>
              <a:off x="152402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33" name="Google Shape;5933;p47"/>
            <p:cNvSpPr/>
            <p:nvPr/>
          </p:nvSpPr>
          <p:spPr>
            <a:xfrm>
              <a:off x="190502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34" name="Google Shape;5934;p47"/>
            <p:cNvSpPr/>
            <p:nvPr/>
          </p:nvSpPr>
          <p:spPr>
            <a:xfrm>
              <a:off x="228603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35" name="Google Shape;5935;p47"/>
            <p:cNvSpPr/>
            <p:nvPr/>
          </p:nvSpPr>
          <p:spPr>
            <a:xfrm>
              <a:off x="266703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36" name="Google Shape;5936;p47"/>
            <p:cNvSpPr/>
            <p:nvPr/>
          </p:nvSpPr>
          <p:spPr>
            <a:xfrm>
              <a:off x="304804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37" name="Google Shape;5937;p47"/>
            <p:cNvSpPr/>
            <p:nvPr/>
          </p:nvSpPr>
          <p:spPr>
            <a:xfrm>
              <a:off x="342904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38" name="Google Shape;5938;p47"/>
            <p:cNvSpPr/>
            <p:nvPr/>
          </p:nvSpPr>
          <p:spPr>
            <a:xfrm>
              <a:off x="381005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39" name="Google Shape;5939;p47"/>
            <p:cNvSpPr/>
            <p:nvPr/>
          </p:nvSpPr>
          <p:spPr>
            <a:xfrm>
              <a:off x="419105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0" name="Google Shape;5940;p47"/>
            <p:cNvSpPr/>
            <p:nvPr/>
          </p:nvSpPr>
          <p:spPr>
            <a:xfrm>
              <a:off x="457206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1" name="Google Shape;5941;p47"/>
            <p:cNvSpPr/>
            <p:nvPr/>
          </p:nvSpPr>
          <p:spPr>
            <a:xfrm>
              <a:off x="495306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2" name="Google Shape;5942;p47"/>
            <p:cNvSpPr/>
            <p:nvPr/>
          </p:nvSpPr>
          <p:spPr>
            <a:xfrm>
              <a:off x="533407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3" name="Google Shape;5943;p47"/>
            <p:cNvSpPr/>
            <p:nvPr/>
          </p:nvSpPr>
          <p:spPr>
            <a:xfrm>
              <a:off x="571507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4" name="Google Shape;5944;p47"/>
            <p:cNvSpPr/>
            <p:nvPr/>
          </p:nvSpPr>
          <p:spPr>
            <a:xfrm>
              <a:off x="609608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5" name="Google Shape;5945;p47"/>
            <p:cNvSpPr/>
            <p:nvPr/>
          </p:nvSpPr>
          <p:spPr>
            <a:xfrm>
              <a:off x="647708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6" name="Google Shape;5946;p47"/>
            <p:cNvSpPr/>
            <p:nvPr/>
          </p:nvSpPr>
          <p:spPr>
            <a:xfrm>
              <a:off x="685809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7" name="Google Shape;5947;p47"/>
            <p:cNvSpPr/>
            <p:nvPr/>
          </p:nvSpPr>
          <p:spPr>
            <a:xfrm>
              <a:off x="723909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8" name="Google Shape;5948;p47"/>
            <p:cNvSpPr/>
            <p:nvPr/>
          </p:nvSpPr>
          <p:spPr>
            <a:xfrm>
              <a:off x="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9" name="Google Shape;5949;p47"/>
            <p:cNvSpPr/>
            <p:nvPr/>
          </p:nvSpPr>
          <p:spPr>
            <a:xfrm>
              <a:off x="38100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50" name="Google Shape;5950;p47"/>
            <p:cNvSpPr/>
            <p:nvPr/>
          </p:nvSpPr>
          <p:spPr>
            <a:xfrm>
              <a:off x="76201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51" name="Google Shape;5951;p47"/>
            <p:cNvSpPr/>
            <p:nvPr/>
          </p:nvSpPr>
          <p:spPr>
            <a:xfrm>
              <a:off x="114301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52" name="Google Shape;5952;p47"/>
            <p:cNvSpPr/>
            <p:nvPr/>
          </p:nvSpPr>
          <p:spPr>
            <a:xfrm>
              <a:off x="152402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53" name="Google Shape;5953;p47"/>
            <p:cNvSpPr/>
            <p:nvPr/>
          </p:nvSpPr>
          <p:spPr>
            <a:xfrm>
              <a:off x="190502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54" name="Google Shape;5954;p47"/>
            <p:cNvSpPr/>
            <p:nvPr/>
          </p:nvSpPr>
          <p:spPr>
            <a:xfrm>
              <a:off x="228603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55" name="Google Shape;5955;p47"/>
            <p:cNvSpPr/>
            <p:nvPr/>
          </p:nvSpPr>
          <p:spPr>
            <a:xfrm>
              <a:off x="266703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56" name="Google Shape;5956;p47"/>
            <p:cNvSpPr/>
            <p:nvPr/>
          </p:nvSpPr>
          <p:spPr>
            <a:xfrm>
              <a:off x="304804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57" name="Google Shape;5957;p47"/>
            <p:cNvSpPr/>
            <p:nvPr/>
          </p:nvSpPr>
          <p:spPr>
            <a:xfrm>
              <a:off x="342904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58" name="Google Shape;5958;p47"/>
            <p:cNvSpPr/>
            <p:nvPr/>
          </p:nvSpPr>
          <p:spPr>
            <a:xfrm>
              <a:off x="381005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59" name="Google Shape;5959;p47"/>
            <p:cNvSpPr/>
            <p:nvPr/>
          </p:nvSpPr>
          <p:spPr>
            <a:xfrm>
              <a:off x="419105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0" name="Google Shape;5960;p47"/>
            <p:cNvSpPr/>
            <p:nvPr/>
          </p:nvSpPr>
          <p:spPr>
            <a:xfrm>
              <a:off x="457206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1" name="Google Shape;5961;p47"/>
            <p:cNvSpPr/>
            <p:nvPr/>
          </p:nvSpPr>
          <p:spPr>
            <a:xfrm>
              <a:off x="495306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2" name="Google Shape;5962;p47"/>
            <p:cNvSpPr/>
            <p:nvPr/>
          </p:nvSpPr>
          <p:spPr>
            <a:xfrm>
              <a:off x="533407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3" name="Google Shape;5963;p47"/>
            <p:cNvSpPr/>
            <p:nvPr/>
          </p:nvSpPr>
          <p:spPr>
            <a:xfrm>
              <a:off x="571507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4" name="Google Shape;5964;p47"/>
            <p:cNvSpPr/>
            <p:nvPr/>
          </p:nvSpPr>
          <p:spPr>
            <a:xfrm>
              <a:off x="609608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5" name="Google Shape;5965;p47"/>
            <p:cNvSpPr/>
            <p:nvPr/>
          </p:nvSpPr>
          <p:spPr>
            <a:xfrm>
              <a:off x="647708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6" name="Google Shape;5966;p47"/>
            <p:cNvSpPr/>
            <p:nvPr/>
          </p:nvSpPr>
          <p:spPr>
            <a:xfrm>
              <a:off x="685809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7" name="Google Shape;5967;p47"/>
            <p:cNvSpPr/>
            <p:nvPr/>
          </p:nvSpPr>
          <p:spPr>
            <a:xfrm>
              <a:off x="723909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8" name="Google Shape;5968;p47"/>
            <p:cNvSpPr/>
            <p:nvPr/>
          </p:nvSpPr>
          <p:spPr>
            <a:xfrm>
              <a:off x="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9" name="Google Shape;5969;p47"/>
            <p:cNvSpPr/>
            <p:nvPr/>
          </p:nvSpPr>
          <p:spPr>
            <a:xfrm>
              <a:off x="38100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0" name="Google Shape;5970;p47"/>
            <p:cNvSpPr/>
            <p:nvPr/>
          </p:nvSpPr>
          <p:spPr>
            <a:xfrm>
              <a:off x="76201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1" name="Google Shape;5971;p47"/>
            <p:cNvSpPr/>
            <p:nvPr/>
          </p:nvSpPr>
          <p:spPr>
            <a:xfrm>
              <a:off x="114301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2" name="Google Shape;5972;p47"/>
            <p:cNvSpPr/>
            <p:nvPr/>
          </p:nvSpPr>
          <p:spPr>
            <a:xfrm>
              <a:off x="152402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3" name="Google Shape;5973;p47"/>
            <p:cNvSpPr/>
            <p:nvPr/>
          </p:nvSpPr>
          <p:spPr>
            <a:xfrm>
              <a:off x="190502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4" name="Google Shape;5974;p47"/>
            <p:cNvSpPr/>
            <p:nvPr/>
          </p:nvSpPr>
          <p:spPr>
            <a:xfrm>
              <a:off x="228603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5" name="Google Shape;5975;p47"/>
            <p:cNvSpPr/>
            <p:nvPr/>
          </p:nvSpPr>
          <p:spPr>
            <a:xfrm>
              <a:off x="266703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6" name="Google Shape;5976;p47"/>
            <p:cNvSpPr/>
            <p:nvPr/>
          </p:nvSpPr>
          <p:spPr>
            <a:xfrm>
              <a:off x="304804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7" name="Google Shape;5977;p47"/>
            <p:cNvSpPr/>
            <p:nvPr/>
          </p:nvSpPr>
          <p:spPr>
            <a:xfrm>
              <a:off x="342904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8" name="Google Shape;5978;p47"/>
            <p:cNvSpPr/>
            <p:nvPr/>
          </p:nvSpPr>
          <p:spPr>
            <a:xfrm>
              <a:off x="381005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9" name="Google Shape;5979;p47"/>
            <p:cNvSpPr/>
            <p:nvPr/>
          </p:nvSpPr>
          <p:spPr>
            <a:xfrm>
              <a:off x="419105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0" name="Google Shape;5980;p47"/>
            <p:cNvSpPr/>
            <p:nvPr/>
          </p:nvSpPr>
          <p:spPr>
            <a:xfrm>
              <a:off x="457206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1" name="Google Shape;5981;p47"/>
            <p:cNvSpPr/>
            <p:nvPr/>
          </p:nvSpPr>
          <p:spPr>
            <a:xfrm>
              <a:off x="495306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2" name="Google Shape;5982;p47"/>
            <p:cNvSpPr/>
            <p:nvPr/>
          </p:nvSpPr>
          <p:spPr>
            <a:xfrm>
              <a:off x="533407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3" name="Google Shape;5983;p47"/>
            <p:cNvSpPr/>
            <p:nvPr/>
          </p:nvSpPr>
          <p:spPr>
            <a:xfrm>
              <a:off x="571507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4" name="Google Shape;5984;p47"/>
            <p:cNvSpPr/>
            <p:nvPr/>
          </p:nvSpPr>
          <p:spPr>
            <a:xfrm>
              <a:off x="609608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5" name="Google Shape;5985;p47"/>
            <p:cNvSpPr/>
            <p:nvPr/>
          </p:nvSpPr>
          <p:spPr>
            <a:xfrm>
              <a:off x="647708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6" name="Google Shape;5986;p47"/>
            <p:cNvSpPr/>
            <p:nvPr/>
          </p:nvSpPr>
          <p:spPr>
            <a:xfrm>
              <a:off x="685809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7" name="Google Shape;5987;p47"/>
            <p:cNvSpPr/>
            <p:nvPr/>
          </p:nvSpPr>
          <p:spPr>
            <a:xfrm>
              <a:off x="723909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8" name="Google Shape;5988;p47"/>
            <p:cNvSpPr/>
            <p:nvPr/>
          </p:nvSpPr>
          <p:spPr>
            <a:xfrm>
              <a:off x="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9" name="Google Shape;5989;p47"/>
            <p:cNvSpPr/>
            <p:nvPr/>
          </p:nvSpPr>
          <p:spPr>
            <a:xfrm>
              <a:off x="38100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90" name="Google Shape;5990;p47"/>
            <p:cNvSpPr/>
            <p:nvPr/>
          </p:nvSpPr>
          <p:spPr>
            <a:xfrm>
              <a:off x="76201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91" name="Google Shape;5991;p47"/>
            <p:cNvSpPr/>
            <p:nvPr/>
          </p:nvSpPr>
          <p:spPr>
            <a:xfrm>
              <a:off x="114301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92" name="Google Shape;5992;p47"/>
            <p:cNvSpPr/>
            <p:nvPr/>
          </p:nvSpPr>
          <p:spPr>
            <a:xfrm>
              <a:off x="152402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93" name="Google Shape;5993;p47"/>
            <p:cNvSpPr/>
            <p:nvPr/>
          </p:nvSpPr>
          <p:spPr>
            <a:xfrm>
              <a:off x="190502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94" name="Google Shape;5994;p47"/>
            <p:cNvSpPr/>
            <p:nvPr/>
          </p:nvSpPr>
          <p:spPr>
            <a:xfrm>
              <a:off x="228603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95" name="Google Shape;5995;p47"/>
            <p:cNvSpPr/>
            <p:nvPr/>
          </p:nvSpPr>
          <p:spPr>
            <a:xfrm>
              <a:off x="266703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96" name="Google Shape;5996;p47"/>
            <p:cNvSpPr/>
            <p:nvPr/>
          </p:nvSpPr>
          <p:spPr>
            <a:xfrm>
              <a:off x="304804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97" name="Google Shape;5997;p47"/>
            <p:cNvSpPr/>
            <p:nvPr/>
          </p:nvSpPr>
          <p:spPr>
            <a:xfrm>
              <a:off x="342904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98" name="Google Shape;5998;p47"/>
            <p:cNvSpPr/>
            <p:nvPr/>
          </p:nvSpPr>
          <p:spPr>
            <a:xfrm>
              <a:off x="381005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99" name="Google Shape;5999;p47"/>
            <p:cNvSpPr/>
            <p:nvPr/>
          </p:nvSpPr>
          <p:spPr>
            <a:xfrm>
              <a:off x="419105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00" name="Google Shape;6000;p47"/>
            <p:cNvSpPr/>
            <p:nvPr/>
          </p:nvSpPr>
          <p:spPr>
            <a:xfrm>
              <a:off x="457206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01" name="Google Shape;6001;p47"/>
            <p:cNvSpPr/>
            <p:nvPr/>
          </p:nvSpPr>
          <p:spPr>
            <a:xfrm>
              <a:off x="495306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02" name="Google Shape;6002;p47"/>
            <p:cNvSpPr/>
            <p:nvPr/>
          </p:nvSpPr>
          <p:spPr>
            <a:xfrm>
              <a:off x="533407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03" name="Google Shape;6003;p47"/>
            <p:cNvSpPr/>
            <p:nvPr/>
          </p:nvSpPr>
          <p:spPr>
            <a:xfrm>
              <a:off x="571507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04" name="Google Shape;6004;p47"/>
            <p:cNvSpPr/>
            <p:nvPr/>
          </p:nvSpPr>
          <p:spPr>
            <a:xfrm>
              <a:off x="609608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05" name="Google Shape;6005;p47"/>
            <p:cNvSpPr/>
            <p:nvPr/>
          </p:nvSpPr>
          <p:spPr>
            <a:xfrm>
              <a:off x="647708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06" name="Google Shape;6006;p47"/>
            <p:cNvSpPr/>
            <p:nvPr/>
          </p:nvSpPr>
          <p:spPr>
            <a:xfrm>
              <a:off x="685809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07" name="Google Shape;6007;p47"/>
            <p:cNvSpPr/>
            <p:nvPr/>
          </p:nvSpPr>
          <p:spPr>
            <a:xfrm>
              <a:off x="723909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08" name="Google Shape;6008;p47"/>
            <p:cNvSpPr/>
            <p:nvPr/>
          </p:nvSpPr>
          <p:spPr>
            <a:xfrm>
              <a:off x="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09" name="Google Shape;6009;p47"/>
            <p:cNvSpPr/>
            <p:nvPr/>
          </p:nvSpPr>
          <p:spPr>
            <a:xfrm>
              <a:off x="38100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10" name="Google Shape;6010;p47"/>
            <p:cNvSpPr/>
            <p:nvPr/>
          </p:nvSpPr>
          <p:spPr>
            <a:xfrm>
              <a:off x="76201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11" name="Google Shape;6011;p47"/>
            <p:cNvSpPr/>
            <p:nvPr/>
          </p:nvSpPr>
          <p:spPr>
            <a:xfrm>
              <a:off x="114301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12" name="Google Shape;6012;p47"/>
            <p:cNvSpPr/>
            <p:nvPr/>
          </p:nvSpPr>
          <p:spPr>
            <a:xfrm>
              <a:off x="152402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13" name="Google Shape;6013;p47"/>
            <p:cNvSpPr/>
            <p:nvPr/>
          </p:nvSpPr>
          <p:spPr>
            <a:xfrm>
              <a:off x="190502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14" name="Google Shape;6014;p47"/>
            <p:cNvSpPr/>
            <p:nvPr/>
          </p:nvSpPr>
          <p:spPr>
            <a:xfrm>
              <a:off x="228603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15" name="Google Shape;6015;p47"/>
            <p:cNvSpPr/>
            <p:nvPr/>
          </p:nvSpPr>
          <p:spPr>
            <a:xfrm>
              <a:off x="266703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16" name="Google Shape;6016;p47"/>
            <p:cNvSpPr/>
            <p:nvPr/>
          </p:nvSpPr>
          <p:spPr>
            <a:xfrm>
              <a:off x="304804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17" name="Google Shape;6017;p47"/>
            <p:cNvSpPr/>
            <p:nvPr/>
          </p:nvSpPr>
          <p:spPr>
            <a:xfrm>
              <a:off x="342904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18" name="Google Shape;6018;p47"/>
            <p:cNvSpPr/>
            <p:nvPr/>
          </p:nvSpPr>
          <p:spPr>
            <a:xfrm>
              <a:off x="381005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19" name="Google Shape;6019;p47"/>
            <p:cNvSpPr/>
            <p:nvPr/>
          </p:nvSpPr>
          <p:spPr>
            <a:xfrm>
              <a:off x="419105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20" name="Google Shape;6020;p47"/>
            <p:cNvSpPr/>
            <p:nvPr/>
          </p:nvSpPr>
          <p:spPr>
            <a:xfrm>
              <a:off x="457206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21" name="Google Shape;6021;p47"/>
            <p:cNvSpPr/>
            <p:nvPr/>
          </p:nvSpPr>
          <p:spPr>
            <a:xfrm>
              <a:off x="495306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22" name="Google Shape;6022;p47"/>
            <p:cNvSpPr/>
            <p:nvPr/>
          </p:nvSpPr>
          <p:spPr>
            <a:xfrm>
              <a:off x="533407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23" name="Google Shape;6023;p47"/>
            <p:cNvSpPr/>
            <p:nvPr/>
          </p:nvSpPr>
          <p:spPr>
            <a:xfrm>
              <a:off x="571507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24" name="Google Shape;6024;p47"/>
            <p:cNvSpPr/>
            <p:nvPr/>
          </p:nvSpPr>
          <p:spPr>
            <a:xfrm>
              <a:off x="609608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25" name="Google Shape;6025;p47"/>
            <p:cNvSpPr/>
            <p:nvPr/>
          </p:nvSpPr>
          <p:spPr>
            <a:xfrm>
              <a:off x="647708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26" name="Google Shape;6026;p47"/>
            <p:cNvSpPr/>
            <p:nvPr/>
          </p:nvSpPr>
          <p:spPr>
            <a:xfrm>
              <a:off x="685809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27" name="Google Shape;6027;p47"/>
            <p:cNvSpPr/>
            <p:nvPr/>
          </p:nvSpPr>
          <p:spPr>
            <a:xfrm>
              <a:off x="723909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28" name="Google Shape;6028;p47"/>
            <p:cNvSpPr/>
            <p:nvPr/>
          </p:nvSpPr>
          <p:spPr>
            <a:xfrm>
              <a:off x="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29" name="Google Shape;6029;p47"/>
            <p:cNvSpPr/>
            <p:nvPr/>
          </p:nvSpPr>
          <p:spPr>
            <a:xfrm>
              <a:off x="38100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30" name="Google Shape;6030;p47"/>
            <p:cNvSpPr/>
            <p:nvPr/>
          </p:nvSpPr>
          <p:spPr>
            <a:xfrm>
              <a:off x="76201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31" name="Google Shape;6031;p47"/>
            <p:cNvSpPr/>
            <p:nvPr/>
          </p:nvSpPr>
          <p:spPr>
            <a:xfrm>
              <a:off x="114301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32" name="Google Shape;6032;p47"/>
            <p:cNvSpPr/>
            <p:nvPr/>
          </p:nvSpPr>
          <p:spPr>
            <a:xfrm>
              <a:off x="152402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33" name="Google Shape;6033;p47"/>
            <p:cNvSpPr/>
            <p:nvPr/>
          </p:nvSpPr>
          <p:spPr>
            <a:xfrm>
              <a:off x="190502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34" name="Google Shape;6034;p47"/>
            <p:cNvSpPr/>
            <p:nvPr/>
          </p:nvSpPr>
          <p:spPr>
            <a:xfrm>
              <a:off x="228603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35" name="Google Shape;6035;p47"/>
            <p:cNvSpPr/>
            <p:nvPr/>
          </p:nvSpPr>
          <p:spPr>
            <a:xfrm>
              <a:off x="266703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36" name="Google Shape;6036;p47"/>
            <p:cNvSpPr/>
            <p:nvPr/>
          </p:nvSpPr>
          <p:spPr>
            <a:xfrm>
              <a:off x="304804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37" name="Google Shape;6037;p47"/>
            <p:cNvSpPr/>
            <p:nvPr/>
          </p:nvSpPr>
          <p:spPr>
            <a:xfrm>
              <a:off x="342904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38" name="Google Shape;6038;p47"/>
            <p:cNvSpPr/>
            <p:nvPr/>
          </p:nvSpPr>
          <p:spPr>
            <a:xfrm>
              <a:off x="381005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39" name="Google Shape;6039;p47"/>
            <p:cNvSpPr/>
            <p:nvPr/>
          </p:nvSpPr>
          <p:spPr>
            <a:xfrm>
              <a:off x="419105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40" name="Google Shape;6040;p47"/>
            <p:cNvSpPr/>
            <p:nvPr/>
          </p:nvSpPr>
          <p:spPr>
            <a:xfrm>
              <a:off x="457206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41" name="Google Shape;6041;p47"/>
            <p:cNvSpPr/>
            <p:nvPr/>
          </p:nvSpPr>
          <p:spPr>
            <a:xfrm>
              <a:off x="495306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42" name="Google Shape;6042;p47"/>
            <p:cNvSpPr/>
            <p:nvPr/>
          </p:nvSpPr>
          <p:spPr>
            <a:xfrm>
              <a:off x="533407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43" name="Google Shape;6043;p47"/>
            <p:cNvSpPr/>
            <p:nvPr/>
          </p:nvSpPr>
          <p:spPr>
            <a:xfrm>
              <a:off x="571507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44" name="Google Shape;6044;p47"/>
            <p:cNvSpPr/>
            <p:nvPr/>
          </p:nvSpPr>
          <p:spPr>
            <a:xfrm>
              <a:off x="609608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45" name="Google Shape;6045;p47"/>
            <p:cNvSpPr/>
            <p:nvPr/>
          </p:nvSpPr>
          <p:spPr>
            <a:xfrm>
              <a:off x="647708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46" name="Google Shape;6046;p47"/>
            <p:cNvSpPr/>
            <p:nvPr/>
          </p:nvSpPr>
          <p:spPr>
            <a:xfrm>
              <a:off x="685809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47" name="Google Shape;6047;p47"/>
            <p:cNvSpPr/>
            <p:nvPr/>
          </p:nvSpPr>
          <p:spPr>
            <a:xfrm>
              <a:off x="723909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48" name="Google Shape;6048;p47"/>
            <p:cNvSpPr/>
            <p:nvPr/>
          </p:nvSpPr>
          <p:spPr>
            <a:xfrm>
              <a:off x="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49" name="Google Shape;6049;p47"/>
            <p:cNvSpPr/>
            <p:nvPr/>
          </p:nvSpPr>
          <p:spPr>
            <a:xfrm>
              <a:off x="38100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50" name="Google Shape;6050;p47"/>
            <p:cNvSpPr/>
            <p:nvPr/>
          </p:nvSpPr>
          <p:spPr>
            <a:xfrm>
              <a:off x="76201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51" name="Google Shape;6051;p47"/>
            <p:cNvSpPr/>
            <p:nvPr/>
          </p:nvSpPr>
          <p:spPr>
            <a:xfrm>
              <a:off x="114301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52" name="Google Shape;6052;p47"/>
            <p:cNvSpPr/>
            <p:nvPr/>
          </p:nvSpPr>
          <p:spPr>
            <a:xfrm>
              <a:off x="152402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53" name="Google Shape;6053;p47"/>
            <p:cNvSpPr/>
            <p:nvPr/>
          </p:nvSpPr>
          <p:spPr>
            <a:xfrm>
              <a:off x="190502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54" name="Google Shape;6054;p47"/>
            <p:cNvSpPr/>
            <p:nvPr/>
          </p:nvSpPr>
          <p:spPr>
            <a:xfrm>
              <a:off x="228603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55" name="Google Shape;6055;p47"/>
            <p:cNvSpPr/>
            <p:nvPr/>
          </p:nvSpPr>
          <p:spPr>
            <a:xfrm>
              <a:off x="266703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56" name="Google Shape;6056;p47"/>
            <p:cNvSpPr/>
            <p:nvPr/>
          </p:nvSpPr>
          <p:spPr>
            <a:xfrm>
              <a:off x="304804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57" name="Google Shape;6057;p47"/>
            <p:cNvSpPr/>
            <p:nvPr/>
          </p:nvSpPr>
          <p:spPr>
            <a:xfrm>
              <a:off x="342904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58" name="Google Shape;6058;p47"/>
            <p:cNvSpPr/>
            <p:nvPr/>
          </p:nvSpPr>
          <p:spPr>
            <a:xfrm>
              <a:off x="381005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59" name="Google Shape;6059;p47"/>
            <p:cNvSpPr/>
            <p:nvPr/>
          </p:nvSpPr>
          <p:spPr>
            <a:xfrm>
              <a:off x="419105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60" name="Google Shape;6060;p47"/>
            <p:cNvSpPr/>
            <p:nvPr/>
          </p:nvSpPr>
          <p:spPr>
            <a:xfrm>
              <a:off x="457206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61" name="Google Shape;6061;p47"/>
            <p:cNvSpPr/>
            <p:nvPr/>
          </p:nvSpPr>
          <p:spPr>
            <a:xfrm>
              <a:off x="495306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62" name="Google Shape;6062;p47"/>
            <p:cNvSpPr/>
            <p:nvPr/>
          </p:nvSpPr>
          <p:spPr>
            <a:xfrm>
              <a:off x="533407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63" name="Google Shape;6063;p47"/>
            <p:cNvSpPr/>
            <p:nvPr/>
          </p:nvSpPr>
          <p:spPr>
            <a:xfrm>
              <a:off x="571507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64" name="Google Shape;6064;p47"/>
            <p:cNvSpPr/>
            <p:nvPr/>
          </p:nvSpPr>
          <p:spPr>
            <a:xfrm>
              <a:off x="609608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65" name="Google Shape;6065;p47"/>
            <p:cNvSpPr/>
            <p:nvPr/>
          </p:nvSpPr>
          <p:spPr>
            <a:xfrm>
              <a:off x="647708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66" name="Google Shape;6066;p47"/>
            <p:cNvSpPr/>
            <p:nvPr/>
          </p:nvSpPr>
          <p:spPr>
            <a:xfrm>
              <a:off x="685809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67" name="Google Shape;6067;p47"/>
            <p:cNvSpPr/>
            <p:nvPr/>
          </p:nvSpPr>
          <p:spPr>
            <a:xfrm>
              <a:off x="723909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68" name="Google Shape;6068;p47"/>
            <p:cNvSpPr/>
            <p:nvPr/>
          </p:nvSpPr>
          <p:spPr>
            <a:xfrm>
              <a:off x="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69" name="Google Shape;6069;p47"/>
            <p:cNvSpPr/>
            <p:nvPr/>
          </p:nvSpPr>
          <p:spPr>
            <a:xfrm>
              <a:off x="38100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70" name="Google Shape;6070;p47"/>
            <p:cNvSpPr/>
            <p:nvPr/>
          </p:nvSpPr>
          <p:spPr>
            <a:xfrm>
              <a:off x="76201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71" name="Google Shape;6071;p47"/>
            <p:cNvSpPr/>
            <p:nvPr/>
          </p:nvSpPr>
          <p:spPr>
            <a:xfrm>
              <a:off x="114301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72" name="Google Shape;6072;p47"/>
            <p:cNvSpPr/>
            <p:nvPr/>
          </p:nvSpPr>
          <p:spPr>
            <a:xfrm>
              <a:off x="152402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73" name="Google Shape;6073;p47"/>
            <p:cNvSpPr/>
            <p:nvPr/>
          </p:nvSpPr>
          <p:spPr>
            <a:xfrm>
              <a:off x="190502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74" name="Google Shape;6074;p47"/>
            <p:cNvSpPr/>
            <p:nvPr/>
          </p:nvSpPr>
          <p:spPr>
            <a:xfrm>
              <a:off x="228603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75" name="Google Shape;6075;p47"/>
            <p:cNvSpPr/>
            <p:nvPr/>
          </p:nvSpPr>
          <p:spPr>
            <a:xfrm>
              <a:off x="266703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76" name="Google Shape;6076;p47"/>
            <p:cNvSpPr/>
            <p:nvPr/>
          </p:nvSpPr>
          <p:spPr>
            <a:xfrm>
              <a:off x="304804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77" name="Google Shape;6077;p47"/>
            <p:cNvSpPr/>
            <p:nvPr/>
          </p:nvSpPr>
          <p:spPr>
            <a:xfrm>
              <a:off x="342904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78" name="Google Shape;6078;p47"/>
            <p:cNvSpPr/>
            <p:nvPr/>
          </p:nvSpPr>
          <p:spPr>
            <a:xfrm>
              <a:off x="381005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79" name="Google Shape;6079;p47"/>
            <p:cNvSpPr/>
            <p:nvPr/>
          </p:nvSpPr>
          <p:spPr>
            <a:xfrm>
              <a:off x="419105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80" name="Google Shape;6080;p47"/>
            <p:cNvSpPr/>
            <p:nvPr/>
          </p:nvSpPr>
          <p:spPr>
            <a:xfrm>
              <a:off x="457206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81" name="Google Shape;6081;p47"/>
            <p:cNvSpPr/>
            <p:nvPr/>
          </p:nvSpPr>
          <p:spPr>
            <a:xfrm>
              <a:off x="495306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82" name="Google Shape;6082;p47"/>
            <p:cNvSpPr/>
            <p:nvPr/>
          </p:nvSpPr>
          <p:spPr>
            <a:xfrm>
              <a:off x="533407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83" name="Google Shape;6083;p47"/>
            <p:cNvSpPr/>
            <p:nvPr/>
          </p:nvSpPr>
          <p:spPr>
            <a:xfrm>
              <a:off x="571507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84" name="Google Shape;6084;p47"/>
            <p:cNvSpPr/>
            <p:nvPr/>
          </p:nvSpPr>
          <p:spPr>
            <a:xfrm>
              <a:off x="609608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85" name="Google Shape;6085;p47"/>
            <p:cNvSpPr/>
            <p:nvPr/>
          </p:nvSpPr>
          <p:spPr>
            <a:xfrm>
              <a:off x="647708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86" name="Google Shape;6086;p47"/>
            <p:cNvSpPr/>
            <p:nvPr/>
          </p:nvSpPr>
          <p:spPr>
            <a:xfrm>
              <a:off x="685809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87" name="Google Shape;6087;p47"/>
            <p:cNvSpPr/>
            <p:nvPr/>
          </p:nvSpPr>
          <p:spPr>
            <a:xfrm>
              <a:off x="723909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88" name="Google Shape;6088;p47"/>
            <p:cNvSpPr/>
            <p:nvPr/>
          </p:nvSpPr>
          <p:spPr>
            <a:xfrm>
              <a:off x="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89" name="Google Shape;6089;p47"/>
            <p:cNvSpPr/>
            <p:nvPr/>
          </p:nvSpPr>
          <p:spPr>
            <a:xfrm>
              <a:off x="38100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90" name="Google Shape;6090;p47"/>
            <p:cNvSpPr/>
            <p:nvPr/>
          </p:nvSpPr>
          <p:spPr>
            <a:xfrm>
              <a:off x="76201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91" name="Google Shape;6091;p47"/>
            <p:cNvSpPr/>
            <p:nvPr/>
          </p:nvSpPr>
          <p:spPr>
            <a:xfrm>
              <a:off x="114301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92" name="Google Shape;6092;p47"/>
            <p:cNvSpPr/>
            <p:nvPr/>
          </p:nvSpPr>
          <p:spPr>
            <a:xfrm>
              <a:off x="152402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93" name="Google Shape;6093;p47"/>
            <p:cNvSpPr/>
            <p:nvPr/>
          </p:nvSpPr>
          <p:spPr>
            <a:xfrm>
              <a:off x="190502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94" name="Google Shape;6094;p47"/>
            <p:cNvSpPr/>
            <p:nvPr/>
          </p:nvSpPr>
          <p:spPr>
            <a:xfrm>
              <a:off x="228603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95" name="Google Shape;6095;p47"/>
            <p:cNvSpPr/>
            <p:nvPr/>
          </p:nvSpPr>
          <p:spPr>
            <a:xfrm>
              <a:off x="266703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96" name="Google Shape;6096;p47"/>
            <p:cNvSpPr/>
            <p:nvPr/>
          </p:nvSpPr>
          <p:spPr>
            <a:xfrm>
              <a:off x="304804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97" name="Google Shape;6097;p47"/>
            <p:cNvSpPr/>
            <p:nvPr/>
          </p:nvSpPr>
          <p:spPr>
            <a:xfrm>
              <a:off x="342904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98" name="Google Shape;6098;p47"/>
            <p:cNvSpPr/>
            <p:nvPr/>
          </p:nvSpPr>
          <p:spPr>
            <a:xfrm>
              <a:off x="381005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99" name="Google Shape;6099;p47"/>
            <p:cNvSpPr/>
            <p:nvPr/>
          </p:nvSpPr>
          <p:spPr>
            <a:xfrm>
              <a:off x="419105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00" name="Google Shape;6100;p47"/>
            <p:cNvSpPr/>
            <p:nvPr/>
          </p:nvSpPr>
          <p:spPr>
            <a:xfrm>
              <a:off x="457206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01" name="Google Shape;6101;p47"/>
            <p:cNvSpPr/>
            <p:nvPr/>
          </p:nvSpPr>
          <p:spPr>
            <a:xfrm>
              <a:off x="495306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02" name="Google Shape;6102;p47"/>
            <p:cNvSpPr/>
            <p:nvPr/>
          </p:nvSpPr>
          <p:spPr>
            <a:xfrm>
              <a:off x="533407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03" name="Google Shape;6103;p47"/>
            <p:cNvSpPr/>
            <p:nvPr/>
          </p:nvSpPr>
          <p:spPr>
            <a:xfrm>
              <a:off x="571507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04" name="Google Shape;6104;p47"/>
            <p:cNvSpPr/>
            <p:nvPr/>
          </p:nvSpPr>
          <p:spPr>
            <a:xfrm>
              <a:off x="609608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05" name="Google Shape;6105;p47"/>
            <p:cNvSpPr/>
            <p:nvPr/>
          </p:nvSpPr>
          <p:spPr>
            <a:xfrm>
              <a:off x="647708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06" name="Google Shape;6106;p47"/>
            <p:cNvSpPr/>
            <p:nvPr/>
          </p:nvSpPr>
          <p:spPr>
            <a:xfrm>
              <a:off x="685809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07" name="Google Shape;6107;p47"/>
            <p:cNvSpPr/>
            <p:nvPr/>
          </p:nvSpPr>
          <p:spPr>
            <a:xfrm>
              <a:off x="723909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08" name="Google Shape;6108;p47"/>
            <p:cNvSpPr/>
            <p:nvPr/>
          </p:nvSpPr>
          <p:spPr>
            <a:xfrm>
              <a:off x="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09" name="Google Shape;6109;p47"/>
            <p:cNvSpPr/>
            <p:nvPr/>
          </p:nvSpPr>
          <p:spPr>
            <a:xfrm>
              <a:off x="38100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10" name="Google Shape;6110;p47"/>
            <p:cNvSpPr/>
            <p:nvPr/>
          </p:nvSpPr>
          <p:spPr>
            <a:xfrm>
              <a:off x="76201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11" name="Google Shape;6111;p47"/>
            <p:cNvSpPr/>
            <p:nvPr/>
          </p:nvSpPr>
          <p:spPr>
            <a:xfrm>
              <a:off x="114301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12" name="Google Shape;6112;p47"/>
            <p:cNvSpPr/>
            <p:nvPr/>
          </p:nvSpPr>
          <p:spPr>
            <a:xfrm>
              <a:off x="152402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13" name="Google Shape;6113;p47"/>
            <p:cNvSpPr/>
            <p:nvPr/>
          </p:nvSpPr>
          <p:spPr>
            <a:xfrm>
              <a:off x="190502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14" name="Google Shape;6114;p47"/>
            <p:cNvSpPr/>
            <p:nvPr/>
          </p:nvSpPr>
          <p:spPr>
            <a:xfrm>
              <a:off x="228603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15" name="Google Shape;6115;p47"/>
            <p:cNvSpPr/>
            <p:nvPr/>
          </p:nvSpPr>
          <p:spPr>
            <a:xfrm>
              <a:off x="266703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16" name="Google Shape;6116;p47"/>
            <p:cNvSpPr/>
            <p:nvPr/>
          </p:nvSpPr>
          <p:spPr>
            <a:xfrm>
              <a:off x="304804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17" name="Google Shape;6117;p47"/>
            <p:cNvSpPr/>
            <p:nvPr/>
          </p:nvSpPr>
          <p:spPr>
            <a:xfrm>
              <a:off x="342904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18" name="Google Shape;6118;p47"/>
            <p:cNvSpPr/>
            <p:nvPr/>
          </p:nvSpPr>
          <p:spPr>
            <a:xfrm>
              <a:off x="381005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19" name="Google Shape;6119;p47"/>
            <p:cNvSpPr/>
            <p:nvPr/>
          </p:nvSpPr>
          <p:spPr>
            <a:xfrm>
              <a:off x="419105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20" name="Google Shape;6120;p47"/>
            <p:cNvSpPr/>
            <p:nvPr/>
          </p:nvSpPr>
          <p:spPr>
            <a:xfrm>
              <a:off x="457206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21" name="Google Shape;6121;p47"/>
            <p:cNvSpPr/>
            <p:nvPr/>
          </p:nvSpPr>
          <p:spPr>
            <a:xfrm>
              <a:off x="495306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22" name="Google Shape;6122;p47"/>
            <p:cNvSpPr/>
            <p:nvPr/>
          </p:nvSpPr>
          <p:spPr>
            <a:xfrm>
              <a:off x="533407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23" name="Google Shape;6123;p47"/>
            <p:cNvSpPr/>
            <p:nvPr/>
          </p:nvSpPr>
          <p:spPr>
            <a:xfrm>
              <a:off x="571507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24" name="Google Shape;6124;p47"/>
            <p:cNvSpPr/>
            <p:nvPr/>
          </p:nvSpPr>
          <p:spPr>
            <a:xfrm>
              <a:off x="609608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25" name="Google Shape;6125;p47"/>
            <p:cNvSpPr/>
            <p:nvPr/>
          </p:nvSpPr>
          <p:spPr>
            <a:xfrm>
              <a:off x="647708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26" name="Google Shape;6126;p47"/>
            <p:cNvSpPr/>
            <p:nvPr/>
          </p:nvSpPr>
          <p:spPr>
            <a:xfrm>
              <a:off x="685809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27" name="Google Shape;6127;p47"/>
            <p:cNvSpPr/>
            <p:nvPr/>
          </p:nvSpPr>
          <p:spPr>
            <a:xfrm>
              <a:off x="723909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28" name="Google Shape;6128;p47"/>
            <p:cNvSpPr/>
            <p:nvPr/>
          </p:nvSpPr>
          <p:spPr>
            <a:xfrm>
              <a:off x="7620110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29" name="Google Shape;6129;p47"/>
            <p:cNvSpPr/>
            <p:nvPr/>
          </p:nvSpPr>
          <p:spPr>
            <a:xfrm>
              <a:off x="8001115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0" name="Google Shape;6130;p47"/>
            <p:cNvSpPr/>
            <p:nvPr/>
          </p:nvSpPr>
          <p:spPr>
            <a:xfrm>
              <a:off x="8382120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1" name="Google Shape;6131;p47"/>
            <p:cNvSpPr/>
            <p:nvPr/>
          </p:nvSpPr>
          <p:spPr>
            <a:xfrm>
              <a:off x="8763125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2" name="Google Shape;6132;p47"/>
            <p:cNvSpPr/>
            <p:nvPr/>
          </p:nvSpPr>
          <p:spPr>
            <a:xfrm>
              <a:off x="7620110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3" name="Google Shape;6133;p47"/>
            <p:cNvSpPr/>
            <p:nvPr/>
          </p:nvSpPr>
          <p:spPr>
            <a:xfrm>
              <a:off x="8001115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4" name="Google Shape;6134;p47"/>
            <p:cNvSpPr/>
            <p:nvPr/>
          </p:nvSpPr>
          <p:spPr>
            <a:xfrm>
              <a:off x="8382120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5" name="Google Shape;6135;p47"/>
            <p:cNvSpPr/>
            <p:nvPr/>
          </p:nvSpPr>
          <p:spPr>
            <a:xfrm>
              <a:off x="8763125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6" name="Google Shape;6136;p47"/>
            <p:cNvSpPr/>
            <p:nvPr/>
          </p:nvSpPr>
          <p:spPr>
            <a:xfrm>
              <a:off x="7620110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7" name="Google Shape;6137;p47"/>
            <p:cNvSpPr/>
            <p:nvPr/>
          </p:nvSpPr>
          <p:spPr>
            <a:xfrm>
              <a:off x="8001115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8" name="Google Shape;6138;p47"/>
            <p:cNvSpPr/>
            <p:nvPr/>
          </p:nvSpPr>
          <p:spPr>
            <a:xfrm>
              <a:off x="8382120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9" name="Google Shape;6139;p47"/>
            <p:cNvSpPr/>
            <p:nvPr/>
          </p:nvSpPr>
          <p:spPr>
            <a:xfrm>
              <a:off x="8763125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0" name="Google Shape;6140;p47"/>
            <p:cNvSpPr/>
            <p:nvPr/>
          </p:nvSpPr>
          <p:spPr>
            <a:xfrm>
              <a:off x="7620110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1" name="Google Shape;6141;p47"/>
            <p:cNvSpPr/>
            <p:nvPr/>
          </p:nvSpPr>
          <p:spPr>
            <a:xfrm>
              <a:off x="8001115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2" name="Google Shape;6142;p47"/>
            <p:cNvSpPr/>
            <p:nvPr/>
          </p:nvSpPr>
          <p:spPr>
            <a:xfrm>
              <a:off x="8382120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3" name="Google Shape;6143;p47"/>
            <p:cNvSpPr/>
            <p:nvPr/>
          </p:nvSpPr>
          <p:spPr>
            <a:xfrm>
              <a:off x="8763125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4" name="Google Shape;6144;p47"/>
            <p:cNvSpPr/>
            <p:nvPr/>
          </p:nvSpPr>
          <p:spPr>
            <a:xfrm>
              <a:off x="7620110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5" name="Google Shape;6145;p47"/>
            <p:cNvSpPr/>
            <p:nvPr/>
          </p:nvSpPr>
          <p:spPr>
            <a:xfrm>
              <a:off x="8001115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6" name="Google Shape;6146;p47"/>
            <p:cNvSpPr/>
            <p:nvPr/>
          </p:nvSpPr>
          <p:spPr>
            <a:xfrm>
              <a:off x="8382120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7" name="Google Shape;6147;p47"/>
            <p:cNvSpPr/>
            <p:nvPr/>
          </p:nvSpPr>
          <p:spPr>
            <a:xfrm>
              <a:off x="8763125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8" name="Google Shape;6148;p47"/>
            <p:cNvSpPr/>
            <p:nvPr/>
          </p:nvSpPr>
          <p:spPr>
            <a:xfrm>
              <a:off x="7620110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9" name="Google Shape;6149;p47"/>
            <p:cNvSpPr/>
            <p:nvPr/>
          </p:nvSpPr>
          <p:spPr>
            <a:xfrm>
              <a:off x="8001115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0" name="Google Shape;6150;p47"/>
            <p:cNvSpPr/>
            <p:nvPr/>
          </p:nvSpPr>
          <p:spPr>
            <a:xfrm>
              <a:off x="8382120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1" name="Google Shape;6151;p47"/>
            <p:cNvSpPr/>
            <p:nvPr/>
          </p:nvSpPr>
          <p:spPr>
            <a:xfrm>
              <a:off x="8763125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2" name="Google Shape;6152;p47"/>
            <p:cNvSpPr/>
            <p:nvPr/>
          </p:nvSpPr>
          <p:spPr>
            <a:xfrm>
              <a:off x="7620110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3" name="Google Shape;6153;p47"/>
            <p:cNvSpPr/>
            <p:nvPr/>
          </p:nvSpPr>
          <p:spPr>
            <a:xfrm>
              <a:off x="8001115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4" name="Google Shape;6154;p47"/>
            <p:cNvSpPr/>
            <p:nvPr/>
          </p:nvSpPr>
          <p:spPr>
            <a:xfrm>
              <a:off x="8382120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5" name="Google Shape;6155;p47"/>
            <p:cNvSpPr/>
            <p:nvPr/>
          </p:nvSpPr>
          <p:spPr>
            <a:xfrm>
              <a:off x="8763125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6" name="Google Shape;6156;p47"/>
            <p:cNvSpPr/>
            <p:nvPr/>
          </p:nvSpPr>
          <p:spPr>
            <a:xfrm>
              <a:off x="7620110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7" name="Google Shape;6157;p47"/>
            <p:cNvSpPr/>
            <p:nvPr/>
          </p:nvSpPr>
          <p:spPr>
            <a:xfrm>
              <a:off x="8001115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8" name="Google Shape;6158;p47"/>
            <p:cNvSpPr/>
            <p:nvPr/>
          </p:nvSpPr>
          <p:spPr>
            <a:xfrm>
              <a:off x="8382120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9" name="Google Shape;6159;p47"/>
            <p:cNvSpPr/>
            <p:nvPr/>
          </p:nvSpPr>
          <p:spPr>
            <a:xfrm>
              <a:off x="8763125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60" name="Google Shape;6160;p47"/>
            <p:cNvSpPr/>
            <p:nvPr/>
          </p:nvSpPr>
          <p:spPr>
            <a:xfrm>
              <a:off x="7620110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61" name="Google Shape;6161;p47"/>
            <p:cNvSpPr/>
            <p:nvPr/>
          </p:nvSpPr>
          <p:spPr>
            <a:xfrm>
              <a:off x="8001115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62" name="Google Shape;6162;p47"/>
            <p:cNvSpPr/>
            <p:nvPr/>
          </p:nvSpPr>
          <p:spPr>
            <a:xfrm>
              <a:off x="8382120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63" name="Google Shape;6163;p47"/>
            <p:cNvSpPr/>
            <p:nvPr/>
          </p:nvSpPr>
          <p:spPr>
            <a:xfrm>
              <a:off x="8763125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64" name="Google Shape;6164;p47"/>
            <p:cNvSpPr/>
            <p:nvPr/>
          </p:nvSpPr>
          <p:spPr>
            <a:xfrm>
              <a:off x="7620110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65" name="Google Shape;6165;p47"/>
            <p:cNvSpPr/>
            <p:nvPr/>
          </p:nvSpPr>
          <p:spPr>
            <a:xfrm>
              <a:off x="8001115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66" name="Google Shape;6166;p47"/>
            <p:cNvSpPr/>
            <p:nvPr/>
          </p:nvSpPr>
          <p:spPr>
            <a:xfrm>
              <a:off x="8382120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67" name="Google Shape;6167;p47"/>
            <p:cNvSpPr/>
            <p:nvPr/>
          </p:nvSpPr>
          <p:spPr>
            <a:xfrm>
              <a:off x="8763125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68" name="Google Shape;6168;p47"/>
            <p:cNvSpPr/>
            <p:nvPr/>
          </p:nvSpPr>
          <p:spPr>
            <a:xfrm>
              <a:off x="7620110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69" name="Google Shape;6169;p47"/>
            <p:cNvSpPr/>
            <p:nvPr/>
          </p:nvSpPr>
          <p:spPr>
            <a:xfrm>
              <a:off x="8001115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70" name="Google Shape;6170;p47"/>
            <p:cNvSpPr/>
            <p:nvPr/>
          </p:nvSpPr>
          <p:spPr>
            <a:xfrm>
              <a:off x="8382120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71" name="Google Shape;6171;p47"/>
            <p:cNvSpPr/>
            <p:nvPr/>
          </p:nvSpPr>
          <p:spPr>
            <a:xfrm>
              <a:off x="8763125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72" name="Google Shape;6172;p47"/>
            <p:cNvSpPr/>
            <p:nvPr/>
          </p:nvSpPr>
          <p:spPr>
            <a:xfrm>
              <a:off x="7620110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73" name="Google Shape;6173;p47"/>
            <p:cNvSpPr/>
            <p:nvPr/>
          </p:nvSpPr>
          <p:spPr>
            <a:xfrm>
              <a:off x="8001115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74" name="Google Shape;6174;p47"/>
            <p:cNvSpPr/>
            <p:nvPr/>
          </p:nvSpPr>
          <p:spPr>
            <a:xfrm>
              <a:off x="8382120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75" name="Google Shape;6175;p47"/>
            <p:cNvSpPr/>
            <p:nvPr/>
          </p:nvSpPr>
          <p:spPr>
            <a:xfrm>
              <a:off x="8763125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76" name="Google Shape;6176;p47"/>
            <p:cNvSpPr/>
            <p:nvPr/>
          </p:nvSpPr>
          <p:spPr>
            <a:xfrm>
              <a:off x="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77" name="Google Shape;6177;p47"/>
            <p:cNvSpPr/>
            <p:nvPr/>
          </p:nvSpPr>
          <p:spPr>
            <a:xfrm>
              <a:off x="38100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78" name="Google Shape;6178;p47"/>
            <p:cNvSpPr/>
            <p:nvPr/>
          </p:nvSpPr>
          <p:spPr>
            <a:xfrm>
              <a:off x="76201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79" name="Google Shape;6179;p47"/>
            <p:cNvSpPr/>
            <p:nvPr/>
          </p:nvSpPr>
          <p:spPr>
            <a:xfrm>
              <a:off x="114301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80" name="Google Shape;6180;p47"/>
            <p:cNvSpPr/>
            <p:nvPr/>
          </p:nvSpPr>
          <p:spPr>
            <a:xfrm>
              <a:off x="152402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81" name="Google Shape;6181;p47"/>
            <p:cNvSpPr/>
            <p:nvPr/>
          </p:nvSpPr>
          <p:spPr>
            <a:xfrm>
              <a:off x="190502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82" name="Google Shape;6182;p47"/>
            <p:cNvSpPr/>
            <p:nvPr/>
          </p:nvSpPr>
          <p:spPr>
            <a:xfrm>
              <a:off x="228603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83" name="Google Shape;6183;p47"/>
            <p:cNvSpPr/>
            <p:nvPr/>
          </p:nvSpPr>
          <p:spPr>
            <a:xfrm>
              <a:off x="266703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84" name="Google Shape;6184;p47"/>
            <p:cNvSpPr/>
            <p:nvPr/>
          </p:nvSpPr>
          <p:spPr>
            <a:xfrm>
              <a:off x="304804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85" name="Google Shape;6185;p47"/>
            <p:cNvSpPr/>
            <p:nvPr/>
          </p:nvSpPr>
          <p:spPr>
            <a:xfrm>
              <a:off x="342904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86" name="Google Shape;6186;p47"/>
            <p:cNvSpPr/>
            <p:nvPr/>
          </p:nvSpPr>
          <p:spPr>
            <a:xfrm>
              <a:off x="381005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87" name="Google Shape;6187;p47"/>
            <p:cNvSpPr/>
            <p:nvPr/>
          </p:nvSpPr>
          <p:spPr>
            <a:xfrm>
              <a:off x="419105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88" name="Google Shape;6188;p47"/>
            <p:cNvSpPr/>
            <p:nvPr/>
          </p:nvSpPr>
          <p:spPr>
            <a:xfrm>
              <a:off x="457206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89" name="Google Shape;6189;p47"/>
            <p:cNvSpPr/>
            <p:nvPr/>
          </p:nvSpPr>
          <p:spPr>
            <a:xfrm>
              <a:off x="495306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90" name="Google Shape;6190;p47"/>
            <p:cNvSpPr/>
            <p:nvPr/>
          </p:nvSpPr>
          <p:spPr>
            <a:xfrm>
              <a:off x="533407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91" name="Google Shape;6191;p47"/>
            <p:cNvSpPr/>
            <p:nvPr/>
          </p:nvSpPr>
          <p:spPr>
            <a:xfrm>
              <a:off x="571507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92" name="Google Shape;6192;p47"/>
            <p:cNvSpPr/>
            <p:nvPr/>
          </p:nvSpPr>
          <p:spPr>
            <a:xfrm>
              <a:off x="609608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93" name="Google Shape;6193;p47"/>
            <p:cNvSpPr/>
            <p:nvPr/>
          </p:nvSpPr>
          <p:spPr>
            <a:xfrm>
              <a:off x="647708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94" name="Google Shape;6194;p47"/>
            <p:cNvSpPr/>
            <p:nvPr/>
          </p:nvSpPr>
          <p:spPr>
            <a:xfrm>
              <a:off x="685809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95" name="Google Shape;6195;p47"/>
            <p:cNvSpPr/>
            <p:nvPr/>
          </p:nvSpPr>
          <p:spPr>
            <a:xfrm>
              <a:off x="723909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96" name="Google Shape;6196;p47"/>
            <p:cNvSpPr/>
            <p:nvPr/>
          </p:nvSpPr>
          <p:spPr>
            <a:xfrm>
              <a:off x="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97" name="Google Shape;6197;p47"/>
            <p:cNvSpPr/>
            <p:nvPr/>
          </p:nvSpPr>
          <p:spPr>
            <a:xfrm>
              <a:off x="38100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98" name="Google Shape;6198;p47"/>
            <p:cNvSpPr/>
            <p:nvPr/>
          </p:nvSpPr>
          <p:spPr>
            <a:xfrm>
              <a:off x="76201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99" name="Google Shape;6199;p47"/>
            <p:cNvSpPr/>
            <p:nvPr/>
          </p:nvSpPr>
          <p:spPr>
            <a:xfrm>
              <a:off x="114301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0" name="Google Shape;6200;p47"/>
            <p:cNvSpPr/>
            <p:nvPr/>
          </p:nvSpPr>
          <p:spPr>
            <a:xfrm>
              <a:off x="152402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1" name="Google Shape;6201;p47"/>
            <p:cNvSpPr/>
            <p:nvPr/>
          </p:nvSpPr>
          <p:spPr>
            <a:xfrm>
              <a:off x="190502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2" name="Google Shape;6202;p47"/>
            <p:cNvSpPr/>
            <p:nvPr/>
          </p:nvSpPr>
          <p:spPr>
            <a:xfrm>
              <a:off x="228603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3" name="Google Shape;6203;p47"/>
            <p:cNvSpPr/>
            <p:nvPr/>
          </p:nvSpPr>
          <p:spPr>
            <a:xfrm>
              <a:off x="266703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4" name="Google Shape;6204;p47"/>
            <p:cNvSpPr/>
            <p:nvPr/>
          </p:nvSpPr>
          <p:spPr>
            <a:xfrm>
              <a:off x="304804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5" name="Google Shape;6205;p47"/>
            <p:cNvSpPr/>
            <p:nvPr/>
          </p:nvSpPr>
          <p:spPr>
            <a:xfrm>
              <a:off x="342904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6" name="Google Shape;6206;p47"/>
            <p:cNvSpPr/>
            <p:nvPr/>
          </p:nvSpPr>
          <p:spPr>
            <a:xfrm>
              <a:off x="381005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7" name="Google Shape;6207;p47"/>
            <p:cNvSpPr/>
            <p:nvPr/>
          </p:nvSpPr>
          <p:spPr>
            <a:xfrm>
              <a:off x="419105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8" name="Google Shape;6208;p47"/>
            <p:cNvSpPr/>
            <p:nvPr/>
          </p:nvSpPr>
          <p:spPr>
            <a:xfrm>
              <a:off x="457206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9" name="Google Shape;6209;p47"/>
            <p:cNvSpPr/>
            <p:nvPr/>
          </p:nvSpPr>
          <p:spPr>
            <a:xfrm>
              <a:off x="495306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10" name="Google Shape;6210;p47"/>
            <p:cNvSpPr/>
            <p:nvPr/>
          </p:nvSpPr>
          <p:spPr>
            <a:xfrm>
              <a:off x="533407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11" name="Google Shape;6211;p47"/>
            <p:cNvSpPr/>
            <p:nvPr/>
          </p:nvSpPr>
          <p:spPr>
            <a:xfrm>
              <a:off x="571507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12" name="Google Shape;6212;p47"/>
            <p:cNvSpPr/>
            <p:nvPr/>
          </p:nvSpPr>
          <p:spPr>
            <a:xfrm>
              <a:off x="609608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13" name="Google Shape;6213;p47"/>
            <p:cNvSpPr/>
            <p:nvPr/>
          </p:nvSpPr>
          <p:spPr>
            <a:xfrm>
              <a:off x="647708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14" name="Google Shape;6214;p47"/>
            <p:cNvSpPr/>
            <p:nvPr/>
          </p:nvSpPr>
          <p:spPr>
            <a:xfrm>
              <a:off x="685809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15" name="Google Shape;6215;p47"/>
            <p:cNvSpPr/>
            <p:nvPr/>
          </p:nvSpPr>
          <p:spPr>
            <a:xfrm>
              <a:off x="723909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16" name="Google Shape;6216;p47"/>
            <p:cNvSpPr/>
            <p:nvPr/>
          </p:nvSpPr>
          <p:spPr>
            <a:xfrm>
              <a:off x="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17" name="Google Shape;6217;p47"/>
            <p:cNvSpPr/>
            <p:nvPr/>
          </p:nvSpPr>
          <p:spPr>
            <a:xfrm>
              <a:off x="38100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18" name="Google Shape;6218;p47"/>
            <p:cNvSpPr/>
            <p:nvPr/>
          </p:nvSpPr>
          <p:spPr>
            <a:xfrm>
              <a:off x="76201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19" name="Google Shape;6219;p47"/>
            <p:cNvSpPr/>
            <p:nvPr/>
          </p:nvSpPr>
          <p:spPr>
            <a:xfrm>
              <a:off x="114301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20" name="Google Shape;6220;p47"/>
            <p:cNvSpPr/>
            <p:nvPr/>
          </p:nvSpPr>
          <p:spPr>
            <a:xfrm>
              <a:off x="152402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21" name="Google Shape;6221;p47"/>
            <p:cNvSpPr/>
            <p:nvPr/>
          </p:nvSpPr>
          <p:spPr>
            <a:xfrm>
              <a:off x="190502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22" name="Google Shape;6222;p47"/>
            <p:cNvSpPr/>
            <p:nvPr/>
          </p:nvSpPr>
          <p:spPr>
            <a:xfrm>
              <a:off x="228603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23" name="Google Shape;6223;p47"/>
            <p:cNvSpPr/>
            <p:nvPr/>
          </p:nvSpPr>
          <p:spPr>
            <a:xfrm>
              <a:off x="266703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24" name="Google Shape;6224;p47"/>
            <p:cNvSpPr/>
            <p:nvPr/>
          </p:nvSpPr>
          <p:spPr>
            <a:xfrm>
              <a:off x="304804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25" name="Google Shape;6225;p47"/>
            <p:cNvSpPr/>
            <p:nvPr/>
          </p:nvSpPr>
          <p:spPr>
            <a:xfrm>
              <a:off x="342904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26" name="Google Shape;6226;p47"/>
            <p:cNvSpPr/>
            <p:nvPr/>
          </p:nvSpPr>
          <p:spPr>
            <a:xfrm>
              <a:off x="381005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27" name="Google Shape;6227;p47"/>
            <p:cNvSpPr/>
            <p:nvPr/>
          </p:nvSpPr>
          <p:spPr>
            <a:xfrm>
              <a:off x="419105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28" name="Google Shape;6228;p47"/>
            <p:cNvSpPr/>
            <p:nvPr/>
          </p:nvSpPr>
          <p:spPr>
            <a:xfrm>
              <a:off x="457206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29" name="Google Shape;6229;p47"/>
            <p:cNvSpPr/>
            <p:nvPr/>
          </p:nvSpPr>
          <p:spPr>
            <a:xfrm>
              <a:off x="495306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0" name="Google Shape;6230;p47"/>
            <p:cNvSpPr/>
            <p:nvPr/>
          </p:nvSpPr>
          <p:spPr>
            <a:xfrm>
              <a:off x="533407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1" name="Google Shape;6231;p47"/>
            <p:cNvSpPr/>
            <p:nvPr/>
          </p:nvSpPr>
          <p:spPr>
            <a:xfrm>
              <a:off x="571507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2" name="Google Shape;6232;p47"/>
            <p:cNvSpPr/>
            <p:nvPr/>
          </p:nvSpPr>
          <p:spPr>
            <a:xfrm>
              <a:off x="609608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3" name="Google Shape;6233;p47"/>
            <p:cNvSpPr/>
            <p:nvPr/>
          </p:nvSpPr>
          <p:spPr>
            <a:xfrm>
              <a:off x="647708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4" name="Google Shape;6234;p47"/>
            <p:cNvSpPr/>
            <p:nvPr/>
          </p:nvSpPr>
          <p:spPr>
            <a:xfrm>
              <a:off x="685809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5" name="Google Shape;6235;p47"/>
            <p:cNvSpPr/>
            <p:nvPr/>
          </p:nvSpPr>
          <p:spPr>
            <a:xfrm>
              <a:off x="723909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6" name="Google Shape;6236;p47"/>
            <p:cNvSpPr/>
            <p:nvPr/>
          </p:nvSpPr>
          <p:spPr>
            <a:xfrm>
              <a:off x="7620110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7" name="Google Shape;6237;p47"/>
            <p:cNvSpPr/>
            <p:nvPr/>
          </p:nvSpPr>
          <p:spPr>
            <a:xfrm>
              <a:off x="8001115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8" name="Google Shape;6238;p47"/>
            <p:cNvSpPr/>
            <p:nvPr/>
          </p:nvSpPr>
          <p:spPr>
            <a:xfrm>
              <a:off x="8382120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9" name="Google Shape;6239;p47"/>
            <p:cNvSpPr/>
            <p:nvPr/>
          </p:nvSpPr>
          <p:spPr>
            <a:xfrm>
              <a:off x="8763125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0" name="Google Shape;6240;p47"/>
            <p:cNvSpPr/>
            <p:nvPr/>
          </p:nvSpPr>
          <p:spPr>
            <a:xfrm>
              <a:off x="7620110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1" name="Google Shape;6241;p47"/>
            <p:cNvSpPr/>
            <p:nvPr/>
          </p:nvSpPr>
          <p:spPr>
            <a:xfrm>
              <a:off x="8001115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2" name="Google Shape;6242;p47"/>
            <p:cNvSpPr/>
            <p:nvPr/>
          </p:nvSpPr>
          <p:spPr>
            <a:xfrm>
              <a:off x="8382120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3" name="Google Shape;6243;p47"/>
            <p:cNvSpPr/>
            <p:nvPr/>
          </p:nvSpPr>
          <p:spPr>
            <a:xfrm>
              <a:off x="8763125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4" name="Google Shape;6244;p47"/>
            <p:cNvSpPr/>
            <p:nvPr/>
          </p:nvSpPr>
          <p:spPr>
            <a:xfrm>
              <a:off x="7620110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5" name="Google Shape;6245;p47"/>
            <p:cNvSpPr/>
            <p:nvPr/>
          </p:nvSpPr>
          <p:spPr>
            <a:xfrm>
              <a:off x="8001115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6" name="Google Shape;6246;p47"/>
            <p:cNvSpPr/>
            <p:nvPr/>
          </p:nvSpPr>
          <p:spPr>
            <a:xfrm>
              <a:off x="8382120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7" name="Google Shape;6247;p47"/>
            <p:cNvSpPr/>
            <p:nvPr/>
          </p:nvSpPr>
          <p:spPr>
            <a:xfrm>
              <a:off x="8763125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248" name="Google Shape;6248;p47"/>
          <p:cNvSpPr/>
          <p:nvPr/>
        </p:nvSpPr>
        <p:spPr>
          <a:xfrm flipH="1">
            <a:off x="0" y="0"/>
            <a:ext cx="9144000" cy="5143500"/>
          </a:xfrm>
          <a:prstGeom prst="rtTriangle">
            <a:avLst/>
          </a:prstGeom>
          <a:solidFill>
            <a:srgbClr val="005051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249" name="Google Shape;6249;p47"/>
          <p:cNvGrpSpPr/>
          <p:nvPr/>
        </p:nvGrpSpPr>
        <p:grpSpPr>
          <a:xfrm>
            <a:off x="553048" y="535000"/>
            <a:ext cx="8105852" cy="4302000"/>
            <a:chOff x="553048" y="535000"/>
            <a:chExt cx="8105852" cy="4302000"/>
          </a:xfrm>
        </p:grpSpPr>
        <p:sp>
          <p:nvSpPr>
            <p:cNvPr id="6250" name="Google Shape;6250;p47"/>
            <p:cNvSpPr/>
            <p:nvPr/>
          </p:nvSpPr>
          <p:spPr>
            <a:xfrm>
              <a:off x="942300" y="763600"/>
              <a:ext cx="7716600" cy="4073400"/>
            </a:xfrm>
            <a:prstGeom prst="roundRect">
              <a:avLst>
                <a:gd fmla="val 2480" name="adj"/>
              </a:avLst>
            </a:prstGeom>
            <a:solidFill>
              <a:srgbClr val="222828">
                <a:alpha val="2039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1" name="Google Shape;6251;p47"/>
            <p:cNvSpPr/>
            <p:nvPr/>
          </p:nvSpPr>
          <p:spPr>
            <a:xfrm>
              <a:off x="712275" y="535000"/>
              <a:ext cx="7716600" cy="4073400"/>
            </a:xfrm>
            <a:prstGeom prst="roundRect">
              <a:avLst>
                <a:gd fmla="val 248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2" name="Google Shape;6252;p47"/>
            <p:cNvSpPr/>
            <p:nvPr/>
          </p:nvSpPr>
          <p:spPr>
            <a:xfrm>
              <a:off x="848698" y="898261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5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5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3" name="Google Shape;6253;p47"/>
            <p:cNvSpPr/>
            <p:nvPr/>
          </p:nvSpPr>
          <p:spPr>
            <a:xfrm>
              <a:off x="553048" y="931482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19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8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7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4" name="Google Shape;6254;p47"/>
            <p:cNvSpPr/>
            <p:nvPr/>
          </p:nvSpPr>
          <p:spPr>
            <a:xfrm>
              <a:off x="848698" y="1332681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8"/>
                    <a:pt x="0" y="7608"/>
                  </a:cubicBezTo>
                  <a:cubicBezTo>
                    <a:pt x="0" y="11808"/>
                    <a:pt x="3404" y="15212"/>
                    <a:pt x="7604" y="15212"/>
                  </a:cubicBezTo>
                  <a:cubicBezTo>
                    <a:pt x="11804" y="15212"/>
                    <a:pt x="15209" y="11808"/>
                    <a:pt x="15209" y="7608"/>
                  </a:cubicBezTo>
                  <a:cubicBezTo>
                    <a:pt x="15209" y="3408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5" name="Google Shape;6255;p47"/>
            <p:cNvSpPr/>
            <p:nvPr/>
          </p:nvSpPr>
          <p:spPr>
            <a:xfrm>
              <a:off x="553048" y="1365902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71"/>
                    <a:pt x="0" y="1497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9"/>
                  </a:lnTo>
                  <a:cubicBezTo>
                    <a:pt x="23340" y="7948"/>
                    <a:pt x="21591" y="9042"/>
                    <a:pt x="19596" y="9042"/>
                  </a:cubicBezTo>
                  <a:lnTo>
                    <a:pt x="1493" y="9042"/>
                  </a:lnTo>
                  <a:cubicBezTo>
                    <a:pt x="671" y="9042"/>
                    <a:pt x="0" y="9709"/>
                    <a:pt x="0" y="10535"/>
                  </a:cubicBezTo>
                  <a:cubicBezTo>
                    <a:pt x="0" y="11361"/>
                    <a:pt x="671" y="12028"/>
                    <a:pt x="1493" y="12028"/>
                  </a:cubicBezTo>
                  <a:lnTo>
                    <a:pt x="19596" y="12028"/>
                  </a:lnTo>
                  <a:cubicBezTo>
                    <a:pt x="23370" y="12028"/>
                    <a:pt x="26327" y="9688"/>
                    <a:pt x="26327" y="6699"/>
                  </a:cubicBezTo>
                  <a:lnTo>
                    <a:pt x="26327" y="5330"/>
                  </a:lnTo>
                  <a:cubicBezTo>
                    <a:pt x="26327" y="2344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6" name="Google Shape;6256;p47"/>
            <p:cNvSpPr/>
            <p:nvPr/>
          </p:nvSpPr>
          <p:spPr>
            <a:xfrm>
              <a:off x="848698" y="1767184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4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4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7" name="Google Shape;6257;p47"/>
            <p:cNvSpPr/>
            <p:nvPr/>
          </p:nvSpPr>
          <p:spPr>
            <a:xfrm>
              <a:off x="553048" y="1800405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68"/>
                    <a:pt x="0" y="1493"/>
                  </a:cubicBezTo>
                  <a:cubicBezTo>
                    <a:pt x="0" y="2319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5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7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8" name="Google Shape;6258;p47"/>
            <p:cNvSpPr/>
            <p:nvPr/>
          </p:nvSpPr>
          <p:spPr>
            <a:xfrm>
              <a:off x="848698" y="2201603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5"/>
                    <a:pt x="0" y="7608"/>
                  </a:cubicBezTo>
                  <a:cubicBezTo>
                    <a:pt x="0" y="11808"/>
                    <a:pt x="3404" y="15212"/>
                    <a:pt x="7604" y="15212"/>
                  </a:cubicBezTo>
                  <a:cubicBezTo>
                    <a:pt x="11804" y="15212"/>
                    <a:pt x="15209" y="11808"/>
                    <a:pt x="15209" y="7608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9" name="Google Shape;6259;p47"/>
            <p:cNvSpPr/>
            <p:nvPr/>
          </p:nvSpPr>
          <p:spPr>
            <a:xfrm>
              <a:off x="553048" y="2234824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68"/>
                    <a:pt x="0" y="1494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9"/>
                  </a:lnTo>
                  <a:cubicBezTo>
                    <a:pt x="23340" y="7945"/>
                    <a:pt x="21591" y="9039"/>
                    <a:pt x="19596" y="9039"/>
                  </a:cubicBezTo>
                  <a:lnTo>
                    <a:pt x="1493" y="9039"/>
                  </a:lnTo>
                  <a:cubicBezTo>
                    <a:pt x="671" y="9039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9"/>
                  </a:cubicBezTo>
                  <a:lnTo>
                    <a:pt x="26327" y="5330"/>
                  </a:lnTo>
                  <a:cubicBezTo>
                    <a:pt x="26327" y="2341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0" name="Google Shape;6260;p47"/>
            <p:cNvSpPr/>
            <p:nvPr/>
          </p:nvSpPr>
          <p:spPr>
            <a:xfrm>
              <a:off x="848698" y="2636106"/>
              <a:ext cx="317374" cy="317374"/>
            </a:xfrm>
            <a:custGeom>
              <a:rect b="b" l="l" r="r" t="t"/>
              <a:pathLst>
                <a:path extrusionOk="0" h="15209" w="15209">
                  <a:moveTo>
                    <a:pt x="7604" y="0"/>
                  </a:moveTo>
                  <a:cubicBezTo>
                    <a:pt x="3404" y="0"/>
                    <a:pt x="0" y="3404"/>
                    <a:pt x="0" y="7604"/>
                  </a:cubicBezTo>
                  <a:cubicBezTo>
                    <a:pt x="0" y="11805"/>
                    <a:pt x="3404" y="15209"/>
                    <a:pt x="7604" y="15209"/>
                  </a:cubicBezTo>
                  <a:cubicBezTo>
                    <a:pt x="11804" y="15209"/>
                    <a:pt x="15209" y="11805"/>
                    <a:pt x="15209" y="7604"/>
                  </a:cubicBezTo>
                  <a:cubicBezTo>
                    <a:pt x="15209" y="3404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1" name="Google Shape;6261;p47"/>
            <p:cNvSpPr/>
            <p:nvPr/>
          </p:nvSpPr>
          <p:spPr>
            <a:xfrm>
              <a:off x="553048" y="2669265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71"/>
                    <a:pt x="0" y="1496"/>
                  </a:cubicBezTo>
                  <a:cubicBezTo>
                    <a:pt x="0" y="2322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8"/>
                  </a:lnTo>
                  <a:cubicBezTo>
                    <a:pt x="23340" y="7947"/>
                    <a:pt x="21591" y="9041"/>
                    <a:pt x="19596" y="9041"/>
                  </a:cubicBezTo>
                  <a:lnTo>
                    <a:pt x="1493" y="9041"/>
                  </a:lnTo>
                  <a:cubicBezTo>
                    <a:pt x="671" y="9041"/>
                    <a:pt x="0" y="9709"/>
                    <a:pt x="0" y="10534"/>
                  </a:cubicBezTo>
                  <a:cubicBezTo>
                    <a:pt x="0" y="11360"/>
                    <a:pt x="671" y="12028"/>
                    <a:pt x="1493" y="12028"/>
                  </a:cubicBezTo>
                  <a:lnTo>
                    <a:pt x="19596" y="12028"/>
                  </a:lnTo>
                  <a:cubicBezTo>
                    <a:pt x="23370" y="12028"/>
                    <a:pt x="26327" y="9688"/>
                    <a:pt x="26327" y="6698"/>
                  </a:cubicBezTo>
                  <a:lnTo>
                    <a:pt x="26327" y="5330"/>
                  </a:lnTo>
                  <a:cubicBezTo>
                    <a:pt x="26327" y="2343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2" name="Google Shape;6262;p47"/>
            <p:cNvSpPr/>
            <p:nvPr/>
          </p:nvSpPr>
          <p:spPr>
            <a:xfrm>
              <a:off x="848698" y="3070526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5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3" name="Google Shape;6263;p47"/>
            <p:cNvSpPr/>
            <p:nvPr/>
          </p:nvSpPr>
          <p:spPr>
            <a:xfrm>
              <a:off x="553048" y="3103747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20"/>
                    <a:pt x="671" y="2987"/>
                    <a:pt x="1493" y="2987"/>
                  </a:cubicBezTo>
                  <a:lnTo>
                    <a:pt x="19596" y="2987"/>
                  </a:lnTo>
                  <a:cubicBezTo>
                    <a:pt x="21591" y="2987"/>
                    <a:pt x="23340" y="4081"/>
                    <a:pt x="23340" y="5330"/>
                  </a:cubicBezTo>
                  <a:lnTo>
                    <a:pt x="23340" y="6696"/>
                  </a:lnTo>
                  <a:cubicBezTo>
                    <a:pt x="23340" y="7945"/>
                    <a:pt x="21591" y="9039"/>
                    <a:pt x="19596" y="9039"/>
                  </a:cubicBezTo>
                  <a:lnTo>
                    <a:pt x="1493" y="9039"/>
                  </a:lnTo>
                  <a:cubicBezTo>
                    <a:pt x="671" y="9039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6"/>
                  </a:cubicBezTo>
                  <a:lnTo>
                    <a:pt x="26327" y="5330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4" name="Google Shape;6264;p47"/>
            <p:cNvSpPr/>
            <p:nvPr/>
          </p:nvSpPr>
          <p:spPr>
            <a:xfrm>
              <a:off x="848698" y="3504966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7"/>
                    <a:pt x="0" y="7607"/>
                  </a:cubicBezTo>
                  <a:cubicBezTo>
                    <a:pt x="0" y="11807"/>
                    <a:pt x="3404" y="15212"/>
                    <a:pt x="7604" y="15212"/>
                  </a:cubicBezTo>
                  <a:cubicBezTo>
                    <a:pt x="11804" y="15212"/>
                    <a:pt x="15209" y="11807"/>
                    <a:pt x="15209" y="7607"/>
                  </a:cubicBezTo>
                  <a:cubicBezTo>
                    <a:pt x="15209" y="3407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5" name="Google Shape;6265;p47"/>
            <p:cNvSpPr/>
            <p:nvPr/>
          </p:nvSpPr>
          <p:spPr>
            <a:xfrm>
              <a:off x="553048" y="3538167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72"/>
                    <a:pt x="0" y="1497"/>
                  </a:cubicBezTo>
                  <a:cubicBezTo>
                    <a:pt x="0" y="2320"/>
                    <a:pt x="671" y="2991"/>
                    <a:pt x="1493" y="2991"/>
                  </a:cubicBezTo>
                  <a:lnTo>
                    <a:pt x="19596" y="2991"/>
                  </a:lnTo>
                  <a:cubicBezTo>
                    <a:pt x="21591" y="2991"/>
                    <a:pt x="23340" y="4085"/>
                    <a:pt x="23340" y="5331"/>
                  </a:cubicBezTo>
                  <a:lnTo>
                    <a:pt x="23340" y="6699"/>
                  </a:lnTo>
                  <a:cubicBezTo>
                    <a:pt x="23340" y="7948"/>
                    <a:pt x="21591" y="9042"/>
                    <a:pt x="19596" y="9042"/>
                  </a:cubicBezTo>
                  <a:lnTo>
                    <a:pt x="1493" y="9042"/>
                  </a:lnTo>
                  <a:cubicBezTo>
                    <a:pt x="671" y="9042"/>
                    <a:pt x="0" y="9710"/>
                    <a:pt x="0" y="10535"/>
                  </a:cubicBezTo>
                  <a:cubicBezTo>
                    <a:pt x="0" y="11361"/>
                    <a:pt x="671" y="12029"/>
                    <a:pt x="1493" y="12029"/>
                  </a:cubicBezTo>
                  <a:lnTo>
                    <a:pt x="19596" y="12029"/>
                  </a:lnTo>
                  <a:cubicBezTo>
                    <a:pt x="23370" y="12029"/>
                    <a:pt x="26327" y="9689"/>
                    <a:pt x="26327" y="6699"/>
                  </a:cubicBezTo>
                  <a:lnTo>
                    <a:pt x="26327" y="5331"/>
                  </a:lnTo>
                  <a:cubicBezTo>
                    <a:pt x="26327" y="2344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6" name="Google Shape;6266;p47"/>
            <p:cNvSpPr/>
            <p:nvPr/>
          </p:nvSpPr>
          <p:spPr>
            <a:xfrm>
              <a:off x="848698" y="3939449"/>
              <a:ext cx="317374" cy="317395"/>
            </a:xfrm>
            <a:custGeom>
              <a:rect b="b" l="l" r="r" t="t"/>
              <a:pathLst>
                <a:path extrusionOk="0" h="15210" w="15209">
                  <a:moveTo>
                    <a:pt x="7604" y="1"/>
                  </a:moveTo>
                  <a:cubicBezTo>
                    <a:pt x="3404" y="1"/>
                    <a:pt x="0" y="3405"/>
                    <a:pt x="0" y="7605"/>
                  </a:cubicBezTo>
                  <a:cubicBezTo>
                    <a:pt x="0" y="11805"/>
                    <a:pt x="3404" y="15209"/>
                    <a:pt x="7604" y="15209"/>
                  </a:cubicBezTo>
                  <a:cubicBezTo>
                    <a:pt x="11804" y="15209"/>
                    <a:pt x="15209" y="11805"/>
                    <a:pt x="15209" y="7605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7" name="Google Shape;6267;p47"/>
            <p:cNvSpPr/>
            <p:nvPr/>
          </p:nvSpPr>
          <p:spPr>
            <a:xfrm>
              <a:off x="553048" y="3972670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5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268" name="Google Shape;6268;p47"/>
          <p:cNvSpPr/>
          <p:nvPr/>
        </p:nvSpPr>
        <p:spPr>
          <a:xfrm>
            <a:off x="8428900" y="1041975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0"/>
                </a:moveTo>
                <a:lnTo>
                  <a:pt x="0" y="25897"/>
                </a:lnTo>
                <a:cubicBezTo>
                  <a:pt x="3176" y="25897"/>
                  <a:pt x="5749" y="23323"/>
                  <a:pt x="5749" y="20147"/>
                </a:cubicBezTo>
                <a:lnTo>
                  <a:pt x="5749" y="5752"/>
                </a:lnTo>
                <a:cubicBezTo>
                  <a:pt x="5749" y="2576"/>
                  <a:pt x="3176" y="0"/>
                  <a:pt x="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9" name="Google Shape;6269;p47"/>
          <p:cNvSpPr/>
          <p:nvPr/>
        </p:nvSpPr>
        <p:spPr>
          <a:xfrm>
            <a:off x="8428900" y="2620900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0"/>
                </a:moveTo>
                <a:lnTo>
                  <a:pt x="0" y="25897"/>
                </a:lnTo>
                <a:cubicBezTo>
                  <a:pt x="3176" y="25897"/>
                  <a:pt x="5749" y="23323"/>
                  <a:pt x="5749" y="20148"/>
                </a:cubicBezTo>
                <a:lnTo>
                  <a:pt x="5749" y="5752"/>
                </a:lnTo>
                <a:cubicBezTo>
                  <a:pt x="5749" y="2577"/>
                  <a:pt x="3176" y="0"/>
                  <a:pt x="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0" name="Google Shape;6270;p47"/>
          <p:cNvSpPr/>
          <p:nvPr/>
        </p:nvSpPr>
        <p:spPr>
          <a:xfrm>
            <a:off x="8428900" y="1811900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0"/>
                </a:moveTo>
                <a:lnTo>
                  <a:pt x="0" y="25897"/>
                </a:lnTo>
                <a:cubicBezTo>
                  <a:pt x="3176" y="25897"/>
                  <a:pt x="5749" y="23320"/>
                  <a:pt x="5749" y="20147"/>
                </a:cubicBezTo>
                <a:lnTo>
                  <a:pt x="5749" y="5749"/>
                </a:lnTo>
                <a:cubicBezTo>
                  <a:pt x="5749" y="2574"/>
                  <a:pt x="3176" y="0"/>
                  <a:pt x="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1" name="Google Shape;6271;p47"/>
          <p:cNvSpPr/>
          <p:nvPr/>
        </p:nvSpPr>
        <p:spPr>
          <a:xfrm>
            <a:off x="8428900" y="3454000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1"/>
                </a:moveTo>
                <a:lnTo>
                  <a:pt x="0" y="25897"/>
                </a:lnTo>
                <a:cubicBezTo>
                  <a:pt x="3176" y="25897"/>
                  <a:pt x="5749" y="23323"/>
                  <a:pt x="5749" y="20148"/>
                </a:cubicBezTo>
                <a:lnTo>
                  <a:pt x="5749" y="5752"/>
                </a:lnTo>
                <a:cubicBezTo>
                  <a:pt x="5749" y="2577"/>
                  <a:pt x="3176" y="1"/>
                  <a:pt x="0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2" name="Google Shape;6272;p47"/>
          <p:cNvSpPr txBox="1"/>
          <p:nvPr>
            <p:ph type="title"/>
          </p:nvPr>
        </p:nvSpPr>
        <p:spPr>
          <a:xfrm>
            <a:off x="1474650" y="2575875"/>
            <a:ext cx="6194700" cy="773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273" name="Google Shape;6273;p47"/>
          <p:cNvSpPr txBox="1"/>
          <p:nvPr>
            <p:ph idx="2" type="title"/>
          </p:nvPr>
        </p:nvSpPr>
        <p:spPr>
          <a:xfrm>
            <a:off x="3995250" y="1578225"/>
            <a:ext cx="11535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6274" name="Google Shape;6274;p47"/>
          <p:cNvSpPr/>
          <p:nvPr/>
        </p:nvSpPr>
        <p:spPr>
          <a:xfrm>
            <a:off x="2949725" y="4088550"/>
            <a:ext cx="117525" cy="110100"/>
          </a:xfrm>
          <a:custGeom>
            <a:rect b="b" l="l" r="r" t="t"/>
            <a:pathLst>
              <a:path extrusionOk="0" h="4404" w="4701">
                <a:moveTo>
                  <a:pt x="1951" y="1032"/>
                </a:moveTo>
                <a:cubicBezTo>
                  <a:pt x="1950" y="1033"/>
                  <a:pt x="1949" y="1033"/>
                  <a:pt x="1947" y="1033"/>
                </a:cubicBezTo>
                <a:cubicBezTo>
                  <a:pt x="1948" y="1033"/>
                  <a:pt x="1950" y="1033"/>
                  <a:pt x="1951" y="1032"/>
                </a:cubicBezTo>
                <a:close/>
                <a:moveTo>
                  <a:pt x="2857" y="1059"/>
                </a:moveTo>
                <a:cubicBezTo>
                  <a:pt x="2871" y="1059"/>
                  <a:pt x="2889" y="1066"/>
                  <a:pt x="2907" y="1075"/>
                </a:cubicBezTo>
                <a:lnTo>
                  <a:pt x="2907" y="1075"/>
                </a:lnTo>
                <a:cubicBezTo>
                  <a:pt x="2887" y="1068"/>
                  <a:pt x="2858" y="1059"/>
                  <a:pt x="2857" y="1059"/>
                </a:cubicBezTo>
                <a:close/>
                <a:moveTo>
                  <a:pt x="3091" y="1185"/>
                </a:moveTo>
                <a:cubicBezTo>
                  <a:pt x="3091" y="1185"/>
                  <a:pt x="3091" y="1185"/>
                  <a:pt x="3091" y="1185"/>
                </a:cubicBezTo>
                <a:lnTo>
                  <a:pt x="3091" y="1185"/>
                </a:lnTo>
                <a:cubicBezTo>
                  <a:pt x="3091" y="1185"/>
                  <a:pt x="3091" y="1185"/>
                  <a:pt x="3091" y="1185"/>
                </a:cubicBezTo>
                <a:close/>
                <a:moveTo>
                  <a:pt x="3104" y="1198"/>
                </a:moveTo>
                <a:cubicBezTo>
                  <a:pt x="3111" y="1203"/>
                  <a:pt x="3118" y="1208"/>
                  <a:pt x="3125" y="1213"/>
                </a:cubicBezTo>
                <a:cubicBezTo>
                  <a:pt x="3142" y="1224"/>
                  <a:pt x="3149" y="1229"/>
                  <a:pt x="3148" y="1229"/>
                </a:cubicBezTo>
                <a:cubicBezTo>
                  <a:pt x="3148" y="1229"/>
                  <a:pt x="3121" y="1211"/>
                  <a:pt x="3104" y="1198"/>
                </a:cubicBezTo>
                <a:close/>
                <a:moveTo>
                  <a:pt x="1747" y="3319"/>
                </a:moveTo>
                <a:cubicBezTo>
                  <a:pt x="1767" y="3326"/>
                  <a:pt x="1803" y="3338"/>
                  <a:pt x="1802" y="3338"/>
                </a:cubicBezTo>
                <a:cubicBezTo>
                  <a:pt x="1800" y="3339"/>
                  <a:pt x="1799" y="3339"/>
                  <a:pt x="1797" y="3339"/>
                </a:cubicBezTo>
                <a:cubicBezTo>
                  <a:pt x="1785" y="3339"/>
                  <a:pt x="1766" y="3330"/>
                  <a:pt x="1747" y="3319"/>
                </a:cubicBezTo>
                <a:close/>
                <a:moveTo>
                  <a:pt x="2463" y="3393"/>
                </a:moveTo>
                <a:cubicBezTo>
                  <a:pt x="2461" y="3393"/>
                  <a:pt x="2459" y="3393"/>
                  <a:pt x="2456" y="3393"/>
                </a:cubicBezTo>
                <a:lnTo>
                  <a:pt x="2456" y="3393"/>
                </a:lnTo>
                <a:cubicBezTo>
                  <a:pt x="2459" y="3393"/>
                  <a:pt x="2462" y="3393"/>
                  <a:pt x="2463" y="3393"/>
                </a:cubicBezTo>
                <a:close/>
                <a:moveTo>
                  <a:pt x="2387" y="989"/>
                </a:moveTo>
                <a:cubicBezTo>
                  <a:pt x="2440" y="989"/>
                  <a:pt x="2491" y="989"/>
                  <a:pt x="2541" y="993"/>
                </a:cubicBezTo>
                <a:cubicBezTo>
                  <a:pt x="2560" y="993"/>
                  <a:pt x="2582" y="997"/>
                  <a:pt x="2601" y="998"/>
                </a:cubicBezTo>
                <a:lnTo>
                  <a:pt x="2601" y="998"/>
                </a:lnTo>
                <a:cubicBezTo>
                  <a:pt x="2682" y="1018"/>
                  <a:pt x="2761" y="1029"/>
                  <a:pt x="2840" y="1057"/>
                </a:cubicBezTo>
                <a:cubicBezTo>
                  <a:pt x="2857" y="1061"/>
                  <a:pt x="2876" y="1069"/>
                  <a:pt x="2895" y="1076"/>
                </a:cubicBezTo>
                <a:cubicBezTo>
                  <a:pt x="2906" y="1079"/>
                  <a:pt x="2914" y="1081"/>
                  <a:pt x="2919" y="1082"/>
                </a:cubicBezTo>
                <a:lnTo>
                  <a:pt x="2919" y="1082"/>
                </a:lnTo>
                <a:cubicBezTo>
                  <a:pt x="2944" y="1096"/>
                  <a:pt x="2968" y="1113"/>
                  <a:pt x="2984" y="1122"/>
                </a:cubicBezTo>
                <a:cubicBezTo>
                  <a:pt x="3015" y="1139"/>
                  <a:pt x="3049" y="1160"/>
                  <a:pt x="3080" y="1181"/>
                </a:cubicBezTo>
                <a:cubicBezTo>
                  <a:pt x="3084" y="1184"/>
                  <a:pt x="3088" y="1186"/>
                  <a:pt x="3092" y="1189"/>
                </a:cubicBezTo>
                <a:lnTo>
                  <a:pt x="3092" y="1189"/>
                </a:lnTo>
                <a:cubicBezTo>
                  <a:pt x="3107" y="1217"/>
                  <a:pt x="3258" y="1347"/>
                  <a:pt x="3274" y="1366"/>
                </a:cubicBezTo>
                <a:cubicBezTo>
                  <a:pt x="3278" y="1370"/>
                  <a:pt x="3281" y="1374"/>
                  <a:pt x="3284" y="1378"/>
                </a:cubicBezTo>
                <a:lnTo>
                  <a:pt x="3284" y="1378"/>
                </a:lnTo>
                <a:cubicBezTo>
                  <a:pt x="3304" y="1410"/>
                  <a:pt x="3328" y="1440"/>
                  <a:pt x="3348" y="1474"/>
                </a:cubicBezTo>
                <a:cubicBezTo>
                  <a:pt x="3367" y="1503"/>
                  <a:pt x="3386" y="1535"/>
                  <a:pt x="3403" y="1569"/>
                </a:cubicBezTo>
                <a:cubicBezTo>
                  <a:pt x="3409" y="1579"/>
                  <a:pt x="3414" y="1591"/>
                  <a:pt x="3420" y="1604"/>
                </a:cubicBezTo>
                <a:lnTo>
                  <a:pt x="3420" y="1604"/>
                </a:lnTo>
                <a:cubicBezTo>
                  <a:pt x="3420" y="1602"/>
                  <a:pt x="3420" y="1600"/>
                  <a:pt x="3420" y="1598"/>
                </a:cubicBezTo>
                <a:lnTo>
                  <a:pt x="3420" y="1598"/>
                </a:lnTo>
                <a:cubicBezTo>
                  <a:pt x="3420" y="1600"/>
                  <a:pt x="3420" y="1602"/>
                  <a:pt x="3420" y="1604"/>
                </a:cubicBezTo>
                <a:lnTo>
                  <a:pt x="3420" y="1604"/>
                </a:lnTo>
                <a:cubicBezTo>
                  <a:pt x="3420" y="1604"/>
                  <a:pt x="3420" y="1604"/>
                  <a:pt x="3420" y="1604"/>
                </a:cubicBezTo>
                <a:lnTo>
                  <a:pt x="3420" y="1604"/>
                </a:lnTo>
                <a:cubicBezTo>
                  <a:pt x="3420" y="1621"/>
                  <a:pt x="3423" y="1634"/>
                  <a:pt x="3427" y="1644"/>
                </a:cubicBezTo>
                <a:lnTo>
                  <a:pt x="3427" y="1644"/>
                </a:lnTo>
                <a:cubicBezTo>
                  <a:pt x="3423" y="1630"/>
                  <a:pt x="3420" y="1616"/>
                  <a:pt x="3420" y="1604"/>
                </a:cubicBezTo>
                <a:lnTo>
                  <a:pt x="3420" y="1604"/>
                </a:lnTo>
                <a:cubicBezTo>
                  <a:pt x="3422" y="1608"/>
                  <a:pt x="3424" y="1613"/>
                  <a:pt x="3426" y="1617"/>
                </a:cubicBezTo>
                <a:cubicBezTo>
                  <a:pt x="3442" y="1646"/>
                  <a:pt x="3443" y="1659"/>
                  <a:pt x="3439" y="1659"/>
                </a:cubicBezTo>
                <a:cubicBezTo>
                  <a:pt x="3436" y="1659"/>
                  <a:pt x="3432" y="1654"/>
                  <a:pt x="3427" y="1644"/>
                </a:cubicBezTo>
                <a:lnTo>
                  <a:pt x="3427" y="1644"/>
                </a:lnTo>
                <a:cubicBezTo>
                  <a:pt x="3443" y="1697"/>
                  <a:pt x="3479" y="1760"/>
                  <a:pt x="3491" y="1802"/>
                </a:cubicBezTo>
                <a:cubicBezTo>
                  <a:pt x="3500" y="1838"/>
                  <a:pt x="3508" y="1874"/>
                  <a:pt x="3517" y="1910"/>
                </a:cubicBezTo>
                <a:cubicBezTo>
                  <a:pt x="3521" y="1933"/>
                  <a:pt x="3525" y="1954"/>
                  <a:pt x="3529" y="1977"/>
                </a:cubicBezTo>
                <a:cubicBezTo>
                  <a:pt x="3534" y="2005"/>
                  <a:pt x="3537" y="2015"/>
                  <a:pt x="3538" y="2015"/>
                </a:cubicBezTo>
                <a:cubicBezTo>
                  <a:pt x="3540" y="2015"/>
                  <a:pt x="3530" y="1942"/>
                  <a:pt x="3525" y="1939"/>
                </a:cubicBezTo>
                <a:lnTo>
                  <a:pt x="3525" y="1939"/>
                </a:lnTo>
                <a:cubicBezTo>
                  <a:pt x="3550" y="1954"/>
                  <a:pt x="3538" y="2142"/>
                  <a:pt x="3538" y="2173"/>
                </a:cubicBezTo>
                <a:cubicBezTo>
                  <a:pt x="3538" y="2215"/>
                  <a:pt x="3535" y="2257"/>
                  <a:pt x="3533" y="2297"/>
                </a:cubicBezTo>
                <a:cubicBezTo>
                  <a:pt x="3532" y="2312"/>
                  <a:pt x="3530" y="2326"/>
                  <a:pt x="3529" y="2339"/>
                </a:cubicBezTo>
                <a:lnTo>
                  <a:pt x="3529" y="2339"/>
                </a:lnTo>
                <a:cubicBezTo>
                  <a:pt x="3514" y="2409"/>
                  <a:pt x="3504" y="2477"/>
                  <a:pt x="3483" y="2546"/>
                </a:cubicBezTo>
                <a:cubicBezTo>
                  <a:pt x="3472" y="2582"/>
                  <a:pt x="3462" y="2618"/>
                  <a:pt x="3449" y="2651"/>
                </a:cubicBezTo>
                <a:cubicBezTo>
                  <a:pt x="3445" y="2663"/>
                  <a:pt x="3440" y="2676"/>
                  <a:pt x="3436" y="2688"/>
                </a:cubicBezTo>
                <a:lnTo>
                  <a:pt x="3436" y="2688"/>
                </a:lnTo>
                <a:cubicBezTo>
                  <a:pt x="3398" y="2751"/>
                  <a:pt x="3369" y="2818"/>
                  <a:pt x="3329" y="2881"/>
                </a:cubicBezTo>
                <a:cubicBezTo>
                  <a:pt x="3324" y="2889"/>
                  <a:pt x="3300" y="2922"/>
                  <a:pt x="3284" y="2945"/>
                </a:cubicBezTo>
                <a:lnTo>
                  <a:pt x="3284" y="2945"/>
                </a:lnTo>
                <a:cubicBezTo>
                  <a:pt x="3263" y="2968"/>
                  <a:pt x="3232" y="3005"/>
                  <a:pt x="3224" y="3014"/>
                </a:cubicBezTo>
                <a:cubicBezTo>
                  <a:pt x="3198" y="3041"/>
                  <a:pt x="3171" y="3069"/>
                  <a:pt x="3142" y="3094"/>
                </a:cubicBezTo>
                <a:cubicBezTo>
                  <a:pt x="3127" y="3106"/>
                  <a:pt x="3112" y="3119"/>
                  <a:pt x="3099" y="3132"/>
                </a:cubicBezTo>
                <a:cubicBezTo>
                  <a:pt x="3075" y="3154"/>
                  <a:pt x="3071" y="3163"/>
                  <a:pt x="3076" y="3163"/>
                </a:cubicBezTo>
                <a:cubicBezTo>
                  <a:pt x="3076" y="3163"/>
                  <a:pt x="3077" y="3163"/>
                  <a:pt x="3078" y="3162"/>
                </a:cubicBezTo>
                <a:lnTo>
                  <a:pt x="3078" y="3162"/>
                </a:lnTo>
                <a:cubicBezTo>
                  <a:pt x="3021" y="3203"/>
                  <a:pt x="2923" y="3245"/>
                  <a:pt x="2889" y="3262"/>
                </a:cubicBezTo>
                <a:cubicBezTo>
                  <a:pt x="2863" y="3275"/>
                  <a:pt x="2803" y="3296"/>
                  <a:pt x="2805" y="3296"/>
                </a:cubicBezTo>
                <a:cubicBezTo>
                  <a:pt x="2806" y="3296"/>
                  <a:pt x="2822" y="3291"/>
                  <a:pt x="2866" y="3277"/>
                </a:cubicBezTo>
                <a:lnTo>
                  <a:pt x="2866" y="3277"/>
                </a:lnTo>
                <a:cubicBezTo>
                  <a:pt x="2823" y="3292"/>
                  <a:pt x="2783" y="3309"/>
                  <a:pt x="2741" y="3323"/>
                </a:cubicBezTo>
                <a:cubicBezTo>
                  <a:pt x="2642" y="3355"/>
                  <a:pt x="2541" y="3376"/>
                  <a:pt x="2438" y="3395"/>
                </a:cubicBezTo>
                <a:cubicBezTo>
                  <a:pt x="2437" y="3395"/>
                  <a:pt x="2437" y="3395"/>
                  <a:pt x="2437" y="3395"/>
                </a:cubicBezTo>
                <a:lnTo>
                  <a:pt x="2437" y="3395"/>
                </a:lnTo>
                <a:cubicBezTo>
                  <a:pt x="2416" y="3397"/>
                  <a:pt x="2395" y="3400"/>
                  <a:pt x="2375" y="3401"/>
                </a:cubicBezTo>
                <a:cubicBezTo>
                  <a:pt x="2330" y="3403"/>
                  <a:pt x="2284" y="3406"/>
                  <a:pt x="2240" y="3406"/>
                </a:cubicBezTo>
                <a:cubicBezTo>
                  <a:pt x="2226" y="3406"/>
                  <a:pt x="2211" y="3406"/>
                  <a:pt x="2197" y="3406"/>
                </a:cubicBezTo>
                <a:cubicBezTo>
                  <a:pt x="2163" y="3406"/>
                  <a:pt x="2129" y="3405"/>
                  <a:pt x="2094" y="3403"/>
                </a:cubicBezTo>
                <a:cubicBezTo>
                  <a:pt x="2081" y="3402"/>
                  <a:pt x="2067" y="3400"/>
                  <a:pt x="2054" y="3398"/>
                </a:cubicBezTo>
                <a:lnTo>
                  <a:pt x="2054" y="3398"/>
                </a:lnTo>
                <a:cubicBezTo>
                  <a:pt x="1975" y="3376"/>
                  <a:pt x="1893" y="3365"/>
                  <a:pt x="1814" y="3340"/>
                </a:cubicBezTo>
                <a:cubicBezTo>
                  <a:pt x="1797" y="3334"/>
                  <a:pt x="1778" y="3326"/>
                  <a:pt x="1762" y="3321"/>
                </a:cubicBezTo>
                <a:cubicBezTo>
                  <a:pt x="1752" y="3318"/>
                  <a:pt x="1745" y="3316"/>
                  <a:pt x="1740" y="3315"/>
                </a:cubicBezTo>
                <a:lnTo>
                  <a:pt x="1740" y="3315"/>
                </a:lnTo>
                <a:cubicBezTo>
                  <a:pt x="1716" y="3301"/>
                  <a:pt x="1691" y="3283"/>
                  <a:pt x="1679" y="3277"/>
                </a:cubicBezTo>
                <a:cubicBezTo>
                  <a:pt x="1648" y="3258"/>
                  <a:pt x="1616" y="3241"/>
                  <a:pt x="1587" y="3220"/>
                </a:cubicBezTo>
                <a:cubicBezTo>
                  <a:pt x="1572" y="3210"/>
                  <a:pt x="1557" y="3199"/>
                  <a:pt x="1543" y="3191"/>
                </a:cubicBezTo>
                <a:cubicBezTo>
                  <a:pt x="1525" y="3180"/>
                  <a:pt x="1519" y="3175"/>
                  <a:pt x="1519" y="3175"/>
                </a:cubicBezTo>
                <a:lnTo>
                  <a:pt x="1519" y="3175"/>
                </a:lnTo>
                <a:cubicBezTo>
                  <a:pt x="1518" y="3175"/>
                  <a:pt x="1582" y="3218"/>
                  <a:pt x="1580" y="3218"/>
                </a:cubicBezTo>
                <a:cubicBezTo>
                  <a:pt x="1580" y="3218"/>
                  <a:pt x="1579" y="3218"/>
                  <a:pt x="1578" y="3218"/>
                </a:cubicBezTo>
                <a:cubicBezTo>
                  <a:pt x="1542" y="3218"/>
                  <a:pt x="1420" y="3070"/>
                  <a:pt x="1399" y="3045"/>
                </a:cubicBezTo>
                <a:cubicBezTo>
                  <a:pt x="1384" y="3030"/>
                  <a:pt x="1353" y="2977"/>
                  <a:pt x="1351" y="2977"/>
                </a:cubicBezTo>
                <a:lnTo>
                  <a:pt x="1351" y="2977"/>
                </a:lnTo>
                <a:cubicBezTo>
                  <a:pt x="1350" y="2977"/>
                  <a:pt x="1354" y="2985"/>
                  <a:pt x="1363" y="3005"/>
                </a:cubicBezTo>
                <a:cubicBezTo>
                  <a:pt x="1372" y="3025"/>
                  <a:pt x="1375" y="3032"/>
                  <a:pt x="1374" y="3032"/>
                </a:cubicBezTo>
                <a:cubicBezTo>
                  <a:pt x="1372" y="3032"/>
                  <a:pt x="1335" y="2962"/>
                  <a:pt x="1326" y="2946"/>
                </a:cubicBezTo>
                <a:cubicBezTo>
                  <a:pt x="1285" y="2881"/>
                  <a:pt x="1252" y="2814"/>
                  <a:pt x="1215" y="2746"/>
                </a:cubicBezTo>
                <a:lnTo>
                  <a:pt x="1215" y="2746"/>
                </a:lnTo>
                <a:cubicBezTo>
                  <a:pt x="1214" y="2743"/>
                  <a:pt x="1213" y="2740"/>
                  <a:pt x="1212" y="2736"/>
                </a:cubicBezTo>
                <a:cubicBezTo>
                  <a:pt x="1199" y="2702"/>
                  <a:pt x="1187" y="2668"/>
                  <a:pt x="1176" y="2635"/>
                </a:cubicBezTo>
                <a:cubicBezTo>
                  <a:pt x="1153" y="2559"/>
                  <a:pt x="1132" y="2481"/>
                  <a:pt x="1119" y="2403"/>
                </a:cubicBezTo>
                <a:cubicBezTo>
                  <a:pt x="1119" y="2401"/>
                  <a:pt x="1118" y="2399"/>
                  <a:pt x="1118" y="2397"/>
                </a:cubicBezTo>
                <a:lnTo>
                  <a:pt x="1118" y="2397"/>
                </a:lnTo>
                <a:cubicBezTo>
                  <a:pt x="1122" y="2365"/>
                  <a:pt x="1108" y="2315"/>
                  <a:pt x="1106" y="2283"/>
                </a:cubicBezTo>
                <a:cubicBezTo>
                  <a:pt x="1102" y="2203"/>
                  <a:pt x="1102" y="2123"/>
                  <a:pt x="1106" y="2043"/>
                </a:cubicBezTo>
                <a:cubicBezTo>
                  <a:pt x="1107" y="2033"/>
                  <a:pt x="1110" y="2004"/>
                  <a:pt x="1113" y="1978"/>
                </a:cubicBezTo>
                <a:lnTo>
                  <a:pt x="1113" y="1978"/>
                </a:lnTo>
                <a:cubicBezTo>
                  <a:pt x="1117" y="1953"/>
                  <a:pt x="1123" y="1911"/>
                  <a:pt x="1125" y="1899"/>
                </a:cubicBezTo>
                <a:cubicBezTo>
                  <a:pt x="1144" y="1813"/>
                  <a:pt x="1170" y="1731"/>
                  <a:pt x="1197" y="1647"/>
                </a:cubicBezTo>
                <a:cubicBezTo>
                  <a:pt x="1199" y="1642"/>
                  <a:pt x="1200" y="1637"/>
                  <a:pt x="1201" y="1634"/>
                </a:cubicBezTo>
                <a:lnTo>
                  <a:pt x="1201" y="1634"/>
                </a:lnTo>
                <a:cubicBezTo>
                  <a:pt x="1203" y="1630"/>
                  <a:pt x="1205" y="1626"/>
                  <a:pt x="1208" y="1621"/>
                </a:cubicBezTo>
                <a:cubicBezTo>
                  <a:pt x="1227" y="1583"/>
                  <a:pt x="1246" y="1543"/>
                  <a:pt x="1269" y="1507"/>
                </a:cubicBezTo>
                <a:cubicBezTo>
                  <a:pt x="1290" y="1470"/>
                  <a:pt x="1313" y="1434"/>
                  <a:pt x="1338" y="1398"/>
                </a:cubicBezTo>
                <a:cubicBezTo>
                  <a:pt x="1341" y="1394"/>
                  <a:pt x="1344" y="1390"/>
                  <a:pt x="1346" y="1386"/>
                </a:cubicBezTo>
                <a:lnTo>
                  <a:pt x="1346" y="1386"/>
                </a:lnTo>
                <a:cubicBezTo>
                  <a:pt x="1346" y="1386"/>
                  <a:pt x="1346" y="1386"/>
                  <a:pt x="1347" y="1385"/>
                </a:cubicBezTo>
                <a:cubicBezTo>
                  <a:pt x="1399" y="1329"/>
                  <a:pt x="1454" y="1275"/>
                  <a:pt x="1511" y="1223"/>
                </a:cubicBezTo>
                <a:lnTo>
                  <a:pt x="1511" y="1223"/>
                </a:lnTo>
                <a:cubicBezTo>
                  <a:pt x="1524" y="1213"/>
                  <a:pt x="1537" y="1203"/>
                  <a:pt x="1551" y="1194"/>
                </a:cubicBezTo>
                <a:cubicBezTo>
                  <a:pt x="1589" y="1170"/>
                  <a:pt x="1627" y="1147"/>
                  <a:pt x="1667" y="1126"/>
                </a:cubicBezTo>
                <a:cubicBezTo>
                  <a:pt x="1682" y="1119"/>
                  <a:pt x="1697" y="1111"/>
                  <a:pt x="1712" y="1103"/>
                </a:cubicBezTo>
                <a:lnTo>
                  <a:pt x="1712" y="1103"/>
                </a:lnTo>
                <a:cubicBezTo>
                  <a:pt x="1755" y="1090"/>
                  <a:pt x="1797" y="1075"/>
                  <a:pt x="1840" y="1063"/>
                </a:cubicBezTo>
                <a:cubicBezTo>
                  <a:pt x="1884" y="1050"/>
                  <a:pt x="1928" y="1042"/>
                  <a:pt x="1970" y="1031"/>
                </a:cubicBezTo>
                <a:cubicBezTo>
                  <a:pt x="1976" y="1030"/>
                  <a:pt x="1983" y="1028"/>
                  <a:pt x="1990" y="1026"/>
                </a:cubicBezTo>
                <a:lnTo>
                  <a:pt x="1990" y="1026"/>
                </a:lnTo>
                <a:cubicBezTo>
                  <a:pt x="2008" y="1025"/>
                  <a:pt x="2026" y="1024"/>
                  <a:pt x="2042" y="1023"/>
                </a:cubicBezTo>
                <a:cubicBezTo>
                  <a:pt x="2063" y="1021"/>
                  <a:pt x="2083" y="1018"/>
                  <a:pt x="2104" y="1015"/>
                </a:cubicBezTo>
                <a:lnTo>
                  <a:pt x="2104" y="1015"/>
                </a:lnTo>
                <a:cubicBezTo>
                  <a:pt x="2127" y="1013"/>
                  <a:pt x="2151" y="1010"/>
                  <a:pt x="2175" y="1006"/>
                </a:cubicBezTo>
                <a:cubicBezTo>
                  <a:pt x="2200" y="1002"/>
                  <a:pt x="2223" y="998"/>
                  <a:pt x="2248" y="996"/>
                </a:cubicBezTo>
                <a:lnTo>
                  <a:pt x="2248" y="996"/>
                </a:lnTo>
                <a:cubicBezTo>
                  <a:pt x="2202" y="1002"/>
                  <a:pt x="2186" y="1004"/>
                  <a:pt x="2186" y="1004"/>
                </a:cubicBezTo>
                <a:cubicBezTo>
                  <a:pt x="2187" y="1004"/>
                  <a:pt x="2227" y="999"/>
                  <a:pt x="2246" y="998"/>
                </a:cubicBezTo>
                <a:cubicBezTo>
                  <a:pt x="2293" y="996"/>
                  <a:pt x="2341" y="991"/>
                  <a:pt x="2387" y="989"/>
                </a:cubicBezTo>
                <a:close/>
                <a:moveTo>
                  <a:pt x="2431" y="0"/>
                </a:moveTo>
                <a:cubicBezTo>
                  <a:pt x="2283" y="0"/>
                  <a:pt x="2134" y="12"/>
                  <a:pt x="1987" y="33"/>
                </a:cubicBezTo>
                <a:lnTo>
                  <a:pt x="1987" y="33"/>
                </a:lnTo>
                <a:cubicBezTo>
                  <a:pt x="1519" y="79"/>
                  <a:pt x="1082" y="246"/>
                  <a:pt x="738" y="578"/>
                </a:cubicBezTo>
                <a:cubicBezTo>
                  <a:pt x="443" y="863"/>
                  <a:pt x="236" y="1259"/>
                  <a:pt x="158" y="1661"/>
                </a:cubicBezTo>
                <a:cubicBezTo>
                  <a:pt x="0" y="2477"/>
                  <a:pt x="228" y="3403"/>
                  <a:pt x="896" y="3941"/>
                </a:cubicBezTo>
                <a:cubicBezTo>
                  <a:pt x="1283" y="4251"/>
                  <a:pt x="1777" y="4404"/>
                  <a:pt x="2272" y="4404"/>
                </a:cubicBezTo>
                <a:cubicBezTo>
                  <a:pt x="2762" y="4404"/>
                  <a:pt x="3253" y="4255"/>
                  <a:pt x="3645" y="3962"/>
                </a:cubicBezTo>
                <a:cubicBezTo>
                  <a:pt x="4395" y="3401"/>
                  <a:pt x="4700" y="2409"/>
                  <a:pt x="4443" y="1512"/>
                </a:cubicBezTo>
                <a:cubicBezTo>
                  <a:pt x="4302" y="1025"/>
                  <a:pt x="4003" y="604"/>
                  <a:pt x="3582" y="321"/>
                </a:cubicBezTo>
                <a:cubicBezTo>
                  <a:pt x="3236" y="89"/>
                  <a:pt x="2836" y="0"/>
                  <a:pt x="243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5" name="Google Shape;6275;p47"/>
          <p:cNvSpPr/>
          <p:nvPr/>
        </p:nvSpPr>
        <p:spPr>
          <a:xfrm rot="-900008">
            <a:off x="1858649" y="4153738"/>
            <a:ext cx="585793" cy="623413"/>
          </a:xfrm>
          <a:custGeom>
            <a:rect b="b" l="l" r="r" t="t"/>
            <a:pathLst>
              <a:path extrusionOk="0" h="29017" w="27269">
                <a:moveTo>
                  <a:pt x="22507" y="0"/>
                </a:moveTo>
                <a:cubicBezTo>
                  <a:pt x="21719" y="0"/>
                  <a:pt x="20932" y="201"/>
                  <a:pt x="20248" y="603"/>
                </a:cubicBezTo>
                <a:cubicBezTo>
                  <a:pt x="20101" y="684"/>
                  <a:pt x="19960" y="774"/>
                  <a:pt x="19827" y="877"/>
                </a:cubicBezTo>
                <a:cubicBezTo>
                  <a:pt x="19689" y="973"/>
                  <a:pt x="19562" y="1080"/>
                  <a:pt x="19439" y="1195"/>
                </a:cubicBezTo>
                <a:cubicBezTo>
                  <a:pt x="19306" y="1313"/>
                  <a:pt x="19214" y="1408"/>
                  <a:pt x="19117" y="1505"/>
                </a:cubicBezTo>
                <a:lnTo>
                  <a:pt x="18821" y="1800"/>
                </a:lnTo>
                <a:lnTo>
                  <a:pt x="17642" y="2975"/>
                </a:lnTo>
                <a:lnTo>
                  <a:pt x="8210" y="12373"/>
                </a:lnTo>
                <a:lnTo>
                  <a:pt x="3494" y="17071"/>
                </a:lnTo>
                <a:lnTo>
                  <a:pt x="2315" y="18246"/>
                </a:lnTo>
                <a:lnTo>
                  <a:pt x="1721" y="18842"/>
                </a:lnTo>
                <a:cubicBezTo>
                  <a:pt x="1504" y="19073"/>
                  <a:pt x="1291" y="19311"/>
                  <a:pt x="1110" y="19576"/>
                </a:cubicBezTo>
                <a:cubicBezTo>
                  <a:pt x="744" y="20099"/>
                  <a:pt x="454" y="20675"/>
                  <a:pt x="267" y="21287"/>
                </a:cubicBezTo>
                <a:cubicBezTo>
                  <a:pt x="86" y="21900"/>
                  <a:pt x="1" y="22538"/>
                  <a:pt x="13" y="23174"/>
                </a:cubicBezTo>
                <a:cubicBezTo>
                  <a:pt x="35" y="24451"/>
                  <a:pt x="496" y="25713"/>
                  <a:pt x="1281" y="26719"/>
                </a:cubicBezTo>
                <a:cubicBezTo>
                  <a:pt x="1679" y="27216"/>
                  <a:pt x="2146" y="27657"/>
                  <a:pt x="2675" y="28015"/>
                </a:cubicBezTo>
                <a:cubicBezTo>
                  <a:pt x="3210" y="28365"/>
                  <a:pt x="3798" y="28634"/>
                  <a:pt x="4413" y="28805"/>
                </a:cubicBezTo>
                <a:cubicBezTo>
                  <a:pt x="4924" y="28947"/>
                  <a:pt x="5453" y="29016"/>
                  <a:pt x="5983" y="29016"/>
                </a:cubicBezTo>
                <a:cubicBezTo>
                  <a:pt x="6728" y="29016"/>
                  <a:pt x="7474" y="28878"/>
                  <a:pt x="8170" y="28610"/>
                </a:cubicBezTo>
                <a:cubicBezTo>
                  <a:pt x="8765" y="28375"/>
                  <a:pt x="9319" y="28045"/>
                  <a:pt x="9814" y="27642"/>
                </a:cubicBezTo>
                <a:lnTo>
                  <a:pt x="10170" y="27323"/>
                </a:lnTo>
                <a:cubicBezTo>
                  <a:pt x="10285" y="27216"/>
                  <a:pt x="10371" y="27125"/>
                  <a:pt x="10472" y="27025"/>
                </a:cubicBezTo>
                <a:lnTo>
                  <a:pt x="11063" y="26437"/>
                </a:lnTo>
                <a:lnTo>
                  <a:pt x="20495" y="17039"/>
                </a:lnTo>
                <a:cubicBezTo>
                  <a:pt x="21385" y="16152"/>
                  <a:pt x="21860" y="15184"/>
                  <a:pt x="21554" y="14878"/>
                </a:cubicBezTo>
                <a:cubicBezTo>
                  <a:pt x="21491" y="14814"/>
                  <a:pt x="21400" y="14784"/>
                  <a:pt x="21287" y="14784"/>
                </a:cubicBezTo>
                <a:cubicBezTo>
                  <a:pt x="20852" y="14784"/>
                  <a:pt x="20096" y="15227"/>
                  <a:pt x="19389" y="15931"/>
                </a:cubicBezTo>
                <a:lnTo>
                  <a:pt x="9957" y="25329"/>
                </a:lnTo>
                <a:lnTo>
                  <a:pt x="9369" y="25916"/>
                </a:lnTo>
                <a:cubicBezTo>
                  <a:pt x="9272" y="26009"/>
                  <a:pt x="9166" y="26121"/>
                  <a:pt x="9079" y="26200"/>
                </a:cubicBezTo>
                <a:lnTo>
                  <a:pt x="8814" y="26439"/>
                </a:lnTo>
                <a:cubicBezTo>
                  <a:pt x="8448" y="26735"/>
                  <a:pt x="8041" y="26978"/>
                  <a:pt x="7603" y="27152"/>
                </a:cubicBezTo>
                <a:cubicBezTo>
                  <a:pt x="7090" y="27349"/>
                  <a:pt x="6538" y="27451"/>
                  <a:pt x="5987" y="27451"/>
                </a:cubicBezTo>
                <a:cubicBezTo>
                  <a:pt x="5595" y="27451"/>
                  <a:pt x="5204" y="27399"/>
                  <a:pt x="4826" y="27294"/>
                </a:cubicBezTo>
                <a:cubicBezTo>
                  <a:pt x="4373" y="27166"/>
                  <a:pt x="3939" y="26970"/>
                  <a:pt x="3544" y="26715"/>
                </a:cubicBezTo>
                <a:cubicBezTo>
                  <a:pt x="3154" y="26449"/>
                  <a:pt x="2808" y="26121"/>
                  <a:pt x="2512" y="25753"/>
                </a:cubicBezTo>
                <a:cubicBezTo>
                  <a:pt x="1935" y="25011"/>
                  <a:pt x="1591" y="24083"/>
                  <a:pt x="1577" y="23138"/>
                </a:cubicBezTo>
                <a:cubicBezTo>
                  <a:pt x="1570" y="22667"/>
                  <a:pt x="1633" y="22194"/>
                  <a:pt x="1764" y="21743"/>
                </a:cubicBezTo>
                <a:cubicBezTo>
                  <a:pt x="1902" y="21291"/>
                  <a:pt x="2118" y="20866"/>
                  <a:pt x="2387" y="20480"/>
                </a:cubicBezTo>
                <a:cubicBezTo>
                  <a:pt x="2520" y="20285"/>
                  <a:pt x="2677" y="20110"/>
                  <a:pt x="2838" y="19937"/>
                </a:cubicBezTo>
                <a:lnTo>
                  <a:pt x="3418" y="19355"/>
                </a:lnTo>
                <a:lnTo>
                  <a:pt x="4597" y="18180"/>
                </a:lnTo>
                <a:lnTo>
                  <a:pt x="9313" y="13480"/>
                </a:lnTo>
                <a:lnTo>
                  <a:pt x="18747" y="4082"/>
                </a:lnTo>
                <a:lnTo>
                  <a:pt x="19926" y="2907"/>
                </a:lnTo>
                <a:lnTo>
                  <a:pt x="20220" y="2615"/>
                </a:lnTo>
                <a:cubicBezTo>
                  <a:pt x="20318" y="2515"/>
                  <a:pt x="20421" y="2412"/>
                  <a:pt x="20497" y="2348"/>
                </a:cubicBezTo>
                <a:cubicBezTo>
                  <a:pt x="20576" y="2273"/>
                  <a:pt x="20660" y="2201"/>
                  <a:pt x="20751" y="2140"/>
                </a:cubicBezTo>
                <a:cubicBezTo>
                  <a:pt x="20836" y="2070"/>
                  <a:pt x="20930" y="2014"/>
                  <a:pt x="21027" y="1961"/>
                </a:cubicBezTo>
                <a:cubicBezTo>
                  <a:pt x="21473" y="1696"/>
                  <a:pt x="21990" y="1565"/>
                  <a:pt x="22507" y="1565"/>
                </a:cubicBezTo>
                <a:cubicBezTo>
                  <a:pt x="22870" y="1565"/>
                  <a:pt x="23232" y="1629"/>
                  <a:pt x="23570" y="1758"/>
                </a:cubicBezTo>
                <a:cubicBezTo>
                  <a:pt x="24397" y="2056"/>
                  <a:pt x="25065" y="2764"/>
                  <a:pt x="25342" y="3593"/>
                </a:cubicBezTo>
                <a:cubicBezTo>
                  <a:pt x="25634" y="4424"/>
                  <a:pt x="25517" y="5384"/>
                  <a:pt x="25051" y="6128"/>
                </a:cubicBezTo>
                <a:cubicBezTo>
                  <a:pt x="24938" y="6315"/>
                  <a:pt x="24797" y="6486"/>
                  <a:pt x="24646" y="6647"/>
                </a:cubicBezTo>
                <a:lnTo>
                  <a:pt x="24063" y="7229"/>
                </a:lnTo>
                <a:lnTo>
                  <a:pt x="22884" y="8404"/>
                </a:lnTo>
                <a:lnTo>
                  <a:pt x="20526" y="10752"/>
                </a:lnTo>
                <a:lnTo>
                  <a:pt x="15811" y="15452"/>
                </a:lnTo>
                <a:lnTo>
                  <a:pt x="11095" y="20150"/>
                </a:lnTo>
                <a:lnTo>
                  <a:pt x="10506" y="20739"/>
                </a:lnTo>
                <a:cubicBezTo>
                  <a:pt x="10283" y="20961"/>
                  <a:pt x="10170" y="21073"/>
                  <a:pt x="10011" y="21174"/>
                </a:cubicBezTo>
                <a:cubicBezTo>
                  <a:pt x="9754" y="21340"/>
                  <a:pt x="9447" y="21423"/>
                  <a:pt x="9141" y="21423"/>
                </a:cubicBezTo>
                <a:cubicBezTo>
                  <a:pt x="9072" y="21423"/>
                  <a:pt x="9004" y="21419"/>
                  <a:pt x="8936" y="21411"/>
                </a:cubicBezTo>
                <a:cubicBezTo>
                  <a:pt x="8184" y="21331"/>
                  <a:pt x="7552" y="20653"/>
                  <a:pt x="7524" y="19898"/>
                </a:cubicBezTo>
                <a:cubicBezTo>
                  <a:pt x="7500" y="19524"/>
                  <a:pt x="7607" y="19142"/>
                  <a:pt x="7834" y="18846"/>
                </a:cubicBezTo>
                <a:cubicBezTo>
                  <a:pt x="7858" y="18806"/>
                  <a:pt x="7890" y="18770"/>
                  <a:pt x="7922" y="18737"/>
                </a:cubicBezTo>
                <a:cubicBezTo>
                  <a:pt x="7951" y="18701"/>
                  <a:pt x="7979" y="18667"/>
                  <a:pt x="8035" y="18611"/>
                </a:cubicBezTo>
                <a:lnTo>
                  <a:pt x="8325" y="18313"/>
                </a:lnTo>
                <a:lnTo>
                  <a:pt x="8906" y="17717"/>
                </a:lnTo>
                <a:lnTo>
                  <a:pt x="11224" y="15333"/>
                </a:lnTo>
                <a:lnTo>
                  <a:pt x="15864" y="10561"/>
                </a:lnTo>
                <a:cubicBezTo>
                  <a:pt x="16739" y="9661"/>
                  <a:pt x="17200" y="8685"/>
                  <a:pt x="16894" y="8380"/>
                </a:cubicBezTo>
                <a:cubicBezTo>
                  <a:pt x="16832" y="8319"/>
                  <a:pt x="16743" y="8290"/>
                  <a:pt x="16633" y="8290"/>
                </a:cubicBezTo>
                <a:cubicBezTo>
                  <a:pt x="16201" y="8290"/>
                  <a:pt x="15448" y="8744"/>
                  <a:pt x="14749" y="9464"/>
                </a:cubicBezTo>
                <a:lnTo>
                  <a:pt x="10105" y="14239"/>
                </a:lnTo>
                <a:lnTo>
                  <a:pt x="7784" y="16627"/>
                </a:lnTo>
                <a:lnTo>
                  <a:pt x="7204" y="17224"/>
                </a:lnTo>
                <a:lnTo>
                  <a:pt x="6914" y="17522"/>
                </a:lnTo>
                <a:cubicBezTo>
                  <a:pt x="6870" y="17566"/>
                  <a:pt x="6806" y="17635"/>
                  <a:pt x="6745" y="17705"/>
                </a:cubicBezTo>
                <a:cubicBezTo>
                  <a:pt x="6685" y="17774"/>
                  <a:pt x="6625" y="17844"/>
                  <a:pt x="6574" y="17920"/>
                </a:cubicBezTo>
                <a:cubicBezTo>
                  <a:pt x="6130" y="18510"/>
                  <a:pt x="5916" y="19262"/>
                  <a:pt x="5963" y="19993"/>
                </a:cubicBezTo>
                <a:cubicBezTo>
                  <a:pt x="6005" y="20725"/>
                  <a:pt x="6307" y="21448"/>
                  <a:pt x="6816" y="21979"/>
                </a:cubicBezTo>
                <a:cubicBezTo>
                  <a:pt x="7313" y="22514"/>
                  <a:pt x="8009" y="22878"/>
                  <a:pt x="8739" y="22963"/>
                </a:cubicBezTo>
                <a:cubicBezTo>
                  <a:pt x="8873" y="22981"/>
                  <a:pt x="9009" y="22989"/>
                  <a:pt x="9144" y="22989"/>
                </a:cubicBezTo>
                <a:cubicBezTo>
                  <a:pt x="9743" y="22989"/>
                  <a:pt x="10342" y="22822"/>
                  <a:pt x="10848" y="22496"/>
                </a:cubicBezTo>
                <a:cubicBezTo>
                  <a:pt x="11003" y="22395"/>
                  <a:pt x="11152" y="22287"/>
                  <a:pt x="11286" y="22162"/>
                </a:cubicBezTo>
                <a:cubicBezTo>
                  <a:pt x="11439" y="22025"/>
                  <a:pt x="11502" y="21951"/>
                  <a:pt x="11612" y="21848"/>
                </a:cubicBezTo>
                <a:lnTo>
                  <a:pt x="12200" y="21260"/>
                </a:lnTo>
                <a:lnTo>
                  <a:pt x="16916" y="16562"/>
                </a:lnTo>
                <a:lnTo>
                  <a:pt x="21632" y="11862"/>
                </a:lnTo>
                <a:lnTo>
                  <a:pt x="23990" y="9514"/>
                </a:lnTo>
                <a:lnTo>
                  <a:pt x="25169" y="8339"/>
                </a:lnTo>
                <a:lnTo>
                  <a:pt x="25763" y="7742"/>
                </a:lnTo>
                <a:cubicBezTo>
                  <a:pt x="25994" y="7502"/>
                  <a:pt x="26206" y="7241"/>
                  <a:pt x="26381" y="6955"/>
                </a:cubicBezTo>
                <a:cubicBezTo>
                  <a:pt x="27093" y="5816"/>
                  <a:pt x="27268" y="4360"/>
                  <a:pt x="26825" y="3092"/>
                </a:cubicBezTo>
                <a:cubicBezTo>
                  <a:pt x="26397" y="1820"/>
                  <a:pt x="25389" y="758"/>
                  <a:pt x="24125" y="295"/>
                </a:cubicBezTo>
                <a:cubicBezTo>
                  <a:pt x="23609" y="98"/>
                  <a:pt x="23058" y="0"/>
                  <a:pt x="2250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6" name="Google Shape;6276;p47"/>
          <p:cNvSpPr/>
          <p:nvPr/>
        </p:nvSpPr>
        <p:spPr>
          <a:xfrm>
            <a:off x="7655050" y="845325"/>
            <a:ext cx="146125" cy="136975"/>
          </a:xfrm>
          <a:custGeom>
            <a:rect b="b" l="l" r="r" t="t"/>
            <a:pathLst>
              <a:path extrusionOk="0" h="5479" w="5845">
                <a:moveTo>
                  <a:pt x="3075" y="4462"/>
                </a:moveTo>
                <a:cubicBezTo>
                  <a:pt x="3073" y="4462"/>
                  <a:pt x="3072" y="4463"/>
                  <a:pt x="3071" y="4463"/>
                </a:cubicBezTo>
                <a:lnTo>
                  <a:pt x="3071" y="4463"/>
                </a:lnTo>
                <a:cubicBezTo>
                  <a:pt x="3072" y="4463"/>
                  <a:pt x="3073" y="4462"/>
                  <a:pt x="3075" y="4462"/>
                </a:cubicBezTo>
                <a:close/>
                <a:moveTo>
                  <a:pt x="3051" y="4466"/>
                </a:moveTo>
                <a:cubicBezTo>
                  <a:pt x="3036" y="4468"/>
                  <a:pt x="3030" y="4469"/>
                  <a:pt x="3030" y="4469"/>
                </a:cubicBezTo>
                <a:cubicBezTo>
                  <a:pt x="3030" y="4469"/>
                  <a:pt x="3040" y="4467"/>
                  <a:pt x="3051" y="4466"/>
                </a:cubicBezTo>
                <a:close/>
                <a:moveTo>
                  <a:pt x="3032" y="988"/>
                </a:moveTo>
                <a:cubicBezTo>
                  <a:pt x="3081" y="988"/>
                  <a:pt x="3130" y="990"/>
                  <a:pt x="3180" y="993"/>
                </a:cubicBezTo>
                <a:cubicBezTo>
                  <a:pt x="3209" y="995"/>
                  <a:pt x="3237" y="997"/>
                  <a:pt x="3266" y="999"/>
                </a:cubicBezTo>
                <a:cubicBezTo>
                  <a:pt x="3274" y="999"/>
                  <a:pt x="3280" y="999"/>
                  <a:pt x="3284" y="1000"/>
                </a:cubicBezTo>
                <a:lnTo>
                  <a:pt x="3284" y="1000"/>
                </a:lnTo>
                <a:cubicBezTo>
                  <a:pt x="3395" y="1021"/>
                  <a:pt x="3505" y="1046"/>
                  <a:pt x="3612" y="1081"/>
                </a:cubicBezTo>
                <a:cubicBezTo>
                  <a:pt x="3641" y="1090"/>
                  <a:pt x="3709" y="1119"/>
                  <a:pt x="3711" y="1119"/>
                </a:cubicBezTo>
                <a:cubicBezTo>
                  <a:pt x="3712" y="1119"/>
                  <a:pt x="3702" y="1114"/>
                  <a:pt x="3673" y="1100"/>
                </a:cubicBezTo>
                <a:lnTo>
                  <a:pt x="3673" y="1100"/>
                </a:lnTo>
                <a:cubicBezTo>
                  <a:pt x="3730" y="1125"/>
                  <a:pt x="3787" y="1153"/>
                  <a:pt x="3841" y="1184"/>
                </a:cubicBezTo>
                <a:cubicBezTo>
                  <a:pt x="3883" y="1208"/>
                  <a:pt x="3923" y="1235"/>
                  <a:pt x="3966" y="1262"/>
                </a:cubicBezTo>
                <a:cubicBezTo>
                  <a:pt x="3985" y="1274"/>
                  <a:pt x="3997" y="1281"/>
                  <a:pt x="4005" y="1285"/>
                </a:cubicBezTo>
                <a:lnTo>
                  <a:pt x="4005" y="1285"/>
                </a:lnTo>
                <a:cubicBezTo>
                  <a:pt x="4007" y="1287"/>
                  <a:pt x="4009" y="1289"/>
                  <a:pt x="4012" y="1292"/>
                </a:cubicBezTo>
                <a:cubicBezTo>
                  <a:pt x="4096" y="1368"/>
                  <a:pt x="4181" y="1443"/>
                  <a:pt x="4254" y="1530"/>
                </a:cubicBezTo>
                <a:cubicBezTo>
                  <a:pt x="4264" y="1542"/>
                  <a:pt x="4273" y="1553"/>
                  <a:pt x="4283" y="1565"/>
                </a:cubicBezTo>
                <a:lnTo>
                  <a:pt x="4283" y="1565"/>
                </a:lnTo>
                <a:cubicBezTo>
                  <a:pt x="4284" y="1566"/>
                  <a:pt x="4285" y="1568"/>
                  <a:pt x="4286" y="1570"/>
                </a:cubicBezTo>
                <a:cubicBezTo>
                  <a:pt x="4315" y="1614"/>
                  <a:pt x="4347" y="1656"/>
                  <a:pt x="4374" y="1703"/>
                </a:cubicBezTo>
                <a:cubicBezTo>
                  <a:pt x="4400" y="1743"/>
                  <a:pt x="4423" y="1785"/>
                  <a:pt x="4444" y="1827"/>
                </a:cubicBezTo>
                <a:cubicBezTo>
                  <a:pt x="4458" y="1852"/>
                  <a:pt x="4499" y="1948"/>
                  <a:pt x="4501" y="1948"/>
                </a:cubicBezTo>
                <a:cubicBezTo>
                  <a:pt x="4501" y="1948"/>
                  <a:pt x="4497" y="1936"/>
                  <a:pt x="4484" y="1903"/>
                </a:cubicBezTo>
                <a:lnTo>
                  <a:pt x="4484" y="1903"/>
                </a:lnTo>
                <a:cubicBezTo>
                  <a:pt x="4520" y="1991"/>
                  <a:pt x="4551" y="2082"/>
                  <a:pt x="4577" y="2174"/>
                </a:cubicBezTo>
                <a:cubicBezTo>
                  <a:pt x="4589" y="2221"/>
                  <a:pt x="4600" y="2267"/>
                  <a:pt x="4610" y="2314"/>
                </a:cubicBezTo>
                <a:cubicBezTo>
                  <a:pt x="4616" y="2344"/>
                  <a:pt x="4628" y="2444"/>
                  <a:pt x="4630" y="2444"/>
                </a:cubicBezTo>
                <a:cubicBezTo>
                  <a:pt x="4631" y="2444"/>
                  <a:pt x="4630" y="2431"/>
                  <a:pt x="4627" y="2396"/>
                </a:cubicBezTo>
                <a:lnTo>
                  <a:pt x="4627" y="2396"/>
                </a:lnTo>
                <a:cubicBezTo>
                  <a:pt x="4636" y="2497"/>
                  <a:pt x="4644" y="2600"/>
                  <a:pt x="4644" y="2703"/>
                </a:cubicBezTo>
                <a:cubicBezTo>
                  <a:pt x="4642" y="2756"/>
                  <a:pt x="4642" y="2811"/>
                  <a:pt x="4638" y="2865"/>
                </a:cubicBezTo>
                <a:cubicBezTo>
                  <a:pt x="4636" y="2887"/>
                  <a:pt x="4632" y="2911"/>
                  <a:pt x="4631" y="2933"/>
                </a:cubicBezTo>
                <a:lnTo>
                  <a:pt x="4631" y="2933"/>
                </a:lnTo>
                <a:cubicBezTo>
                  <a:pt x="4631" y="2933"/>
                  <a:pt x="4631" y="2933"/>
                  <a:pt x="4631" y="2933"/>
                </a:cubicBezTo>
                <a:cubicBezTo>
                  <a:pt x="4614" y="3034"/>
                  <a:pt x="4596" y="3135"/>
                  <a:pt x="4566" y="3234"/>
                </a:cubicBezTo>
                <a:cubicBezTo>
                  <a:pt x="4553" y="3280"/>
                  <a:pt x="4537" y="3327"/>
                  <a:pt x="4522" y="3373"/>
                </a:cubicBezTo>
                <a:cubicBezTo>
                  <a:pt x="4513" y="3396"/>
                  <a:pt x="4503" y="3417"/>
                  <a:pt x="4497" y="3441"/>
                </a:cubicBezTo>
                <a:cubicBezTo>
                  <a:pt x="4496" y="3441"/>
                  <a:pt x="4496" y="3441"/>
                  <a:pt x="4496" y="3441"/>
                </a:cubicBezTo>
                <a:lnTo>
                  <a:pt x="4496" y="3441"/>
                </a:lnTo>
                <a:cubicBezTo>
                  <a:pt x="4494" y="3445"/>
                  <a:pt x="4491" y="3450"/>
                  <a:pt x="4488" y="3455"/>
                </a:cubicBezTo>
                <a:cubicBezTo>
                  <a:pt x="4440" y="3542"/>
                  <a:pt x="4400" y="3630"/>
                  <a:pt x="4347" y="3712"/>
                </a:cubicBezTo>
                <a:cubicBezTo>
                  <a:pt x="4337" y="3727"/>
                  <a:pt x="4283" y="3802"/>
                  <a:pt x="4272" y="3820"/>
                </a:cubicBezTo>
                <a:lnTo>
                  <a:pt x="4272" y="3820"/>
                </a:lnTo>
                <a:cubicBezTo>
                  <a:pt x="4267" y="3826"/>
                  <a:pt x="4263" y="3832"/>
                  <a:pt x="4261" y="3835"/>
                </a:cubicBezTo>
                <a:cubicBezTo>
                  <a:pt x="4235" y="3862"/>
                  <a:pt x="4210" y="3891"/>
                  <a:pt x="4185" y="3919"/>
                </a:cubicBezTo>
                <a:cubicBezTo>
                  <a:pt x="4151" y="3955"/>
                  <a:pt x="4115" y="3990"/>
                  <a:pt x="4077" y="4024"/>
                </a:cubicBezTo>
                <a:cubicBezTo>
                  <a:pt x="4063" y="4037"/>
                  <a:pt x="3977" y="4106"/>
                  <a:pt x="3981" y="4106"/>
                </a:cubicBezTo>
                <a:cubicBezTo>
                  <a:pt x="3982" y="4106"/>
                  <a:pt x="3992" y="4099"/>
                  <a:pt x="4016" y="4081"/>
                </a:cubicBezTo>
                <a:lnTo>
                  <a:pt x="4016" y="4081"/>
                </a:lnTo>
                <a:cubicBezTo>
                  <a:pt x="3919" y="4153"/>
                  <a:pt x="3818" y="4216"/>
                  <a:pt x="3713" y="4271"/>
                </a:cubicBezTo>
                <a:cubicBezTo>
                  <a:pt x="3692" y="4282"/>
                  <a:pt x="3605" y="4320"/>
                  <a:pt x="3609" y="4320"/>
                </a:cubicBezTo>
                <a:cubicBezTo>
                  <a:pt x="3609" y="4320"/>
                  <a:pt x="3609" y="4320"/>
                  <a:pt x="3611" y="4319"/>
                </a:cubicBezTo>
                <a:lnTo>
                  <a:pt x="3611" y="4319"/>
                </a:lnTo>
                <a:cubicBezTo>
                  <a:pt x="3569" y="4335"/>
                  <a:pt x="3527" y="4350"/>
                  <a:pt x="3483" y="4365"/>
                </a:cubicBezTo>
                <a:cubicBezTo>
                  <a:pt x="3353" y="4408"/>
                  <a:pt x="3218" y="4437"/>
                  <a:pt x="3083" y="4460"/>
                </a:cubicBezTo>
                <a:cubicBezTo>
                  <a:pt x="3075" y="4462"/>
                  <a:pt x="3068" y="4463"/>
                  <a:pt x="3062" y="4464"/>
                </a:cubicBezTo>
                <a:lnTo>
                  <a:pt x="3062" y="4464"/>
                </a:lnTo>
                <a:cubicBezTo>
                  <a:pt x="3028" y="4467"/>
                  <a:pt x="2994" y="4471"/>
                  <a:pt x="2959" y="4473"/>
                </a:cubicBezTo>
                <a:cubicBezTo>
                  <a:pt x="2900" y="4477"/>
                  <a:pt x="2841" y="4481"/>
                  <a:pt x="2782" y="4481"/>
                </a:cubicBezTo>
                <a:cubicBezTo>
                  <a:pt x="2718" y="4481"/>
                  <a:pt x="2653" y="4479"/>
                  <a:pt x="2590" y="4475"/>
                </a:cubicBezTo>
                <a:cubicBezTo>
                  <a:pt x="2563" y="4473"/>
                  <a:pt x="2536" y="4471"/>
                  <a:pt x="2509" y="4469"/>
                </a:cubicBezTo>
                <a:lnTo>
                  <a:pt x="2509" y="4469"/>
                </a:lnTo>
                <a:cubicBezTo>
                  <a:pt x="2506" y="4468"/>
                  <a:pt x="2503" y="4467"/>
                  <a:pt x="2499" y="4467"/>
                </a:cubicBezTo>
                <a:cubicBezTo>
                  <a:pt x="2392" y="4445"/>
                  <a:pt x="2287" y="4422"/>
                  <a:pt x="2181" y="4389"/>
                </a:cubicBezTo>
                <a:cubicBezTo>
                  <a:pt x="2154" y="4379"/>
                  <a:pt x="2102" y="4357"/>
                  <a:pt x="2090" y="4352"/>
                </a:cubicBezTo>
                <a:lnTo>
                  <a:pt x="2090" y="4352"/>
                </a:lnTo>
                <a:cubicBezTo>
                  <a:pt x="2048" y="4332"/>
                  <a:pt x="2007" y="4312"/>
                  <a:pt x="1966" y="4290"/>
                </a:cubicBezTo>
                <a:cubicBezTo>
                  <a:pt x="1924" y="4266"/>
                  <a:pt x="1884" y="4241"/>
                  <a:pt x="1844" y="4214"/>
                </a:cubicBezTo>
                <a:cubicBezTo>
                  <a:pt x="1820" y="4198"/>
                  <a:pt x="1770" y="4158"/>
                  <a:pt x="1769" y="4158"/>
                </a:cubicBezTo>
                <a:lnTo>
                  <a:pt x="1769" y="4158"/>
                </a:lnTo>
                <a:cubicBezTo>
                  <a:pt x="1769" y="4158"/>
                  <a:pt x="1769" y="4158"/>
                  <a:pt x="1770" y="4159"/>
                </a:cubicBezTo>
                <a:lnTo>
                  <a:pt x="1770" y="4159"/>
                </a:lnTo>
                <a:cubicBezTo>
                  <a:pt x="1698" y="4097"/>
                  <a:pt x="1630" y="4032"/>
                  <a:pt x="1566" y="3961"/>
                </a:cubicBezTo>
                <a:cubicBezTo>
                  <a:pt x="1559" y="3952"/>
                  <a:pt x="1523" y="3908"/>
                  <a:pt x="1505" y="3886"/>
                </a:cubicBezTo>
                <a:lnTo>
                  <a:pt x="1505" y="3886"/>
                </a:lnTo>
                <a:cubicBezTo>
                  <a:pt x="1487" y="3859"/>
                  <a:pt x="1452" y="3809"/>
                  <a:pt x="1446" y="3799"/>
                </a:cubicBezTo>
                <a:cubicBezTo>
                  <a:pt x="1389" y="3710"/>
                  <a:pt x="1347" y="3618"/>
                  <a:pt x="1296" y="3525"/>
                </a:cubicBezTo>
                <a:cubicBezTo>
                  <a:pt x="1293" y="3520"/>
                  <a:pt x="1291" y="3516"/>
                  <a:pt x="1289" y="3513"/>
                </a:cubicBezTo>
                <a:lnTo>
                  <a:pt x="1289" y="3513"/>
                </a:lnTo>
                <a:cubicBezTo>
                  <a:pt x="1287" y="3505"/>
                  <a:pt x="1284" y="3496"/>
                  <a:pt x="1280" y="3485"/>
                </a:cubicBezTo>
                <a:cubicBezTo>
                  <a:pt x="1263" y="3441"/>
                  <a:pt x="1248" y="3396"/>
                  <a:pt x="1233" y="3352"/>
                </a:cubicBezTo>
                <a:cubicBezTo>
                  <a:pt x="1202" y="3251"/>
                  <a:pt x="1176" y="3150"/>
                  <a:pt x="1157" y="3047"/>
                </a:cubicBezTo>
                <a:cubicBezTo>
                  <a:pt x="1153" y="3023"/>
                  <a:pt x="1148" y="2988"/>
                  <a:pt x="1146" y="2969"/>
                </a:cubicBezTo>
                <a:lnTo>
                  <a:pt x="1146" y="2969"/>
                </a:lnTo>
                <a:cubicBezTo>
                  <a:pt x="1142" y="2928"/>
                  <a:pt x="1138" y="2887"/>
                  <a:pt x="1134" y="2847"/>
                </a:cubicBezTo>
                <a:cubicBezTo>
                  <a:pt x="1128" y="2743"/>
                  <a:pt x="1130" y="2638"/>
                  <a:pt x="1136" y="2533"/>
                </a:cubicBezTo>
                <a:cubicBezTo>
                  <a:pt x="1138" y="2513"/>
                  <a:pt x="1146" y="2433"/>
                  <a:pt x="1149" y="2401"/>
                </a:cubicBezTo>
                <a:lnTo>
                  <a:pt x="1149" y="2401"/>
                </a:lnTo>
                <a:cubicBezTo>
                  <a:pt x="1155" y="2369"/>
                  <a:pt x="1164" y="2316"/>
                  <a:pt x="1166" y="2301"/>
                </a:cubicBezTo>
                <a:cubicBezTo>
                  <a:pt x="1191" y="2189"/>
                  <a:pt x="1225" y="2080"/>
                  <a:pt x="1261" y="1970"/>
                </a:cubicBezTo>
                <a:cubicBezTo>
                  <a:pt x="1267" y="1952"/>
                  <a:pt x="1270" y="1940"/>
                  <a:pt x="1272" y="1933"/>
                </a:cubicBezTo>
                <a:lnTo>
                  <a:pt x="1272" y="1933"/>
                </a:lnTo>
                <a:cubicBezTo>
                  <a:pt x="1276" y="1925"/>
                  <a:pt x="1282" y="1914"/>
                  <a:pt x="1290" y="1898"/>
                </a:cubicBezTo>
                <a:cubicBezTo>
                  <a:pt x="1315" y="1848"/>
                  <a:pt x="1341" y="1797"/>
                  <a:pt x="1370" y="1747"/>
                </a:cubicBezTo>
                <a:cubicBezTo>
                  <a:pt x="1398" y="1698"/>
                  <a:pt x="1429" y="1652"/>
                  <a:pt x="1461" y="1604"/>
                </a:cubicBezTo>
                <a:cubicBezTo>
                  <a:pt x="1470" y="1590"/>
                  <a:pt x="1476" y="1580"/>
                  <a:pt x="1480" y="1574"/>
                </a:cubicBezTo>
                <a:lnTo>
                  <a:pt x="1480" y="1574"/>
                </a:lnTo>
                <a:cubicBezTo>
                  <a:pt x="1484" y="1570"/>
                  <a:pt x="1489" y="1565"/>
                  <a:pt x="1497" y="1557"/>
                </a:cubicBezTo>
                <a:cubicBezTo>
                  <a:pt x="1572" y="1477"/>
                  <a:pt x="1648" y="1401"/>
                  <a:pt x="1728" y="1328"/>
                </a:cubicBezTo>
                <a:cubicBezTo>
                  <a:pt x="1729" y="1327"/>
                  <a:pt x="1729" y="1327"/>
                  <a:pt x="1730" y="1326"/>
                </a:cubicBezTo>
                <a:lnTo>
                  <a:pt x="1730" y="1326"/>
                </a:lnTo>
                <a:cubicBezTo>
                  <a:pt x="1753" y="1312"/>
                  <a:pt x="1774" y="1295"/>
                  <a:pt x="1796" y="1281"/>
                </a:cubicBezTo>
                <a:cubicBezTo>
                  <a:pt x="1846" y="1248"/>
                  <a:pt x="1899" y="1218"/>
                  <a:pt x="1952" y="1191"/>
                </a:cubicBezTo>
                <a:cubicBezTo>
                  <a:pt x="1973" y="1180"/>
                  <a:pt x="1996" y="1170"/>
                  <a:pt x="2015" y="1159"/>
                </a:cubicBezTo>
                <a:cubicBezTo>
                  <a:pt x="2019" y="1157"/>
                  <a:pt x="2023" y="1154"/>
                  <a:pt x="2026" y="1152"/>
                </a:cubicBezTo>
                <a:lnTo>
                  <a:pt x="2026" y="1152"/>
                </a:lnTo>
                <a:cubicBezTo>
                  <a:pt x="2028" y="1152"/>
                  <a:pt x="2030" y="1151"/>
                  <a:pt x="2032" y="1151"/>
                </a:cubicBezTo>
                <a:cubicBezTo>
                  <a:pt x="2093" y="1132"/>
                  <a:pt x="2152" y="1108"/>
                  <a:pt x="2213" y="1092"/>
                </a:cubicBezTo>
                <a:cubicBezTo>
                  <a:pt x="2272" y="1075"/>
                  <a:pt x="2329" y="1064"/>
                  <a:pt x="2388" y="1052"/>
                </a:cubicBezTo>
                <a:cubicBezTo>
                  <a:pt x="2406" y="1047"/>
                  <a:pt x="2452" y="1041"/>
                  <a:pt x="2450" y="1041"/>
                </a:cubicBezTo>
                <a:lnTo>
                  <a:pt x="2450" y="1041"/>
                </a:lnTo>
                <a:cubicBezTo>
                  <a:pt x="2449" y="1041"/>
                  <a:pt x="2434" y="1042"/>
                  <a:pt x="2396" y="1047"/>
                </a:cubicBezTo>
                <a:cubicBezTo>
                  <a:pt x="2438" y="1041"/>
                  <a:pt x="2480" y="1037"/>
                  <a:pt x="2523" y="1035"/>
                </a:cubicBezTo>
                <a:cubicBezTo>
                  <a:pt x="2551" y="1033"/>
                  <a:pt x="2579" y="1028"/>
                  <a:pt x="2607" y="1022"/>
                </a:cubicBezTo>
                <a:lnTo>
                  <a:pt x="2607" y="1022"/>
                </a:lnTo>
                <a:cubicBezTo>
                  <a:pt x="2623" y="1021"/>
                  <a:pt x="2639" y="1018"/>
                  <a:pt x="2655" y="1016"/>
                </a:cubicBezTo>
                <a:cubicBezTo>
                  <a:pt x="2677" y="1012"/>
                  <a:pt x="2699" y="1009"/>
                  <a:pt x="2720" y="1006"/>
                </a:cubicBezTo>
                <a:lnTo>
                  <a:pt x="2720" y="1006"/>
                </a:lnTo>
                <a:cubicBezTo>
                  <a:pt x="2727" y="1005"/>
                  <a:pt x="2777" y="1000"/>
                  <a:pt x="2792" y="999"/>
                </a:cubicBezTo>
                <a:cubicBezTo>
                  <a:pt x="2853" y="995"/>
                  <a:pt x="2917" y="991"/>
                  <a:pt x="2978" y="988"/>
                </a:cubicBezTo>
                <a:cubicBezTo>
                  <a:pt x="2996" y="988"/>
                  <a:pt x="3014" y="988"/>
                  <a:pt x="3032" y="988"/>
                </a:cubicBezTo>
                <a:close/>
                <a:moveTo>
                  <a:pt x="3031" y="0"/>
                </a:moveTo>
                <a:cubicBezTo>
                  <a:pt x="2841" y="0"/>
                  <a:pt x="2651" y="16"/>
                  <a:pt x="2463" y="44"/>
                </a:cubicBezTo>
                <a:lnTo>
                  <a:pt x="2463" y="44"/>
                </a:lnTo>
                <a:cubicBezTo>
                  <a:pt x="1887" y="101"/>
                  <a:pt x="1345" y="305"/>
                  <a:pt x="921" y="715"/>
                </a:cubicBezTo>
                <a:cubicBezTo>
                  <a:pt x="551" y="1073"/>
                  <a:pt x="298" y="1566"/>
                  <a:pt x="199" y="2071"/>
                </a:cubicBezTo>
                <a:cubicBezTo>
                  <a:pt x="1" y="3089"/>
                  <a:pt x="296" y="4250"/>
                  <a:pt x="1128" y="4915"/>
                </a:cubicBezTo>
                <a:cubicBezTo>
                  <a:pt x="1602" y="5295"/>
                  <a:pt x="2207" y="5479"/>
                  <a:pt x="2815" y="5479"/>
                </a:cubicBezTo>
                <a:cubicBezTo>
                  <a:pt x="3435" y="5479"/>
                  <a:pt x="4059" y="5288"/>
                  <a:pt x="4551" y="4917"/>
                </a:cubicBezTo>
                <a:cubicBezTo>
                  <a:pt x="5478" y="4222"/>
                  <a:pt x="5845" y="2981"/>
                  <a:pt x="5529" y="1873"/>
                </a:cubicBezTo>
                <a:cubicBezTo>
                  <a:pt x="5356" y="1275"/>
                  <a:pt x="4989" y="750"/>
                  <a:pt x="4469" y="401"/>
                </a:cubicBezTo>
                <a:cubicBezTo>
                  <a:pt x="4037" y="112"/>
                  <a:pt x="3537" y="0"/>
                  <a:pt x="303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7" name="Google Shape;6277;p47"/>
          <p:cNvSpPr/>
          <p:nvPr/>
        </p:nvSpPr>
        <p:spPr>
          <a:xfrm>
            <a:off x="7551813" y="4088550"/>
            <a:ext cx="117525" cy="110100"/>
          </a:xfrm>
          <a:custGeom>
            <a:rect b="b" l="l" r="r" t="t"/>
            <a:pathLst>
              <a:path extrusionOk="0" h="4404" w="4701">
                <a:moveTo>
                  <a:pt x="1951" y="1032"/>
                </a:moveTo>
                <a:cubicBezTo>
                  <a:pt x="1950" y="1033"/>
                  <a:pt x="1949" y="1033"/>
                  <a:pt x="1947" y="1033"/>
                </a:cubicBezTo>
                <a:cubicBezTo>
                  <a:pt x="1948" y="1033"/>
                  <a:pt x="1950" y="1033"/>
                  <a:pt x="1951" y="1032"/>
                </a:cubicBezTo>
                <a:close/>
                <a:moveTo>
                  <a:pt x="2857" y="1059"/>
                </a:moveTo>
                <a:cubicBezTo>
                  <a:pt x="2871" y="1059"/>
                  <a:pt x="2889" y="1066"/>
                  <a:pt x="2907" y="1075"/>
                </a:cubicBezTo>
                <a:lnTo>
                  <a:pt x="2907" y="1075"/>
                </a:lnTo>
                <a:cubicBezTo>
                  <a:pt x="2887" y="1068"/>
                  <a:pt x="2858" y="1059"/>
                  <a:pt x="2857" y="1059"/>
                </a:cubicBezTo>
                <a:close/>
                <a:moveTo>
                  <a:pt x="3091" y="1185"/>
                </a:moveTo>
                <a:cubicBezTo>
                  <a:pt x="3091" y="1185"/>
                  <a:pt x="3091" y="1185"/>
                  <a:pt x="3091" y="1185"/>
                </a:cubicBezTo>
                <a:lnTo>
                  <a:pt x="3091" y="1185"/>
                </a:lnTo>
                <a:cubicBezTo>
                  <a:pt x="3091" y="1185"/>
                  <a:pt x="3091" y="1185"/>
                  <a:pt x="3091" y="1185"/>
                </a:cubicBezTo>
                <a:close/>
                <a:moveTo>
                  <a:pt x="3104" y="1198"/>
                </a:moveTo>
                <a:cubicBezTo>
                  <a:pt x="3111" y="1203"/>
                  <a:pt x="3118" y="1208"/>
                  <a:pt x="3125" y="1213"/>
                </a:cubicBezTo>
                <a:cubicBezTo>
                  <a:pt x="3142" y="1224"/>
                  <a:pt x="3149" y="1229"/>
                  <a:pt x="3148" y="1229"/>
                </a:cubicBezTo>
                <a:cubicBezTo>
                  <a:pt x="3148" y="1229"/>
                  <a:pt x="3121" y="1211"/>
                  <a:pt x="3104" y="1198"/>
                </a:cubicBezTo>
                <a:close/>
                <a:moveTo>
                  <a:pt x="1747" y="3319"/>
                </a:moveTo>
                <a:cubicBezTo>
                  <a:pt x="1767" y="3326"/>
                  <a:pt x="1803" y="3338"/>
                  <a:pt x="1802" y="3338"/>
                </a:cubicBezTo>
                <a:cubicBezTo>
                  <a:pt x="1800" y="3339"/>
                  <a:pt x="1799" y="3339"/>
                  <a:pt x="1797" y="3339"/>
                </a:cubicBezTo>
                <a:cubicBezTo>
                  <a:pt x="1785" y="3339"/>
                  <a:pt x="1766" y="3330"/>
                  <a:pt x="1747" y="3319"/>
                </a:cubicBezTo>
                <a:close/>
                <a:moveTo>
                  <a:pt x="2463" y="3393"/>
                </a:moveTo>
                <a:cubicBezTo>
                  <a:pt x="2461" y="3393"/>
                  <a:pt x="2459" y="3393"/>
                  <a:pt x="2456" y="3393"/>
                </a:cubicBezTo>
                <a:lnTo>
                  <a:pt x="2456" y="3393"/>
                </a:lnTo>
                <a:cubicBezTo>
                  <a:pt x="2459" y="3393"/>
                  <a:pt x="2462" y="3393"/>
                  <a:pt x="2463" y="3393"/>
                </a:cubicBezTo>
                <a:close/>
                <a:moveTo>
                  <a:pt x="2387" y="989"/>
                </a:moveTo>
                <a:cubicBezTo>
                  <a:pt x="2440" y="989"/>
                  <a:pt x="2491" y="989"/>
                  <a:pt x="2541" y="993"/>
                </a:cubicBezTo>
                <a:cubicBezTo>
                  <a:pt x="2560" y="993"/>
                  <a:pt x="2582" y="997"/>
                  <a:pt x="2601" y="998"/>
                </a:cubicBezTo>
                <a:lnTo>
                  <a:pt x="2601" y="998"/>
                </a:lnTo>
                <a:cubicBezTo>
                  <a:pt x="2682" y="1018"/>
                  <a:pt x="2761" y="1029"/>
                  <a:pt x="2840" y="1057"/>
                </a:cubicBezTo>
                <a:cubicBezTo>
                  <a:pt x="2857" y="1061"/>
                  <a:pt x="2876" y="1069"/>
                  <a:pt x="2895" y="1076"/>
                </a:cubicBezTo>
                <a:cubicBezTo>
                  <a:pt x="2906" y="1079"/>
                  <a:pt x="2914" y="1081"/>
                  <a:pt x="2919" y="1082"/>
                </a:cubicBezTo>
                <a:lnTo>
                  <a:pt x="2919" y="1082"/>
                </a:lnTo>
                <a:cubicBezTo>
                  <a:pt x="2944" y="1096"/>
                  <a:pt x="2968" y="1113"/>
                  <a:pt x="2984" y="1122"/>
                </a:cubicBezTo>
                <a:cubicBezTo>
                  <a:pt x="3015" y="1139"/>
                  <a:pt x="3049" y="1160"/>
                  <a:pt x="3080" y="1181"/>
                </a:cubicBezTo>
                <a:cubicBezTo>
                  <a:pt x="3084" y="1184"/>
                  <a:pt x="3088" y="1186"/>
                  <a:pt x="3092" y="1189"/>
                </a:cubicBezTo>
                <a:lnTo>
                  <a:pt x="3092" y="1189"/>
                </a:lnTo>
                <a:cubicBezTo>
                  <a:pt x="3107" y="1217"/>
                  <a:pt x="3258" y="1347"/>
                  <a:pt x="3274" y="1366"/>
                </a:cubicBezTo>
                <a:cubicBezTo>
                  <a:pt x="3278" y="1370"/>
                  <a:pt x="3281" y="1374"/>
                  <a:pt x="3284" y="1378"/>
                </a:cubicBezTo>
                <a:lnTo>
                  <a:pt x="3284" y="1378"/>
                </a:lnTo>
                <a:cubicBezTo>
                  <a:pt x="3304" y="1410"/>
                  <a:pt x="3328" y="1440"/>
                  <a:pt x="3348" y="1474"/>
                </a:cubicBezTo>
                <a:cubicBezTo>
                  <a:pt x="3367" y="1503"/>
                  <a:pt x="3386" y="1535"/>
                  <a:pt x="3403" y="1569"/>
                </a:cubicBezTo>
                <a:cubicBezTo>
                  <a:pt x="3409" y="1579"/>
                  <a:pt x="3414" y="1591"/>
                  <a:pt x="3420" y="1604"/>
                </a:cubicBezTo>
                <a:lnTo>
                  <a:pt x="3420" y="1604"/>
                </a:lnTo>
                <a:cubicBezTo>
                  <a:pt x="3420" y="1602"/>
                  <a:pt x="3420" y="1600"/>
                  <a:pt x="3420" y="1598"/>
                </a:cubicBezTo>
                <a:lnTo>
                  <a:pt x="3420" y="1598"/>
                </a:lnTo>
                <a:cubicBezTo>
                  <a:pt x="3420" y="1600"/>
                  <a:pt x="3420" y="1602"/>
                  <a:pt x="3420" y="1604"/>
                </a:cubicBezTo>
                <a:lnTo>
                  <a:pt x="3420" y="1604"/>
                </a:lnTo>
                <a:cubicBezTo>
                  <a:pt x="3420" y="1604"/>
                  <a:pt x="3420" y="1604"/>
                  <a:pt x="3420" y="1604"/>
                </a:cubicBezTo>
                <a:lnTo>
                  <a:pt x="3420" y="1604"/>
                </a:lnTo>
                <a:cubicBezTo>
                  <a:pt x="3420" y="1621"/>
                  <a:pt x="3423" y="1634"/>
                  <a:pt x="3427" y="1644"/>
                </a:cubicBezTo>
                <a:lnTo>
                  <a:pt x="3427" y="1644"/>
                </a:lnTo>
                <a:cubicBezTo>
                  <a:pt x="3423" y="1630"/>
                  <a:pt x="3420" y="1616"/>
                  <a:pt x="3420" y="1604"/>
                </a:cubicBezTo>
                <a:lnTo>
                  <a:pt x="3420" y="1604"/>
                </a:lnTo>
                <a:cubicBezTo>
                  <a:pt x="3422" y="1608"/>
                  <a:pt x="3424" y="1613"/>
                  <a:pt x="3426" y="1617"/>
                </a:cubicBezTo>
                <a:cubicBezTo>
                  <a:pt x="3442" y="1646"/>
                  <a:pt x="3443" y="1659"/>
                  <a:pt x="3439" y="1659"/>
                </a:cubicBezTo>
                <a:cubicBezTo>
                  <a:pt x="3436" y="1659"/>
                  <a:pt x="3432" y="1654"/>
                  <a:pt x="3427" y="1644"/>
                </a:cubicBezTo>
                <a:lnTo>
                  <a:pt x="3427" y="1644"/>
                </a:lnTo>
                <a:cubicBezTo>
                  <a:pt x="3443" y="1697"/>
                  <a:pt x="3479" y="1760"/>
                  <a:pt x="3491" y="1802"/>
                </a:cubicBezTo>
                <a:cubicBezTo>
                  <a:pt x="3500" y="1838"/>
                  <a:pt x="3508" y="1874"/>
                  <a:pt x="3517" y="1910"/>
                </a:cubicBezTo>
                <a:cubicBezTo>
                  <a:pt x="3521" y="1933"/>
                  <a:pt x="3525" y="1954"/>
                  <a:pt x="3529" y="1977"/>
                </a:cubicBezTo>
                <a:cubicBezTo>
                  <a:pt x="3534" y="2005"/>
                  <a:pt x="3537" y="2015"/>
                  <a:pt x="3538" y="2015"/>
                </a:cubicBezTo>
                <a:cubicBezTo>
                  <a:pt x="3540" y="2015"/>
                  <a:pt x="3530" y="1942"/>
                  <a:pt x="3525" y="1939"/>
                </a:cubicBezTo>
                <a:lnTo>
                  <a:pt x="3525" y="1939"/>
                </a:lnTo>
                <a:cubicBezTo>
                  <a:pt x="3550" y="1954"/>
                  <a:pt x="3538" y="2142"/>
                  <a:pt x="3538" y="2173"/>
                </a:cubicBezTo>
                <a:cubicBezTo>
                  <a:pt x="3538" y="2215"/>
                  <a:pt x="3535" y="2257"/>
                  <a:pt x="3533" y="2297"/>
                </a:cubicBezTo>
                <a:cubicBezTo>
                  <a:pt x="3532" y="2312"/>
                  <a:pt x="3530" y="2326"/>
                  <a:pt x="3529" y="2339"/>
                </a:cubicBezTo>
                <a:lnTo>
                  <a:pt x="3529" y="2339"/>
                </a:lnTo>
                <a:cubicBezTo>
                  <a:pt x="3514" y="2409"/>
                  <a:pt x="3504" y="2477"/>
                  <a:pt x="3483" y="2546"/>
                </a:cubicBezTo>
                <a:cubicBezTo>
                  <a:pt x="3472" y="2582"/>
                  <a:pt x="3462" y="2618"/>
                  <a:pt x="3449" y="2651"/>
                </a:cubicBezTo>
                <a:cubicBezTo>
                  <a:pt x="3445" y="2663"/>
                  <a:pt x="3440" y="2676"/>
                  <a:pt x="3436" y="2688"/>
                </a:cubicBezTo>
                <a:lnTo>
                  <a:pt x="3436" y="2688"/>
                </a:lnTo>
                <a:cubicBezTo>
                  <a:pt x="3398" y="2751"/>
                  <a:pt x="3369" y="2818"/>
                  <a:pt x="3329" y="2881"/>
                </a:cubicBezTo>
                <a:cubicBezTo>
                  <a:pt x="3324" y="2889"/>
                  <a:pt x="3300" y="2922"/>
                  <a:pt x="3284" y="2945"/>
                </a:cubicBezTo>
                <a:lnTo>
                  <a:pt x="3284" y="2945"/>
                </a:lnTo>
                <a:cubicBezTo>
                  <a:pt x="3263" y="2968"/>
                  <a:pt x="3232" y="3005"/>
                  <a:pt x="3224" y="3014"/>
                </a:cubicBezTo>
                <a:cubicBezTo>
                  <a:pt x="3198" y="3041"/>
                  <a:pt x="3171" y="3069"/>
                  <a:pt x="3142" y="3094"/>
                </a:cubicBezTo>
                <a:cubicBezTo>
                  <a:pt x="3127" y="3106"/>
                  <a:pt x="3112" y="3119"/>
                  <a:pt x="3099" y="3132"/>
                </a:cubicBezTo>
                <a:cubicBezTo>
                  <a:pt x="3075" y="3154"/>
                  <a:pt x="3071" y="3163"/>
                  <a:pt x="3076" y="3163"/>
                </a:cubicBezTo>
                <a:cubicBezTo>
                  <a:pt x="3076" y="3163"/>
                  <a:pt x="3077" y="3163"/>
                  <a:pt x="3078" y="3162"/>
                </a:cubicBezTo>
                <a:lnTo>
                  <a:pt x="3078" y="3162"/>
                </a:lnTo>
                <a:cubicBezTo>
                  <a:pt x="3021" y="3203"/>
                  <a:pt x="2923" y="3245"/>
                  <a:pt x="2889" y="3262"/>
                </a:cubicBezTo>
                <a:cubicBezTo>
                  <a:pt x="2863" y="3275"/>
                  <a:pt x="2803" y="3296"/>
                  <a:pt x="2805" y="3296"/>
                </a:cubicBezTo>
                <a:cubicBezTo>
                  <a:pt x="2806" y="3296"/>
                  <a:pt x="2822" y="3291"/>
                  <a:pt x="2866" y="3277"/>
                </a:cubicBezTo>
                <a:lnTo>
                  <a:pt x="2866" y="3277"/>
                </a:lnTo>
                <a:cubicBezTo>
                  <a:pt x="2823" y="3292"/>
                  <a:pt x="2783" y="3309"/>
                  <a:pt x="2741" y="3323"/>
                </a:cubicBezTo>
                <a:cubicBezTo>
                  <a:pt x="2642" y="3355"/>
                  <a:pt x="2541" y="3376"/>
                  <a:pt x="2438" y="3395"/>
                </a:cubicBezTo>
                <a:cubicBezTo>
                  <a:pt x="2437" y="3395"/>
                  <a:pt x="2437" y="3395"/>
                  <a:pt x="2437" y="3395"/>
                </a:cubicBezTo>
                <a:lnTo>
                  <a:pt x="2437" y="3395"/>
                </a:lnTo>
                <a:cubicBezTo>
                  <a:pt x="2416" y="3397"/>
                  <a:pt x="2395" y="3400"/>
                  <a:pt x="2375" y="3401"/>
                </a:cubicBezTo>
                <a:cubicBezTo>
                  <a:pt x="2330" y="3403"/>
                  <a:pt x="2284" y="3406"/>
                  <a:pt x="2240" y="3406"/>
                </a:cubicBezTo>
                <a:cubicBezTo>
                  <a:pt x="2226" y="3406"/>
                  <a:pt x="2211" y="3406"/>
                  <a:pt x="2197" y="3406"/>
                </a:cubicBezTo>
                <a:cubicBezTo>
                  <a:pt x="2163" y="3406"/>
                  <a:pt x="2129" y="3405"/>
                  <a:pt x="2094" y="3403"/>
                </a:cubicBezTo>
                <a:cubicBezTo>
                  <a:pt x="2081" y="3402"/>
                  <a:pt x="2067" y="3400"/>
                  <a:pt x="2054" y="3398"/>
                </a:cubicBezTo>
                <a:lnTo>
                  <a:pt x="2054" y="3398"/>
                </a:lnTo>
                <a:cubicBezTo>
                  <a:pt x="1975" y="3376"/>
                  <a:pt x="1893" y="3365"/>
                  <a:pt x="1814" y="3340"/>
                </a:cubicBezTo>
                <a:cubicBezTo>
                  <a:pt x="1797" y="3334"/>
                  <a:pt x="1778" y="3326"/>
                  <a:pt x="1762" y="3321"/>
                </a:cubicBezTo>
                <a:cubicBezTo>
                  <a:pt x="1752" y="3318"/>
                  <a:pt x="1745" y="3316"/>
                  <a:pt x="1740" y="3315"/>
                </a:cubicBezTo>
                <a:lnTo>
                  <a:pt x="1740" y="3315"/>
                </a:lnTo>
                <a:cubicBezTo>
                  <a:pt x="1716" y="3301"/>
                  <a:pt x="1691" y="3283"/>
                  <a:pt x="1679" y="3277"/>
                </a:cubicBezTo>
                <a:cubicBezTo>
                  <a:pt x="1648" y="3258"/>
                  <a:pt x="1616" y="3241"/>
                  <a:pt x="1587" y="3220"/>
                </a:cubicBezTo>
                <a:cubicBezTo>
                  <a:pt x="1572" y="3210"/>
                  <a:pt x="1557" y="3199"/>
                  <a:pt x="1543" y="3191"/>
                </a:cubicBezTo>
                <a:cubicBezTo>
                  <a:pt x="1525" y="3180"/>
                  <a:pt x="1519" y="3175"/>
                  <a:pt x="1519" y="3175"/>
                </a:cubicBezTo>
                <a:lnTo>
                  <a:pt x="1519" y="3175"/>
                </a:lnTo>
                <a:cubicBezTo>
                  <a:pt x="1518" y="3175"/>
                  <a:pt x="1582" y="3218"/>
                  <a:pt x="1580" y="3218"/>
                </a:cubicBezTo>
                <a:cubicBezTo>
                  <a:pt x="1580" y="3218"/>
                  <a:pt x="1579" y="3218"/>
                  <a:pt x="1578" y="3218"/>
                </a:cubicBezTo>
                <a:cubicBezTo>
                  <a:pt x="1542" y="3218"/>
                  <a:pt x="1420" y="3070"/>
                  <a:pt x="1399" y="3045"/>
                </a:cubicBezTo>
                <a:cubicBezTo>
                  <a:pt x="1384" y="3030"/>
                  <a:pt x="1353" y="2977"/>
                  <a:pt x="1351" y="2977"/>
                </a:cubicBezTo>
                <a:lnTo>
                  <a:pt x="1351" y="2977"/>
                </a:lnTo>
                <a:cubicBezTo>
                  <a:pt x="1350" y="2977"/>
                  <a:pt x="1354" y="2985"/>
                  <a:pt x="1363" y="3005"/>
                </a:cubicBezTo>
                <a:cubicBezTo>
                  <a:pt x="1372" y="3025"/>
                  <a:pt x="1375" y="3032"/>
                  <a:pt x="1374" y="3032"/>
                </a:cubicBezTo>
                <a:cubicBezTo>
                  <a:pt x="1372" y="3032"/>
                  <a:pt x="1335" y="2962"/>
                  <a:pt x="1326" y="2946"/>
                </a:cubicBezTo>
                <a:cubicBezTo>
                  <a:pt x="1285" y="2881"/>
                  <a:pt x="1252" y="2814"/>
                  <a:pt x="1215" y="2746"/>
                </a:cubicBezTo>
                <a:lnTo>
                  <a:pt x="1215" y="2746"/>
                </a:lnTo>
                <a:cubicBezTo>
                  <a:pt x="1214" y="2743"/>
                  <a:pt x="1213" y="2740"/>
                  <a:pt x="1212" y="2736"/>
                </a:cubicBezTo>
                <a:cubicBezTo>
                  <a:pt x="1199" y="2702"/>
                  <a:pt x="1187" y="2668"/>
                  <a:pt x="1176" y="2635"/>
                </a:cubicBezTo>
                <a:cubicBezTo>
                  <a:pt x="1153" y="2559"/>
                  <a:pt x="1132" y="2481"/>
                  <a:pt x="1119" y="2403"/>
                </a:cubicBezTo>
                <a:cubicBezTo>
                  <a:pt x="1119" y="2401"/>
                  <a:pt x="1118" y="2399"/>
                  <a:pt x="1118" y="2397"/>
                </a:cubicBezTo>
                <a:lnTo>
                  <a:pt x="1118" y="2397"/>
                </a:lnTo>
                <a:cubicBezTo>
                  <a:pt x="1122" y="2365"/>
                  <a:pt x="1108" y="2315"/>
                  <a:pt x="1106" y="2283"/>
                </a:cubicBezTo>
                <a:cubicBezTo>
                  <a:pt x="1102" y="2203"/>
                  <a:pt x="1102" y="2123"/>
                  <a:pt x="1106" y="2043"/>
                </a:cubicBezTo>
                <a:cubicBezTo>
                  <a:pt x="1107" y="2033"/>
                  <a:pt x="1110" y="2004"/>
                  <a:pt x="1113" y="1978"/>
                </a:cubicBezTo>
                <a:lnTo>
                  <a:pt x="1113" y="1978"/>
                </a:lnTo>
                <a:cubicBezTo>
                  <a:pt x="1117" y="1953"/>
                  <a:pt x="1123" y="1911"/>
                  <a:pt x="1125" y="1899"/>
                </a:cubicBezTo>
                <a:cubicBezTo>
                  <a:pt x="1144" y="1813"/>
                  <a:pt x="1170" y="1731"/>
                  <a:pt x="1197" y="1647"/>
                </a:cubicBezTo>
                <a:cubicBezTo>
                  <a:pt x="1199" y="1642"/>
                  <a:pt x="1200" y="1637"/>
                  <a:pt x="1201" y="1634"/>
                </a:cubicBezTo>
                <a:lnTo>
                  <a:pt x="1201" y="1634"/>
                </a:lnTo>
                <a:cubicBezTo>
                  <a:pt x="1203" y="1630"/>
                  <a:pt x="1205" y="1626"/>
                  <a:pt x="1208" y="1621"/>
                </a:cubicBezTo>
                <a:cubicBezTo>
                  <a:pt x="1227" y="1583"/>
                  <a:pt x="1246" y="1543"/>
                  <a:pt x="1269" y="1507"/>
                </a:cubicBezTo>
                <a:cubicBezTo>
                  <a:pt x="1290" y="1470"/>
                  <a:pt x="1313" y="1434"/>
                  <a:pt x="1338" y="1398"/>
                </a:cubicBezTo>
                <a:cubicBezTo>
                  <a:pt x="1341" y="1394"/>
                  <a:pt x="1344" y="1390"/>
                  <a:pt x="1346" y="1386"/>
                </a:cubicBezTo>
                <a:lnTo>
                  <a:pt x="1346" y="1386"/>
                </a:lnTo>
                <a:cubicBezTo>
                  <a:pt x="1346" y="1386"/>
                  <a:pt x="1346" y="1386"/>
                  <a:pt x="1347" y="1385"/>
                </a:cubicBezTo>
                <a:cubicBezTo>
                  <a:pt x="1399" y="1329"/>
                  <a:pt x="1454" y="1275"/>
                  <a:pt x="1511" y="1223"/>
                </a:cubicBezTo>
                <a:lnTo>
                  <a:pt x="1511" y="1223"/>
                </a:lnTo>
                <a:cubicBezTo>
                  <a:pt x="1524" y="1213"/>
                  <a:pt x="1537" y="1203"/>
                  <a:pt x="1551" y="1194"/>
                </a:cubicBezTo>
                <a:cubicBezTo>
                  <a:pt x="1589" y="1170"/>
                  <a:pt x="1627" y="1147"/>
                  <a:pt x="1667" y="1126"/>
                </a:cubicBezTo>
                <a:cubicBezTo>
                  <a:pt x="1682" y="1119"/>
                  <a:pt x="1697" y="1111"/>
                  <a:pt x="1712" y="1103"/>
                </a:cubicBezTo>
                <a:lnTo>
                  <a:pt x="1712" y="1103"/>
                </a:lnTo>
                <a:cubicBezTo>
                  <a:pt x="1755" y="1090"/>
                  <a:pt x="1797" y="1075"/>
                  <a:pt x="1840" y="1063"/>
                </a:cubicBezTo>
                <a:cubicBezTo>
                  <a:pt x="1884" y="1050"/>
                  <a:pt x="1928" y="1042"/>
                  <a:pt x="1970" y="1031"/>
                </a:cubicBezTo>
                <a:cubicBezTo>
                  <a:pt x="1976" y="1030"/>
                  <a:pt x="1983" y="1028"/>
                  <a:pt x="1990" y="1026"/>
                </a:cubicBezTo>
                <a:lnTo>
                  <a:pt x="1990" y="1026"/>
                </a:lnTo>
                <a:cubicBezTo>
                  <a:pt x="2008" y="1025"/>
                  <a:pt x="2026" y="1024"/>
                  <a:pt x="2042" y="1023"/>
                </a:cubicBezTo>
                <a:cubicBezTo>
                  <a:pt x="2063" y="1021"/>
                  <a:pt x="2083" y="1018"/>
                  <a:pt x="2104" y="1015"/>
                </a:cubicBezTo>
                <a:lnTo>
                  <a:pt x="2104" y="1015"/>
                </a:lnTo>
                <a:cubicBezTo>
                  <a:pt x="2127" y="1013"/>
                  <a:pt x="2151" y="1010"/>
                  <a:pt x="2175" y="1006"/>
                </a:cubicBezTo>
                <a:cubicBezTo>
                  <a:pt x="2200" y="1002"/>
                  <a:pt x="2223" y="998"/>
                  <a:pt x="2248" y="996"/>
                </a:cubicBezTo>
                <a:lnTo>
                  <a:pt x="2248" y="996"/>
                </a:lnTo>
                <a:cubicBezTo>
                  <a:pt x="2202" y="1002"/>
                  <a:pt x="2186" y="1004"/>
                  <a:pt x="2186" y="1004"/>
                </a:cubicBezTo>
                <a:cubicBezTo>
                  <a:pt x="2187" y="1004"/>
                  <a:pt x="2227" y="999"/>
                  <a:pt x="2246" y="998"/>
                </a:cubicBezTo>
                <a:cubicBezTo>
                  <a:pt x="2293" y="996"/>
                  <a:pt x="2341" y="991"/>
                  <a:pt x="2387" y="989"/>
                </a:cubicBezTo>
                <a:close/>
                <a:moveTo>
                  <a:pt x="2431" y="0"/>
                </a:moveTo>
                <a:cubicBezTo>
                  <a:pt x="2283" y="0"/>
                  <a:pt x="2134" y="12"/>
                  <a:pt x="1987" y="33"/>
                </a:cubicBezTo>
                <a:lnTo>
                  <a:pt x="1987" y="33"/>
                </a:lnTo>
                <a:cubicBezTo>
                  <a:pt x="1519" y="79"/>
                  <a:pt x="1082" y="246"/>
                  <a:pt x="738" y="578"/>
                </a:cubicBezTo>
                <a:cubicBezTo>
                  <a:pt x="443" y="863"/>
                  <a:pt x="236" y="1259"/>
                  <a:pt x="158" y="1661"/>
                </a:cubicBezTo>
                <a:cubicBezTo>
                  <a:pt x="0" y="2477"/>
                  <a:pt x="228" y="3403"/>
                  <a:pt x="896" y="3941"/>
                </a:cubicBezTo>
                <a:cubicBezTo>
                  <a:pt x="1283" y="4251"/>
                  <a:pt x="1777" y="4404"/>
                  <a:pt x="2272" y="4404"/>
                </a:cubicBezTo>
                <a:cubicBezTo>
                  <a:pt x="2762" y="4404"/>
                  <a:pt x="3253" y="4255"/>
                  <a:pt x="3645" y="3962"/>
                </a:cubicBezTo>
                <a:cubicBezTo>
                  <a:pt x="4395" y="3401"/>
                  <a:pt x="4700" y="2409"/>
                  <a:pt x="4443" y="1512"/>
                </a:cubicBezTo>
                <a:cubicBezTo>
                  <a:pt x="4302" y="1025"/>
                  <a:pt x="4003" y="604"/>
                  <a:pt x="3582" y="321"/>
                </a:cubicBezTo>
                <a:cubicBezTo>
                  <a:pt x="3236" y="89"/>
                  <a:pt x="2836" y="0"/>
                  <a:pt x="243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278" name="Google Shape;6278;p47"/>
          <p:cNvGrpSpPr/>
          <p:nvPr/>
        </p:nvGrpSpPr>
        <p:grpSpPr>
          <a:xfrm flipH="1" rot="-6299880">
            <a:off x="1406840" y="476245"/>
            <a:ext cx="708049" cy="444266"/>
            <a:chOff x="1445125" y="3867675"/>
            <a:chExt cx="803300" cy="502950"/>
          </a:xfrm>
        </p:grpSpPr>
        <p:sp>
          <p:nvSpPr>
            <p:cNvPr id="6279" name="Google Shape;6279;p47"/>
            <p:cNvSpPr/>
            <p:nvPr/>
          </p:nvSpPr>
          <p:spPr>
            <a:xfrm>
              <a:off x="1445125" y="3867675"/>
              <a:ext cx="535450" cy="502950"/>
            </a:xfrm>
            <a:custGeom>
              <a:rect b="b" l="l" r="r" t="t"/>
              <a:pathLst>
                <a:path extrusionOk="0" h="20118" w="21418">
                  <a:moveTo>
                    <a:pt x="5846" y="993"/>
                  </a:moveTo>
                  <a:cubicBezTo>
                    <a:pt x="6726" y="993"/>
                    <a:pt x="7300" y="1814"/>
                    <a:pt x="7545" y="2688"/>
                  </a:cubicBezTo>
                  <a:cubicBezTo>
                    <a:pt x="7686" y="3200"/>
                    <a:pt x="7749" y="3726"/>
                    <a:pt x="7770" y="4255"/>
                  </a:cubicBezTo>
                  <a:cubicBezTo>
                    <a:pt x="7787" y="4700"/>
                    <a:pt x="7676" y="5216"/>
                    <a:pt x="7812" y="5641"/>
                  </a:cubicBezTo>
                  <a:cubicBezTo>
                    <a:pt x="8017" y="6280"/>
                    <a:pt x="8790" y="6621"/>
                    <a:pt x="9352" y="6861"/>
                  </a:cubicBezTo>
                  <a:cubicBezTo>
                    <a:pt x="10899" y="7523"/>
                    <a:pt x="12588" y="7895"/>
                    <a:pt x="14238" y="8195"/>
                  </a:cubicBezTo>
                  <a:cubicBezTo>
                    <a:pt x="14279" y="8202"/>
                    <a:pt x="14320" y="8206"/>
                    <a:pt x="14360" y="8206"/>
                  </a:cubicBezTo>
                  <a:cubicBezTo>
                    <a:pt x="14538" y="8206"/>
                    <a:pt x="14697" y="8128"/>
                    <a:pt x="14800" y="7965"/>
                  </a:cubicBezTo>
                  <a:cubicBezTo>
                    <a:pt x="15658" y="6602"/>
                    <a:pt x="16673" y="5266"/>
                    <a:pt x="17868" y="4181"/>
                  </a:cubicBezTo>
                  <a:cubicBezTo>
                    <a:pt x="18246" y="3837"/>
                    <a:pt x="19055" y="3130"/>
                    <a:pt x="19662" y="3130"/>
                  </a:cubicBezTo>
                  <a:cubicBezTo>
                    <a:pt x="19761" y="3130"/>
                    <a:pt x="19855" y="3149"/>
                    <a:pt x="19941" y="3191"/>
                  </a:cubicBezTo>
                  <a:cubicBezTo>
                    <a:pt x="19972" y="3206"/>
                    <a:pt x="20042" y="3282"/>
                    <a:pt x="20078" y="3334"/>
                  </a:cubicBezTo>
                  <a:cubicBezTo>
                    <a:pt x="20170" y="3474"/>
                    <a:pt x="20200" y="3554"/>
                    <a:pt x="20244" y="3703"/>
                  </a:cubicBezTo>
                  <a:cubicBezTo>
                    <a:pt x="20356" y="4074"/>
                    <a:pt x="20385" y="4459"/>
                    <a:pt x="20391" y="4845"/>
                  </a:cubicBezTo>
                  <a:cubicBezTo>
                    <a:pt x="20434" y="7253"/>
                    <a:pt x="19715" y="9724"/>
                    <a:pt x="18959" y="11987"/>
                  </a:cubicBezTo>
                  <a:cubicBezTo>
                    <a:pt x="18546" y="13223"/>
                    <a:pt x="18074" y="14443"/>
                    <a:pt x="17505" y="15619"/>
                  </a:cubicBezTo>
                  <a:cubicBezTo>
                    <a:pt x="16974" y="16720"/>
                    <a:pt x="16385" y="17795"/>
                    <a:pt x="15472" y="18631"/>
                  </a:cubicBezTo>
                  <a:cubicBezTo>
                    <a:pt x="15279" y="18808"/>
                    <a:pt x="15055" y="19008"/>
                    <a:pt x="14800" y="19090"/>
                  </a:cubicBezTo>
                  <a:cubicBezTo>
                    <a:pt x="14731" y="19114"/>
                    <a:pt x="14679" y="19127"/>
                    <a:pt x="14633" y="19127"/>
                  </a:cubicBezTo>
                  <a:cubicBezTo>
                    <a:pt x="14584" y="19127"/>
                    <a:pt x="14541" y="19112"/>
                    <a:pt x="14491" y="19078"/>
                  </a:cubicBezTo>
                  <a:cubicBezTo>
                    <a:pt x="14179" y="18859"/>
                    <a:pt x="14040" y="18279"/>
                    <a:pt x="13943" y="17913"/>
                  </a:cubicBezTo>
                  <a:cubicBezTo>
                    <a:pt x="13496" y="16204"/>
                    <a:pt x="13420" y="14392"/>
                    <a:pt x="13231" y="12644"/>
                  </a:cubicBezTo>
                  <a:cubicBezTo>
                    <a:pt x="13231" y="12642"/>
                    <a:pt x="13231" y="12641"/>
                    <a:pt x="13230" y="12640"/>
                  </a:cubicBezTo>
                  <a:lnTo>
                    <a:pt x="13230" y="12640"/>
                  </a:lnTo>
                  <a:cubicBezTo>
                    <a:pt x="13241" y="12479"/>
                    <a:pt x="13172" y="12316"/>
                    <a:pt x="12984" y="12214"/>
                  </a:cubicBezTo>
                  <a:cubicBezTo>
                    <a:pt x="12340" y="11860"/>
                    <a:pt x="11598" y="11675"/>
                    <a:pt x="10890" y="11496"/>
                  </a:cubicBezTo>
                  <a:cubicBezTo>
                    <a:pt x="10069" y="11291"/>
                    <a:pt x="9239" y="11119"/>
                    <a:pt x="8404" y="10971"/>
                  </a:cubicBezTo>
                  <a:cubicBezTo>
                    <a:pt x="7943" y="10890"/>
                    <a:pt x="7439" y="10757"/>
                    <a:pt x="6964" y="10757"/>
                  </a:cubicBezTo>
                  <a:cubicBezTo>
                    <a:pt x="6933" y="10757"/>
                    <a:pt x="6903" y="10757"/>
                    <a:pt x="6873" y="10758"/>
                  </a:cubicBezTo>
                  <a:cubicBezTo>
                    <a:pt x="6281" y="10782"/>
                    <a:pt x="5857" y="11237"/>
                    <a:pt x="5518" y="11671"/>
                  </a:cubicBezTo>
                  <a:cubicBezTo>
                    <a:pt x="4848" y="12532"/>
                    <a:pt x="4110" y="13945"/>
                    <a:pt x="2900" y="13945"/>
                  </a:cubicBezTo>
                  <a:cubicBezTo>
                    <a:pt x="2748" y="13945"/>
                    <a:pt x="2589" y="13923"/>
                    <a:pt x="2421" y="13874"/>
                  </a:cubicBezTo>
                  <a:cubicBezTo>
                    <a:pt x="1265" y="13539"/>
                    <a:pt x="1147" y="12161"/>
                    <a:pt x="1191" y="11150"/>
                  </a:cubicBezTo>
                  <a:cubicBezTo>
                    <a:pt x="1259" y="9547"/>
                    <a:pt x="1735" y="7959"/>
                    <a:pt x="2242" y="6446"/>
                  </a:cubicBezTo>
                  <a:cubicBezTo>
                    <a:pt x="2666" y="5186"/>
                    <a:pt x="3155" y="3943"/>
                    <a:pt x="3669" y="2717"/>
                  </a:cubicBezTo>
                  <a:cubicBezTo>
                    <a:pt x="4014" y="1894"/>
                    <a:pt x="4701" y="1150"/>
                    <a:pt x="5619" y="1011"/>
                  </a:cubicBezTo>
                  <a:cubicBezTo>
                    <a:pt x="5697" y="999"/>
                    <a:pt x="5772" y="993"/>
                    <a:pt x="5846" y="993"/>
                  </a:cubicBezTo>
                  <a:close/>
                  <a:moveTo>
                    <a:pt x="5851" y="1"/>
                  </a:moveTo>
                  <a:cubicBezTo>
                    <a:pt x="4753" y="1"/>
                    <a:pt x="3750" y="699"/>
                    <a:pt x="3144" y="1580"/>
                  </a:cubicBezTo>
                  <a:cubicBezTo>
                    <a:pt x="2849" y="2009"/>
                    <a:pt x="2683" y="2515"/>
                    <a:pt x="2487" y="2993"/>
                  </a:cubicBezTo>
                  <a:cubicBezTo>
                    <a:pt x="2217" y="3653"/>
                    <a:pt x="1954" y="4314"/>
                    <a:pt x="1705" y="4982"/>
                  </a:cubicBezTo>
                  <a:cubicBezTo>
                    <a:pt x="1113" y="6581"/>
                    <a:pt x="576" y="8224"/>
                    <a:pt x="323" y="9914"/>
                  </a:cubicBezTo>
                  <a:cubicBezTo>
                    <a:pt x="121" y="11253"/>
                    <a:pt x="1" y="12901"/>
                    <a:pt x="913" y="14026"/>
                  </a:cubicBezTo>
                  <a:cubicBezTo>
                    <a:pt x="1411" y="14639"/>
                    <a:pt x="2111" y="14918"/>
                    <a:pt x="2824" y="14918"/>
                  </a:cubicBezTo>
                  <a:cubicBezTo>
                    <a:pt x="3509" y="14918"/>
                    <a:pt x="4207" y="14660"/>
                    <a:pt x="4751" y="14192"/>
                  </a:cubicBezTo>
                  <a:cubicBezTo>
                    <a:pt x="5371" y="13659"/>
                    <a:pt x="5777" y="12949"/>
                    <a:pt x="6272" y="12311"/>
                  </a:cubicBezTo>
                  <a:cubicBezTo>
                    <a:pt x="6566" y="11931"/>
                    <a:pt x="6732" y="11776"/>
                    <a:pt x="7065" y="11776"/>
                  </a:cubicBezTo>
                  <a:cubicBezTo>
                    <a:pt x="7129" y="11776"/>
                    <a:pt x="7199" y="11782"/>
                    <a:pt x="7277" y="11793"/>
                  </a:cubicBezTo>
                  <a:cubicBezTo>
                    <a:pt x="8166" y="11915"/>
                    <a:pt x="9053" y="12094"/>
                    <a:pt x="9930" y="12292"/>
                  </a:cubicBezTo>
                  <a:cubicBezTo>
                    <a:pt x="10726" y="12472"/>
                    <a:pt x="11550" y="12626"/>
                    <a:pt x="12268" y="12966"/>
                  </a:cubicBezTo>
                  <a:lnTo>
                    <a:pt x="12268" y="12966"/>
                  </a:lnTo>
                  <a:cubicBezTo>
                    <a:pt x="12439" y="14633"/>
                    <a:pt x="12548" y="16332"/>
                    <a:pt x="12930" y="17963"/>
                  </a:cubicBezTo>
                  <a:cubicBezTo>
                    <a:pt x="13136" y="18845"/>
                    <a:pt x="13555" y="20118"/>
                    <a:pt x="14640" y="20118"/>
                  </a:cubicBezTo>
                  <a:cubicBezTo>
                    <a:pt x="14672" y="20118"/>
                    <a:pt x="14706" y="20116"/>
                    <a:pt x="14739" y="20114"/>
                  </a:cubicBezTo>
                  <a:cubicBezTo>
                    <a:pt x="15314" y="20074"/>
                    <a:pt x="15818" y="19674"/>
                    <a:pt x="16220" y="19295"/>
                  </a:cubicBezTo>
                  <a:cubicBezTo>
                    <a:pt x="16778" y="18770"/>
                    <a:pt x="17242" y="18165"/>
                    <a:pt x="17630" y="17506"/>
                  </a:cubicBezTo>
                  <a:cubicBezTo>
                    <a:pt x="18329" y="16326"/>
                    <a:pt x="18879" y="15058"/>
                    <a:pt x="19372" y="13779"/>
                  </a:cubicBezTo>
                  <a:cubicBezTo>
                    <a:pt x="20387" y="11140"/>
                    <a:pt x="21255" y="8266"/>
                    <a:pt x="21379" y="5422"/>
                  </a:cubicBezTo>
                  <a:cubicBezTo>
                    <a:pt x="21417" y="4558"/>
                    <a:pt x="21409" y="3509"/>
                    <a:pt x="20893" y="2768"/>
                  </a:cubicBezTo>
                  <a:cubicBezTo>
                    <a:pt x="20591" y="2334"/>
                    <a:pt x="20167" y="2169"/>
                    <a:pt x="19717" y="2169"/>
                  </a:cubicBezTo>
                  <a:cubicBezTo>
                    <a:pt x="19269" y="2169"/>
                    <a:pt x="18796" y="2332"/>
                    <a:pt x="18392" y="2557"/>
                  </a:cubicBezTo>
                  <a:cubicBezTo>
                    <a:pt x="17206" y="3219"/>
                    <a:pt x="16258" y="4331"/>
                    <a:pt x="15430" y="5382"/>
                  </a:cubicBezTo>
                  <a:cubicBezTo>
                    <a:pt x="14975" y="5959"/>
                    <a:pt x="14535" y="6551"/>
                    <a:pt x="14131" y="7165"/>
                  </a:cubicBezTo>
                  <a:lnTo>
                    <a:pt x="14131" y="7165"/>
                  </a:lnTo>
                  <a:cubicBezTo>
                    <a:pt x="12741" y="6903"/>
                    <a:pt x="11340" y="6572"/>
                    <a:pt x="10022" y="6067"/>
                  </a:cubicBezTo>
                  <a:cubicBezTo>
                    <a:pt x="9692" y="5938"/>
                    <a:pt x="9355" y="5795"/>
                    <a:pt x="9057" y="5599"/>
                  </a:cubicBezTo>
                  <a:cubicBezTo>
                    <a:pt x="8975" y="5544"/>
                    <a:pt x="8902" y="5490"/>
                    <a:pt x="8830" y="5420"/>
                  </a:cubicBezTo>
                  <a:cubicBezTo>
                    <a:pt x="8801" y="5393"/>
                    <a:pt x="8791" y="5386"/>
                    <a:pt x="8788" y="5385"/>
                  </a:cubicBezTo>
                  <a:lnTo>
                    <a:pt x="8788" y="5385"/>
                  </a:lnTo>
                  <a:cubicBezTo>
                    <a:pt x="8787" y="5381"/>
                    <a:pt x="8781" y="5370"/>
                    <a:pt x="8767" y="5346"/>
                  </a:cubicBezTo>
                  <a:cubicBezTo>
                    <a:pt x="8764" y="5342"/>
                    <a:pt x="8761" y="5338"/>
                    <a:pt x="8759" y="5334"/>
                  </a:cubicBezTo>
                  <a:lnTo>
                    <a:pt x="8759" y="5334"/>
                  </a:lnTo>
                  <a:cubicBezTo>
                    <a:pt x="8759" y="5333"/>
                    <a:pt x="8759" y="5331"/>
                    <a:pt x="8758" y="5329"/>
                  </a:cubicBezTo>
                  <a:cubicBezTo>
                    <a:pt x="8680" y="4813"/>
                    <a:pt x="8779" y="4238"/>
                    <a:pt x="8729" y="3712"/>
                  </a:cubicBezTo>
                  <a:cubicBezTo>
                    <a:pt x="8683" y="3244"/>
                    <a:pt x="8611" y="2774"/>
                    <a:pt x="8476" y="2325"/>
                  </a:cubicBezTo>
                  <a:cubicBezTo>
                    <a:pt x="8116" y="1129"/>
                    <a:pt x="7256" y="33"/>
                    <a:pt x="5914" y="2"/>
                  </a:cubicBezTo>
                  <a:cubicBezTo>
                    <a:pt x="5893" y="1"/>
                    <a:pt x="5872" y="1"/>
                    <a:pt x="585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0" name="Google Shape;6280;p47"/>
            <p:cNvSpPr/>
            <p:nvPr/>
          </p:nvSpPr>
          <p:spPr>
            <a:xfrm>
              <a:off x="1903525" y="4088100"/>
              <a:ext cx="344900" cy="185850"/>
            </a:xfrm>
            <a:custGeom>
              <a:rect b="b" l="l" r="r" t="t"/>
              <a:pathLst>
                <a:path extrusionOk="0" h="7434" w="13796">
                  <a:moveTo>
                    <a:pt x="2035" y="1"/>
                  </a:moveTo>
                  <a:cubicBezTo>
                    <a:pt x="1593" y="1"/>
                    <a:pt x="1301" y="661"/>
                    <a:pt x="1777" y="928"/>
                  </a:cubicBezTo>
                  <a:cubicBezTo>
                    <a:pt x="5023" y="2748"/>
                    <a:pt x="8420" y="4238"/>
                    <a:pt x="11476" y="6352"/>
                  </a:cubicBezTo>
                  <a:lnTo>
                    <a:pt x="11476" y="6352"/>
                  </a:lnTo>
                  <a:cubicBezTo>
                    <a:pt x="7847" y="6103"/>
                    <a:pt x="4252" y="5482"/>
                    <a:pt x="636" y="5110"/>
                  </a:cubicBezTo>
                  <a:cubicBezTo>
                    <a:pt x="615" y="5108"/>
                    <a:pt x="596" y="5107"/>
                    <a:pt x="577" y="5107"/>
                  </a:cubicBezTo>
                  <a:cubicBezTo>
                    <a:pt x="0" y="5107"/>
                    <a:pt x="24" y="6045"/>
                    <a:pt x="636" y="6106"/>
                  </a:cubicBezTo>
                  <a:cubicBezTo>
                    <a:pt x="4792" y="6534"/>
                    <a:pt x="8919" y="7290"/>
                    <a:pt x="13101" y="7434"/>
                  </a:cubicBezTo>
                  <a:cubicBezTo>
                    <a:pt x="13106" y="7434"/>
                    <a:pt x="13111" y="7434"/>
                    <a:pt x="13115" y="7434"/>
                  </a:cubicBezTo>
                  <a:cubicBezTo>
                    <a:pt x="13508" y="7434"/>
                    <a:pt x="13796" y="6851"/>
                    <a:pt x="13455" y="6582"/>
                  </a:cubicBezTo>
                  <a:cubicBezTo>
                    <a:pt x="11767" y="5262"/>
                    <a:pt x="9981" y="4109"/>
                    <a:pt x="8087" y="3106"/>
                  </a:cubicBezTo>
                  <a:cubicBezTo>
                    <a:pt x="6157" y="2083"/>
                    <a:pt x="4187" y="1139"/>
                    <a:pt x="2281" y="69"/>
                  </a:cubicBezTo>
                  <a:cubicBezTo>
                    <a:pt x="2197" y="21"/>
                    <a:pt x="2114" y="1"/>
                    <a:pt x="20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1" name="Google Shape;6281;p47"/>
            <p:cNvSpPr/>
            <p:nvPr/>
          </p:nvSpPr>
          <p:spPr>
            <a:xfrm>
              <a:off x="1462675" y="3884050"/>
              <a:ext cx="125100" cy="332450"/>
            </a:xfrm>
            <a:custGeom>
              <a:rect b="b" l="l" r="r" t="t"/>
              <a:pathLst>
                <a:path extrusionOk="0" h="13298" w="5004">
                  <a:moveTo>
                    <a:pt x="4226" y="0"/>
                  </a:moveTo>
                  <a:cubicBezTo>
                    <a:pt x="3978" y="0"/>
                    <a:pt x="3745" y="159"/>
                    <a:pt x="3776" y="478"/>
                  </a:cubicBezTo>
                  <a:cubicBezTo>
                    <a:pt x="3995" y="2762"/>
                    <a:pt x="3470" y="4910"/>
                    <a:pt x="2764" y="7066"/>
                  </a:cubicBezTo>
                  <a:cubicBezTo>
                    <a:pt x="2160" y="8913"/>
                    <a:pt x="1574" y="10906"/>
                    <a:pt x="310" y="12425"/>
                  </a:cubicBezTo>
                  <a:cubicBezTo>
                    <a:pt x="1" y="12799"/>
                    <a:pt x="333" y="13298"/>
                    <a:pt x="690" y="13298"/>
                  </a:cubicBezTo>
                  <a:cubicBezTo>
                    <a:pt x="802" y="13298"/>
                    <a:pt x="916" y="13249"/>
                    <a:pt x="1014" y="13131"/>
                  </a:cubicBezTo>
                  <a:cubicBezTo>
                    <a:pt x="2366" y="11506"/>
                    <a:pt x="3030" y="9452"/>
                    <a:pt x="3679" y="7474"/>
                  </a:cubicBezTo>
                  <a:cubicBezTo>
                    <a:pt x="4424" y="5193"/>
                    <a:pt x="5004" y="2899"/>
                    <a:pt x="4772" y="478"/>
                  </a:cubicBezTo>
                  <a:cubicBezTo>
                    <a:pt x="4741" y="160"/>
                    <a:pt x="4476" y="0"/>
                    <a:pt x="42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282" name="Google Shape;6282;p47"/>
          <p:cNvSpPr/>
          <p:nvPr/>
        </p:nvSpPr>
        <p:spPr>
          <a:xfrm>
            <a:off x="2712775" y="831288"/>
            <a:ext cx="176025" cy="165050"/>
          </a:xfrm>
          <a:custGeom>
            <a:rect b="b" l="l" r="r" t="t"/>
            <a:pathLst>
              <a:path extrusionOk="0" h="6602" w="7041">
                <a:moveTo>
                  <a:pt x="4935" y="1378"/>
                </a:moveTo>
                <a:cubicBezTo>
                  <a:pt x="4939" y="1380"/>
                  <a:pt x="4948" y="1387"/>
                  <a:pt x="4965" y="1400"/>
                </a:cubicBezTo>
                <a:cubicBezTo>
                  <a:pt x="4955" y="1392"/>
                  <a:pt x="4945" y="1385"/>
                  <a:pt x="4935" y="1378"/>
                </a:cubicBezTo>
                <a:close/>
                <a:moveTo>
                  <a:pt x="1630" y="1762"/>
                </a:moveTo>
                <a:lnTo>
                  <a:pt x="1630" y="1762"/>
                </a:lnTo>
                <a:cubicBezTo>
                  <a:pt x="1621" y="1773"/>
                  <a:pt x="1618" y="1778"/>
                  <a:pt x="1618" y="1778"/>
                </a:cubicBezTo>
                <a:cubicBezTo>
                  <a:pt x="1618" y="1778"/>
                  <a:pt x="1623" y="1771"/>
                  <a:pt x="1630" y="1762"/>
                </a:cubicBezTo>
                <a:close/>
                <a:moveTo>
                  <a:pt x="3639" y="986"/>
                </a:moveTo>
                <a:cubicBezTo>
                  <a:pt x="4036" y="986"/>
                  <a:pt x="4418" y="1072"/>
                  <a:pt x="4734" y="1250"/>
                </a:cubicBezTo>
                <a:cubicBezTo>
                  <a:pt x="4786" y="1280"/>
                  <a:pt x="4839" y="1313"/>
                  <a:pt x="4890" y="1347"/>
                </a:cubicBezTo>
                <a:cubicBezTo>
                  <a:pt x="4906" y="1357"/>
                  <a:pt x="4921" y="1367"/>
                  <a:pt x="4935" y="1378"/>
                </a:cubicBezTo>
                <a:lnTo>
                  <a:pt x="4935" y="1378"/>
                </a:lnTo>
                <a:cubicBezTo>
                  <a:pt x="4934" y="1377"/>
                  <a:pt x="4933" y="1376"/>
                  <a:pt x="4933" y="1376"/>
                </a:cubicBezTo>
                <a:lnTo>
                  <a:pt x="4933" y="1376"/>
                </a:lnTo>
                <a:cubicBezTo>
                  <a:pt x="4934" y="1376"/>
                  <a:pt x="4964" y="1397"/>
                  <a:pt x="4972" y="1404"/>
                </a:cubicBezTo>
                <a:cubicBezTo>
                  <a:pt x="5081" y="1495"/>
                  <a:pt x="5182" y="1594"/>
                  <a:pt x="5275" y="1701"/>
                </a:cubicBezTo>
                <a:cubicBezTo>
                  <a:pt x="5296" y="1724"/>
                  <a:pt x="5315" y="1747"/>
                  <a:pt x="5332" y="1771"/>
                </a:cubicBezTo>
                <a:cubicBezTo>
                  <a:pt x="5336" y="1776"/>
                  <a:pt x="5339" y="1780"/>
                  <a:pt x="5342" y="1782"/>
                </a:cubicBezTo>
                <a:lnTo>
                  <a:pt x="5342" y="1782"/>
                </a:lnTo>
                <a:cubicBezTo>
                  <a:pt x="5378" y="1835"/>
                  <a:pt x="5414" y="1889"/>
                  <a:pt x="5446" y="1943"/>
                </a:cubicBezTo>
                <a:cubicBezTo>
                  <a:pt x="5477" y="1994"/>
                  <a:pt x="5507" y="2045"/>
                  <a:pt x="5534" y="2097"/>
                </a:cubicBezTo>
                <a:cubicBezTo>
                  <a:pt x="5548" y="2126"/>
                  <a:pt x="5603" y="2244"/>
                  <a:pt x="5604" y="2244"/>
                </a:cubicBezTo>
                <a:cubicBezTo>
                  <a:pt x="5605" y="2244"/>
                  <a:pt x="5604" y="2244"/>
                  <a:pt x="5604" y="2242"/>
                </a:cubicBezTo>
                <a:lnTo>
                  <a:pt x="5604" y="2242"/>
                </a:lnTo>
                <a:cubicBezTo>
                  <a:pt x="5646" y="2347"/>
                  <a:pt x="5682" y="2454"/>
                  <a:pt x="5711" y="2561"/>
                </a:cubicBezTo>
                <a:cubicBezTo>
                  <a:pt x="5726" y="2620"/>
                  <a:pt x="5741" y="2679"/>
                  <a:pt x="5751" y="2738"/>
                </a:cubicBezTo>
                <a:cubicBezTo>
                  <a:pt x="5756" y="2758"/>
                  <a:pt x="5778" y="2901"/>
                  <a:pt x="5781" y="2901"/>
                </a:cubicBezTo>
                <a:cubicBezTo>
                  <a:pt x="5781" y="2901"/>
                  <a:pt x="5781" y="2892"/>
                  <a:pt x="5779" y="2872"/>
                </a:cubicBezTo>
                <a:lnTo>
                  <a:pt x="5779" y="2872"/>
                </a:lnTo>
                <a:cubicBezTo>
                  <a:pt x="5793" y="2999"/>
                  <a:pt x="5800" y="3127"/>
                  <a:pt x="5800" y="3256"/>
                </a:cubicBezTo>
                <a:cubicBezTo>
                  <a:pt x="5798" y="3323"/>
                  <a:pt x="5796" y="3393"/>
                  <a:pt x="5791" y="3460"/>
                </a:cubicBezTo>
                <a:cubicBezTo>
                  <a:pt x="5787" y="3518"/>
                  <a:pt x="5781" y="3572"/>
                  <a:pt x="5780" y="3582"/>
                </a:cubicBezTo>
                <a:lnTo>
                  <a:pt x="5780" y="3582"/>
                </a:lnTo>
                <a:cubicBezTo>
                  <a:pt x="5759" y="3706"/>
                  <a:pt x="5734" y="3831"/>
                  <a:pt x="5699" y="3953"/>
                </a:cubicBezTo>
                <a:cubicBezTo>
                  <a:pt x="5682" y="4012"/>
                  <a:pt x="5663" y="4069"/>
                  <a:pt x="5642" y="4126"/>
                </a:cubicBezTo>
                <a:cubicBezTo>
                  <a:pt x="5631" y="4155"/>
                  <a:pt x="5621" y="4183"/>
                  <a:pt x="5610" y="4212"/>
                </a:cubicBezTo>
                <a:cubicBezTo>
                  <a:pt x="5606" y="4223"/>
                  <a:pt x="5602" y="4232"/>
                  <a:pt x="5600" y="4238"/>
                </a:cubicBezTo>
                <a:lnTo>
                  <a:pt x="5600" y="4238"/>
                </a:lnTo>
                <a:cubicBezTo>
                  <a:pt x="5597" y="4244"/>
                  <a:pt x="5593" y="4252"/>
                  <a:pt x="5589" y="4261"/>
                </a:cubicBezTo>
                <a:cubicBezTo>
                  <a:pt x="5534" y="4370"/>
                  <a:pt x="5477" y="4478"/>
                  <a:pt x="5412" y="4581"/>
                </a:cubicBezTo>
                <a:cubicBezTo>
                  <a:pt x="5311" y="4737"/>
                  <a:pt x="5324" y="4720"/>
                  <a:pt x="5189" y="4863"/>
                </a:cubicBezTo>
                <a:cubicBezTo>
                  <a:pt x="4814" y="5261"/>
                  <a:pt x="4355" y="5476"/>
                  <a:pt x="3756" y="5573"/>
                </a:cubicBezTo>
                <a:cubicBezTo>
                  <a:pt x="3620" y="5595"/>
                  <a:pt x="3482" y="5605"/>
                  <a:pt x="3344" y="5605"/>
                </a:cubicBezTo>
                <a:cubicBezTo>
                  <a:pt x="2954" y="5605"/>
                  <a:pt x="2572" y="5519"/>
                  <a:pt x="2265" y="5346"/>
                </a:cubicBezTo>
                <a:cubicBezTo>
                  <a:pt x="2214" y="5316"/>
                  <a:pt x="2164" y="5285"/>
                  <a:pt x="2113" y="5253"/>
                </a:cubicBezTo>
                <a:cubicBezTo>
                  <a:pt x="2098" y="5243"/>
                  <a:pt x="2015" y="5180"/>
                  <a:pt x="2013" y="5180"/>
                </a:cubicBezTo>
                <a:lnTo>
                  <a:pt x="2013" y="5180"/>
                </a:lnTo>
                <a:cubicBezTo>
                  <a:pt x="2013" y="5180"/>
                  <a:pt x="2019" y="5186"/>
                  <a:pt x="2037" y="5200"/>
                </a:cubicBezTo>
                <a:cubicBezTo>
                  <a:pt x="1930" y="5114"/>
                  <a:pt x="1831" y="5019"/>
                  <a:pt x="1740" y="4916"/>
                </a:cubicBezTo>
                <a:cubicBezTo>
                  <a:pt x="1728" y="4902"/>
                  <a:pt x="1675" y="4837"/>
                  <a:pt x="1657" y="4816"/>
                </a:cubicBezTo>
                <a:lnTo>
                  <a:pt x="1657" y="4816"/>
                </a:lnTo>
                <a:cubicBezTo>
                  <a:pt x="1647" y="4801"/>
                  <a:pt x="1584" y="4711"/>
                  <a:pt x="1570" y="4688"/>
                </a:cubicBezTo>
                <a:cubicBezTo>
                  <a:pt x="1500" y="4579"/>
                  <a:pt x="1439" y="4465"/>
                  <a:pt x="1382" y="4347"/>
                </a:cubicBezTo>
                <a:cubicBezTo>
                  <a:pt x="1372" y="4327"/>
                  <a:pt x="1369" y="4322"/>
                  <a:pt x="1368" y="4322"/>
                </a:cubicBezTo>
                <a:lnTo>
                  <a:pt x="1368" y="4322"/>
                </a:lnTo>
                <a:cubicBezTo>
                  <a:pt x="1368" y="4322"/>
                  <a:pt x="1368" y="4322"/>
                  <a:pt x="1368" y="4322"/>
                </a:cubicBezTo>
                <a:lnTo>
                  <a:pt x="1368" y="4322"/>
                </a:lnTo>
                <a:cubicBezTo>
                  <a:pt x="1366" y="4315"/>
                  <a:pt x="1360" y="4299"/>
                  <a:pt x="1348" y="4265"/>
                </a:cubicBezTo>
                <a:cubicBezTo>
                  <a:pt x="1329" y="4210"/>
                  <a:pt x="1308" y="4155"/>
                  <a:pt x="1291" y="4101"/>
                </a:cubicBezTo>
                <a:cubicBezTo>
                  <a:pt x="1251" y="3974"/>
                  <a:pt x="1220" y="3848"/>
                  <a:pt x="1197" y="3717"/>
                </a:cubicBezTo>
                <a:cubicBezTo>
                  <a:pt x="1192" y="3696"/>
                  <a:pt x="1179" y="3596"/>
                  <a:pt x="1178" y="3596"/>
                </a:cubicBezTo>
                <a:lnTo>
                  <a:pt x="1178" y="3596"/>
                </a:lnTo>
                <a:cubicBezTo>
                  <a:pt x="1178" y="3596"/>
                  <a:pt x="1179" y="3606"/>
                  <a:pt x="1182" y="3633"/>
                </a:cubicBezTo>
                <a:cubicBezTo>
                  <a:pt x="1173" y="3568"/>
                  <a:pt x="1167" y="3502"/>
                  <a:pt x="1165" y="3437"/>
                </a:cubicBezTo>
                <a:cubicBezTo>
                  <a:pt x="1157" y="3304"/>
                  <a:pt x="1157" y="3174"/>
                  <a:pt x="1165" y="3041"/>
                </a:cubicBezTo>
                <a:cubicBezTo>
                  <a:pt x="1167" y="3011"/>
                  <a:pt x="1179" y="2898"/>
                  <a:pt x="1181" y="2870"/>
                </a:cubicBezTo>
                <a:lnTo>
                  <a:pt x="1181" y="2870"/>
                </a:lnTo>
                <a:cubicBezTo>
                  <a:pt x="1186" y="2847"/>
                  <a:pt x="1203" y="2750"/>
                  <a:pt x="1209" y="2721"/>
                </a:cubicBezTo>
                <a:cubicBezTo>
                  <a:pt x="1239" y="2580"/>
                  <a:pt x="1281" y="2443"/>
                  <a:pt x="1327" y="2306"/>
                </a:cubicBezTo>
                <a:cubicBezTo>
                  <a:pt x="1342" y="2262"/>
                  <a:pt x="1345" y="2248"/>
                  <a:pt x="1346" y="2244"/>
                </a:cubicBezTo>
                <a:lnTo>
                  <a:pt x="1346" y="2244"/>
                </a:lnTo>
                <a:cubicBezTo>
                  <a:pt x="1348" y="2241"/>
                  <a:pt x="1355" y="2229"/>
                  <a:pt x="1376" y="2188"/>
                </a:cubicBezTo>
                <a:cubicBezTo>
                  <a:pt x="1407" y="2125"/>
                  <a:pt x="1439" y="2059"/>
                  <a:pt x="1475" y="1998"/>
                </a:cubicBezTo>
                <a:cubicBezTo>
                  <a:pt x="1511" y="1937"/>
                  <a:pt x="1551" y="1878"/>
                  <a:pt x="1588" y="1819"/>
                </a:cubicBezTo>
                <a:cubicBezTo>
                  <a:pt x="1603" y="1799"/>
                  <a:pt x="1618" y="1779"/>
                  <a:pt x="1632" y="1759"/>
                </a:cubicBezTo>
                <a:lnTo>
                  <a:pt x="1632" y="1759"/>
                </a:lnTo>
                <a:cubicBezTo>
                  <a:pt x="1639" y="1751"/>
                  <a:pt x="1646" y="1741"/>
                  <a:pt x="1654" y="1733"/>
                </a:cubicBezTo>
                <a:cubicBezTo>
                  <a:pt x="1744" y="1632"/>
                  <a:pt x="1839" y="1535"/>
                  <a:pt x="1945" y="1446"/>
                </a:cubicBezTo>
                <a:cubicBezTo>
                  <a:pt x="1949" y="1443"/>
                  <a:pt x="1952" y="1440"/>
                  <a:pt x="1955" y="1437"/>
                </a:cubicBezTo>
                <a:lnTo>
                  <a:pt x="1955" y="1437"/>
                </a:lnTo>
                <a:cubicBezTo>
                  <a:pt x="1958" y="1435"/>
                  <a:pt x="1960" y="1434"/>
                  <a:pt x="1963" y="1431"/>
                </a:cubicBezTo>
                <a:cubicBezTo>
                  <a:pt x="1993" y="1410"/>
                  <a:pt x="2022" y="1389"/>
                  <a:pt x="2054" y="1370"/>
                </a:cubicBezTo>
                <a:cubicBezTo>
                  <a:pt x="2115" y="1328"/>
                  <a:pt x="2180" y="1292"/>
                  <a:pt x="2246" y="1257"/>
                </a:cubicBezTo>
                <a:cubicBezTo>
                  <a:pt x="2372" y="1191"/>
                  <a:pt x="2412" y="1174"/>
                  <a:pt x="2604" y="1120"/>
                </a:cubicBezTo>
                <a:cubicBezTo>
                  <a:pt x="2802" y="1065"/>
                  <a:pt x="2859" y="1059"/>
                  <a:pt x="3023" y="1044"/>
                </a:cubicBezTo>
                <a:cubicBezTo>
                  <a:pt x="3046" y="1042"/>
                  <a:pt x="3069" y="1039"/>
                  <a:pt x="3092" y="1035"/>
                </a:cubicBezTo>
                <a:lnTo>
                  <a:pt x="3092" y="1035"/>
                </a:lnTo>
                <a:cubicBezTo>
                  <a:pt x="3113" y="1033"/>
                  <a:pt x="3134" y="1031"/>
                  <a:pt x="3156" y="1027"/>
                </a:cubicBezTo>
                <a:cubicBezTo>
                  <a:pt x="3317" y="1000"/>
                  <a:pt x="3479" y="986"/>
                  <a:pt x="3639" y="986"/>
                </a:cubicBezTo>
                <a:close/>
                <a:moveTo>
                  <a:pt x="3656" y="0"/>
                </a:moveTo>
                <a:cubicBezTo>
                  <a:pt x="3424" y="0"/>
                  <a:pt x="3191" y="20"/>
                  <a:pt x="2962" y="55"/>
                </a:cubicBezTo>
                <a:lnTo>
                  <a:pt x="2962" y="55"/>
                </a:lnTo>
                <a:cubicBezTo>
                  <a:pt x="1592" y="189"/>
                  <a:pt x="506" y="1128"/>
                  <a:pt x="238" y="2500"/>
                </a:cubicBezTo>
                <a:cubicBezTo>
                  <a:pt x="0" y="3730"/>
                  <a:pt x="360" y="5131"/>
                  <a:pt x="1367" y="5933"/>
                </a:cubicBezTo>
                <a:cubicBezTo>
                  <a:pt x="1934" y="6385"/>
                  <a:pt x="2656" y="6602"/>
                  <a:pt x="3382" y="6602"/>
                </a:cubicBezTo>
                <a:cubicBezTo>
                  <a:pt x="4138" y="6602"/>
                  <a:pt x="4898" y="6367"/>
                  <a:pt x="5494" y="5917"/>
                </a:cubicBezTo>
                <a:cubicBezTo>
                  <a:pt x="6607" y="5078"/>
                  <a:pt x="7041" y="3580"/>
                  <a:pt x="6659" y="2253"/>
                </a:cubicBezTo>
                <a:cubicBezTo>
                  <a:pt x="6453" y="1537"/>
                  <a:pt x="6015" y="905"/>
                  <a:pt x="5393" y="488"/>
                </a:cubicBezTo>
                <a:cubicBezTo>
                  <a:pt x="4872" y="137"/>
                  <a:pt x="4267" y="0"/>
                  <a:pt x="365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5">
  <p:cSld name="CUSTOM_2_1_1_1_1">
    <p:bg>
      <p:bgPr>
        <a:solidFill>
          <a:schemeClr val="lt1"/>
        </a:solidFill>
      </p:bgPr>
    </p:bg>
    <p:spTree>
      <p:nvGrpSpPr>
        <p:cNvPr id="6283" name="Shape 6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84" name="Google Shape;6284;p48"/>
          <p:cNvGrpSpPr/>
          <p:nvPr/>
        </p:nvGrpSpPr>
        <p:grpSpPr>
          <a:xfrm>
            <a:off x="0" y="0"/>
            <a:ext cx="9144125" cy="5143391"/>
            <a:chOff x="0" y="0"/>
            <a:chExt cx="9144125" cy="5143391"/>
          </a:xfrm>
        </p:grpSpPr>
        <p:sp>
          <p:nvSpPr>
            <p:cNvPr id="6285" name="Google Shape;6285;p48"/>
            <p:cNvSpPr/>
            <p:nvPr/>
          </p:nvSpPr>
          <p:spPr>
            <a:xfrm>
              <a:off x="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6" name="Google Shape;6286;p48"/>
            <p:cNvSpPr/>
            <p:nvPr/>
          </p:nvSpPr>
          <p:spPr>
            <a:xfrm>
              <a:off x="38100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7" name="Google Shape;6287;p48"/>
            <p:cNvSpPr/>
            <p:nvPr/>
          </p:nvSpPr>
          <p:spPr>
            <a:xfrm>
              <a:off x="76201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8" name="Google Shape;6288;p48"/>
            <p:cNvSpPr/>
            <p:nvPr/>
          </p:nvSpPr>
          <p:spPr>
            <a:xfrm>
              <a:off x="114301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9" name="Google Shape;6289;p48"/>
            <p:cNvSpPr/>
            <p:nvPr/>
          </p:nvSpPr>
          <p:spPr>
            <a:xfrm>
              <a:off x="152402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90" name="Google Shape;6290;p48"/>
            <p:cNvSpPr/>
            <p:nvPr/>
          </p:nvSpPr>
          <p:spPr>
            <a:xfrm>
              <a:off x="190502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91" name="Google Shape;6291;p48"/>
            <p:cNvSpPr/>
            <p:nvPr/>
          </p:nvSpPr>
          <p:spPr>
            <a:xfrm>
              <a:off x="228603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92" name="Google Shape;6292;p48"/>
            <p:cNvSpPr/>
            <p:nvPr/>
          </p:nvSpPr>
          <p:spPr>
            <a:xfrm>
              <a:off x="266703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93" name="Google Shape;6293;p48"/>
            <p:cNvSpPr/>
            <p:nvPr/>
          </p:nvSpPr>
          <p:spPr>
            <a:xfrm>
              <a:off x="304804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94" name="Google Shape;6294;p48"/>
            <p:cNvSpPr/>
            <p:nvPr/>
          </p:nvSpPr>
          <p:spPr>
            <a:xfrm>
              <a:off x="342904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95" name="Google Shape;6295;p48"/>
            <p:cNvSpPr/>
            <p:nvPr/>
          </p:nvSpPr>
          <p:spPr>
            <a:xfrm>
              <a:off x="381005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96" name="Google Shape;6296;p48"/>
            <p:cNvSpPr/>
            <p:nvPr/>
          </p:nvSpPr>
          <p:spPr>
            <a:xfrm>
              <a:off x="419105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97" name="Google Shape;6297;p48"/>
            <p:cNvSpPr/>
            <p:nvPr/>
          </p:nvSpPr>
          <p:spPr>
            <a:xfrm>
              <a:off x="457206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98" name="Google Shape;6298;p48"/>
            <p:cNvSpPr/>
            <p:nvPr/>
          </p:nvSpPr>
          <p:spPr>
            <a:xfrm>
              <a:off x="495306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99" name="Google Shape;6299;p48"/>
            <p:cNvSpPr/>
            <p:nvPr/>
          </p:nvSpPr>
          <p:spPr>
            <a:xfrm>
              <a:off x="533407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00" name="Google Shape;6300;p48"/>
            <p:cNvSpPr/>
            <p:nvPr/>
          </p:nvSpPr>
          <p:spPr>
            <a:xfrm>
              <a:off x="571507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01" name="Google Shape;6301;p48"/>
            <p:cNvSpPr/>
            <p:nvPr/>
          </p:nvSpPr>
          <p:spPr>
            <a:xfrm>
              <a:off x="609608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02" name="Google Shape;6302;p48"/>
            <p:cNvSpPr/>
            <p:nvPr/>
          </p:nvSpPr>
          <p:spPr>
            <a:xfrm>
              <a:off x="647708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03" name="Google Shape;6303;p48"/>
            <p:cNvSpPr/>
            <p:nvPr/>
          </p:nvSpPr>
          <p:spPr>
            <a:xfrm>
              <a:off x="685809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04" name="Google Shape;6304;p48"/>
            <p:cNvSpPr/>
            <p:nvPr/>
          </p:nvSpPr>
          <p:spPr>
            <a:xfrm>
              <a:off x="723909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05" name="Google Shape;6305;p48"/>
            <p:cNvSpPr/>
            <p:nvPr/>
          </p:nvSpPr>
          <p:spPr>
            <a:xfrm>
              <a:off x="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06" name="Google Shape;6306;p48"/>
            <p:cNvSpPr/>
            <p:nvPr/>
          </p:nvSpPr>
          <p:spPr>
            <a:xfrm>
              <a:off x="38100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07" name="Google Shape;6307;p48"/>
            <p:cNvSpPr/>
            <p:nvPr/>
          </p:nvSpPr>
          <p:spPr>
            <a:xfrm>
              <a:off x="76201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08" name="Google Shape;6308;p48"/>
            <p:cNvSpPr/>
            <p:nvPr/>
          </p:nvSpPr>
          <p:spPr>
            <a:xfrm>
              <a:off x="114301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09" name="Google Shape;6309;p48"/>
            <p:cNvSpPr/>
            <p:nvPr/>
          </p:nvSpPr>
          <p:spPr>
            <a:xfrm>
              <a:off x="152402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10" name="Google Shape;6310;p48"/>
            <p:cNvSpPr/>
            <p:nvPr/>
          </p:nvSpPr>
          <p:spPr>
            <a:xfrm>
              <a:off x="190502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11" name="Google Shape;6311;p48"/>
            <p:cNvSpPr/>
            <p:nvPr/>
          </p:nvSpPr>
          <p:spPr>
            <a:xfrm>
              <a:off x="228603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12" name="Google Shape;6312;p48"/>
            <p:cNvSpPr/>
            <p:nvPr/>
          </p:nvSpPr>
          <p:spPr>
            <a:xfrm>
              <a:off x="266703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13" name="Google Shape;6313;p48"/>
            <p:cNvSpPr/>
            <p:nvPr/>
          </p:nvSpPr>
          <p:spPr>
            <a:xfrm>
              <a:off x="304804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14" name="Google Shape;6314;p48"/>
            <p:cNvSpPr/>
            <p:nvPr/>
          </p:nvSpPr>
          <p:spPr>
            <a:xfrm>
              <a:off x="342904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15" name="Google Shape;6315;p48"/>
            <p:cNvSpPr/>
            <p:nvPr/>
          </p:nvSpPr>
          <p:spPr>
            <a:xfrm>
              <a:off x="381005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16" name="Google Shape;6316;p48"/>
            <p:cNvSpPr/>
            <p:nvPr/>
          </p:nvSpPr>
          <p:spPr>
            <a:xfrm>
              <a:off x="419105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17" name="Google Shape;6317;p48"/>
            <p:cNvSpPr/>
            <p:nvPr/>
          </p:nvSpPr>
          <p:spPr>
            <a:xfrm>
              <a:off x="457206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18" name="Google Shape;6318;p48"/>
            <p:cNvSpPr/>
            <p:nvPr/>
          </p:nvSpPr>
          <p:spPr>
            <a:xfrm>
              <a:off x="495306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19" name="Google Shape;6319;p48"/>
            <p:cNvSpPr/>
            <p:nvPr/>
          </p:nvSpPr>
          <p:spPr>
            <a:xfrm>
              <a:off x="533407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20" name="Google Shape;6320;p48"/>
            <p:cNvSpPr/>
            <p:nvPr/>
          </p:nvSpPr>
          <p:spPr>
            <a:xfrm>
              <a:off x="571507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21" name="Google Shape;6321;p48"/>
            <p:cNvSpPr/>
            <p:nvPr/>
          </p:nvSpPr>
          <p:spPr>
            <a:xfrm>
              <a:off x="609608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22" name="Google Shape;6322;p48"/>
            <p:cNvSpPr/>
            <p:nvPr/>
          </p:nvSpPr>
          <p:spPr>
            <a:xfrm>
              <a:off x="647708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23" name="Google Shape;6323;p48"/>
            <p:cNvSpPr/>
            <p:nvPr/>
          </p:nvSpPr>
          <p:spPr>
            <a:xfrm>
              <a:off x="685809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24" name="Google Shape;6324;p48"/>
            <p:cNvSpPr/>
            <p:nvPr/>
          </p:nvSpPr>
          <p:spPr>
            <a:xfrm>
              <a:off x="723909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25" name="Google Shape;6325;p48"/>
            <p:cNvSpPr/>
            <p:nvPr/>
          </p:nvSpPr>
          <p:spPr>
            <a:xfrm>
              <a:off x="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26" name="Google Shape;6326;p48"/>
            <p:cNvSpPr/>
            <p:nvPr/>
          </p:nvSpPr>
          <p:spPr>
            <a:xfrm>
              <a:off x="38100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27" name="Google Shape;6327;p48"/>
            <p:cNvSpPr/>
            <p:nvPr/>
          </p:nvSpPr>
          <p:spPr>
            <a:xfrm>
              <a:off x="76201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28" name="Google Shape;6328;p48"/>
            <p:cNvSpPr/>
            <p:nvPr/>
          </p:nvSpPr>
          <p:spPr>
            <a:xfrm>
              <a:off x="114301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29" name="Google Shape;6329;p48"/>
            <p:cNvSpPr/>
            <p:nvPr/>
          </p:nvSpPr>
          <p:spPr>
            <a:xfrm>
              <a:off x="152402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30" name="Google Shape;6330;p48"/>
            <p:cNvSpPr/>
            <p:nvPr/>
          </p:nvSpPr>
          <p:spPr>
            <a:xfrm>
              <a:off x="190502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31" name="Google Shape;6331;p48"/>
            <p:cNvSpPr/>
            <p:nvPr/>
          </p:nvSpPr>
          <p:spPr>
            <a:xfrm>
              <a:off x="228603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32" name="Google Shape;6332;p48"/>
            <p:cNvSpPr/>
            <p:nvPr/>
          </p:nvSpPr>
          <p:spPr>
            <a:xfrm>
              <a:off x="266703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33" name="Google Shape;6333;p48"/>
            <p:cNvSpPr/>
            <p:nvPr/>
          </p:nvSpPr>
          <p:spPr>
            <a:xfrm>
              <a:off x="304804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34" name="Google Shape;6334;p48"/>
            <p:cNvSpPr/>
            <p:nvPr/>
          </p:nvSpPr>
          <p:spPr>
            <a:xfrm>
              <a:off x="342904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35" name="Google Shape;6335;p48"/>
            <p:cNvSpPr/>
            <p:nvPr/>
          </p:nvSpPr>
          <p:spPr>
            <a:xfrm>
              <a:off x="381005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36" name="Google Shape;6336;p48"/>
            <p:cNvSpPr/>
            <p:nvPr/>
          </p:nvSpPr>
          <p:spPr>
            <a:xfrm>
              <a:off x="419105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37" name="Google Shape;6337;p48"/>
            <p:cNvSpPr/>
            <p:nvPr/>
          </p:nvSpPr>
          <p:spPr>
            <a:xfrm>
              <a:off x="457206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38" name="Google Shape;6338;p48"/>
            <p:cNvSpPr/>
            <p:nvPr/>
          </p:nvSpPr>
          <p:spPr>
            <a:xfrm>
              <a:off x="495306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39" name="Google Shape;6339;p48"/>
            <p:cNvSpPr/>
            <p:nvPr/>
          </p:nvSpPr>
          <p:spPr>
            <a:xfrm>
              <a:off x="533407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0" name="Google Shape;6340;p48"/>
            <p:cNvSpPr/>
            <p:nvPr/>
          </p:nvSpPr>
          <p:spPr>
            <a:xfrm>
              <a:off x="571507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1" name="Google Shape;6341;p48"/>
            <p:cNvSpPr/>
            <p:nvPr/>
          </p:nvSpPr>
          <p:spPr>
            <a:xfrm>
              <a:off x="609608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2" name="Google Shape;6342;p48"/>
            <p:cNvSpPr/>
            <p:nvPr/>
          </p:nvSpPr>
          <p:spPr>
            <a:xfrm>
              <a:off x="647708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3" name="Google Shape;6343;p48"/>
            <p:cNvSpPr/>
            <p:nvPr/>
          </p:nvSpPr>
          <p:spPr>
            <a:xfrm>
              <a:off x="685809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4" name="Google Shape;6344;p48"/>
            <p:cNvSpPr/>
            <p:nvPr/>
          </p:nvSpPr>
          <p:spPr>
            <a:xfrm>
              <a:off x="723909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5" name="Google Shape;6345;p48"/>
            <p:cNvSpPr/>
            <p:nvPr/>
          </p:nvSpPr>
          <p:spPr>
            <a:xfrm>
              <a:off x="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6" name="Google Shape;6346;p48"/>
            <p:cNvSpPr/>
            <p:nvPr/>
          </p:nvSpPr>
          <p:spPr>
            <a:xfrm>
              <a:off x="38100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7" name="Google Shape;6347;p48"/>
            <p:cNvSpPr/>
            <p:nvPr/>
          </p:nvSpPr>
          <p:spPr>
            <a:xfrm>
              <a:off x="76201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8" name="Google Shape;6348;p48"/>
            <p:cNvSpPr/>
            <p:nvPr/>
          </p:nvSpPr>
          <p:spPr>
            <a:xfrm>
              <a:off x="114301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9" name="Google Shape;6349;p48"/>
            <p:cNvSpPr/>
            <p:nvPr/>
          </p:nvSpPr>
          <p:spPr>
            <a:xfrm>
              <a:off x="152402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50" name="Google Shape;6350;p48"/>
            <p:cNvSpPr/>
            <p:nvPr/>
          </p:nvSpPr>
          <p:spPr>
            <a:xfrm>
              <a:off x="190502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51" name="Google Shape;6351;p48"/>
            <p:cNvSpPr/>
            <p:nvPr/>
          </p:nvSpPr>
          <p:spPr>
            <a:xfrm>
              <a:off x="228603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52" name="Google Shape;6352;p48"/>
            <p:cNvSpPr/>
            <p:nvPr/>
          </p:nvSpPr>
          <p:spPr>
            <a:xfrm>
              <a:off x="266703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53" name="Google Shape;6353;p48"/>
            <p:cNvSpPr/>
            <p:nvPr/>
          </p:nvSpPr>
          <p:spPr>
            <a:xfrm>
              <a:off x="304804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54" name="Google Shape;6354;p48"/>
            <p:cNvSpPr/>
            <p:nvPr/>
          </p:nvSpPr>
          <p:spPr>
            <a:xfrm>
              <a:off x="342904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55" name="Google Shape;6355;p48"/>
            <p:cNvSpPr/>
            <p:nvPr/>
          </p:nvSpPr>
          <p:spPr>
            <a:xfrm>
              <a:off x="381005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56" name="Google Shape;6356;p48"/>
            <p:cNvSpPr/>
            <p:nvPr/>
          </p:nvSpPr>
          <p:spPr>
            <a:xfrm>
              <a:off x="419105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57" name="Google Shape;6357;p48"/>
            <p:cNvSpPr/>
            <p:nvPr/>
          </p:nvSpPr>
          <p:spPr>
            <a:xfrm>
              <a:off x="457206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58" name="Google Shape;6358;p48"/>
            <p:cNvSpPr/>
            <p:nvPr/>
          </p:nvSpPr>
          <p:spPr>
            <a:xfrm>
              <a:off x="495306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59" name="Google Shape;6359;p48"/>
            <p:cNvSpPr/>
            <p:nvPr/>
          </p:nvSpPr>
          <p:spPr>
            <a:xfrm>
              <a:off x="533407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0" name="Google Shape;6360;p48"/>
            <p:cNvSpPr/>
            <p:nvPr/>
          </p:nvSpPr>
          <p:spPr>
            <a:xfrm>
              <a:off x="571507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1" name="Google Shape;6361;p48"/>
            <p:cNvSpPr/>
            <p:nvPr/>
          </p:nvSpPr>
          <p:spPr>
            <a:xfrm>
              <a:off x="609608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2" name="Google Shape;6362;p48"/>
            <p:cNvSpPr/>
            <p:nvPr/>
          </p:nvSpPr>
          <p:spPr>
            <a:xfrm>
              <a:off x="647708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3" name="Google Shape;6363;p48"/>
            <p:cNvSpPr/>
            <p:nvPr/>
          </p:nvSpPr>
          <p:spPr>
            <a:xfrm>
              <a:off x="685809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4" name="Google Shape;6364;p48"/>
            <p:cNvSpPr/>
            <p:nvPr/>
          </p:nvSpPr>
          <p:spPr>
            <a:xfrm>
              <a:off x="723909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5" name="Google Shape;6365;p48"/>
            <p:cNvSpPr/>
            <p:nvPr/>
          </p:nvSpPr>
          <p:spPr>
            <a:xfrm>
              <a:off x="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6" name="Google Shape;6366;p48"/>
            <p:cNvSpPr/>
            <p:nvPr/>
          </p:nvSpPr>
          <p:spPr>
            <a:xfrm>
              <a:off x="38100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7" name="Google Shape;6367;p48"/>
            <p:cNvSpPr/>
            <p:nvPr/>
          </p:nvSpPr>
          <p:spPr>
            <a:xfrm>
              <a:off x="76201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8" name="Google Shape;6368;p48"/>
            <p:cNvSpPr/>
            <p:nvPr/>
          </p:nvSpPr>
          <p:spPr>
            <a:xfrm>
              <a:off x="114301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9" name="Google Shape;6369;p48"/>
            <p:cNvSpPr/>
            <p:nvPr/>
          </p:nvSpPr>
          <p:spPr>
            <a:xfrm>
              <a:off x="152402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0" name="Google Shape;6370;p48"/>
            <p:cNvSpPr/>
            <p:nvPr/>
          </p:nvSpPr>
          <p:spPr>
            <a:xfrm>
              <a:off x="190502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1" name="Google Shape;6371;p48"/>
            <p:cNvSpPr/>
            <p:nvPr/>
          </p:nvSpPr>
          <p:spPr>
            <a:xfrm>
              <a:off x="228603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2" name="Google Shape;6372;p48"/>
            <p:cNvSpPr/>
            <p:nvPr/>
          </p:nvSpPr>
          <p:spPr>
            <a:xfrm>
              <a:off x="266703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3" name="Google Shape;6373;p48"/>
            <p:cNvSpPr/>
            <p:nvPr/>
          </p:nvSpPr>
          <p:spPr>
            <a:xfrm>
              <a:off x="304804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4" name="Google Shape;6374;p48"/>
            <p:cNvSpPr/>
            <p:nvPr/>
          </p:nvSpPr>
          <p:spPr>
            <a:xfrm>
              <a:off x="342904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5" name="Google Shape;6375;p48"/>
            <p:cNvSpPr/>
            <p:nvPr/>
          </p:nvSpPr>
          <p:spPr>
            <a:xfrm>
              <a:off x="381005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6" name="Google Shape;6376;p48"/>
            <p:cNvSpPr/>
            <p:nvPr/>
          </p:nvSpPr>
          <p:spPr>
            <a:xfrm>
              <a:off x="419105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7" name="Google Shape;6377;p48"/>
            <p:cNvSpPr/>
            <p:nvPr/>
          </p:nvSpPr>
          <p:spPr>
            <a:xfrm>
              <a:off x="457206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8" name="Google Shape;6378;p48"/>
            <p:cNvSpPr/>
            <p:nvPr/>
          </p:nvSpPr>
          <p:spPr>
            <a:xfrm>
              <a:off x="495306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9" name="Google Shape;6379;p48"/>
            <p:cNvSpPr/>
            <p:nvPr/>
          </p:nvSpPr>
          <p:spPr>
            <a:xfrm>
              <a:off x="533407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0" name="Google Shape;6380;p48"/>
            <p:cNvSpPr/>
            <p:nvPr/>
          </p:nvSpPr>
          <p:spPr>
            <a:xfrm>
              <a:off x="571507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1" name="Google Shape;6381;p48"/>
            <p:cNvSpPr/>
            <p:nvPr/>
          </p:nvSpPr>
          <p:spPr>
            <a:xfrm>
              <a:off x="609608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2" name="Google Shape;6382;p48"/>
            <p:cNvSpPr/>
            <p:nvPr/>
          </p:nvSpPr>
          <p:spPr>
            <a:xfrm>
              <a:off x="647708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3" name="Google Shape;6383;p48"/>
            <p:cNvSpPr/>
            <p:nvPr/>
          </p:nvSpPr>
          <p:spPr>
            <a:xfrm>
              <a:off x="685809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4" name="Google Shape;6384;p48"/>
            <p:cNvSpPr/>
            <p:nvPr/>
          </p:nvSpPr>
          <p:spPr>
            <a:xfrm>
              <a:off x="723909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5" name="Google Shape;6385;p48"/>
            <p:cNvSpPr/>
            <p:nvPr/>
          </p:nvSpPr>
          <p:spPr>
            <a:xfrm>
              <a:off x="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6" name="Google Shape;6386;p48"/>
            <p:cNvSpPr/>
            <p:nvPr/>
          </p:nvSpPr>
          <p:spPr>
            <a:xfrm>
              <a:off x="38100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7" name="Google Shape;6387;p48"/>
            <p:cNvSpPr/>
            <p:nvPr/>
          </p:nvSpPr>
          <p:spPr>
            <a:xfrm>
              <a:off x="76201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8" name="Google Shape;6388;p48"/>
            <p:cNvSpPr/>
            <p:nvPr/>
          </p:nvSpPr>
          <p:spPr>
            <a:xfrm>
              <a:off x="114301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9" name="Google Shape;6389;p48"/>
            <p:cNvSpPr/>
            <p:nvPr/>
          </p:nvSpPr>
          <p:spPr>
            <a:xfrm>
              <a:off x="152402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0" name="Google Shape;6390;p48"/>
            <p:cNvSpPr/>
            <p:nvPr/>
          </p:nvSpPr>
          <p:spPr>
            <a:xfrm>
              <a:off x="190502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1" name="Google Shape;6391;p48"/>
            <p:cNvSpPr/>
            <p:nvPr/>
          </p:nvSpPr>
          <p:spPr>
            <a:xfrm>
              <a:off x="228603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2" name="Google Shape;6392;p48"/>
            <p:cNvSpPr/>
            <p:nvPr/>
          </p:nvSpPr>
          <p:spPr>
            <a:xfrm>
              <a:off x="266703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3" name="Google Shape;6393;p48"/>
            <p:cNvSpPr/>
            <p:nvPr/>
          </p:nvSpPr>
          <p:spPr>
            <a:xfrm>
              <a:off x="304804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4" name="Google Shape;6394;p48"/>
            <p:cNvSpPr/>
            <p:nvPr/>
          </p:nvSpPr>
          <p:spPr>
            <a:xfrm>
              <a:off x="342904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5" name="Google Shape;6395;p48"/>
            <p:cNvSpPr/>
            <p:nvPr/>
          </p:nvSpPr>
          <p:spPr>
            <a:xfrm>
              <a:off x="381005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6" name="Google Shape;6396;p48"/>
            <p:cNvSpPr/>
            <p:nvPr/>
          </p:nvSpPr>
          <p:spPr>
            <a:xfrm>
              <a:off x="419105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7" name="Google Shape;6397;p48"/>
            <p:cNvSpPr/>
            <p:nvPr/>
          </p:nvSpPr>
          <p:spPr>
            <a:xfrm>
              <a:off x="457206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8" name="Google Shape;6398;p48"/>
            <p:cNvSpPr/>
            <p:nvPr/>
          </p:nvSpPr>
          <p:spPr>
            <a:xfrm>
              <a:off x="495306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9" name="Google Shape;6399;p48"/>
            <p:cNvSpPr/>
            <p:nvPr/>
          </p:nvSpPr>
          <p:spPr>
            <a:xfrm>
              <a:off x="533407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0" name="Google Shape;6400;p48"/>
            <p:cNvSpPr/>
            <p:nvPr/>
          </p:nvSpPr>
          <p:spPr>
            <a:xfrm>
              <a:off x="571507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1" name="Google Shape;6401;p48"/>
            <p:cNvSpPr/>
            <p:nvPr/>
          </p:nvSpPr>
          <p:spPr>
            <a:xfrm>
              <a:off x="609608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2" name="Google Shape;6402;p48"/>
            <p:cNvSpPr/>
            <p:nvPr/>
          </p:nvSpPr>
          <p:spPr>
            <a:xfrm>
              <a:off x="647708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3" name="Google Shape;6403;p48"/>
            <p:cNvSpPr/>
            <p:nvPr/>
          </p:nvSpPr>
          <p:spPr>
            <a:xfrm>
              <a:off x="685809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4" name="Google Shape;6404;p48"/>
            <p:cNvSpPr/>
            <p:nvPr/>
          </p:nvSpPr>
          <p:spPr>
            <a:xfrm>
              <a:off x="723909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5" name="Google Shape;6405;p48"/>
            <p:cNvSpPr/>
            <p:nvPr/>
          </p:nvSpPr>
          <p:spPr>
            <a:xfrm>
              <a:off x="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6" name="Google Shape;6406;p48"/>
            <p:cNvSpPr/>
            <p:nvPr/>
          </p:nvSpPr>
          <p:spPr>
            <a:xfrm>
              <a:off x="38100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7" name="Google Shape;6407;p48"/>
            <p:cNvSpPr/>
            <p:nvPr/>
          </p:nvSpPr>
          <p:spPr>
            <a:xfrm>
              <a:off x="76201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8" name="Google Shape;6408;p48"/>
            <p:cNvSpPr/>
            <p:nvPr/>
          </p:nvSpPr>
          <p:spPr>
            <a:xfrm>
              <a:off x="114301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9" name="Google Shape;6409;p48"/>
            <p:cNvSpPr/>
            <p:nvPr/>
          </p:nvSpPr>
          <p:spPr>
            <a:xfrm>
              <a:off x="152402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0" name="Google Shape;6410;p48"/>
            <p:cNvSpPr/>
            <p:nvPr/>
          </p:nvSpPr>
          <p:spPr>
            <a:xfrm>
              <a:off x="190502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1" name="Google Shape;6411;p48"/>
            <p:cNvSpPr/>
            <p:nvPr/>
          </p:nvSpPr>
          <p:spPr>
            <a:xfrm>
              <a:off x="228603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2" name="Google Shape;6412;p48"/>
            <p:cNvSpPr/>
            <p:nvPr/>
          </p:nvSpPr>
          <p:spPr>
            <a:xfrm>
              <a:off x="266703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3" name="Google Shape;6413;p48"/>
            <p:cNvSpPr/>
            <p:nvPr/>
          </p:nvSpPr>
          <p:spPr>
            <a:xfrm>
              <a:off x="304804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4" name="Google Shape;6414;p48"/>
            <p:cNvSpPr/>
            <p:nvPr/>
          </p:nvSpPr>
          <p:spPr>
            <a:xfrm>
              <a:off x="342904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5" name="Google Shape;6415;p48"/>
            <p:cNvSpPr/>
            <p:nvPr/>
          </p:nvSpPr>
          <p:spPr>
            <a:xfrm>
              <a:off x="381005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6" name="Google Shape;6416;p48"/>
            <p:cNvSpPr/>
            <p:nvPr/>
          </p:nvSpPr>
          <p:spPr>
            <a:xfrm>
              <a:off x="419105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7" name="Google Shape;6417;p48"/>
            <p:cNvSpPr/>
            <p:nvPr/>
          </p:nvSpPr>
          <p:spPr>
            <a:xfrm>
              <a:off x="457206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8" name="Google Shape;6418;p48"/>
            <p:cNvSpPr/>
            <p:nvPr/>
          </p:nvSpPr>
          <p:spPr>
            <a:xfrm>
              <a:off x="495306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9" name="Google Shape;6419;p48"/>
            <p:cNvSpPr/>
            <p:nvPr/>
          </p:nvSpPr>
          <p:spPr>
            <a:xfrm>
              <a:off x="533407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0" name="Google Shape;6420;p48"/>
            <p:cNvSpPr/>
            <p:nvPr/>
          </p:nvSpPr>
          <p:spPr>
            <a:xfrm>
              <a:off x="571507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1" name="Google Shape;6421;p48"/>
            <p:cNvSpPr/>
            <p:nvPr/>
          </p:nvSpPr>
          <p:spPr>
            <a:xfrm>
              <a:off x="609608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2" name="Google Shape;6422;p48"/>
            <p:cNvSpPr/>
            <p:nvPr/>
          </p:nvSpPr>
          <p:spPr>
            <a:xfrm>
              <a:off x="647708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3" name="Google Shape;6423;p48"/>
            <p:cNvSpPr/>
            <p:nvPr/>
          </p:nvSpPr>
          <p:spPr>
            <a:xfrm>
              <a:off x="685809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4" name="Google Shape;6424;p48"/>
            <p:cNvSpPr/>
            <p:nvPr/>
          </p:nvSpPr>
          <p:spPr>
            <a:xfrm>
              <a:off x="723909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5" name="Google Shape;6425;p48"/>
            <p:cNvSpPr/>
            <p:nvPr/>
          </p:nvSpPr>
          <p:spPr>
            <a:xfrm>
              <a:off x="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6" name="Google Shape;6426;p48"/>
            <p:cNvSpPr/>
            <p:nvPr/>
          </p:nvSpPr>
          <p:spPr>
            <a:xfrm>
              <a:off x="38100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7" name="Google Shape;6427;p48"/>
            <p:cNvSpPr/>
            <p:nvPr/>
          </p:nvSpPr>
          <p:spPr>
            <a:xfrm>
              <a:off x="76201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8" name="Google Shape;6428;p48"/>
            <p:cNvSpPr/>
            <p:nvPr/>
          </p:nvSpPr>
          <p:spPr>
            <a:xfrm>
              <a:off x="114301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9" name="Google Shape;6429;p48"/>
            <p:cNvSpPr/>
            <p:nvPr/>
          </p:nvSpPr>
          <p:spPr>
            <a:xfrm>
              <a:off x="152402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0" name="Google Shape;6430;p48"/>
            <p:cNvSpPr/>
            <p:nvPr/>
          </p:nvSpPr>
          <p:spPr>
            <a:xfrm>
              <a:off x="190502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1" name="Google Shape;6431;p48"/>
            <p:cNvSpPr/>
            <p:nvPr/>
          </p:nvSpPr>
          <p:spPr>
            <a:xfrm>
              <a:off x="228603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2" name="Google Shape;6432;p48"/>
            <p:cNvSpPr/>
            <p:nvPr/>
          </p:nvSpPr>
          <p:spPr>
            <a:xfrm>
              <a:off x="266703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3" name="Google Shape;6433;p48"/>
            <p:cNvSpPr/>
            <p:nvPr/>
          </p:nvSpPr>
          <p:spPr>
            <a:xfrm>
              <a:off x="304804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4" name="Google Shape;6434;p48"/>
            <p:cNvSpPr/>
            <p:nvPr/>
          </p:nvSpPr>
          <p:spPr>
            <a:xfrm>
              <a:off x="342904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5" name="Google Shape;6435;p48"/>
            <p:cNvSpPr/>
            <p:nvPr/>
          </p:nvSpPr>
          <p:spPr>
            <a:xfrm>
              <a:off x="381005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6" name="Google Shape;6436;p48"/>
            <p:cNvSpPr/>
            <p:nvPr/>
          </p:nvSpPr>
          <p:spPr>
            <a:xfrm>
              <a:off x="419105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7" name="Google Shape;6437;p48"/>
            <p:cNvSpPr/>
            <p:nvPr/>
          </p:nvSpPr>
          <p:spPr>
            <a:xfrm>
              <a:off x="457206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8" name="Google Shape;6438;p48"/>
            <p:cNvSpPr/>
            <p:nvPr/>
          </p:nvSpPr>
          <p:spPr>
            <a:xfrm>
              <a:off x="495306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9" name="Google Shape;6439;p48"/>
            <p:cNvSpPr/>
            <p:nvPr/>
          </p:nvSpPr>
          <p:spPr>
            <a:xfrm>
              <a:off x="533407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0" name="Google Shape;6440;p48"/>
            <p:cNvSpPr/>
            <p:nvPr/>
          </p:nvSpPr>
          <p:spPr>
            <a:xfrm>
              <a:off x="571507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1" name="Google Shape;6441;p48"/>
            <p:cNvSpPr/>
            <p:nvPr/>
          </p:nvSpPr>
          <p:spPr>
            <a:xfrm>
              <a:off x="609608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2" name="Google Shape;6442;p48"/>
            <p:cNvSpPr/>
            <p:nvPr/>
          </p:nvSpPr>
          <p:spPr>
            <a:xfrm>
              <a:off x="647708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3" name="Google Shape;6443;p48"/>
            <p:cNvSpPr/>
            <p:nvPr/>
          </p:nvSpPr>
          <p:spPr>
            <a:xfrm>
              <a:off x="685809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4" name="Google Shape;6444;p48"/>
            <p:cNvSpPr/>
            <p:nvPr/>
          </p:nvSpPr>
          <p:spPr>
            <a:xfrm>
              <a:off x="723909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5" name="Google Shape;6445;p48"/>
            <p:cNvSpPr/>
            <p:nvPr/>
          </p:nvSpPr>
          <p:spPr>
            <a:xfrm>
              <a:off x="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6" name="Google Shape;6446;p48"/>
            <p:cNvSpPr/>
            <p:nvPr/>
          </p:nvSpPr>
          <p:spPr>
            <a:xfrm>
              <a:off x="38100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7" name="Google Shape;6447;p48"/>
            <p:cNvSpPr/>
            <p:nvPr/>
          </p:nvSpPr>
          <p:spPr>
            <a:xfrm>
              <a:off x="76201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8" name="Google Shape;6448;p48"/>
            <p:cNvSpPr/>
            <p:nvPr/>
          </p:nvSpPr>
          <p:spPr>
            <a:xfrm>
              <a:off x="114301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9" name="Google Shape;6449;p48"/>
            <p:cNvSpPr/>
            <p:nvPr/>
          </p:nvSpPr>
          <p:spPr>
            <a:xfrm>
              <a:off x="152402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50" name="Google Shape;6450;p48"/>
            <p:cNvSpPr/>
            <p:nvPr/>
          </p:nvSpPr>
          <p:spPr>
            <a:xfrm>
              <a:off x="190502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51" name="Google Shape;6451;p48"/>
            <p:cNvSpPr/>
            <p:nvPr/>
          </p:nvSpPr>
          <p:spPr>
            <a:xfrm>
              <a:off x="228603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52" name="Google Shape;6452;p48"/>
            <p:cNvSpPr/>
            <p:nvPr/>
          </p:nvSpPr>
          <p:spPr>
            <a:xfrm>
              <a:off x="266703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53" name="Google Shape;6453;p48"/>
            <p:cNvSpPr/>
            <p:nvPr/>
          </p:nvSpPr>
          <p:spPr>
            <a:xfrm>
              <a:off x="304804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54" name="Google Shape;6454;p48"/>
            <p:cNvSpPr/>
            <p:nvPr/>
          </p:nvSpPr>
          <p:spPr>
            <a:xfrm>
              <a:off x="342904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55" name="Google Shape;6455;p48"/>
            <p:cNvSpPr/>
            <p:nvPr/>
          </p:nvSpPr>
          <p:spPr>
            <a:xfrm>
              <a:off x="381005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56" name="Google Shape;6456;p48"/>
            <p:cNvSpPr/>
            <p:nvPr/>
          </p:nvSpPr>
          <p:spPr>
            <a:xfrm>
              <a:off x="419105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57" name="Google Shape;6457;p48"/>
            <p:cNvSpPr/>
            <p:nvPr/>
          </p:nvSpPr>
          <p:spPr>
            <a:xfrm>
              <a:off x="457206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58" name="Google Shape;6458;p48"/>
            <p:cNvSpPr/>
            <p:nvPr/>
          </p:nvSpPr>
          <p:spPr>
            <a:xfrm>
              <a:off x="495306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59" name="Google Shape;6459;p48"/>
            <p:cNvSpPr/>
            <p:nvPr/>
          </p:nvSpPr>
          <p:spPr>
            <a:xfrm>
              <a:off x="533407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60" name="Google Shape;6460;p48"/>
            <p:cNvSpPr/>
            <p:nvPr/>
          </p:nvSpPr>
          <p:spPr>
            <a:xfrm>
              <a:off x="571507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61" name="Google Shape;6461;p48"/>
            <p:cNvSpPr/>
            <p:nvPr/>
          </p:nvSpPr>
          <p:spPr>
            <a:xfrm>
              <a:off x="609608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62" name="Google Shape;6462;p48"/>
            <p:cNvSpPr/>
            <p:nvPr/>
          </p:nvSpPr>
          <p:spPr>
            <a:xfrm>
              <a:off x="647708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63" name="Google Shape;6463;p48"/>
            <p:cNvSpPr/>
            <p:nvPr/>
          </p:nvSpPr>
          <p:spPr>
            <a:xfrm>
              <a:off x="685809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64" name="Google Shape;6464;p48"/>
            <p:cNvSpPr/>
            <p:nvPr/>
          </p:nvSpPr>
          <p:spPr>
            <a:xfrm>
              <a:off x="723909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65" name="Google Shape;6465;p48"/>
            <p:cNvSpPr/>
            <p:nvPr/>
          </p:nvSpPr>
          <p:spPr>
            <a:xfrm>
              <a:off x="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66" name="Google Shape;6466;p48"/>
            <p:cNvSpPr/>
            <p:nvPr/>
          </p:nvSpPr>
          <p:spPr>
            <a:xfrm>
              <a:off x="38100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67" name="Google Shape;6467;p48"/>
            <p:cNvSpPr/>
            <p:nvPr/>
          </p:nvSpPr>
          <p:spPr>
            <a:xfrm>
              <a:off x="76201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68" name="Google Shape;6468;p48"/>
            <p:cNvSpPr/>
            <p:nvPr/>
          </p:nvSpPr>
          <p:spPr>
            <a:xfrm>
              <a:off x="114301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69" name="Google Shape;6469;p48"/>
            <p:cNvSpPr/>
            <p:nvPr/>
          </p:nvSpPr>
          <p:spPr>
            <a:xfrm>
              <a:off x="152402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0" name="Google Shape;6470;p48"/>
            <p:cNvSpPr/>
            <p:nvPr/>
          </p:nvSpPr>
          <p:spPr>
            <a:xfrm>
              <a:off x="190502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1" name="Google Shape;6471;p48"/>
            <p:cNvSpPr/>
            <p:nvPr/>
          </p:nvSpPr>
          <p:spPr>
            <a:xfrm>
              <a:off x="228603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2" name="Google Shape;6472;p48"/>
            <p:cNvSpPr/>
            <p:nvPr/>
          </p:nvSpPr>
          <p:spPr>
            <a:xfrm>
              <a:off x="266703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3" name="Google Shape;6473;p48"/>
            <p:cNvSpPr/>
            <p:nvPr/>
          </p:nvSpPr>
          <p:spPr>
            <a:xfrm>
              <a:off x="304804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4" name="Google Shape;6474;p48"/>
            <p:cNvSpPr/>
            <p:nvPr/>
          </p:nvSpPr>
          <p:spPr>
            <a:xfrm>
              <a:off x="342904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5" name="Google Shape;6475;p48"/>
            <p:cNvSpPr/>
            <p:nvPr/>
          </p:nvSpPr>
          <p:spPr>
            <a:xfrm>
              <a:off x="381005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6" name="Google Shape;6476;p48"/>
            <p:cNvSpPr/>
            <p:nvPr/>
          </p:nvSpPr>
          <p:spPr>
            <a:xfrm>
              <a:off x="419105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7" name="Google Shape;6477;p48"/>
            <p:cNvSpPr/>
            <p:nvPr/>
          </p:nvSpPr>
          <p:spPr>
            <a:xfrm>
              <a:off x="457206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8" name="Google Shape;6478;p48"/>
            <p:cNvSpPr/>
            <p:nvPr/>
          </p:nvSpPr>
          <p:spPr>
            <a:xfrm>
              <a:off x="495306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9" name="Google Shape;6479;p48"/>
            <p:cNvSpPr/>
            <p:nvPr/>
          </p:nvSpPr>
          <p:spPr>
            <a:xfrm>
              <a:off x="533407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0" name="Google Shape;6480;p48"/>
            <p:cNvSpPr/>
            <p:nvPr/>
          </p:nvSpPr>
          <p:spPr>
            <a:xfrm>
              <a:off x="571507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1" name="Google Shape;6481;p48"/>
            <p:cNvSpPr/>
            <p:nvPr/>
          </p:nvSpPr>
          <p:spPr>
            <a:xfrm>
              <a:off x="609608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2" name="Google Shape;6482;p48"/>
            <p:cNvSpPr/>
            <p:nvPr/>
          </p:nvSpPr>
          <p:spPr>
            <a:xfrm>
              <a:off x="647708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3" name="Google Shape;6483;p48"/>
            <p:cNvSpPr/>
            <p:nvPr/>
          </p:nvSpPr>
          <p:spPr>
            <a:xfrm>
              <a:off x="685809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4" name="Google Shape;6484;p48"/>
            <p:cNvSpPr/>
            <p:nvPr/>
          </p:nvSpPr>
          <p:spPr>
            <a:xfrm>
              <a:off x="723909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5" name="Google Shape;6485;p48"/>
            <p:cNvSpPr/>
            <p:nvPr/>
          </p:nvSpPr>
          <p:spPr>
            <a:xfrm>
              <a:off x="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6" name="Google Shape;6486;p48"/>
            <p:cNvSpPr/>
            <p:nvPr/>
          </p:nvSpPr>
          <p:spPr>
            <a:xfrm>
              <a:off x="38100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7" name="Google Shape;6487;p48"/>
            <p:cNvSpPr/>
            <p:nvPr/>
          </p:nvSpPr>
          <p:spPr>
            <a:xfrm>
              <a:off x="76201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8" name="Google Shape;6488;p48"/>
            <p:cNvSpPr/>
            <p:nvPr/>
          </p:nvSpPr>
          <p:spPr>
            <a:xfrm>
              <a:off x="114301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9" name="Google Shape;6489;p48"/>
            <p:cNvSpPr/>
            <p:nvPr/>
          </p:nvSpPr>
          <p:spPr>
            <a:xfrm>
              <a:off x="152402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90" name="Google Shape;6490;p48"/>
            <p:cNvSpPr/>
            <p:nvPr/>
          </p:nvSpPr>
          <p:spPr>
            <a:xfrm>
              <a:off x="190502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91" name="Google Shape;6491;p48"/>
            <p:cNvSpPr/>
            <p:nvPr/>
          </p:nvSpPr>
          <p:spPr>
            <a:xfrm>
              <a:off x="228603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92" name="Google Shape;6492;p48"/>
            <p:cNvSpPr/>
            <p:nvPr/>
          </p:nvSpPr>
          <p:spPr>
            <a:xfrm>
              <a:off x="266703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93" name="Google Shape;6493;p48"/>
            <p:cNvSpPr/>
            <p:nvPr/>
          </p:nvSpPr>
          <p:spPr>
            <a:xfrm>
              <a:off x="304804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94" name="Google Shape;6494;p48"/>
            <p:cNvSpPr/>
            <p:nvPr/>
          </p:nvSpPr>
          <p:spPr>
            <a:xfrm>
              <a:off x="342904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95" name="Google Shape;6495;p48"/>
            <p:cNvSpPr/>
            <p:nvPr/>
          </p:nvSpPr>
          <p:spPr>
            <a:xfrm>
              <a:off x="381005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96" name="Google Shape;6496;p48"/>
            <p:cNvSpPr/>
            <p:nvPr/>
          </p:nvSpPr>
          <p:spPr>
            <a:xfrm>
              <a:off x="419105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97" name="Google Shape;6497;p48"/>
            <p:cNvSpPr/>
            <p:nvPr/>
          </p:nvSpPr>
          <p:spPr>
            <a:xfrm>
              <a:off x="457206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98" name="Google Shape;6498;p48"/>
            <p:cNvSpPr/>
            <p:nvPr/>
          </p:nvSpPr>
          <p:spPr>
            <a:xfrm>
              <a:off x="495306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99" name="Google Shape;6499;p48"/>
            <p:cNvSpPr/>
            <p:nvPr/>
          </p:nvSpPr>
          <p:spPr>
            <a:xfrm>
              <a:off x="533407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00" name="Google Shape;6500;p48"/>
            <p:cNvSpPr/>
            <p:nvPr/>
          </p:nvSpPr>
          <p:spPr>
            <a:xfrm>
              <a:off x="571507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01" name="Google Shape;6501;p48"/>
            <p:cNvSpPr/>
            <p:nvPr/>
          </p:nvSpPr>
          <p:spPr>
            <a:xfrm>
              <a:off x="609608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02" name="Google Shape;6502;p48"/>
            <p:cNvSpPr/>
            <p:nvPr/>
          </p:nvSpPr>
          <p:spPr>
            <a:xfrm>
              <a:off x="647708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03" name="Google Shape;6503;p48"/>
            <p:cNvSpPr/>
            <p:nvPr/>
          </p:nvSpPr>
          <p:spPr>
            <a:xfrm>
              <a:off x="685809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04" name="Google Shape;6504;p48"/>
            <p:cNvSpPr/>
            <p:nvPr/>
          </p:nvSpPr>
          <p:spPr>
            <a:xfrm>
              <a:off x="723909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05" name="Google Shape;6505;p48"/>
            <p:cNvSpPr/>
            <p:nvPr/>
          </p:nvSpPr>
          <p:spPr>
            <a:xfrm>
              <a:off x="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06" name="Google Shape;6506;p48"/>
            <p:cNvSpPr/>
            <p:nvPr/>
          </p:nvSpPr>
          <p:spPr>
            <a:xfrm>
              <a:off x="38100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07" name="Google Shape;6507;p48"/>
            <p:cNvSpPr/>
            <p:nvPr/>
          </p:nvSpPr>
          <p:spPr>
            <a:xfrm>
              <a:off x="76201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08" name="Google Shape;6508;p48"/>
            <p:cNvSpPr/>
            <p:nvPr/>
          </p:nvSpPr>
          <p:spPr>
            <a:xfrm>
              <a:off x="114301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09" name="Google Shape;6509;p48"/>
            <p:cNvSpPr/>
            <p:nvPr/>
          </p:nvSpPr>
          <p:spPr>
            <a:xfrm>
              <a:off x="152402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10" name="Google Shape;6510;p48"/>
            <p:cNvSpPr/>
            <p:nvPr/>
          </p:nvSpPr>
          <p:spPr>
            <a:xfrm>
              <a:off x="190502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11" name="Google Shape;6511;p48"/>
            <p:cNvSpPr/>
            <p:nvPr/>
          </p:nvSpPr>
          <p:spPr>
            <a:xfrm>
              <a:off x="228603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12" name="Google Shape;6512;p48"/>
            <p:cNvSpPr/>
            <p:nvPr/>
          </p:nvSpPr>
          <p:spPr>
            <a:xfrm>
              <a:off x="266703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13" name="Google Shape;6513;p48"/>
            <p:cNvSpPr/>
            <p:nvPr/>
          </p:nvSpPr>
          <p:spPr>
            <a:xfrm>
              <a:off x="304804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14" name="Google Shape;6514;p48"/>
            <p:cNvSpPr/>
            <p:nvPr/>
          </p:nvSpPr>
          <p:spPr>
            <a:xfrm>
              <a:off x="342904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15" name="Google Shape;6515;p48"/>
            <p:cNvSpPr/>
            <p:nvPr/>
          </p:nvSpPr>
          <p:spPr>
            <a:xfrm>
              <a:off x="381005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16" name="Google Shape;6516;p48"/>
            <p:cNvSpPr/>
            <p:nvPr/>
          </p:nvSpPr>
          <p:spPr>
            <a:xfrm>
              <a:off x="419105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17" name="Google Shape;6517;p48"/>
            <p:cNvSpPr/>
            <p:nvPr/>
          </p:nvSpPr>
          <p:spPr>
            <a:xfrm>
              <a:off x="457206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18" name="Google Shape;6518;p48"/>
            <p:cNvSpPr/>
            <p:nvPr/>
          </p:nvSpPr>
          <p:spPr>
            <a:xfrm>
              <a:off x="495306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19" name="Google Shape;6519;p48"/>
            <p:cNvSpPr/>
            <p:nvPr/>
          </p:nvSpPr>
          <p:spPr>
            <a:xfrm>
              <a:off x="533407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20" name="Google Shape;6520;p48"/>
            <p:cNvSpPr/>
            <p:nvPr/>
          </p:nvSpPr>
          <p:spPr>
            <a:xfrm>
              <a:off x="571507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21" name="Google Shape;6521;p48"/>
            <p:cNvSpPr/>
            <p:nvPr/>
          </p:nvSpPr>
          <p:spPr>
            <a:xfrm>
              <a:off x="609608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22" name="Google Shape;6522;p48"/>
            <p:cNvSpPr/>
            <p:nvPr/>
          </p:nvSpPr>
          <p:spPr>
            <a:xfrm>
              <a:off x="647708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23" name="Google Shape;6523;p48"/>
            <p:cNvSpPr/>
            <p:nvPr/>
          </p:nvSpPr>
          <p:spPr>
            <a:xfrm>
              <a:off x="685809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24" name="Google Shape;6524;p48"/>
            <p:cNvSpPr/>
            <p:nvPr/>
          </p:nvSpPr>
          <p:spPr>
            <a:xfrm>
              <a:off x="723909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25" name="Google Shape;6525;p48"/>
            <p:cNvSpPr/>
            <p:nvPr/>
          </p:nvSpPr>
          <p:spPr>
            <a:xfrm>
              <a:off x="7620110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26" name="Google Shape;6526;p48"/>
            <p:cNvSpPr/>
            <p:nvPr/>
          </p:nvSpPr>
          <p:spPr>
            <a:xfrm>
              <a:off x="8001115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27" name="Google Shape;6527;p48"/>
            <p:cNvSpPr/>
            <p:nvPr/>
          </p:nvSpPr>
          <p:spPr>
            <a:xfrm>
              <a:off x="8382120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28" name="Google Shape;6528;p48"/>
            <p:cNvSpPr/>
            <p:nvPr/>
          </p:nvSpPr>
          <p:spPr>
            <a:xfrm>
              <a:off x="8763125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29" name="Google Shape;6529;p48"/>
            <p:cNvSpPr/>
            <p:nvPr/>
          </p:nvSpPr>
          <p:spPr>
            <a:xfrm>
              <a:off x="7620110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30" name="Google Shape;6530;p48"/>
            <p:cNvSpPr/>
            <p:nvPr/>
          </p:nvSpPr>
          <p:spPr>
            <a:xfrm>
              <a:off x="8001115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31" name="Google Shape;6531;p48"/>
            <p:cNvSpPr/>
            <p:nvPr/>
          </p:nvSpPr>
          <p:spPr>
            <a:xfrm>
              <a:off x="8382120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32" name="Google Shape;6532;p48"/>
            <p:cNvSpPr/>
            <p:nvPr/>
          </p:nvSpPr>
          <p:spPr>
            <a:xfrm>
              <a:off x="8763125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33" name="Google Shape;6533;p48"/>
            <p:cNvSpPr/>
            <p:nvPr/>
          </p:nvSpPr>
          <p:spPr>
            <a:xfrm>
              <a:off x="7620110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34" name="Google Shape;6534;p48"/>
            <p:cNvSpPr/>
            <p:nvPr/>
          </p:nvSpPr>
          <p:spPr>
            <a:xfrm>
              <a:off x="8001115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35" name="Google Shape;6535;p48"/>
            <p:cNvSpPr/>
            <p:nvPr/>
          </p:nvSpPr>
          <p:spPr>
            <a:xfrm>
              <a:off x="8382120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36" name="Google Shape;6536;p48"/>
            <p:cNvSpPr/>
            <p:nvPr/>
          </p:nvSpPr>
          <p:spPr>
            <a:xfrm>
              <a:off x="8763125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37" name="Google Shape;6537;p48"/>
            <p:cNvSpPr/>
            <p:nvPr/>
          </p:nvSpPr>
          <p:spPr>
            <a:xfrm>
              <a:off x="7620110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38" name="Google Shape;6538;p48"/>
            <p:cNvSpPr/>
            <p:nvPr/>
          </p:nvSpPr>
          <p:spPr>
            <a:xfrm>
              <a:off x="8001115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39" name="Google Shape;6539;p48"/>
            <p:cNvSpPr/>
            <p:nvPr/>
          </p:nvSpPr>
          <p:spPr>
            <a:xfrm>
              <a:off x="8382120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0" name="Google Shape;6540;p48"/>
            <p:cNvSpPr/>
            <p:nvPr/>
          </p:nvSpPr>
          <p:spPr>
            <a:xfrm>
              <a:off x="8763125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1" name="Google Shape;6541;p48"/>
            <p:cNvSpPr/>
            <p:nvPr/>
          </p:nvSpPr>
          <p:spPr>
            <a:xfrm>
              <a:off x="7620110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2" name="Google Shape;6542;p48"/>
            <p:cNvSpPr/>
            <p:nvPr/>
          </p:nvSpPr>
          <p:spPr>
            <a:xfrm>
              <a:off x="8001115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3" name="Google Shape;6543;p48"/>
            <p:cNvSpPr/>
            <p:nvPr/>
          </p:nvSpPr>
          <p:spPr>
            <a:xfrm>
              <a:off x="8382120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4" name="Google Shape;6544;p48"/>
            <p:cNvSpPr/>
            <p:nvPr/>
          </p:nvSpPr>
          <p:spPr>
            <a:xfrm>
              <a:off x="8763125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5" name="Google Shape;6545;p48"/>
            <p:cNvSpPr/>
            <p:nvPr/>
          </p:nvSpPr>
          <p:spPr>
            <a:xfrm>
              <a:off x="7620110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6" name="Google Shape;6546;p48"/>
            <p:cNvSpPr/>
            <p:nvPr/>
          </p:nvSpPr>
          <p:spPr>
            <a:xfrm>
              <a:off x="8001115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7" name="Google Shape;6547;p48"/>
            <p:cNvSpPr/>
            <p:nvPr/>
          </p:nvSpPr>
          <p:spPr>
            <a:xfrm>
              <a:off x="8382120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8" name="Google Shape;6548;p48"/>
            <p:cNvSpPr/>
            <p:nvPr/>
          </p:nvSpPr>
          <p:spPr>
            <a:xfrm>
              <a:off x="8763125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9" name="Google Shape;6549;p48"/>
            <p:cNvSpPr/>
            <p:nvPr/>
          </p:nvSpPr>
          <p:spPr>
            <a:xfrm>
              <a:off x="7620110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50" name="Google Shape;6550;p48"/>
            <p:cNvSpPr/>
            <p:nvPr/>
          </p:nvSpPr>
          <p:spPr>
            <a:xfrm>
              <a:off x="8001115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51" name="Google Shape;6551;p48"/>
            <p:cNvSpPr/>
            <p:nvPr/>
          </p:nvSpPr>
          <p:spPr>
            <a:xfrm>
              <a:off x="8382120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52" name="Google Shape;6552;p48"/>
            <p:cNvSpPr/>
            <p:nvPr/>
          </p:nvSpPr>
          <p:spPr>
            <a:xfrm>
              <a:off x="8763125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53" name="Google Shape;6553;p48"/>
            <p:cNvSpPr/>
            <p:nvPr/>
          </p:nvSpPr>
          <p:spPr>
            <a:xfrm>
              <a:off x="7620110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54" name="Google Shape;6554;p48"/>
            <p:cNvSpPr/>
            <p:nvPr/>
          </p:nvSpPr>
          <p:spPr>
            <a:xfrm>
              <a:off x="8001115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55" name="Google Shape;6555;p48"/>
            <p:cNvSpPr/>
            <p:nvPr/>
          </p:nvSpPr>
          <p:spPr>
            <a:xfrm>
              <a:off x="8382120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56" name="Google Shape;6556;p48"/>
            <p:cNvSpPr/>
            <p:nvPr/>
          </p:nvSpPr>
          <p:spPr>
            <a:xfrm>
              <a:off x="8763125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57" name="Google Shape;6557;p48"/>
            <p:cNvSpPr/>
            <p:nvPr/>
          </p:nvSpPr>
          <p:spPr>
            <a:xfrm>
              <a:off x="7620110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58" name="Google Shape;6558;p48"/>
            <p:cNvSpPr/>
            <p:nvPr/>
          </p:nvSpPr>
          <p:spPr>
            <a:xfrm>
              <a:off x="8001115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59" name="Google Shape;6559;p48"/>
            <p:cNvSpPr/>
            <p:nvPr/>
          </p:nvSpPr>
          <p:spPr>
            <a:xfrm>
              <a:off x="8382120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0" name="Google Shape;6560;p48"/>
            <p:cNvSpPr/>
            <p:nvPr/>
          </p:nvSpPr>
          <p:spPr>
            <a:xfrm>
              <a:off x="8763125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1" name="Google Shape;6561;p48"/>
            <p:cNvSpPr/>
            <p:nvPr/>
          </p:nvSpPr>
          <p:spPr>
            <a:xfrm>
              <a:off x="7620110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2" name="Google Shape;6562;p48"/>
            <p:cNvSpPr/>
            <p:nvPr/>
          </p:nvSpPr>
          <p:spPr>
            <a:xfrm>
              <a:off x="8001115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3" name="Google Shape;6563;p48"/>
            <p:cNvSpPr/>
            <p:nvPr/>
          </p:nvSpPr>
          <p:spPr>
            <a:xfrm>
              <a:off x="8382120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4" name="Google Shape;6564;p48"/>
            <p:cNvSpPr/>
            <p:nvPr/>
          </p:nvSpPr>
          <p:spPr>
            <a:xfrm>
              <a:off x="8763125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5" name="Google Shape;6565;p48"/>
            <p:cNvSpPr/>
            <p:nvPr/>
          </p:nvSpPr>
          <p:spPr>
            <a:xfrm>
              <a:off x="7620110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6" name="Google Shape;6566;p48"/>
            <p:cNvSpPr/>
            <p:nvPr/>
          </p:nvSpPr>
          <p:spPr>
            <a:xfrm>
              <a:off x="8001115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7" name="Google Shape;6567;p48"/>
            <p:cNvSpPr/>
            <p:nvPr/>
          </p:nvSpPr>
          <p:spPr>
            <a:xfrm>
              <a:off x="8382120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8" name="Google Shape;6568;p48"/>
            <p:cNvSpPr/>
            <p:nvPr/>
          </p:nvSpPr>
          <p:spPr>
            <a:xfrm>
              <a:off x="8763125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9" name="Google Shape;6569;p48"/>
            <p:cNvSpPr/>
            <p:nvPr/>
          </p:nvSpPr>
          <p:spPr>
            <a:xfrm>
              <a:off x="7620110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0" name="Google Shape;6570;p48"/>
            <p:cNvSpPr/>
            <p:nvPr/>
          </p:nvSpPr>
          <p:spPr>
            <a:xfrm>
              <a:off x="8001115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1" name="Google Shape;6571;p48"/>
            <p:cNvSpPr/>
            <p:nvPr/>
          </p:nvSpPr>
          <p:spPr>
            <a:xfrm>
              <a:off x="8382120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2" name="Google Shape;6572;p48"/>
            <p:cNvSpPr/>
            <p:nvPr/>
          </p:nvSpPr>
          <p:spPr>
            <a:xfrm>
              <a:off x="8763125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3" name="Google Shape;6573;p48"/>
            <p:cNvSpPr/>
            <p:nvPr/>
          </p:nvSpPr>
          <p:spPr>
            <a:xfrm>
              <a:off x="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4" name="Google Shape;6574;p48"/>
            <p:cNvSpPr/>
            <p:nvPr/>
          </p:nvSpPr>
          <p:spPr>
            <a:xfrm>
              <a:off x="38100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5" name="Google Shape;6575;p48"/>
            <p:cNvSpPr/>
            <p:nvPr/>
          </p:nvSpPr>
          <p:spPr>
            <a:xfrm>
              <a:off x="76201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6" name="Google Shape;6576;p48"/>
            <p:cNvSpPr/>
            <p:nvPr/>
          </p:nvSpPr>
          <p:spPr>
            <a:xfrm>
              <a:off x="114301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7" name="Google Shape;6577;p48"/>
            <p:cNvSpPr/>
            <p:nvPr/>
          </p:nvSpPr>
          <p:spPr>
            <a:xfrm>
              <a:off x="152402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8" name="Google Shape;6578;p48"/>
            <p:cNvSpPr/>
            <p:nvPr/>
          </p:nvSpPr>
          <p:spPr>
            <a:xfrm>
              <a:off x="190502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9" name="Google Shape;6579;p48"/>
            <p:cNvSpPr/>
            <p:nvPr/>
          </p:nvSpPr>
          <p:spPr>
            <a:xfrm>
              <a:off x="228603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0" name="Google Shape;6580;p48"/>
            <p:cNvSpPr/>
            <p:nvPr/>
          </p:nvSpPr>
          <p:spPr>
            <a:xfrm>
              <a:off x="266703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1" name="Google Shape;6581;p48"/>
            <p:cNvSpPr/>
            <p:nvPr/>
          </p:nvSpPr>
          <p:spPr>
            <a:xfrm>
              <a:off x="304804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2" name="Google Shape;6582;p48"/>
            <p:cNvSpPr/>
            <p:nvPr/>
          </p:nvSpPr>
          <p:spPr>
            <a:xfrm>
              <a:off x="342904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3" name="Google Shape;6583;p48"/>
            <p:cNvSpPr/>
            <p:nvPr/>
          </p:nvSpPr>
          <p:spPr>
            <a:xfrm>
              <a:off x="381005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4" name="Google Shape;6584;p48"/>
            <p:cNvSpPr/>
            <p:nvPr/>
          </p:nvSpPr>
          <p:spPr>
            <a:xfrm>
              <a:off x="419105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5" name="Google Shape;6585;p48"/>
            <p:cNvSpPr/>
            <p:nvPr/>
          </p:nvSpPr>
          <p:spPr>
            <a:xfrm>
              <a:off x="457206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6" name="Google Shape;6586;p48"/>
            <p:cNvSpPr/>
            <p:nvPr/>
          </p:nvSpPr>
          <p:spPr>
            <a:xfrm>
              <a:off x="495306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7" name="Google Shape;6587;p48"/>
            <p:cNvSpPr/>
            <p:nvPr/>
          </p:nvSpPr>
          <p:spPr>
            <a:xfrm>
              <a:off x="533407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8" name="Google Shape;6588;p48"/>
            <p:cNvSpPr/>
            <p:nvPr/>
          </p:nvSpPr>
          <p:spPr>
            <a:xfrm>
              <a:off x="571507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9" name="Google Shape;6589;p48"/>
            <p:cNvSpPr/>
            <p:nvPr/>
          </p:nvSpPr>
          <p:spPr>
            <a:xfrm>
              <a:off x="609608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0" name="Google Shape;6590;p48"/>
            <p:cNvSpPr/>
            <p:nvPr/>
          </p:nvSpPr>
          <p:spPr>
            <a:xfrm>
              <a:off x="647708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1" name="Google Shape;6591;p48"/>
            <p:cNvSpPr/>
            <p:nvPr/>
          </p:nvSpPr>
          <p:spPr>
            <a:xfrm>
              <a:off x="685809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2" name="Google Shape;6592;p48"/>
            <p:cNvSpPr/>
            <p:nvPr/>
          </p:nvSpPr>
          <p:spPr>
            <a:xfrm>
              <a:off x="723909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3" name="Google Shape;6593;p48"/>
            <p:cNvSpPr/>
            <p:nvPr/>
          </p:nvSpPr>
          <p:spPr>
            <a:xfrm>
              <a:off x="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4" name="Google Shape;6594;p48"/>
            <p:cNvSpPr/>
            <p:nvPr/>
          </p:nvSpPr>
          <p:spPr>
            <a:xfrm>
              <a:off x="38100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5" name="Google Shape;6595;p48"/>
            <p:cNvSpPr/>
            <p:nvPr/>
          </p:nvSpPr>
          <p:spPr>
            <a:xfrm>
              <a:off x="76201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6" name="Google Shape;6596;p48"/>
            <p:cNvSpPr/>
            <p:nvPr/>
          </p:nvSpPr>
          <p:spPr>
            <a:xfrm>
              <a:off x="114301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7" name="Google Shape;6597;p48"/>
            <p:cNvSpPr/>
            <p:nvPr/>
          </p:nvSpPr>
          <p:spPr>
            <a:xfrm>
              <a:off x="152402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8" name="Google Shape;6598;p48"/>
            <p:cNvSpPr/>
            <p:nvPr/>
          </p:nvSpPr>
          <p:spPr>
            <a:xfrm>
              <a:off x="190502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9" name="Google Shape;6599;p48"/>
            <p:cNvSpPr/>
            <p:nvPr/>
          </p:nvSpPr>
          <p:spPr>
            <a:xfrm>
              <a:off x="228603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0" name="Google Shape;6600;p48"/>
            <p:cNvSpPr/>
            <p:nvPr/>
          </p:nvSpPr>
          <p:spPr>
            <a:xfrm>
              <a:off x="266703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1" name="Google Shape;6601;p48"/>
            <p:cNvSpPr/>
            <p:nvPr/>
          </p:nvSpPr>
          <p:spPr>
            <a:xfrm>
              <a:off x="304804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2" name="Google Shape;6602;p48"/>
            <p:cNvSpPr/>
            <p:nvPr/>
          </p:nvSpPr>
          <p:spPr>
            <a:xfrm>
              <a:off x="342904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3" name="Google Shape;6603;p48"/>
            <p:cNvSpPr/>
            <p:nvPr/>
          </p:nvSpPr>
          <p:spPr>
            <a:xfrm>
              <a:off x="381005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4" name="Google Shape;6604;p48"/>
            <p:cNvSpPr/>
            <p:nvPr/>
          </p:nvSpPr>
          <p:spPr>
            <a:xfrm>
              <a:off x="419105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5" name="Google Shape;6605;p48"/>
            <p:cNvSpPr/>
            <p:nvPr/>
          </p:nvSpPr>
          <p:spPr>
            <a:xfrm>
              <a:off x="457206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6" name="Google Shape;6606;p48"/>
            <p:cNvSpPr/>
            <p:nvPr/>
          </p:nvSpPr>
          <p:spPr>
            <a:xfrm>
              <a:off x="495306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7" name="Google Shape;6607;p48"/>
            <p:cNvSpPr/>
            <p:nvPr/>
          </p:nvSpPr>
          <p:spPr>
            <a:xfrm>
              <a:off x="533407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8" name="Google Shape;6608;p48"/>
            <p:cNvSpPr/>
            <p:nvPr/>
          </p:nvSpPr>
          <p:spPr>
            <a:xfrm>
              <a:off x="571507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9" name="Google Shape;6609;p48"/>
            <p:cNvSpPr/>
            <p:nvPr/>
          </p:nvSpPr>
          <p:spPr>
            <a:xfrm>
              <a:off x="609608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0" name="Google Shape;6610;p48"/>
            <p:cNvSpPr/>
            <p:nvPr/>
          </p:nvSpPr>
          <p:spPr>
            <a:xfrm>
              <a:off x="647708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1" name="Google Shape;6611;p48"/>
            <p:cNvSpPr/>
            <p:nvPr/>
          </p:nvSpPr>
          <p:spPr>
            <a:xfrm>
              <a:off x="685809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2" name="Google Shape;6612;p48"/>
            <p:cNvSpPr/>
            <p:nvPr/>
          </p:nvSpPr>
          <p:spPr>
            <a:xfrm>
              <a:off x="723909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3" name="Google Shape;6613;p48"/>
            <p:cNvSpPr/>
            <p:nvPr/>
          </p:nvSpPr>
          <p:spPr>
            <a:xfrm>
              <a:off x="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4" name="Google Shape;6614;p48"/>
            <p:cNvSpPr/>
            <p:nvPr/>
          </p:nvSpPr>
          <p:spPr>
            <a:xfrm>
              <a:off x="38100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5" name="Google Shape;6615;p48"/>
            <p:cNvSpPr/>
            <p:nvPr/>
          </p:nvSpPr>
          <p:spPr>
            <a:xfrm>
              <a:off x="76201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6" name="Google Shape;6616;p48"/>
            <p:cNvSpPr/>
            <p:nvPr/>
          </p:nvSpPr>
          <p:spPr>
            <a:xfrm>
              <a:off x="114301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7" name="Google Shape;6617;p48"/>
            <p:cNvSpPr/>
            <p:nvPr/>
          </p:nvSpPr>
          <p:spPr>
            <a:xfrm>
              <a:off x="152402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8" name="Google Shape;6618;p48"/>
            <p:cNvSpPr/>
            <p:nvPr/>
          </p:nvSpPr>
          <p:spPr>
            <a:xfrm>
              <a:off x="190502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9" name="Google Shape;6619;p48"/>
            <p:cNvSpPr/>
            <p:nvPr/>
          </p:nvSpPr>
          <p:spPr>
            <a:xfrm>
              <a:off x="228603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0" name="Google Shape;6620;p48"/>
            <p:cNvSpPr/>
            <p:nvPr/>
          </p:nvSpPr>
          <p:spPr>
            <a:xfrm>
              <a:off x="266703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1" name="Google Shape;6621;p48"/>
            <p:cNvSpPr/>
            <p:nvPr/>
          </p:nvSpPr>
          <p:spPr>
            <a:xfrm>
              <a:off x="304804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2" name="Google Shape;6622;p48"/>
            <p:cNvSpPr/>
            <p:nvPr/>
          </p:nvSpPr>
          <p:spPr>
            <a:xfrm>
              <a:off x="342904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3" name="Google Shape;6623;p48"/>
            <p:cNvSpPr/>
            <p:nvPr/>
          </p:nvSpPr>
          <p:spPr>
            <a:xfrm>
              <a:off x="381005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4" name="Google Shape;6624;p48"/>
            <p:cNvSpPr/>
            <p:nvPr/>
          </p:nvSpPr>
          <p:spPr>
            <a:xfrm>
              <a:off x="419105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5" name="Google Shape;6625;p48"/>
            <p:cNvSpPr/>
            <p:nvPr/>
          </p:nvSpPr>
          <p:spPr>
            <a:xfrm>
              <a:off x="457206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6" name="Google Shape;6626;p48"/>
            <p:cNvSpPr/>
            <p:nvPr/>
          </p:nvSpPr>
          <p:spPr>
            <a:xfrm>
              <a:off x="495306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7" name="Google Shape;6627;p48"/>
            <p:cNvSpPr/>
            <p:nvPr/>
          </p:nvSpPr>
          <p:spPr>
            <a:xfrm>
              <a:off x="533407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8" name="Google Shape;6628;p48"/>
            <p:cNvSpPr/>
            <p:nvPr/>
          </p:nvSpPr>
          <p:spPr>
            <a:xfrm>
              <a:off x="571507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9" name="Google Shape;6629;p48"/>
            <p:cNvSpPr/>
            <p:nvPr/>
          </p:nvSpPr>
          <p:spPr>
            <a:xfrm>
              <a:off x="609608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0" name="Google Shape;6630;p48"/>
            <p:cNvSpPr/>
            <p:nvPr/>
          </p:nvSpPr>
          <p:spPr>
            <a:xfrm>
              <a:off x="647708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1" name="Google Shape;6631;p48"/>
            <p:cNvSpPr/>
            <p:nvPr/>
          </p:nvSpPr>
          <p:spPr>
            <a:xfrm>
              <a:off x="685809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2" name="Google Shape;6632;p48"/>
            <p:cNvSpPr/>
            <p:nvPr/>
          </p:nvSpPr>
          <p:spPr>
            <a:xfrm>
              <a:off x="723909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3" name="Google Shape;6633;p48"/>
            <p:cNvSpPr/>
            <p:nvPr/>
          </p:nvSpPr>
          <p:spPr>
            <a:xfrm>
              <a:off x="7620110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4" name="Google Shape;6634;p48"/>
            <p:cNvSpPr/>
            <p:nvPr/>
          </p:nvSpPr>
          <p:spPr>
            <a:xfrm>
              <a:off x="8001115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5" name="Google Shape;6635;p48"/>
            <p:cNvSpPr/>
            <p:nvPr/>
          </p:nvSpPr>
          <p:spPr>
            <a:xfrm>
              <a:off x="8382120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6" name="Google Shape;6636;p48"/>
            <p:cNvSpPr/>
            <p:nvPr/>
          </p:nvSpPr>
          <p:spPr>
            <a:xfrm>
              <a:off x="8763125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7" name="Google Shape;6637;p48"/>
            <p:cNvSpPr/>
            <p:nvPr/>
          </p:nvSpPr>
          <p:spPr>
            <a:xfrm>
              <a:off x="7620110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8" name="Google Shape;6638;p48"/>
            <p:cNvSpPr/>
            <p:nvPr/>
          </p:nvSpPr>
          <p:spPr>
            <a:xfrm>
              <a:off x="8001115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9" name="Google Shape;6639;p48"/>
            <p:cNvSpPr/>
            <p:nvPr/>
          </p:nvSpPr>
          <p:spPr>
            <a:xfrm>
              <a:off x="8382120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0" name="Google Shape;6640;p48"/>
            <p:cNvSpPr/>
            <p:nvPr/>
          </p:nvSpPr>
          <p:spPr>
            <a:xfrm>
              <a:off x="8763125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1" name="Google Shape;6641;p48"/>
            <p:cNvSpPr/>
            <p:nvPr/>
          </p:nvSpPr>
          <p:spPr>
            <a:xfrm>
              <a:off x="7620110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2" name="Google Shape;6642;p48"/>
            <p:cNvSpPr/>
            <p:nvPr/>
          </p:nvSpPr>
          <p:spPr>
            <a:xfrm>
              <a:off x="8001115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3" name="Google Shape;6643;p48"/>
            <p:cNvSpPr/>
            <p:nvPr/>
          </p:nvSpPr>
          <p:spPr>
            <a:xfrm>
              <a:off x="8382120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4" name="Google Shape;6644;p48"/>
            <p:cNvSpPr/>
            <p:nvPr/>
          </p:nvSpPr>
          <p:spPr>
            <a:xfrm>
              <a:off x="8763125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45" name="Google Shape;6645;p48"/>
          <p:cNvSpPr/>
          <p:nvPr/>
        </p:nvSpPr>
        <p:spPr>
          <a:xfrm flipH="1">
            <a:off x="0" y="0"/>
            <a:ext cx="9144000" cy="5143500"/>
          </a:xfrm>
          <a:prstGeom prst="rtTriangle">
            <a:avLst/>
          </a:prstGeom>
          <a:solidFill>
            <a:srgbClr val="005051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646" name="Google Shape;6646;p48"/>
          <p:cNvGrpSpPr/>
          <p:nvPr/>
        </p:nvGrpSpPr>
        <p:grpSpPr>
          <a:xfrm>
            <a:off x="553048" y="535000"/>
            <a:ext cx="8105852" cy="4302000"/>
            <a:chOff x="553048" y="535000"/>
            <a:chExt cx="8105852" cy="4302000"/>
          </a:xfrm>
        </p:grpSpPr>
        <p:sp>
          <p:nvSpPr>
            <p:cNvPr id="6647" name="Google Shape;6647;p48"/>
            <p:cNvSpPr/>
            <p:nvPr/>
          </p:nvSpPr>
          <p:spPr>
            <a:xfrm>
              <a:off x="942300" y="763600"/>
              <a:ext cx="7716600" cy="4073400"/>
            </a:xfrm>
            <a:prstGeom prst="roundRect">
              <a:avLst>
                <a:gd fmla="val 2480" name="adj"/>
              </a:avLst>
            </a:prstGeom>
            <a:solidFill>
              <a:srgbClr val="222828">
                <a:alpha val="2039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8" name="Google Shape;6648;p48"/>
            <p:cNvSpPr/>
            <p:nvPr/>
          </p:nvSpPr>
          <p:spPr>
            <a:xfrm>
              <a:off x="712275" y="535000"/>
              <a:ext cx="7716600" cy="4073400"/>
            </a:xfrm>
            <a:prstGeom prst="roundRect">
              <a:avLst>
                <a:gd fmla="val 248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9" name="Google Shape;6649;p48"/>
            <p:cNvSpPr/>
            <p:nvPr/>
          </p:nvSpPr>
          <p:spPr>
            <a:xfrm>
              <a:off x="848698" y="898261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5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5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50" name="Google Shape;6650;p48"/>
            <p:cNvSpPr/>
            <p:nvPr/>
          </p:nvSpPr>
          <p:spPr>
            <a:xfrm>
              <a:off x="553048" y="931482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19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8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7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51" name="Google Shape;6651;p48"/>
            <p:cNvSpPr/>
            <p:nvPr/>
          </p:nvSpPr>
          <p:spPr>
            <a:xfrm>
              <a:off x="848698" y="1332681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8"/>
                    <a:pt x="0" y="7608"/>
                  </a:cubicBezTo>
                  <a:cubicBezTo>
                    <a:pt x="0" y="11808"/>
                    <a:pt x="3404" y="15212"/>
                    <a:pt x="7604" y="15212"/>
                  </a:cubicBezTo>
                  <a:cubicBezTo>
                    <a:pt x="11804" y="15212"/>
                    <a:pt x="15209" y="11808"/>
                    <a:pt x="15209" y="7608"/>
                  </a:cubicBezTo>
                  <a:cubicBezTo>
                    <a:pt x="15209" y="3408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52" name="Google Shape;6652;p48"/>
            <p:cNvSpPr/>
            <p:nvPr/>
          </p:nvSpPr>
          <p:spPr>
            <a:xfrm>
              <a:off x="553048" y="1365902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71"/>
                    <a:pt x="0" y="1497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9"/>
                  </a:lnTo>
                  <a:cubicBezTo>
                    <a:pt x="23340" y="7948"/>
                    <a:pt x="21591" y="9042"/>
                    <a:pt x="19596" y="9042"/>
                  </a:cubicBezTo>
                  <a:lnTo>
                    <a:pt x="1493" y="9042"/>
                  </a:lnTo>
                  <a:cubicBezTo>
                    <a:pt x="671" y="9042"/>
                    <a:pt x="0" y="9709"/>
                    <a:pt x="0" y="10535"/>
                  </a:cubicBezTo>
                  <a:cubicBezTo>
                    <a:pt x="0" y="11361"/>
                    <a:pt x="671" y="12028"/>
                    <a:pt x="1493" y="12028"/>
                  </a:cubicBezTo>
                  <a:lnTo>
                    <a:pt x="19596" y="12028"/>
                  </a:lnTo>
                  <a:cubicBezTo>
                    <a:pt x="23370" y="12028"/>
                    <a:pt x="26327" y="9688"/>
                    <a:pt x="26327" y="6699"/>
                  </a:cubicBezTo>
                  <a:lnTo>
                    <a:pt x="26327" y="5330"/>
                  </a:lnTo>
                  <a:cubicBezTo>
                    <a:pt x="26327" y="2344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53" name="Google Shape;6653;p48"/>
            <p:cNvSpPr/>
            <p:nvPr/>
          </p:nvSpPr>
          <p:spPr>
            <a:xfrm>
              <a:off x="848698" y="1767184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4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4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54" name="Google Shape;6654;p48"/>
            <p:cNvSpPr/>
            <p:nvPr/>
          </p:nvSpPr>
          <p:spPr>
            <a:xfrm>
              <a:off x="553048" y="1800405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68"/>
                    <a:pt x="0" y="1493"/>
                  </a:cubicBezTo>
                  <a:cubicBezTo>
                    <a:pt x="0" y="2319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5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7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55" name="Google Shape;6655;p48"/>
            <p:cNvSpPr/>
            <p:nvPr/>
          </p:nvSpPr>
          <p:spPr>
            <a:xfrm>
              <a:off x="848698" y="2201603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5"/>
                    <a:pt x="0" y="7608"/>
                  </a:cubicBezTo>
                  <a:cubicBezTo>
                    <a:pt x="0" y="11808"/>
                    <a:pt x="3404" y="15212"/>
                    <a:pt x="7604" y="15212"/>
                  </a:cubicBezTo>
                  <a:cubicBezTo>
                    <a:pt x="11804" y="15212"/>
                    <a:pt x="15209" y="11808"/>
                    <a:pt x="15209" y="7608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56" name="Google Shape;6656;p48"/>
            <p:cNvSpPr/>
            <p:nvPr/>
          </p:nvSpPr>
          <p:spPr>
            <a:xfrm>
              <a:off x="553048" y="2234824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68"/>
                    <a:pt x="0" y="1494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9"/>
                  </a:lnTo>
                  <a:cubicBezTo>
                    <a:pt x="23340" y="7945"/>
                    <a:pt x="21591" y="9039"/>
                    <a:pt x="19596" y="9039"/>
                  </a:cubicBezTo>
                  <a:lnTo>
                    <a:pt x="1493" y="9039"/>
                  </a:lnTo>
                  <a:cubicBezTo>
                    <a:pt x="671" y="9039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9"/>
                  </a:cubicBezTo>
                  <a:lnTo>
                    <a:pt x="26327" y="5330"/>
                  </a:lnTo>
                  <a:cubicBezTo>
                    <a:pt x="26327" y="2341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57" name="Google Shape;6657;p48"/>
            <p:cNvSpPr/>
            <p:nvPr/>
          </p:nvSpPr>
          <p:spPr>
            <a:xfrm>
              <a:off x="848698" y="2636106"/>
              <a:ext cx="317374" cy="317374"/>
            </a:xfrm>
            <a:custGeom>
              <a:rect b="b" l="l" r="r" t="t"/>
              <a:pathLst>
                <a:path extrusionOk="0" h="15209" w="15209">
                  <a:moveTo>
                    <a:pt x="7604" y="0"/>
                  </a:moveTo>
                  <a:cubicBezTo>
                    <a:pt x="3404" y="0"/>
                    <a:pt x="0" y="3404"/>
                    <a:pt x="0" y="7604"/>
                  </a:cubicBezTo>
                  <a:cubicBezTo>
                    <a:pt x="0" y="11805"/>
                    <a:pt x="3404" y="15209"/>
                    <a:pt x="7604" y="15209"/>
                  </a:cubicBezTo>
                  <a:cubicBezTo>
                    <a:pt x="11804" y="15209"/>
                    <a:pt x="15209" y="11805"/>
                    <a:pt x="15209" y="7604"/>
                  </a:cubicBezTo>
                  <a:cubicBezTo>
                    <a:pt x="15209" y="3404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58" name="Google Shape;6658;p48"/>
            <p:cNvSpPr/>
            <p:nvPr/>
          </p:nvSpPr>
          <p:spPr>
            <a:xfrm>
              <a:off x="553048" y="2669265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71"/>
                    <a:pt x="0" y="1496"/>
                  </a:cubicBezTo>
                  <a:cubicBezTo>
                    <a:pt x="0" y="2322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8"/>
                  </a:lnTo>
                  <a:cubicBezTo>
                    <a:pt x="23340" y="7947"/>
                    <a:pt x="21591" y="9041"/>
                    <a:pt x="19596" y="9041"/>
                  </a:cubicBezTo>
                  <a:lnTo>
                    <a:pt x="1493" y="9041"/>
                  </a:lnTo>
                  <a:cubicBezTo>
                    <a:pt x="671" y="9041"/>
                    <a:pt x="0" y="9709"/>
                    <a:pt x="0" y="10534"/>
                  </a:cubicBezTo>
                  <a:cubicBezTo>
                    <a:pt x="0" y="11360"/>
                    <a:pt x="671" y="12028"/>
                    <a:pt x="1493" y="12028"/>
                  </a:cubicBezTo>
                  <a:lnTo>
                    <a:pt x="19596" y="12028"/>
                  </a:lnTo>
                  <a:cubicBezTo>
                    <a:pt x="23370" y="12028"/>
                    <a:pt x="26327" y="9688"/>
                    <a:pt x="26327" y="6698"/>
                  </a:cubicBezTo>
                  <a:lnTo>
                    <a:pt x="26327" y="5330"/>
                  </a:lnTo>
                  <a:cubicBezTo>
                    <a:pt x="26327" y="2343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59" name="Google Shape;6659;p48"/>
            <p:cNvSpPr/>
            <p:nvPr/>
          </p:nvSpPr>
          <p:spPr>
            <a:xfrm>
              <a:off x="848698" y="3070526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5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60" name="Google Shape;6660;p48"/>
            <p:cNvSpPr/>
            <p:nvPr/>
          </p:nvSpPr>
          <p:spPr>
            <a:xfrm>
              <a:off x="553048" y="3103747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20"/>
                    <a:pt x="671" y="2987"/>
                    <a:pt x="1493" y="2987"/>
                  </a:cubicBezTo>
                  <a:lnTo>
                    <a:pt x="19596" y="2987"/>
                  </a:lnTo>
                  <a:cubicBezTo>
                    <a:pt x="21591" y="2987"/>
                    <a:pt x="23340" y="4081"/>
                    <a:pt x="23340" y="5330"/>
                  </a:cubicBezTo>
                  <a:lnTo>
                    <a:pt x="23340" y="6696"/>
                  </a:lnTo>
                  <a:cubicBezTo>
                    <a:pt x="23340" y="7945"/>
                    <a:pt x="21591" y="9039"/>
                    <a:pt x="19596" y="9039"/>
                  </a:cubicBezTo>
                  <a:lnTo>
                    <a:pt x="1493" y="9039"/>
                  </a:lnTo>
                  <a:cubicBezTo>
                    <a:pt x="671" y="9039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6"/>
                  </a:cubicBezTo>
                  <a:lnTo>
                    <a:pt x="26327" y="5330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61" name="Google Shape;6661;p48"/>
            <p:cNvSpPr/>
            <p:nvPr/>
          </p:nvSpPr>
          <p:spPr>
            <a:xfrm>
              <a:off x="848698" y="3504966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7"/>
                    <a:pt x="0" y="7607"/>
                  </a:cubicBezTo>
                  <a:cubicBezTo>
                    <a:pt x="0" y="11807"/>
                    <a:pt x="3404" y="15212"/>
                    <a:pt x="7604" y="15212"/>
                  </a:cubicBezTo>
                  <a:cubicBezTo>
                    <a:pt x="11804" y="15212"/>
                    <a:pt x="15209" y="11807"/>
                    <a:pt x="15209" y="7607"/>
                  </a:cubicBezTo>
                  <a:cubicBezTo>
                    <a:pt x="15209" y="3407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62" name="Google Shape;6662;p48"/>
            <p:cNvSpPr/>
            <p:nvPr/>
          </p:nvSpPr>
          <p:spPr>
            <a:xfrm>
              <a:off x="553048" y="3538167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72"/>
                    <a:pt x="0" y="1497"/>
                  </a:cubicBezTo>
                  <a:cubicBezTo>
                    <a:pt x="0" y="2320"/>
                    <a:pt x="671" y="2991"/>
                    <a:pt x="1493" y="2991"/>
                  </a:cubicBezTo>
                  <a:lnTo>
                    <a:pt x="19596" y="2991"/>
                  </a:lnTo>
                  <a:cubicBezTo>
                    <a:pt x="21591" y="2991"/>
                    <a:pt x="23340" y="4085"/>
                    <a:pt x="23340" y="5331"/>
                  </a:cubicBezTo>
                  <a:lnTo>
                    <a:pt x="23340" y="6699"/>
                  </a:lnTo>
                  <a:cubicBezTo>
                    <a:pt x="23340" y="7948"/>
                    <a:pt x="21591" y="9042"/>
                    <a:pt x="19596" y="9042"/>
                  </a:cubicBezTo>
                  <a:lnTo>
                    <a:pt x="1493" y="9042"/>
                  </a:lnTo>
                  <a:cubicBezTo>
                    <a:pt x="671" y="9042"/>
                    <a:pt x="0" y="9710"/>
                    <a:pt x="0" y="10535"/>
                  </a:cubicBezTo>
                  <a:cubicBezTo>
                    <a:pt x="0" y="11361"/>
                    <a:pt x="671" y="12029"/>
                    <a:pt x="1493" y="12029"/>
                  </a:cubicBezTo>
                  <a:lnTo>
                    <a:pt x="19596" y="12029"/>
                  </a:lnTo>
                  <a:cubicBezTo>
                    <a:pt x="23370" y="12029"/>
                    <a:pt x="26327" y="9689"/>
                    <a:pt x="26327" y="6699"/>
                  </a:cubicBezTo>
                  <a:lnTo>
                    <a:pt x="26327" y="5331"/>
                  </a:lnTo>
                  <a:cubicBezTo>
                    <a:pt x="26327" y="2344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63" name="Google Shape;6663;p48"/>
            <p:cNvSpPr/>
            <p:nvPr/>
          </p:nvSpPr>
          <p:spPr>
            <a:xfrm>
              <a:off x="848698" y="3939449"/>
              <a:ext cx="317374" cy="317395"/>
            </a:xfrm>
            <a:custGeom>
              <a:rect b="b" l="l" r="r" t="t"/>
              <a:pathLst>
                <a:path extrusionOk="0" h="15210" w="15209">
                  <a:moveTo>
                    <a:pt x="7604" y="1"/>
                  </a:moveTo>
                  <a:cubicBezTo>
                    <a:pt x="3404" y="1"/>
                    <a:pt x="0" y="3405"/>
                    <a:pt x="0" y="7605"/>
                  </a:cubicBezTo>
                  <a:cubicBezTo>
                    <a:pt x="0" y="11805"/>
                    <a:pt x="3404" y="15209"/>
                    <a:pt x="7604" y="15209"/>
                  </a:cubicBezTo>
                  <a:cubicBezTo>
                    <a:pt x="11804" y="15209"/>
                    <a:pt x="15209" y="11805"/>
                    <a:pt x="15209" y="7605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64" name="Google Shape;6664;p48"/>
            <p:cNvSpPr/>
            <p:nvPr/>
          </p:nvSpPr>
          <p:spPr>
            <a:xfrm>
              <a:off x="553048" y="3972670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5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65" name="Google Shape;6665;p48"/>
          <p:cNvSpPr/>
          <p:nvPr/>
        </p:nvSpPr>
        <p:spPr>
          <a:xfrm>
            <a:off x="8428900" y="1041975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0"/>
                </a:moveTo>
                <a:lnTo>
                  <a:pt x="0" y="25897"/>
                </a:lnTo>
                <a:cubicBezTo>
                  <a:pt x="3176" y="25897"/>
                  <a:pt x="5749" y="23323"/>
                  <a:pt x="5749" y="20147"/>
                </a:cubicBezTo>
                <a:lnTo>
                  <a:pt x="5749" y="5752"/>
                </a:lnTo>
                <a:cubicBezTo>
                  <a:pt x="5749" y="2576"/>
                  <a:pt x="3176" y="0"/>
                  <a:pt x="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6" name="Google Shape;6666;p48"/>
          <p:cNvSpPr/>
          <p:nvPr/>
        </p:nvSpPr>
        <p:spPr>
          <a:xfrm>
            <a:off x="8428900" y="2620900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0"/>
                </a:moveTo>
                <a:lnTo>
                  <a:pt x="0" y="25897"/>
                </a:lnTo>
                <a:cubicBezTo>
                  <a:pt x="3176" y="25897"/>
                  <a:pt x="5749" y="23323"/>
                  <a:pt x="5749" y="20148"/>
                </a:cubicBezTo>
                <a:lnTo>
                  <a:pt x="5749" y="5752"/>
                </a:lnTo>
                <a:cubicBezTo>
                  <a:pt x="5749" y="2577"/>
                  <a:pt x="3176" y="0"/>
                  <a:pt x="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7" name="Google Shape;6667;p48"/>
          <p:cNvSpPr/>
          <p:nvPr/>
        </p:nvSpPr>
        <p:spPr>
          <a:xfrm>
            <a:off x="8428900" y="1811900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0"/>
                </a:moveTo>
                <a:lnTo>
                  <a:pt x="0" y="25897"/>
                </a:lnTo>
                <a:cubicBezTo>
                  <a:pt x="3176" y="25897"/>
                  <a:pt x="5749" y="23320"/>
                  <a:pt x="5749" y="20147"/>
                </a:cubicBezTo>
                <a:lnTo>
                  <a:pt x="5749" y="5749"/>
                </a:lnTo>
                <a:cubicBezTo>
                  <a:pt x="5749" y="2574"/>
                  <a:pt x="3176" y="0"/>
                  <a:pt x="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8" name="Google Shape;6668;p48"/>
          <p:cNvSpPr/>
          <p:nvPr/>
        </p:nvSpPr>
        <p:spPr>
          <a:xfrm>
            <a:off x="8428900" y="3454000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1"/>
                </a:moveTo>
                <a:lnTo>
                  <a:pt x="0" y="25897"/>
                </a:lnTo>
                <a:cubicBezTo>
                  <a:pt x="3176" y="25897"/>
                  <a:pt x="5749" y="23323"/>
                  <a:pt x="5749" y="20148"/>
                </a:cubicBezTo>
                <a:lnTo>
                  <a:pt x="5749" y="5752"/>
                </a:lnTo>
                <a:cubicBezTo>
                  <a:pt x="5749" y="2577"/>
                  <a:pt x="3176" y="1"/>
                  <a:pt x="0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669" name="Google Shape;6669;p48"/>
          <p:cNvGrpSpPr/>
          <p:nvPr/>
        </p:nvGrpSpPr>
        <p:grpSpPr>
          <a:xfrm>
            <a:off x="1542913" y="4027231"/>
            <a:ext cx="1055760" cy="753780"/>
            <a:chOff x="3308425" y="649500"/>
            <a:chExt cx="947975" cy="676825"/>
          </a:xfrm>
        </p:grpSpPr>
        <p:sp>
          <p:nvSpPr>
            <p:cNvPr id="6670" name="Google Shape;6670;p48"/>
            <p:cNvSpPr/>
            <p:nvPr/>
          </p:nvSpPr>
          <p:spPr>
            <a:xfrm>
              <a:off x="3308425" y="649500"/>
              <a:ext cx="947975" cy="676275"/>
            </a:xfrm>
            <a:custGeom>
              <a:rect b="b" l="l" r="r" t="t"/>
              <a:pathLst>
                <a:path extrusionOk="0" h="27051" w="37919">
                  <a:moveTo>
                    <a:pt x="12816" y="19976"/>
                  </a:moveTo>
                  <a:cubicBezTo>
                    <a:pt x="12818" y="19976"/>
                    <a:pt x="12821" y="19976"/>
                    <a:pt x="12824" y="19976"/>
                  </a:cubicBezTo>
                  <a:lnTo>
                    <a:pt x="12824" y="19976"/>
                  </a:lnTo>
                  <a:cubicBezTo>
                    <a:pt x="12815" y="19979"/>
                    <a:pt x="12808" y="19979"/>
                    <a:pt x="12804" y="19979"/>
                  </a:cubicBezTo>
                  <a:cubicBezTo>
                    <a:pt x="12796" y="19979"/>
                    <a:pt x="12800" y="19976"/>
                    <a:pt x="12816" y="19976"/>
                  </a:cubicBezTo>
                  <a:close/>
                  <a:moveTo>
                    <a:pt x="23205" y="24113"/>
                  </a:moveTo>
                  <a:cubicBezTo>
                    <a:pt x="23209" y="24113"/>
                    <a:pt x="23211" y="24115"/>
                    <a:pt x="23210" y="24120"/>
                  </a:cubicBezTo>
                  <a:cubicBezTo>
                    <a:pt x="23210" y="24121"/>
                    <a:pt x="23207" y="24122"/>
                    <a:pt x="23199" y="24122"/>
                  </a:cubicBezTo>
                  <a:cubicBezTo>
                    <a:pt x="23195" y="24122"/>
                    <a:pt x="23190" y="24121"/>
                    <a:pt x="23183" y="24121"/>
                  </a:cubicBezTo>
                  <a:lnTo>
                    <a:pt x="23183" y="24121"/>
                  </a:lnTo>
                  <a:cubicBezTo>
                    <a:pt x="23192" y="24116"/>
                    <a:pt x="23200" y="24113"/>
                    <a:pt x="23205" y="24113"/>
                  </a:cubicBezTo>
                  <a:close/>
                  <a:moveTo>
                    <a:pt x="36242" y="1377"/>
                  </a:moveTo>
                  <a:cubicBezTo>
                    <a:pt x="35424" y="2822"/>
                    <a:pt x="34606" y="4266"/>
                    <a:pt x="33786" y="5709"/>
                  </a:cubicBezTo>
                  <a:cubicBezTo>
                    <a:pt x="31759" y="9274"/>
                    <a:pt x="29728" y="12836"/>
                    <a:pt x="27681" y="16390"/>
                  </a:cubicBezTo>
                  <a:cubicBezTo>
                    <a:pt x="26227" y="18914"/>
                    <a:pt x="24824" y="21495"/>
                    <a:pt x="23229" y="23934"/>
                  </a:cubicBezTo>
                  <a:cubicBezTo>
                    <a:pt x="23191" y="23992"/>
                    <a:pt x="23148" y="24050"/>
                    <a:pt x="23106" y="24108"/>
                  </a:cubicBezTo>
                  <a:lnTo>
                    <a:pt x="23106" y="24108"/>
                  </a:lnTo>
                  <a:cubicBezTo>
                    <a:pt x="23088" y="24104"/>
                    <a:pt x="23067" y="24099"/>
                    <a:pt x="23044" y="24092"/>
                  </a:cubicBezTo>
                  <a:cubicBezTo>
                    <a:pt x="22905" y="24054"/>
                    <a:pt x="22768" y="24012"/>
                    <a:pt x="22633" y="23962"/>
                  </a:cubicBezTo>
                  <a:cubicBezTo>
                    <a:pt x="22302" y="23842"/>
                    <a:pt x="21982" y="23692"/>
                    <a:pt x="21664" y="23540"/>
                  </a:cubicBezTo>
                  <a:cubicBezTo>
                    <a:pt x="19793" y="22645"/>
                    <a:pt x="18001" y="21587"/>
                    <a:pt x="16189" y="20578"/>
                  </a:cubicBezTo>
                  <a:cubicBezTo>
                    <a:pt x="15443" y="20163"/>
                    <a:pt x="14697" y="19740"/>
                    <a:pt x="13928" y="19365"/>
                  </a:cubicBezTo>
                  <a:cubicBezTo>
                    <a:pt x="13607" y="19207"/>
                    <a:pt x="13229" y="18985"/>
                    <a:pt x="12857" y="18985"/>
                  </a:cubicBezTo>
                  <a:cubicBezTo>
                    <a:pt x="12737" y="18985"/>
                    <a:pt x="12617" y="19009"/>
                    <a:pt x="12500" y="19066"/>
                  </a:cubicBezTo>
                  <a:cubicBezTo>
                    <a:pt x="12209" y="19207"/>
                    <a:pt x="11959" y="19472"/>
                    <a:pt x="11729" y="19693"/>
                  </a:cubicBezTo>
                  <a:cubicBezTo>
                    <a:pt x="11318" y="20094"/>
                    <a:pt x="10928" y="20513"/>
                    <a:pt x="10534" y="20928"/>
                  </a:cubicBezTo>
                  <a:cubicBezTo>
                    <a:pt x="9428" y="22101"/>
                    <a:pt x="8325" y="23277"/>
                    <a:pt x="7166" y="24400"/>
                  </a:cubicBezTo>
                  <a:cubicBezTo>
                    <a:pt x="6929" y="24629"/>
                    <a:pt x="6690" y="24856"/>
                    <a:pt x="6448" y="25080"/>
                  </a:cubicBezTo>
                  <a:lnTo>
                    <a:pt x="6448" y="25080"/>
                  </a:lnTo>
                  <a:cubicBezTo>
                    <a:pt x="7055" y="22855"/>
                    <a:pt x="7613" y="20617"/>
                    <a:pt x="8177" y="18381"/>
                  </a:cubicBezTo>
                  <a:cubicBezTo>
                    <a:pt x="8331" y="17766"/>
                    <a:pt x="8727" y="16974"/>
                    <a:pt x="8278" y="16415"/>
                  </a:cubicBezTo>
                  <a:cubicBezTo>
                    <a:pt x="7575" y="15537"/>
                    <a:pt x="6292" y="15010"/>
                    <a:pt x="5320" y="14501"/>
                  </a:cubicBezTo>
                  <a:cubicBezTo>
                    <a:pt x="4122" y="13870"/>
                    <a:pt x="2890" y="13287"/>
                    <a:pt x="1708" y="12620"/>
                  </a:cubicBezTo>
                  <a:lnTo>
                    <a:pt x="1708" y="12620"/>
                  </a:lnTo>
                  <a:cubicBezTo>
                    <a:pt x="6998" y="10932"/>
                    <a:pt x="12278" y="9210"/>
                    <a:pt x="17556" y="7490"/>
                  </a:cubicBezTo>
                  <a:cubicBezTo>
                    <a:pt x="23048" y="5699"/>
                    <a:pt x="28536" y="3904"/>
                    <a:pt x="34026" y="2105"/>
                  </a:cubicBezTo>
                  <a:cubicBezTo>
                    <a:pt x="34765" y="1863"/>
                    <a:pt x="35503" y="1620"/>
                    <a:pt x="36242" y="1377"/>
                  </a:cubicBezTo>
                  <a:close/>
                  <a:moveTo>
                    <a:pt x="37319" y="0"/>
                  </a:moveTo>
                  <a:cubicBezTo>
                    <a:pt x="37273" y="0"/>
                    <a:pt x="37225" y="7"/>
                    <a:pt x="37176" y="23"/>
                  </a:cubicBezTo>
                  <a:cubicBezTo>
                    <a:pt x="33967" y="1077"/>
                    <a:pt x="30757" y="2128"/>
                    <a:pt x="27546" y="3179"/>
                  </a:cubicBezTo>
                  <a:cubicBezTo>
                    <a:pt x="21382" y="5195"/>
                    <a:pt x="15218" y="7209"/>
                    <a:pt x="9047" y="9209"/>
                  </a:cubicBezTo>
                  <a:cubicBezTo>
                    <a:pt x="6184" y="10137"/>
                    <a:pt x="3319" y="11064"/>
                    <a:pt x="452" y="11976"/>
                  </a:cubicBezTo>
                  <a:lnTo>
                    <a:pt x="452" y="11976"/>
                  </a:lnTo>
                  <a:cubicBezTo>
                    <a:pt x="371" y="11985"/>
                    <a:pt x="297" y="12018"/>
                    <a:pt x="233" y="12067"/>
                  </a:cubicBezTo>
                  <a:lnTo>
                    <a:pt x="233" y="12067"/>
                  </a:lnTo>
                  <a:cubicBezTo>
                    <a:pt x="111" y="12148"/>
                    <a:pt x="46" y="12272"/>
                    <a:pt x="28" y="12402"/>
                  </a:cubicBezTo>
                  <a:lnTo>
                    <a:pt x="28" y="12402"/>
                  </a:lnTo>
                  <a:cubicBezTo>
                    <a:pt x="0" y="12540"/>
                    <a:pt x="26" y="12688"/>
                    <a:pt x="128" y="12807"/>
                  </a:cubicBezTo>
                  <a:lnTo>
                    <a:pt x="128" y="12807"/>
                  </a:lnTo>
                  <a:cubicBezTo>
                    <a:pt x="180" y="12878"/>
                    <a:pt x="249" y="12934"/>
                    <a:pt x="332" y="12964"/>
                  </a:cubicBezTo>
                  <a:lnTo>
                    <a:pt x="332" y="12964"/>
                  </a:lnTo>
                  <a:cubicBezTo>
                    <a:pt x="1532" y="13711"/>
                    <a:pt x="2813" y="14326"/>
                    <a:pt x="4069" y="14970"/>
                  </a:cubicBezTo>
                  <a:cubicBezTo>
                    <a:pt x="5152" y="15529"/>
                    <a:pt x="6416" y="16055"/>
                    <a:pt x="7339" y="16873"/>
                  </a:cubicBezTo>
                  <a:cubicBezTo>
                    <a:pt x="7383" y="16913"/>
                    <a:pt x="7435" y="16989"/>
                    <a:pt x="7487" y="17027"/>
                  </a:cubicBezTo>
                  <a:lnTo>
                    <a:pt x="7487" y="17027"/>
                  </a:lnTo>
                  <a:cubicBezTo>
                    <a:pt x="7393" y="17359"/>
                    <a:pt x="7319" y="17699"/>
                    <a:pt x="7235" y="18033"/>
                  </a:cubicBezTo>
                  <a:cubicBezTo>
                    <a:pt x="6913" y="19321"/>
                    <a:pt x="6584" y="20606"/>
                    <a:pt x="6254" y="21891"/>
                  </a:cubicBezTo>
                  <a:cubicBezTo>
                    <a:pt x="5860" y="23410"/>
                    <a:pt x="5464" y="24931"/>
                    <a:pt x="5034" y="26439"/>
                  </a:cubicBezTo>
                  <a:cubicBezTo>
                    <a:pt x="4930" y="26803"/>
                    <a:pt x="5214" y="27050"/>
                    <a:pt x="5517" y="27050"/>
                  </a:cubicBezTo>
                  <a:cubicBezTo>
                    <a:pt x="5639" y="27050"/>
                    <a:pt x="5763" y="27011"/>
                    <a:pt x="5866" y="26924"/>
                  </a:cubicBezTo>
                  <a:cubicBezTo>
                    <a:pt x="8247" y="24910"/>
                    <a:pt x="10227" y="22525"/>
                    <a:pt x="12464" y="20370"/>
                  </a:cubicBezTo>
                  <a:cubicBezTo>
                    <a:pt x="12589" y="20250"/>
                    <a:pt x="12713" y="20123"/>
                    <a:pt x="12852" y="20018"/>
                  </a:cubicBezTo>
                  <a:cubicBezTo>
                    <a:pt x="12863" y="20009"/>
                    <a:pt x="12877" y="19999"/>
                    <a:pt x="12890" y="19990"/>
                  </a:cubicBezTo>
                  <a:lnTo>
                    <a:pt x="12890" y="19990"/>
                  </a:lnTo>
                  <a:cubicBezTo>
                    <a:pt x="12900" y="19993"/>
                    <a:pt x="12910" y="19997"/>
                    <a:pt x="12921" y="20001"/>
                  </a:cubicBezTo>
                  <a:cubicBezTo>
                    <a:pt x="13088" y="20068"/>
                    <a:pt x="13031" y="20039"/>
                    <a:pt x="13176" y="20106"/>
                  </a:cubicBezTo>
                  <a:cubicBezTo>
                    <a:pt x="13893" y="20437"/>
                    <a:pt x="14584" y="20827"/>
                    <a:pt x="15275" y="21210"/>
                  </a:cubicBezTo>
                  <a:cubicBezTo>
                    <a:pt x="17105" y="22224"/>
                    <a:pt x="18913" y="23285"/>
                    <a:pt x="20786" y="24217"/>
                  </a:cubicBezTo>
                  <a:cubicBezTo>
                    <a:pt x="21424" y="24535"/>
                    <a:pt x="22098" y="24897"/>
                    <a:pt x="22800" y="25057"/>
                  </a:cubicBezTo>
                  <a:cubicBezTo>
                    <a:pt x="22930" y="25087"/>
                    <a:pt x="23053" y="25105"/>
                    <a:pt x="23169" y="25105"/>
                  </a:cubicBezTo>
                  <a:cubicBezTo>
                    <a:pt x="23448" y="25105"/>
                    <a:pt x="23685" y="25004"/>
                    <a:pt x="23880" y="24741"/>
                  </a:cubicBezTo>
                  <a:cubicBezTo>
                    <a:pt x="24388" y="24059"/>
                    <a:pt x="24801" y="23292"/>
                    <a:pt x="25237" y="22563"/>
                  </a:cubicBezTo>
                  <a:cubicBezTo>
                    <a:pt x="26092" y="21124"/>
                    <a:pt x="26933" y="19677"/>
                    <a:pt x="27771" y="18227"/>
                  </a:cubicBezTo>
                  <a:cubicBezTo>
                    <a:pt x="29844" y="14642"/>
                    <a:pt x="31898" y="11043"/>
                    <a:pt x="33946" y="7443"/>
                  </a:cubicBezTo>
                  <a:cubicBezTo>
                    <a:pt x="35191" y="5254"/>
                    <a:pt x="36493" y="3084"/>
                    <a:pt x="37679" y="860"/>
                  </a:cubicBezTo>
                  <a:cubicBezTo>
                    <a:pt x="37698" y="826"/>
                    <a:pt x="37717" y="790"/>
                    <a:pt x="37738" y="754"/>
                  </a:cubicBezTo>
                  <a:cubicBezTo>
                    <a:pt x="37919" y="436"/>
                    <a:pt x="37673" y="0"/>
                    <a:pt x="373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71" name="Google Shape;6671;p48"/>
            <p:cNvSpPr/>
            <p:nvPr/>
          </p:nvSpPr>
          <p:spPr>
            <a:xfrm>
              <a:off x="3492300" y="863350"/>
              <a:ext cx="474450" cy="278325"/>
            </a:xfrm>
            <a:custGeom>
              <a:rect b="b" l="l" r="r" t="t"/>
              <a:pathLst>
                <a:path extrusionOk="0" h="11133" w="18978">
                  <a:moveTo>
                    <a:pt x="18335" y="1"/>
                  </a:moveTo>
                  <a:cubicBezTo>
                    <a:pt x="18285" y="1"/>
                    <a:pt x="18233" y="10"/>
                    <a:pt x="18179" y="31"/>
                  </a:cubicBezTo>
                  <a:cubicBezTo>
                    <a:pt x="15036" y="1249"/>
                    <a:pt x="11985" y="2675"/>
                    <a:pt x="8954" y="4143"/>
                  </a:cubicBezTo>
                  <a:cubicBezTo>
                    <a:pt x="6184" y="5485"/>
                    <a:pt x="3415" y="6829"/>
                    <a:pt x="534" y="7916"/>
                  </a:cubicBezTo>
                  <a:cubicBezTo>
                    <a:pt x="1" y="8116"/>
                    <a:pt x="152" y="8911"/>
                    <a:pt x="623" y="8911"/>
                  </a:cubicBezTo>
                  <a:cubicBezTo>
                    <a:pt x="678" y="8911"/>
                    <a:pt x="737" y="8900"/>
                    <a:pt x="799" y="8877"/>
                  </a:cubicBezTo>
                  <a:cubicBezTo>
                    <a:pt x="5885" y="6960"/>
                    <a:pt x="10658" y="4331"/>
                    <a:pt x="15633" y="2155"/>
                  </a:cubicBezTo>
                  <a:lnTo>
                    <a:pt x="15633" y="2155"/>
                  </a:lnTo>
                  <a:cubicBezTo>
                    <a:pt x="12206" y="4952"/>
                    <a:pt x="8533" y="7433"/>
                    <a:pt x="5160" y="10303"/>
                  </a:cubicBezTo>
                  <a:cubicBezTo>
                    <a:pt x="4776" y="10629"/>
                    <a:pt x="5131" y="11132"/>
                    <a:pt x="5535" y="11132"/>
                  </a:cubicBezTo>
                  <a:cubicBezTo>
                    <a:pt x="5646" y="11132"/>
                    <a:pt x="5760" y="11095"/>
                    <a:pt x="5863" y="11007"/>
                  </a:cubicBezTo>
                  <a:cubicBezTo>
                    <a:pt x="10016" y="7474"/>
                    <a:pt x="14621" y="4533"/>
                    <a:pt x="18664" y="863"/>
                  </a:cubicBezTo>
                  <a:cubicBezTo>
                    <a:pt x="18977" y="577"/>
                    <a:pt x="18723" y="1"/>
                    <a:pt x="183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72" name="Google Shape;6672;p48"/>
            <p:cNvSpPr/>
            <p:nvPr/>
          </p:nvSpPr>
          <p:spPr>
            <a:xfrm>
              <a:off x="3428775" y="1197550"/>
              <a:ext cx="352850" cy="128775"/>
            </a:xfrm>
            <a:custGeom>
              <a:rect b="b" l="l" r="r" t="t"/>
              <a:pathLst>
                <a:path extrusionOk="0" h="5151" w="14114">
                  <a:moveTo>
                    <a:pt x="13430" y="0"/>
                  </a:moveTo>
                  <a:cubicBezTo>
                    <a:pt x="13384" y="0"/>
                    <a:pt x="13335" y="7"/>
                    <a:pt x="13283" y="21"/>
                  </a:cubicBezTo>
                  <a:cubicBezTo>
                    <a:pt x="8994" y="1241"/>
                    <a:pt x="4865" y="2969"/>
                    <a:pt x="568" y="4169"/>
                  </a:cubicBezTo>
                  <a:cubicBezTo>
                    <a:pt x="1" y="4328"/>
                    <a:pt x="175" y="5151"/>
                    <a:pt x="688" y="5151"/>
                  </a:cubicBezTo>
                  <a:cubicBezTo>
                    <a:pt x="734" y="5151"/>
                    <a:pt x="782" y="5144"/>
                    <a:pt x="833" y="5130"/>
                  </a:cubicBezTo>
                  <a:cubicBezTo>
                    <a:pt x="5131" y="3929"/>
                    <a:pt x="9260" y="2202"/>
                    <a:pt x="13549" y="982"/>
                  </a:cubicBezTo>
                  <a:cubicBezTo>
                    <a:pt x="14113" y="822"/>
                    <a:pt x="13940" y="0"/>
                    <a:pt x="134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73" name="Google Shape;6673;p48"/>
          <p:cNvSpPr/>
          <p:nvPr/>
        </p:nvSpPr>
        <p:spPr>
          <a:xfrm>
            <a:off x="1643313" y="3635363"/>
            <a:ext cx="117525" cy="110100"/>
          </a:xfrm>
          <a:custGeom>
            <a:rect b="b" l="l" r="r" t="t"/>
            <a:pathLst>
              <a:path extrusionOk="0" h="4404" w="4701">
                <a:moveTo>
                  <a:pt x="1951" y="1032"/>
                </a:moveTo>
                <a:cubicBezTo>
                  <a:pt x="1950" y="1033"/>
                  <a:pt x="1949" y="1033"/>
                  <a:pt x="1947" y="1033"/>
                </a:cubicBezTo>
                <a:cubicBezTo>
                  <a:pt x="1948" y="1033"/>
                  <a:pt x="1950" y="1033"/>
                  <a:pt x="1951" y="1032"/>
                </a:cubicBezTo>
                <a:close/>
                <a:moveTo>
                  <a:pt x="2857" y="1059"/>
                </a:moveTo>
                <a:cubicBezTo>
                  <a:pt x="2871" y="1059"/>
                  <a:pt x="2889" y="1066"/>
                  <a:pt x="2907" y="1075"/>
                </a:cubicBezTo>
                <a:lnTo>
                  <a:pt x="2907" y="1075"/>
                </a:lnTo>
                <a:cubicBezTo>
                  <a:pt x="2887" y="1068"/>
                  <a:pt x="2858" y="1059"/>
                  <a:pt x="2857" y="1059"/>
                </a:cubicBezTo>
                <a:close/>
                <a:moveTo>
                  <a:pt x="3091" y="1185"/>
                </a:moveTo>
                <a:cubicBezTo>
                  <a:pt x="3091" y="1185"/>
                  <a:pt x="3091" y="1185"/>
                  <a:pt x="3091" y="1185"/>
                </a:cubicBezTo>
                <a:lnTo>
                  <a:pt x="3091" y="1185"/>
                </a:lnTo>
                <a:cubicBezTo>
                  <a:pt x="3091" y="1185"/>
                  <a:pt x="3091" y="1185"/>
                  <a:pt x="3091" y="1185"/>
                </a:cubicBezTo>
                <a:close/>
                <a:moveTo>
                  <a:pt x="3104" y="1198"/>
                </a:moveTo>
                <a:cubicBezTo>
                  <a:pt x="3111" y="1203"/>
                  <a:pt x="3118" y="1208"/>
                  <a:pt x="3125" y="1213"/>
                </a:cubicBezTo>
                <a:cubicBezTo>
                  <a:pt x="3142" y="1224"/>
                  <a:pt x="3149" y="1229"/>
                  <a:pt x="3148" y="1229"/>
                </a:cubicBezTo>
                <a:cubicBezTo>
                  <a:pt x="3148" y="1229"/>
                  <a:pt x="3121" y="1211"/>
                  <a:pt x="3104" y="1198"/>
                </a:cubicBezTo>
                <a:close/>
                <a:moveTo>
                  <a:pt x="1747" y="3319"/>
                </a:moveTo>
                <a:cubicBezTo>
                  <a:pt x="1767" y="3326"/>
                  <a:pt x="1803" y="3338"/>
                  <a:pt x="1802" y="3338"/>
                </a:cubicBezTo>
                <a:cubicBezTo>
                  <a:pt x="1800" y="3339"/>
                  <a:pt x="1799" y="3339"/>
                  <a:pt x="1797" y="3339"/>
                </a:cubicBezTo>
                <a:cubicBezTo>
                  <a:pt x="1785" y="3339"/>
                  <a:pt x="1766" y="3330"/>
                  <a:pt x="1747" y="3319"/>
                </a:cubicBezTo>
                <a:close/>
                <a:moveTo>
                  <a:pt x="2463" y="3393"/>
                </a:moveTo>
                <a:cubicBezTo>
                  <a:pt x="2461" y="3393"/>
                  <a:pt x="2459" y="3393"/>
                  <a:pt x="2456" y="3393"/>
                </a:cubicBezTo>
                <a:lnTo>
                  <a:pt x="2456" y="3393"/>
                </a:lnTo>
                <a:cubicBezTo>
                  <a:pt x="2459" y="3393"/>
                  <a:pt x="2462" y="3393"/>
                  <a:pt x="2463" y="3393"/>
                </a:cubicBezTo>
                <a:close/>
                <a:moveTo>
                  <a:pt x="2387" y="989"/>
                </a:moveTo>
                <a:cubicBezTo>
                  <a:pt x="2440" y="989"/>
                  <a:pt x="2491" y="989"/>
                  <a:pt x="2541" y="993"/>
                </a:cubicBezTo>
                <a:cubicBezTo>
                  <a:pt x="2560" y="993"/>
                  <a:pt x="2582" y="997"/>
                  <a:pt x="2601" y="998"/>
                </a:cubicBezTo>
                <a:lnTo>
                  <a:pt x="2601" y="998"/>
                </a:lnTo>
                <a:cubicBezTo>
                  <a:pt x="2682" y="1018"/>
                  <a:pt x="2761" y="1029"/>
                  <a:pt x="2840" y="1057"/>
                </a:cubicBezTo>
                <a:cubicBezTo>
                  <a:pt x="2857" y="1061"/>
                  <a:pt x="2876" y="1069"/>
                  <a:pt x="2895" y="1076"/>
                </a:cubicBezTo>
                <a:cubicBezTo>
                  <a:pt x="2906" y="1079"/>
                  <a:pt x="2914" y="1081"/>
                  <a:pt x="2919" y="1082"/>
                </a:cubicBezTo>
                <a:lnTo>
                  <a:pt x="2919" y="1082"/>
                </a:lnTo>
                <a:cubicBezTo>
                  <a:pt x="2944" y="1096"/>
                  <a:pt x="2968" y="1113"/>
                  <a:pt x="2984" y="1122"/>
                </a:cubicBezTo>
                <a:cubicBezTo>
                  <a:pt x="3015" y="1139"/>
                  <a:pt x="3049" y="1160"/>
                  <a:pt x="3080" y="1181"/>
                </a:cubicBezTo>
                <a:cubicBezTo>
                  <a:pt x="3084" y="1184"/>
                  <a:pt x="3088" y="1186"/>
                  <a:pt x="3092" y="1189"/>
                </a:cubicBezTo>
                <a:lnTo>
                  <a:pt x="3092" y="1189"/>
                </a:lnTo>
                <a:cubicBezTo>
                  <a:pt x="3107" y="1217"/>
                  <a:pt x="3258" y="1347"/>
                  <a:pt x="3274" y="1366"/>
                </a:cubicBezTo>
                <a:cubicBezTo>
                  <a:pt x="3278" y="1370"/>
                  <a:pt x="3281" y="1374"/>
                  <a:pt x="3284" y="1378"/>
                </a:cubicBezTo>
                <a:lnTo>
                  <a:pt x="3284" y="1378"/>
                </a:lnTo>
                <a:cubicBezTo>
                  <a:pt x="3304" y="1410"/>
                  <a:pt x="3328" y="1440"/>
                  <a:pt x="3348" y="1474"/>
                </a:cubicBezTo>
                <a:cubicBezTo>
                  <a:pt x="3367" y="1503"/>
                  <a:pt x="3386" y="1535"/>
                  <a:pt x="3403" y="1569"/>
                </a:cubicBezTo>
                <a:cubicBezTo>
                  <a:pt x="3409" y="1579"/>
                  <a:pt x="3414" y="1591"/>
                  <a:pt x="3420" y="1604"/>
                </a:cubicBezTo>
                <a:lnTo>
                  <a:pt x="3420" y="1604"/>
                </a:lnTo>
                <a:cubicBezTo>
                  <a:pt x="3420" y="1602"/>
                  <a:pt x="3420" y="1600"/>
                  <a:pt x="3420" y="1598"/>
                </a:cubicBezTo>
                <a:lnTo>
                  <a:pt x="3420" y="1598"/>
                </a:lnTo>
                <a:cubicBezTo>
                  <a:pt x="3420" y="1600"/>
                  <a:pt x="3420" y="1602"/>
                  <a:pt x="3420" y="1604"/>
                </a:cubicBezTo>
                <a:lnTo>
                  <a:pt x="3420" y="1604"/>
                </a:lnTo>
                <a:cubicBezTo>
                  <a:pt x="3420" y="1604"/>
                  <a:pt x="3420" y="1604"/>
                  <a:pt x="3420" y="1604"/>
                </a:cubicBezTo>
                <a:lnTo>
                  <a:pt x="3420" y="1604"/>
                </a:lnTo>
                <a:cubicBezTo>
                  <a:pt x="3420" y="1621"/>
                  <a:pt x="3423" y="1634"/>
                  <a:pt x="3427" y="1644"/>
                </a:cubicBezTo>
                <a:lnTo>
                  <a:pt x="3427" y="1644"/>
                </a:lnTo>
                <a:cubicBezTo>
                  <a:pt x="3423" y="1630"/>
                  <a:pt x="3420" y="1616"/>
                  <a:pt x="3420" y="1604"/>
                </a:cubicBezTo>
                <a:lnTo>
                  <a:pt x="3420" y="1604"/>
                </a:lnTo>
                <a:cubicBezTo>
                  <a:pt x="3422" y="1608"/>
                  <a:pt x="3424" y="1613"/>
                  <a:pt x="3426" y="1617"/>
                </a:cubicBezTo>
                <a:cubicBezTo>
                  <a:pt x="3442" y="1646"/>
                  <a:pt x="3443" y="1659"/>
                  <a:pt x="3439" y="1659"/>
                </a:cubicBezTo>
                <a:cubicBezTo>
                  <a:pt x="3436" y="1659"/>
                  <a:pt x="3432" y="1654"/>
                  <a:pt x="3427" y="1644"/>
                </a:cubicBezTo>
                <a:lnTo>
                  <a:pt x="3427" y="1644"/>
                </a:lnTo>
                <a:cubicBezTo>
                  <a:pt x="3443" y="1697"/>
                  <a:pt x="3479" y="1760"/>
                  <a:pt x="3491" y="1802"/>
                </a:cubicBezTo>
                <a:cubicBezTo>
                  <a:pt x="3500" y="1838"/>
                  <a:pt x="3508" y="1874"/>
                  <a:pt x="3517" y="1910"/>
                </a:cubicBezTo>
                <a:cubicBezTo>
                  <a:pt x="3521" y="1933"/>
                  <a:pt x="3525" y="1954"/>
                  <a:pt x="3529" y="1977"/>
                </a:cubicBezTo>
                <a:cubicBezTo>
                  <a:pt x="3534" y="2005"/>
                  <a:pt x="3537" y="2015"/>
                  <a:pt x="3538" y="2015"/>
                </a:cubicBezTo>
                <a:cubicBezTo>
                  <a:pt x="3540" y="2015"/>
                  <a:pt x="3530" y="1942"/>
                  <a:pt x="3525" y="1939"/>
                </a:cubicBezTo>
                <a:lnTo>
                  <a:pt x="3525" y="1939"/>
                </a:lnTo>
                <a:cubicBezTo>
                  <a:pt x="3550" y="1954"/>
                  <a:pt x="3538" y="2142"/>
                  <a:pt x="3538" y="2173"/>
                </a:cubicBezTo>
                <a:cubicBezTo>
                  <a:pt x="3538" y="2215"/>
                  <a:pt x="3535" y="2257"/>
                  <a:pt x="3533" y="2297"/>
                </a:cubicBezTo>
                <a:cubicBezTo>
                  <a:pt x="3532" y="2312"/>
                  <a:pt x="3530" y="2326"/>
                  <a:pt x="3529" y="2339"/>
                </a:cubicBezTo>
                <a:lnTo>
                  <a:pt x="3529" y="2339"/>
                </a:lnTo>
                <a:cubicBezTo>
                  <a:pt x="3514" y="2409"/>
                  <a:pt x="3504" y="2477"/>
                  <a:pt x="3483" y="2546"/>
                </a:cubicBezTo>
                <a:cubicBezTo>
                  <a:pt x="3472" y="2582"/>
                  <a:pt x="3462" y="2618"/>
                  <a:pt x="3449" y="2651"/>
                </a:cubicBezTo>
                <a:cubicBezTo>
                  <a:pt x="3445" y="2663"/>
                  <a:pt x="3440" y="2676"/>
                  <a:pt x="3436" y="2688"/>
                </a:cubicBezTo>
                <a:lnTo>
                  <a:pt x="3436" y="2688"/>
                </a:lnTo>
                <a:cubicBezTo>
                  <a:pt x="3398" y="2751"/>
                  <a:pt x="3369" y="2818"/>
                  <a:pt x="3329" y="2881"/>
                </a:cubicBezTo>
                <a:cubicBezTo>
                  <a:pt x="3324" y="2889"/>
                  <a:pt x="3300" y="2922"/>
                  <a:pt x="3284" y="2945"/>
                </a:cubicBezTo>
                <a:lnTo>
                  <a:pt x="3284" y="2945"/>
                </a:lnTo>
                <a:cubicBezTo>
                  <a:pt x="3263" y="2968"/>
                  <a:pt x="3232" y="3005"/>
                  <a:pt x="3224" y="3014"/>
                </a:cubicBezTo>
                <a:cubicBezTo>
                  <a:pt x="3198" y="3041"/>
                  <a:pt x="3171" y="3069"/>
                  <a:pt x="3142" y="3094"/>
                </a:cubicBezTo>
                <a:cubicBezTo>
                  <a:pt x="3127" y="3106"/>
                  <a:pt x="3112" y="3119"/>
                  <a:pt x="3099" y="3132"/>
                </a:cubicBezTo>
                <a:cubicBezTo>
                  <a:pt x="3075" y="3154"/>
                  <a:pt x="3071" y="3163"/>
                  <a:pt x="3076" y="3163"/>
                </a:cubicBezTo>
                <a:cubicBezTo>
                  <a:pt x="3076" y="3163"/>
                  <a:pt x="3077" y="3163"/>
                  <a:pt x="3078" y="3162"/>
                </a:cubicBezTo>
                <a:lnTo>
                  <a:pt x="3078" y="3162"/>
                </a:lnTo>
                <a:cubicBezTo>
                  <a:pt x="3021" y="3203"/>
                  <a:pt x="2923" y="3245"/>
                  <a:pt x="2889" y="3262"/>
                </a:cubicBezTo>
                <a:cubicBezTo>
                  <a:pt x="2863" y="3275"/>
                  <a:pt x="2803" y="3296"/>
                  <a:pt x="2805" y="3296"/>
                </a:cubicBezTo>
                <a:cubicBezTo>
                  <a:pt x="2806" y="3296"/>
                  <a:pt x="2822" y="3291"/>
                  <a:pt x="2866" y="3277"/>
                </a:cubicBezTo>
                <a:lnTo>
                  <a:pt x="2866" y="3277"/>
                </a:lnTo>
                <a:cubicBezTo>
                  <a:pt x="2823" y="3292"/>
                  <a:pt x="2783" y="3309"/>
                  <a:pt x="2741" y="3323"/>
                </a:cubicBezTo>
                <a:cubicBezTo>
                  <a:pt x="2642" y="3355"/>
                  <a:pt x="2541" y="3376"/>
                  <a:pt x="2438" y="3395"/>
                </a:cubicBezTo>
                <a:cubicBezTo>
                  <a:pt x="2437" y="3395"/>
                  <a:pt x="2437" y="3395"/>
                  <a:pt x="2437" y="3395"/>
                </a:cubicBezTo>
                <a:lnTo>
                  <a:pt x="2437" y="3395"/>
                </a:lnTo>
                <a:cubicBezTo>
                  <a:pt x="2416" y="3397"/>
                  <a:pt x="2395" y="3400"/>
                  <a:pt x="2375" y="3401"/>
                </a:cubicBezTo>
                <a:cubicBezTo>
                  <a:pt x="2330" y="3403"/>
                  <a:pt x="2284" y="3406"/>
                  <a:pt x="2240" y="3406"/>
                </a:cubicBezTo>
                <a:cubicBezTo>
                  <a:pt x="2226" y="3406"/>
                  <a:pt x="2211" y="3406"/>
                  <a:pt x="2197" y="3406"/>
                </a:cubicBezTo>
                <a:cubicBezTo>
                  <a:pt x="2163" y="3406"/>
                  <a:pt x="2129" y="3405"/>
                  <a:pt x="2094" y="3403"/>
                </a:cubicBezTo>
                <a:cubicBezTo>
                  <a:pt x="2081" y="3402"/>
                  <a:pt x="2067" y="3400"/>
                  <a:pt x="2054" y="3398"/>
                </a:cubicBezTo>
                <a:lnTo>
                  <a:pt x="2054" y="3398"/>
                </a:lnTo>
                <a:cubicBezTo>
                  <a:pt x="1975" y="3376"/>
                  <a:pt x="1893" y="3365"/>
                  <a:pt x="1814" y="3340"/>
                </a:cubicBezTo>
                <a:cubicBezTo>
                  <a:pt x="1797" y="3334"/>
                  <a:pt x="1778" y="3326"/>
                  <a:pt x="1762" y="3321"/>
                </a:cubicBezTo>
                <a:cubicBezTo>
                  <a:pt x="1752" y="3318"/>
                  <a:pt x="1745" y="3316"/>
                  <a:pt x="1740" y="3315"/>
                </a:cubicBezTo>
                <a:lnTo>
                  <a:pt x="1740" y="3315"/>
                </a:lnTo>
                <a:cubicBezTo>
                  <a:pt x="1716" y="3301"/>
                  <a:pt x="1691" y="3283"/>
                  <a:pt x="1679" y="3277"/>
                </a:cubicBezTo>
                <a:cubicBezTo>
                  <a:pt x="1648" y="3258"/>
                  <a:pt x="1616" y="3241"/>
                  <a:pt x="1587" y="3220"/>
                </a:cubicBezTo>
                <a:cubicBezTo>
                  <a:pt x="1572" y="3210"/>
                  <a:pt x="1557" y="3199"/>
                  <a:pt x="1543" y="3191"/>
                </a:cubicBezTo>
                <a:cubicBezTo>
                  <a:pt x="1525" y="3180"/>
                  <a:pt x="1519" y="3175"/>
                  <a:pt x="1519" y="3175"/>
                </a:cubicBezTo>
                <a:lnTo>
                  <a:pt x="1519" y="3175"/>
                </a:lnTo>
                <a:cubicBezTo>
                  <a:pt x="1518" y="3175"/>
                  <a:pt x="1582" y="3218"/>
                  <a:pt x="1580" y="3218"/>
                </a:cubicBezTo>
                <a:cubicBezTo>
                  <a:pt x="1580" y="3218"/>
                  <a:pt x="1579" y="3218"/>
                  <a:pt x="1578" y="3218"/>
                </a:cubicBezTo>
                <a:cubicBezTo>
                  <a:pt x="1542" y="3218"/>
                  <a:pt x="1420" y="3070"/>
                  <a:pt x="1399" y="3045"/>
                </a:cubicBezTo>
                <a:cubicBezTo>
                  <a:pt x="1384" y="3030"/>
                  <a:pt x="1353" y="2977"/>
                  <a:pt x="1351" y="2977"/>
                </a:cubicBezTo>
                <a:lnTo>
                  <a:pt x="1351" y="2977"/>
                </a:lnTo>
                <a:cubicBezTo>
                  <a:pt x="1350" y="2977"/>
                  <a:pt x="1354" y="2985"/>
                  <a:pt x="1363" y="3005"/>
                </a:cubicBezTo>
                <a:cubicBezTo>
                  <a:pt x="1372" y="3025"/>
                  <a:pt x="1375" y="3032"/>
                  <a:pt x="1374" y="3032"/>
                </a:cubicBezTo>
                <a:cubicBezTo>
                  <a:pt x="1372" y="3032"/>
                  <a:pt x="1335" y="2962"/>
                  <a:pt x="1326" y="2946"/>
                </a:cubicBezTo>
                <a:cubicBezTo>
                  <a:pt x="1285" y="2881"/>
                  <a:pt x="1252" y="2814"/>
                  <a:pt x="1215" y="2746"/>
                </a:cubicBezTo>
                <a:lnTo>
                  <a:pt x="1215" y="2746"/>
                </a:lnTo>
                <a:cubicBezTo>
                  <a:pt x="1214" y="2743"/>
                  <a:pt x="1213" y="2740"/>
                  <a:pt x="1212" y="2736"/>
                </a:cubicBezTo>
                <a:cubicBezTo>
                  <a:pt x="1199" y="2702"/>
                  <a:pt x="1187" y="2668"/>
                  <a:pt x="1176" y="2635"/>
                </a:cubicBezTo>
                <a:cubicBezTo>
                  <a:pt x="1153" y="2559"/>
                  <a:pt x="1132" y="2481"/>
                  <a:pt x="1119" y="2403"/>
                </a:cubicBezTo>
                <a:cubicBezTo>
                  <a:pt x="1119" y="2401"/>
                  <a:pt x="1118" y="2399"/>
                  <a:pt x="1118" y="2397"/>
                </a:cubicBezTo>
                <a:lnTo>
                  <a:pt x="1118" y="2397"/>
                </a:lnTo>
                <a:cubicBezTo>
                  <a:pt x="1122" y="2365"/>
                  <a:pt x="1108" y="2315"/>
                  <a:pt x="1106" y="2283"/>
                </a:cubicBezTo>
                <a:cubicBezTo>
                  <a:pt x="1102" y="2203"/>
                  <a:pt x="1102" y="2123"/>
                  <a:pt x="1106" y="2043"/>
                </a:cubicBezTo>
                <a:cubicBezTo>
                  <a:pt x="1107" y="2033"/>
                  <a:pt x="1110" y="2004"/>
                  <a:pt x="1113" y="1978"/>
                </a:cubicBezTo>
                <a:lnTo>
                  <a:pt x="1113" y="1978"/>
                </a:lnTo>
                <a:cubicBezTo>
                  <a:pt x="1117" y="1953"/>
                  <a:pt x="1123" y="1911"/>
                  <a:pt x="1125" y="1899"/>
                </a:cubicBezTo>
                <a:cubicBezTo>
                  <a:pt x="1144" y="1813"/>
                  <a:pt x="1170" y="1731"/>
                  <a:pt x="1197" y="1647"/>
                </a:cubicBezTo>
                <a:cubicBezTo>
                  <a:pt x="1199" y="1642"/>
                  <a:pt x="1200" y="1637"/>
                  <a:pt x="1201" y="1634"/>
                </a:cubicBezTo>
                <a:lnTo>
                  <a:pt x="1201" y="1634"/>
                </a:lnTo>
                <a:cubicBezTo>
                  <a:pt x="1203" y="1630"/>
                  <a:pt x="1205" y="1626"/>
                  <a:pt x="1208" y="1621"/>
                </a:cubicBezTo>
                <a:cubicBezTo>
                  <a:pt x="1227" y="1583"/>
                  <a:pt x="1246" y="1543"/>
                  <a:pt x="1269" y="1507"/>
                </a:cubicBezTo>
                <a:cubicBezTo>
                  <a:pt x="1290" y="1470"/>
                  <a:pt x="1313" y="1434"/>
                  <a:pt x="1338" y="1398"/>
                </a:cubicBezTo>
                <a:cubicBezTo>
                  <a:pt x="1341" y="1394"/>
                  <a:pt x="1344" y="1390"/>
                  <a:pt x="1346" y="1386"/>
                </a:cubicBezTo>
                <a:lnTo>
                  <a:pt x="1346" y="1386"/>
                </a:lnTo>
                <a:cubicBezTo>
                  <a:pt x="1346" y="1386"/>
                  <a:pt x="1346" y="1386"/>
                  <a:pt x="1347" y="1385"/>
                </a:cubicBezTo>
                <a:cubicBezTo>
                  <a:pt x="1399" y="1329"/>
                  <a:pt x="1454" y="1275"/>
                  <a:pt x="1511" y="1223"/>
                </a:cubicBezTo>
                <a:lnTo>
                  <a:pt x="1511" y="1223"/>
                </a:lnTo>
                <a:cubicBezTo>
                  <a:pt x="1524" y="1213"/>
                  <a:pt x="1537" y="1203"/>
                  <a:pt x="1551" y="1194"/>
                </a:cubicBezTo>
                <a:cubicBezTo>
                  <a:pt x="1589" y="1170"/>
                  <a:pt x="1627" y="1147"/>
                  <a:pt x="1667" y="1126"/>
                </a:cubicBezTo>
                <a:cubicBezTo>
                  <a:pt x="1682" y="1119"/>
                  <a:pt x="1697" y="1111"/>
                  <a:pt x="1712" y="1103"/>
                </a:cubicBezTo>
                <a:lnTo>
                  <a:pt x="1712" y="1103"/>
                </a:lnTo>
                <a:cubicBezTo>
                  <a:pt x="1755" y="1090"/>
                  <a:pt x="1797" y="1075"/>
                  <a:pt x="1840" y="1063"/>
                </a:cubicBezTo>
                <a:cubicBezTo>
                  <a:pt x="1884" y="1050"/>
                  <a:pt x="1928" y="1042"/>
                  <a:pt x="1970" y="1031"/>
                </a:cubicBezTo>
                <a:cubicBezTo>
                  <a:pt x="1976" y="1030"/>
                  <a:pt x="1983" y="1028"/>
                  <a:pt x="1990" y="1026"/>
                </a:cubicBezTo>
                <a:lnTo>
                  <a:pt x="1990" y="1026"/>
                </a:lnTo>
                <a:cubicBezTo>
                  <a:pt x="2008" y="1025"/>
                  <a:pt x="2026" y="1024"/>
                  <a:pt x="2042" y="1023"/>
                </a:cubicBezTo>
                <a:cubicBezTo>
                  <a:pt x="2063" y="1021"/>
                  <a:pt x="2083" y="1018"/>
                  <a:pt x="2104" y="1015"/>
                </a:cubicBezTo>
                <a:lnTo>
                  <a:pt x="2104" y="1015"/>
                </a:lnTo>
                <a:cubicBezTo>
                  <a:pt x="2127" y="1013"/>
                  <a:pt x="2151" y="1010"/>
                  <a:pt x="2175" y="1006"/>
                </a:cubicBezTo>
                <a:cubicBezTo>
                  <a:pt x="2200" y="1002"/>
                  <a:pt x="2223" y="998"/>
                  <a:pt x="2248" y="996"/>
                </a:cubicBezTo>
                <a:lnTo>
                  <a:pt x="2248" y="996"/>
                </a:lnTo>
                <a:cubicBezTo>
                  <a:pt x="2202" y="1002"/>
                  <a:pt x="2186" y="1004"/>
                  <a:pt x="2186" y="1004"/>
                </a:cubicBezTo>
                <a:cubicBezTo>
                  <a:pt x="2187" y="1004"/>
                  <a:pt x="2227" y="999"/>
                  <a:pt x="2246" y="998"/>
                </a:cubicBezTo>
                <a:cubicBezTo>
                  <a:pt x="2293" y="996"/>
                  <a:pt x="2341" y="991"/>
                  <a:pt x="2387" y="989"/>
                </a:cubicBezTo>
                <a:close/>
                <a:moveTo>
                  <a:pt x="2431" y="0"/>
                </a:moveTo>
                <a:cubicBezTo>
                  <a:pt x="2283" y="0"/>
                  <a:pt x="2134" y="12"/>
                  <a:pt x="1987" y="33"/>
                </a:cubicBezTo>
                <a:lnTo>
                  <a:pt x="1987" y="33"/>
                </a:lnTo>
                <a:cubicBezTo>
                  <a:pt x="1519" y="79"/>
                  <a:pt x="1082" y="246"/>
                  <a:pt x="738" y="578"/>
                </a:cubicBezTo>
                <a:cubicBezTo>
                  <a:pt x="443" y="863"/>
                  <a:pt x="236" y="1259"/>
                  <a:pt x="158" y="1661"/>
                </a:cubicBezTo>
                <a:cubicBezTo>
                  <a:pt x="0" y="2477"/>
                  <a:pt x="228" y="3403"/>
                  <a:pt x="896" y="3941"/>
                </a:cubicBezTo>
                <a:cubicBezTo>
                  <a:pt x="1283" y="4251"/>
                  <a:pt x="1777" y="4404"/>
                  <a:pt x="2272" y="4404"/>
                </a:cubicBezTo>
                <a:cubicBezTo>
                  <a:pt x="2762" y="4404"/>
                  <a:pt x="3253" y="4255"/>
                  <a:pt x="3645" y="3962"/>
                </a:cubicBezTo>
                <a:cubicBezTo>
                  <a:pt x="4395" y="3401"/>
                  <a:pt x="4700" y="2409"/>
                  <a:pt x="4443" y="1512"/>
                </a:cubicBezTo>
                <a:cubicBezTo>
                  <a:pt x="4302" y="1025"/>
                  <a:pt x="4003" y="604"/>
                  <a:pt x="3582" y="321"/>
                </a:cubicBezTo>
                <a:cubicBezTo>
                  <a:pt x="3236" y="89"/>
                  <a:pt x="2836" y="0"/>
                  <a:pt x="243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4" name="Google Shape;6674;p48"/>
          <p:cNvSpPr/>
          <p:nvPr/>
        </p:nvSpPr>
        <p:spPr>
          <a:xfrm>
            <a:off x="3116850" y="4141988"/>
            <a:ext cx="146125" cy="136975"/>
          </a:xfrm>
          <a:custGeom>
            <a:rect b="b" l="l" r="r" t="t"/>
            <a:pathLst>
              <a:path extrusionOk="0" h="5479" w="5845">
                <a:moveTo>
                  <a:pt x="3075" y="4462"/>
                </a:moveTo>
                <a:cubicBezTo>
                  <a:pt x="3073" y="4462"/>
                  <a:pt x="3072" y="4463"/>
                  <a:pt x="3071" y="4463"/>
                </a:cubicBezTo>
                <a:lnTo>
                  <a:pt x="3071" y="4463"/>
                </a:lnTo>
                <a:cubicBezTo>
                  <a:pt x="3072" y="4463"/>
                  <a:pt x="3073" y="4462"/>
                  <a:pt x="3075" y="4462"/>
                </a:cubicBezTo>
                <a:close/>
                <a:moveTo>
                  <a:pt x="3051" y="4466"/>
                </a:moveTo>
                <a:cubicBezTo>
                  <a:pt x="3036" y="4468"/>
                  <a:pt x="3030" y="4469"/>
                  <a:pt x="3030" y="4469"/>
                </a:cubicBezTo>
                <a:cubicBezTo>
                  <a:pt x="3030" y="4469"/>
                  <a:pt x="3040" y="4467"/>
                  <a:pt x="3051" y="4466"/>
                </a:cubicBezTo>
                <a:close/>
                <a:moveTo>
                  <a:pt x="3032" y="988"/>
                </a:moveTo>
                <a:cubicBezTo>
                  <a:pt x="3081" y="988"/>
                  <a:pt x="3130" y="990"/>
                  <a:pt x="3180" y="993"/>
                </a:cubicBezTo>
                <a:cubicBezTo>
                  <a:pt x="3209" y="995"/>
                  <a:pt x="3237" y="997"/>
                  <a:pt x="3266" y="999"/>
                </a:cubicBezTo>
                <a:cubicBezTo>
                  <a:pt x="3274" y="999"/>
                  <a:pt x="3280" y="999"/>
                  <a:pt x="3284" y="1000"/>
                </a:cubicBezTo>
                <a:lnTo>
                  <a:pt x="3284" y="1000"/>
                </a:lnTo>
                <a:cubicBezTo>
                  <a:pt x="3395" y="1021"/>
                  <a:pt x="3505" y="1046"/>
                  <a:pt x="3612" y="1081"/>
                </a:cubicBezTo>
                <a:cubicBezTo>
                  <a:pt x="3641" y="1090"/>
                  <a:pt x="3709" y="1119"/>
                  <a:pt x="3711" y="1119"/>
                </a:cubicBezTo>
                <a:cubicBezTo>
                  <a:pt x="3712" y="1119"/>
                  <a:pt x="3702" y="1114"/>
                  <a:pt x="3673" y="1100"/>
                </a:cubicBezTo>
                <a:lnTo>
                  <a:pt x="3673" y="1100"/>
                </a:lnTo>
                <a:cubicBezTo>
                  <a:pt x="3730" y="1125"/>
                  <a:pt x="3787" y="1153"/>
                  <a:pt x="3841" y="1184"/>
                </a:cubicBezTo>
                <a:cubicBezTo>
                  <a:pt x="3883" y="1208"/>
                  <a:pt x="3923" y="1235"/>
                  <a:pt x="3966" y="1262"/>
                </a:cubicBezTo>
                <a:cubicBezTo>
                  <a:pt x="3985" y="1274"/>
                  <a:pt x="3997" y="1281"/>
                  <a:pt x="4005" y="1285"/>
                </a:cubicBezTo>
                <a:lnTo>
                  <a:pt x="4005" y="1285"/>
                </a:lnTo>
                <a:cubicBezTo>
                  <a:pt x="4007" y="1287"/>
                  <a:pt x="4009" y="1289"/>
                  <a:pt x="4012" y="1292"/>
                </a:cubicBezTo>
                <a:cubicBezTo>
                  <a:pt x="4096" y="1368"/>
                  <a:pt x="4181" y="1443"/>
                  <a:pt x="4254" y="1530"/>
                </a:cubicBezTo>
                <a:cubicBezTo>
                  <a:pt x="4264" y="1542"/>
                  <a:pt x="4273" y="1553"/>
                  <a:pt x="4283" y="1565"/>
                </a:cubicBezTo>
                <a:lnTo>
                  <a:pt x="4283" y="1565"/>
                </a:lnTo>
                <a:cubicBezTo>
                  <a:pt x="4284" y="1566"/>
                  <a:pt x="4285" y="1568"/>
                  <a:pt x="4286" y="1570"/>
                </a:cubicBezTo>
                <a:cubicBezTo>
                  <a:pt x="4315" y="1614"/>
                  <a:pt x="4347" y="1656"/>
                  <a:pt x="4374" y="1703"/>
                </a:cubicBezTo>
                <a:cubicBezTo>
                  <a:pt x="4400" y="1743"/>
                  <a:pt x="4423" y="1785"/>
                  <a:pt x="4444" y="1827"/>
                </a:cubicBezTo>
                <a:cubicBezTo>
                  <a:pt x="4458" y="1852"/>
                  <a:pt x="4499" y="1948"/>
                  <a:pt x="4501" y="1948"/>
                </a:cubicBezTo>
                <a:cubicBezTo>
                  <a:pt x="4501" y="1948"/>
                  <a:pt x="4497" y="1936"/>
                  <a:pt x="4484" y="1903"/>
                </a:cubicBezTo>
                <a:lnTo>
                  <a:pt x="4484" y="1903"/>
                </a:lnTo>
                <a:cubicBezTo>
                  <a:pt x="4520" y="1991"/>
                  <a:pt x="4551" y="2082"/>
                  <a:pt x="4577" y="2174"/>
                </a:cubicBezTo>
                <a:cubicBezTo>
                  <a:pt x="4589" y="2221"/>
                  <a:pt x="4600" y="2267"/>
                  <a:pt x="4610" y="2314"/>
                </a:cubicBezTo>
                <a:cubicBezTo>
                  <a:pt x="4616" y="2344"/>
                  <a:pt x="4628" y="2444"/>
                  <a:pt x="4630" y="2444"/>
                </a:cubicBezTo>
                <a:cubicBezTo>
                  <a:pt x="4631" y="2444"/>
                  <a:pt x="4630" y="2431"/>
                  <a:pt x="4627" y="2396"/>
                </a:cubicBezTo>
                <a:lnTo>
                  <a:pt x="4627" y="2396"/>
                </a:lnTo>
                <a:cubicBezTo>
                  <a:pt x="4636" y="2497"/>
                  <a:pt x="4644" y="2600"/>
                  <a:pt x="4644" y="2703"/>
                </a:cubicBezTo>
                <a:cubicBezTo>
                  <a:pt x="4642" y="2756"/>
                  <a:pt x="4642" y="2811"/>
                  <a:pt x="4638" y="2865"/>
                </a:cubicBezTo>
                <a:cubicBezTo>
                  <a:pt x="4636" y="2887"/>
                  <a:pt x="4632" y="2911"/>
                  <a:pt x="4631" y="2933"/>
                </a:cubicBezTo>
                <a:lnTo>
                  <a:pt x="4631" y="2933"/>
                </a:lnTo>
                <a:cubicBezTo>
                  <a:pt x="4631" y="2933"/>
                  <a:pt x="4631" y="2933"/>
                  <a:pt x="4631" y="2933"/>
                </a:cubicBezTo>
                <a:cubicBezTo>
                  <a:pt x="4614" y="3034"/>
                  <a:pt x="4596" y="3135"/>
                  <a:pt x="4566" y="3234"/>
                </a:cubicBezTo>
                <a:cubicBezTo>
                  <a:pt x="4553" y="3280"/>
                  <a:pt x="4537" y="3327"/>
                  <a:pt x="4522" y="3373"/>
                </a:cubicBezTo>
                <a:cubicBezTo>
                  <a:pt x="4513" y="3396"/>
                  <a:pt x="4503" y="3417"/>
                  <a:pt x="4497" y="3441"/>
                </a:cubicBezTo>
                <a:cubicBezTo>
                  <a:pt x="4496" y="3441"/>
                  <a:pt x="4496" y="3441"/>
                  <a:pt x="4496" y="3441"/>
                </a:cubicBezTo>
                <a:lnTo>
                  <a:pt x="4496" y="3441"/>
                </a:lnTo>
                <a:cubicBezTo>
                  <a:pt x="4494" y="3445"/>
                  <a:pt x="4491" y="3450"/>
                  <a:pt x="4488" y="3455"/>
                </a:cubicBezTo>
                <a:cubicBezTo>
                  <a:pt x="4440" y="3542"/>
                  <a:pt x="4400" y="3630"/>
                  <a:pt x="4347" y="3712"/>
                </a:cubicBezTo>
                <a:cubicBezTo>
                  <a:pt x="4337" y="3727"/>
                  <a:pt x="4283" y="3802"/>
                  <a:pt x="4272" y="3820"/>
                </a:cubicBezTo>
                <a:lnTo>
                  <a:pt x="4272" y="3820"/>
                </a:lnTo>
                <a:cubicBezTo>
                  <a:pt x="4267" y="3826"/>
                  <a:pt x="4263" y="3832"/>
                  <a:pt x="4261" y="3835"/>
                </a:cubicBezTo>
                <a:cubicBezTo>
                  <a:pt x="4235" y="3862"/>
                  <a:pt x="4210" y="3891"/>
                  <a:pt x="4185" y="3919"/>
                </a:cubicBezTo>
                <a:cubicBezTo>
                  <a:pt x="4151" y="3955"/>
                  <a:pt x="4115" y="3990"/>
                  <a:pt x="4077" y="4024"/>
                </a:cubicBezTo>
                <a:cubicBezTo>
                  <a:pt x="4063" y="4037"/>
                  <a:pt x="3977" y="4106"/>
                  <a:pt x="3981" y="4106"/>
                </a:cubicBezTo>
                <a:cubicBezTo>
                  <a:pt x="3982" y="4106"/>
                  <a:pt x="3992" y="4099"/>
                  <a:pt x="4016" y="4081"/>
                </a:cubicBezTo>
                <a:lnTo>
                  <a:pt x="4016" y="4081"/>
                </a:lnTo>
                <a:cubicBezTo>
                  <a:pt x="3919" y="4153"/>
                  <a:pt x="3818" y="4216"/>
                  <a:pt x="3713" y="4271"/>
                </a:cubicBezTo>
                <a:cubicBezTo>
                  <a:pt x="3692" y="4282"/>
                  <a:pt x="3605" y="4320"/>
                  <a:pt x="3609" y="4320"/>
                </a:cubicBezTo>
                <a:cubicBezTo>
                  <a:pt x="3609" y="4320"/>
                  <a:pt x="3609" y="4320"/>
                  <a:pt x="3611" y="4319"/>
                </a:cubicBezTo>
                <a:lnTo>
                  <a:pt x="3611" y="4319"/>
                </a:lnTo>
                <a:cubicBezTo>
                  <a:pt x="3569" y="4335"/>
                  <a:pt x="3527" y="4350"/>
                  <a:pt x="3483" y="4365"/>
                </a:cubicBezTo>
                <a:cubicBezTo>
                  <a:pt x="3353" y="4408"/>
                  <a:pt x="3218" y="4437"/>
                  <a:pt x="3083" y="4460"/>
                </a:cubicBezTo>
                <a:cubicBezTo>
                  <a:pt x="3075" y="4462"/>
                  <a:pt x="3068" y="4463"/>
                  <a:pt x="3062" y="4464"/>
                </a:cubicBezTo>
                <a:lnTo>
                  <a:pt x="3062" y="4464"/>
                </a:lnTo>
                <a:cubicBezTo>
                  <a:pt x="3028" y="4467"/>
                  <a:pt x="2994" y="4471"/>
                  <a:pt x="2959" y="4473"/>
                </a:cubicBezTo>
                <a:cubicBezTo>
                  <a:pt x="2900" y="4477"/>
                  <a:pt x="2841" y="4481"/>
                  <a:pt x="2782" y="4481"/>
                </a:cubicBezTo>
                <a:cubicBezTo>
                  <a:pt x="2718" y="4481"/>
                  <a:pt x="2653" y="4479"/>
                  <a:pt x="2590" y="4475"/>
                </a:cubicBezTo>
                <a:cubicBezTo>
                  <a:pt x="2563" y="4473"/>
                  <a:pt x="2536" y="4471"/>
                  <a:pt x="2509" y="4469"/>
                </a:cubicBezTo>
                <a:lnTo>
                  <a:pt x="2509" y="4469"/>
                </a:lnTo>
                <a:cubicBezTo>
                  <a:pt x="2506" y="4468"/>
                  <a:pt x="2503" y="4467"/>
                  <a:pt x="2499" y="4467"/>
                </a:cubicBezTo>
                <a:cubicBezTo>
                  <a:pt x="2392" y="4445"/>
                  <a:pt x="2287" y="4422"/>
                  <a:pt x="2181" y="4389"/>
                </a:cubicBezTo>
                <a:cubicBezTo>
                  <a:pt x="2154" y="4379"/>
                  <a:pt x="2102" y="4357"/>
                  <a:pt x="2090" y="4352"/>
                </a:cubicBezTo>
                <a:lnTo>
                  <a:pt x="2090" y="4352"/>
                </a:lnTo>
                <a:cubicBezTo>
                  <a:pt x="2048" y="4332"/>
                  <a:pt x="2007" y="4312"/>
                  <a:pt x="1966" y="4290"/>
                </a:cubicBezTo>
                <a:cubicBezTo>
                  <a:pt x="1924" y="4266"/>
                  <a:pt x="1884" y="4241"/>
                  <a:pt x="1844" y="4214"/>
                </a:cubicBezTo>
                <a:cubicBezTo>
                  <a:pt x="1820" y="4198"/>
                  <a:pt x="1770" y="4158"/>
                  <a:pt x="1769" y="4158"/>
                </a:cubicBezTo>
                <a:lnTo>
                  <a:pt x="1769" y="4158"/>
                </a:lnTo>
                <a:cubicBezTo>
                  <a:pt x="1769" y="4158"/>
                  <a:pt x="1769" y="4158"/>
                  <a:pt x="1770" y="4159"/>
                </a:cubicBezTo>
                <a:lnTo>
                  <a:pt x="1770" y="4159"/>
                </a:lnTo>
                <a:cubicBezTo>
                  <a:pt x="1698" y="4097"/>
                  <a:pt x="1630" y="4032"/>
                  <a:pt x="1566" y="3961"/>
                </a:cubicBezTo>
                <a:cubicBezTo>
                  <a:pt x="1559" y="3952"/>
                  <a:pt x="1523" y="3908"/>
                  <a:pt x="1505" y="3886"/>
                </a:cubicBezTo>
                <a:lnTo>
                  <a:pt x="1505" y="3886"/>
                </a:lnTo>
                <a:cubicBezTo>
                  <a:pt x="1487" y="3859"/>
                  <a:pt x="1452" y="3809"/>
                  <a:pt x="1446" y="3799"/>
                </a:cubicBezTo>
                <a:cubicBezTo>
                  <a:pt x="1389" y="3710"/>
                  <a:pt x="1347" y="3618"/>
                  <a:pt x="1296" y="3525"/>
                </a:cubicBezTo>
                <a:cubicBezTo>
                  <a:pt x="1293" y="3520"/>
                  <a:pt x="1291" y="3516"/>
                  <a:pt x="1289" y="3513"/>
                </a:cubicBezTo>
                <a:lnTo>
                  <a:pt x="1289" y="3513"/>
                </a:lnTo>
                <a:cubicBezTo>
                  <a:pt x="1287" y="3505"/>
                  <a:pt x="1284" y="3496"/>
                  <a:pt x="1280" y="3485"/>
                </a:cubicBezTo>
                <a:cubicBezTo>
                  <a:pt x="1263" y="3441"/>
                  <a:pt x="1248" y="3396"/>
                  <a:pt x="1233" y="3352"/>
                </a:cubicBezTo>
                <a:cubicBezTo>
                  <a:pt x="1202" y="3251"/>
                  <a:pt x="1176" y="3150"/>
                  <a:pt x="1157" y="3047"/>
                </a:cubicBezTo>
                <a:cubicBezTo>
                  <a:pt x="1153" y="3023"/>
                  <a:pt x="1148" y="2988"/>
                  <a:pt x="1146" y="2969"/>
                </a:cubicBezTo>
                <a:lnTo>
                  <a:pt x="1146" y="2969"/>
                </a:lnTo>
                <a:cubicBezTo>
                  <a:pt x="1142" y="2928"/>
                  <a:pt x="1138" y="2887"/>
                  <a:pt x="1134" y="2847"/>
                </a:cubicBezTo>
                <a:cubicBezTo>
                  <a:pt x="1128" y="2743"/>
                  <a:pt x="1130" y="2638"/>
                  <a:pt x="1136" y="2533"/>
                </a:cubicBezTo>
                <a:cubicBezTo>
                  <a:pt x="1138" y="2513"/>
                  <a:pt x="1146" y="2433"/>
                  <a:pt x="1149" y="2401"/>
                </a:cubicBezTo>
                <a:lnTo>
                  <a:pt x="1149" y="2401"/>
                </a:lnTo>
                <a:cubicBezTo>
                  <a:pt x="1155" y="2369"/>
                  <a:pt x="1164" y="2316"/>
                  <a:pt x="1166" y="2301"/>
                </a:cubicBezTo>
                <a:cubicBezTo>
                  <a:pt x="1191" y="2189"/>
                  <a:pt x="1225" y="2080"/>
                  <a:pt x="1261" y="1970"/>
                </a:cubicBezTo>
                <a:cubicBezTo>
                  <a:pt x="1267" y="1952"/>
                  <a:pt x="1270" y="1940"/>
                  <a:pt x="1272" y="1933"/>
                </a:cubicBezTo>
                <a:lnTo>
                  <a:pt x="1272" y="1933"/>
                </a:lnTo>
                <a:cubicBezTo>
                  <a:pt x="1276" y="1925"/>
                  <a:pt x="1282" y="1914"/>
                  <a:pt x="1290" y="1898"/>
                </a:cubicBezTo>
                <a:cubicBezTo>
                  <a:pt x="1315" y="1848"/>
                  <a:pt x="1341" y="1797"/>
                  <a:pt x="1370" y="1747"/>
                </a:cubicBezTo>
                <a:cubicBezTo>
                  <a:pt x="1398" y="1698"/>
                  <a:pt x="1429" y="1652"/>
                  <a:pt x="1461" y="1604"/>
                </a:cubicBezTo>
                <a:cubicBezTo>
                  <a:pt x="1470" y="1590"/>
                  <a:pt x="1476" y="1580"/>
                  <a:pt x="1480" y="1574"/>
                </a:cubicBezTo>
                <a:lnTo>
                  <a:pt x="1480" y="1574"/>
                </a:lnTo>
                <a:cubicBezTo>
                  <a:pt x="1484" y="1570"/>
                  <a:pt x="1489" y="1565"/>
                  <a:pt x="1497" y="1557"/>
                </a:cubicBezTo>
                <a:cubicBezTo>
                  <a:pt x="1572" y="1477"/>
                  <a:pt x="1648" y="1401"/>
                  <a:pt x="1728" y="1328"/>
                </a:cubicBezTo>
                <a:cubicBezTo>
                  <a:pt x="1729" y="1327"/>
                  <a:pt x="1729" y="1327"/>
                  <a:pt x="1730" y="1326"/>
                </a:cubicBezTo>
                <a:lnTo>
                  <a:pt x="1730" y="1326"/>
                </a:lnTo>
                <a:cubicBezTo>
                  <a:pt x="1753" y="1312"/>
                  <a:pt x="1774" y="1295"/>
                  <a:pt x="1796" y="1281"/>
                </a:cubicBezTo>
                <a:cubicBezTo>
                  <a:pt x="1846" y="1248"/>
                  <a:pt x="1899" y="1218"/>
                  <a:pt x="1952" y="1191"/>
                </a:cubicBezTo>
                <a:cubicBezTo>
                  <a:pt x="1973" y="1180"/>
                  <a:pt x="1996" y="1170"/>
                  <a:pt x="2015" y="1159"/>
                </a:cubicBezTo>
                <a:cubicBezTo>
                  <a:pt x="2019" y="1157"/>
                  <a:pt x="2023" y="1154"/>
                  <a:pt x="2026" y="1152"/>
                </a:cubicBezTo>
                <a:lnTo>
                  <a:pt x="2026" y="1152"/>
                </a:lnTo>
                <a:cubicBezTo>
                  <a:pt x="2028" y="1152"/>
                  <a:pt x="2030" y="1151"/>
                  <a:pt x="2032" y="1151"/>
                </a:cubicBezTo>
                <a:cubicBezTo>
                  <a:pt x="2093" y="1132"/>
                  <a:pt x="2152" y="1108"/>
                  <a:pt x="2213" y="1092"/>
                </a:cubicBezTo>
                <a:cubicBezTo>
                  <a:pt x="2272" y="1075"/>
                  <a:pt x="2329" y="1064"/>
                  <a:pt x="2388" y="1052"/>
                </a:cubicBezTo>
                <a:cubicBezTo>
                  <a:pt x="2406" y="1047"/>
                  <a:pt x="2452" y="1041"/>
                  <a:pt x="2450" y="1041"/>
                </a:cubicBezTo>
                <a:lnTo>
                  <a:pt x="2450" y="1041"/>
                </a:lnTo>
                <a:cubicBezTo>
                  <a:pt x="2449" y="1041"/>
                  <a:pt x="2434" y="1042"/>
                  <a:pt x="2396" y="1047"/>
                </a:cubicBezTo>
                <a:cubicBezTo>
                  <a:pt x="2438" y="1041"/>
                  <a:pt x="2480" y="1037"/>
                  <a:pt x="2523" y="1035"/>
                </a:cubicBezTo>
                <a:cubicBezTo>
                  <a:pt x="2551" y="1033"/>
                  <a:pt x="2579" y="1028"/>
                  <a:pt x="2607" y="1022"/>
                </a:cubicBezTo>
                <a:lnTo>
                  <a:pt x="2607" y="1022"/>
                </a:lnTo>
                <a:cubicBezTo>
                  <a:pt x="2623" y="1021"/>
                  <a:pt x="2639" y="1018"/>
                  <a:pt x="2655" y="1016"/>
                </a:cubicBezTo>
                <a:cubicBezTo>
                  <a:pt x="2677" y="1012"/>
                  <a:pt x="2699" y="1009"/>
                  <a:pt x="2720" y="1006"/>
                </a:cubicBezTo>
                <a:lnTo>
                  <a:pt x="2720" y="1006"/>
                </a:lnTo>
                <a:cubicBezTo>
                  <a:pt x="2727" y="1005"/>
                  <a:pt x="2777" y="1000"/>
                  <a:pt x="2792" y="999"/>
                </a:cubicBezTo>
                <a:cubicBezTo>
                  <a:pt x="2853" y="995"/>
                  <a:pt x="2917" y="991"/>
                  <a:pt x="2978" y="988"/>
                </a:cubicBezTo>
                <a:cubicBezTo>
                  <a:pt x="2996" y="988"/>
                  <a:pt x="3014" y="988"/>
                  <a:pt x="3032" y="988"/>
                </a:cubicBezTo>
                <a:close/>
                <a:moveTo>
                  <a:pt x="3031" y="0"/>
                </a:moveTo>
                <a:cubicBezTo>
                  <a:pt x="2841" y="0"/>
                  <a:pt x="2651" y="16"/>
                  <a:pt x="2463" y="44"/>
                </a:cubicBezTo>
                <a:lnTo>
                  <a:pt x="2463" y="44"/>
                </a:lnTo>
                <a:cubicBezTo>
                  <a:pt x="1887" y="101"/>
                  <a:pt x="1345" y="305"/>
                  <a:pt x="921" y="715"/>
                </a:cubicBezTo>
                <a:cubicBezTo>
                  <a:pt x="551" y="1073"/>
                  <a:pt x="298" y="1566"/>
                  <a:pt x="199" y="2071"/>
                </a:cubicBezTo>
                <a:cubicBezTo>
                  <a:pt x="1" y="3089"/>
                  <a:pt x="296" y="4250"/>
                  <a:pt x="1128" y="4915"/>
                </a:cubicBezTo>
                <a:cubicBezTo>
                  <a:pt x="1602" y="5295"/>
                  <a:pt x="2207" y="5479"/>
                  <a:pt x="2815" y="5479"/>
                </a:cubicBezTo>
                <a:cubicBezTo>
                  <a:pt x="3435" y="5479"/>
                  <a:pt x="4059" y="5288"/>
                  <a:pt x="4551" y="4917"/>
                </a:cubicBezTo>
                <a:cubicBezTo>
                  <a:pt x="5478" y="4222"/>
                  <a:pt x="5845" y="2981"/>
                  <a:pt x="5529" y="1873"/>
                </a:cubicBezTo>
                <a:cubicBezTo>
                  <a:pt x="5356" y="1275"/>
                  <a:pt x="4989" y="750"/>
                  <a:pt x="4469" y="401"/>
                </a:cubicBezTo>
                <a:cubicBezTo>
                  <a:pt x="4037" y="112"/>
                  <a:pt x="3537" y="0"/>
                  <a:pt x="303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5" name="Google Shape;6675;p48"/>
          <p:cNvSpPr/>
          <p:nvPr/>
        </p:nvSpPr>
        <p:spPr>
          <a:xfrm rot="-899622">
            <a:off x="7108451" y="4165179"/>
            <a:ext cx="585775" cy="623413"/>
          </a:xfrm>
          <a:custGeom>
            <a:rect b="b" l="l" r="r" t="t"/>
            <a:pathLst>
              <a:path extrusionOk="0" h="29017" w="27269">
                <a:moveTo>
                  <a:pt x="22507" y="0"/>
                </a:moveTo>
                <a:cubicBezTo>
                  <a:pt x="21719" y="0"/>
                  <a:pt x="20932" y="201"/>
                  <a:pt x="20248" y="603"/>
                </a:cubicBezTo>
                <a:cubicBezTo>
                  <a:pt x="20101" y="684"/>
                  <a:pt x="19960" y="774"/>
                  <a:pt x="19827" y="877"/>
                </a:cubicBezTo>
                <a:cubicBezTo>
                  <a:pt x="19689" y="973"/>
                  <a:pt x="19562" y="1080"/>
                  <a:pt x="19439" y="1195"/>
                </a:cubicBezTo>
                <a:cubicBezTo>
                  <a:pt x="19306" y="1313"/>
                  <a:pt x="19214" y="1408"/>
                  <a:pt x="19117" y="1505"/>
                </a:cubicBezTo>
                <a:lnTo>
                  <a:pt x="18821" y="1800"/>
                </a:lnTo>
                <a:lnTo>
                  <a:pt x="17642" y="2975"/>
                </a:lnTo>
                <a:lnTo>
                  <a:pt x="8210" y="12373"/>
                </a:lnTo>
                <a:lnTo>
                  <a:pt x="3494" y="17071"/>
                </a:lnTo>
                <a:lnTo>
                  <a:pt x="2315" y="18246"/>
                </a:lnTo>
                <a:lnTo>
                  <a:pt x="1721" y="18842"/>
                </a:lnTo>
                <a:cubicBezTo>
                  <a:pt x="1504" y="19073"/>
                  <a:pt x="1291" y="19311"/>
                  <a:pt x="1110" y="19576"/>
                </a:cubicBezTo>
                <a:cubicBezTo>
                  <a:pt x="744" y="20099"/>
                  <a:pt x="454" y="20675"/>
                  <a:pt x="267" y="21287"/>
                </a:cubicBezTo>
                <a:cubicBezTo>
                  <a:pt x="86" y="21900"/>
                  <a:pt x="1" y="22538"/>
                  <a:pt x="13" y="23174"/>
                </a:cubicBezTo>
                <a:cubicBezTo>
                  <a:pt x="35" y="24451"/>
                  <a:pt x="496" y="25713"/>
                  <a:pt x="1281" y="26719"/>
                </a:cubicBezTo>
                <a:cubicBezTo>
                  <a:pt x="1679" y="27216"/>
                  <a:pt x="2146" y="27657"/>
                  <a:pt x="2675" y="28015"/>
                </a:cubicBezTo>
                <a:cubicBezTo>
                  <a:pt x="3210" y="28365"/>
                  <a:pt x="3798" y="28634"/>
                  <a:pt x="4413" y="28805"/>
                </a:cubicBezTo>
                <a:cubicBezTo>
                  <a:pt x="4924" y="28947"/>
                  <a:pt x="5453" y="29016"/>
                  <a:pt x="5983" y="29016"/>
                </a:cubicBezTo>
                <a:cubicBezTo>
                  <a:pt x="6728" y="29016"/>
                  <a:pt x="7474" y="28878"/>
                  <a:pt x="8170" y="28610"/>
                </a:cubicBezTo>
                <a:cubicBezTo>
                  <a:pt x="8765" y="28375"/>
                  <a:pt x="9319" y="28045"/>
                  <a:pt x="9814" y="27642"/>
                </a:cubicBezTo>
                <a:lnTo>
                  <a:pt x="10170" y="27323"/>
                </a:lnTo>
                <a:cubicBezTo>
                  <a:pt x="10285" y="27216"/>
                  <a:pt x="10371" y="27125"/>
                  <a:pt x="10472" y="27025"/>
                </a:cubicBezTo>
                <a:lnTo>
                  <a:pt x="11063" y="26437"/>
                </a:lnTo>
                <a:lnTo>
                  <a:pt x="20495" y="17039"/>
                </a:lnTo>
                <a:cubicBezTo>
                  <a:pt x="21385" y="16152"/>
                  <a:pt x="21860" y="15184"/>
                  <a:pt x="21554" y="14878"/>
                </a:cubicBezTo>
                <a:cubicBezTo>
                  <a:pt x="21491" y="14814"/>
                  <a:pt x="21400" y="14784"/>
                  <a:pt x="21287" y="14784"/>
                </a:cubicBezTo>
                <a:cubicBezTo>
                  <a:pt x="20852" y="14784"/>
                  <a:pt x="20096" y="15227"/>
                  <a:pt x="19389" y="15931"/>
                </a:cubicBezTo>
                <a:lnTo>
                  <a:pt x="9957" y="25329"/>
                </a:lnTo>
                <a:lnTo>
                  <a:pt x="9369" y="25916"/>
                </a:lnTo>
                <a:cubicBezTo>
                  <a:pt x="9272" y="26009"/>
                  <a:pt x="9166" y="26121"/>
                  <a:pt x="9079" y="26200"/>
                </a:cubicBezTo>
                <a:lnTo>
                  <a:pt x="8814" y="26439"/>
                </a:lnTo>
                <a:cubicBezTo>
                  <a:pt x="8448" y="26735"/>
                  <a:pt x="8041" y="26978"/>
                  <a:pt x="7603" y="27152"/>
                </a:cubicBezTo>
                <a:cubicBezTo>
                  <a:pt x="7090" y="27349"/>
                  <a:pt x="6538" y="27451"/>
                  <a:pt x="5987" y="27451"/>
                </a:cubicBezTo>
                <a:cubicBezTo>
                  <a:pt x="5595" y="27451"/>
                  <a:pt x="5204" y="27399"/>
                  <a:pt x="4826" y="27294"/>
                </a:cubicBezTo>
                <a:cubicBezTo>
                  <a:pt x="4373" y="27166"/>
                  <a:pt x="3939" y="26970"/>
                  <a:pt x="3544" y="26715"/>
                </a:cubicBezTo>
                <a:cubicBezTo>
                  <a:pt x="3154" y="26449"/>
                  <a:pt x="2808" y="26121"/>
                  <a:pt x="2512" y="25753"/>
                </a:cubicBezTo>
                <a:cubicBezTo>
                  <a:pt x="1935" y="25011"/>
                  <a:pt x="1591" y="24083"/>
                  <a:pt x="1577" y="23138"/>
                </a:cubicBezTo>
                <a:cubicBezTo>
                  <a:pt x="1570" y="22667"/>
                  <a:pt x="1633" y="22194"/>
                  <a:pt x="1764" y="21743"/>
                </a:cubicBezTo>
                <a:cubicBezTo>
                  <a:pt x="1902" y="21291"/>
                  <a:pt x="2118" y="20866"/>
                  <a:pt x="2387" y="20480"/>
                </a:cubicBezTo>
                <a:cubicBezTo>
                  <a:pt x="2520" y="20285"/>
                  <a:pt x="2677" y="20110"/>
                  <a:pt x="2838" y="19937"/>
                </a:cubicBezTo>
                <a:lnTo>
                  <a:pt x="3418" y="19355"/>
                </a:lnTo>
                <a:lnTo>
                  <a:pt x="4597" y="18180"/>
                </a:lnTo>
                <a:lnTo>
                  <a:pt x="9313" y="13480"/>
                </a:lnTo>
                <a:lnTo>
                  <a:pt x="18747" y="4082"/>
                </a:lnTo>
                <a:lnTo>
                  <a:pt x="19926" y="2907"/>
                </a:lnTo>
                <a:lnTo>
                  <a:pt x="20220" y="2615"/>
                </a:lnTo>
                <a:cubicBezTo>
                  <a:pt x="20318" y="2515"/>
                  <a:pt x="20421" y="2412"/>
                  <a:pt x="20497" y="2348"/>
                </a:cubicBezTo>
                <a:cubicBezTo>
                  <a:pt x="20576" y="2273"/>
                  <a:pt x="20660" y="2201"/>
                  <a:pt x="20751" y="2140"/>
                </a:cubicBezTo>
                <a:cubicBezTo>
                  <a:pt x="20836" y="2070"/>
                  <a:pt x="20930" y="2014"/>
                  <a:pt x="21027" y="1961"/>
                </a:cubicBezTo>
                <a:cubicBezTo>
                  <a:pt x="21473" y="1696"/>
                  <a:pt x="21990" y="1565"/>
                  <a:pt x="22507" y="1565"/>
                </a:cubicBezTo>
                <a:cubicBezTo>
                  <a:pt x="22870" y="1565"/>
                  <a:pt x="23232" y="1629"/>
                  <a:pt x="23570" y="1758"/>
                </a:cubicBezTo>
                <a:cubicBezTo>
                  <a:pt x="24397" y="2056"/>
                  <a:pt x="25065" y="2764"/>
                  <a:pt x="25342" y="3593"/>
                </a:cubicBezTo>
                <a:cubicBezTo>
                  <a:pt x="25634" y="4424"/>
                  <a:pt x="25517" y="5384"/>
                  <a:pt x="25051" y="6128"/>
                </a:cubicBezTo>
                <a:cubicBezTo>
                  <a:pt x="24938" y="6315"/>
                  <a:pt x="24797" y="6486"/>
                  <a:pt x="24646" y="6647"/>
                </a:cubicBezTo>
                <a:lnTo>
                  <a:pt x="24063" y="7229"/>
                </a:lnTo>
                <a:lnTo>
                  <a:pt x="22884" y="8404"/>
                </a:lnTo>
                <a:lnTo>
                  <a:pt x="20526" y="10752"/>
                </a:lnTo>
                <a:lnTo>
                  <a:pt x="15811" y="15452"/>
                </a:lnTo>
                <a:lnTo>
                  <a:pt x="11095" y="20150"/>
                </a:lnTo>
                <a:lnTo>
                  <a:pt x="10506" y="20739"/>
                </a:lnTo>
                <a:cubicBezTo>
                  <a:pt x="10283" y="20961"/>
                  <a:pt x="10170" y="21073"/>
                  <a:pt x="10011" y="21174"/>
                </a:cubicBezTo>
                <a:cubicBezTo>
                  <a:pt x="9754" y="21340"/>
                  <a:pt x="9447" y="21423"/>
                  <a:pt x="9141" y="21423"/>
                </a:cubicBezTo>
                <a:cubicBezTo>
                  <a:pt x="9072" y="21423"/>
                  <a:pt x="9004" y="21419"/>
                  <a:pt x="8936" y="21411"/>
                </a:cubicBezTo>
                <a:cubicBezTo>
                  <a:pt x="8184" y="21331"/>
                  <a:pt x="7552" y="20653"/>
                  <a:pt x="7524" y="19898"/>
                </a:cubicBezTo>
                <a:cubicBezTo>
                  <a:pt x="7500" y="19524"/>
                  <a:pt x="7607" y="19142"/>
                  <a:pt x="7834" y="18846"/>
                </a:cubicBezTo>
                <a:cubicBezTo>
                  <a:pt x="7858" y="18806"/>
                  <a:pt x="7890" y="18770"/>
                  <a:pt x="7922" y="18737"/>
                </a:cubicBezTo>
                <a:cubicBezTo>
                  <a:pt x="7951" y="18701"/>
                  <a:pt x="7979" y="18667"/>
                  <a:pt x="8035" y="18611"/>
                </a:cubicBezTo>
                <a:lnTo>
                  <a:pt x="8325" y="18313"/>
                </a:lnTo>
                <a:lnTo>
                  <a:pt x="8906" y="17717"/>
                </a:lnTo>
                <a:lnTo>
                  <a:pt x="11224" y="15333"/>
                </a:lnTo>
                <a:lnTo>
                  <a:pt x="15864" y="10561"/>
                </a:lnTo>
                <a:cubicBezTo>
                  <a:pt x="16739" y="9661"/>
                  <a:pt x="17200" y="8685"/>
                  <a:pt x="16894" y="8380"/>
                </a:cubicBezTo>
                <a:cubicBezTo>
                  <a:pt x="16832" y="8319"/>
                  <a:pt x="16743" y="8290"/>
                  <a:pt x="16633" y="8290"/>
                </a:cubicBezTo>
                <a:cubicBezTo>
                  <a:pt x="16201" y="8290"/>
                  <a:pt x="15448" y="8744"/>
                  <a:pt x="14749" y="9464"/>
                </a:cubicBezTo>
                <a:lnTo>
                  <a:pt x="10105" y="14239"/>
                </a:lnTo>
                <a:lnTo>
                  <a:pt x="7784" y="16627"/>
                </a:lnTo>
                <a:lnTo>
                  <a:pt x="7204" y="17224"/>
                </a:lnTo>
                <a:lnTo>
                  <a:pt x="6914" y="17522"/>
                </a:lnTo>
                <a:cubicBezTo>
                  <a:pt x="6870" y="17566"/>
                  <a:pt x="6806" y="17635"/>
                  <a:pt x="6745" y="17705"/>
                </a:cubicBezTo>
                <a:cubicBezTo>
                  <a:pt x="6685" y="17774"/>
                  <a:pt x="6625" y="17844"/>
                  <a:pt x="6574" y="17920"/>
                </a:cubicBezTo>
                <a:cubicBezTo>
                  <a:pt x="6130" y="18510"/>
                  <a:pt x="5916" y="19262"/>
                  <a:pt x="5963" y="19993"/>
                </a:cubicBezTo>
                <a:cubicBezTo>
                  <a:pt x="6005" y="20725"/>
                  <a:pt x="6307" y="21448"/>
                  <a:pt x="6816" y="21979"/>
                </a:cubicBezTo>
                <a:cubicBezTo>
                  <a:pt x="7313" y="22514"/>
                  <a:pt x="8009" y="22878"/>
                  <a:pt x="8739" y="22963"/>
                </a:cubicBezTo>
                <a:cubicBezTo>
                  <a:pt x="8873" y="22981"/>
                  <a:pt x="9009" y="22989"/>
                  <a:pt x="9144" y="22989"/>
                </a:cubicBezTo>
                <a:cubicBezTo>
                  <a:pt x="9743" y="22989"/>
                  <a:pt x="10342" y="22822"/>
                  <a:pt x="10848" y="22496"/>
                </a:cubicBezTo>
                <a:cubicBezTo>
                  <a:pt x="11003" y="22395"/>
                  <a:pt x="11152" y="22287"/>
                  <a:pt x="11286" y="22162"/>
                </a:cubicBezTo>
                <a:cubicBezTo>
                  <a:pt x="11439" y="22025"/>
                  <a:pt x="11502" y="21951"/>
                  <a:pt x="11612" y="21848"/>
                </a:cubicBezTo>
                <a:lnTo>
                  <a:pt x="12200" y="21260"/>
                </a:lnTo>
                <a:lnTo>
                  <a:pt x="16916" y="16562"/>
                </a:lnTo>
                <a:lnTo>
                  <a:pt x="21632" y="11862"/>
                </a:lnTo>
                <a:lnTo>
                  <a:pt x="23990" y="9514"/>
                </a:lnTo>
                <a:lnTo>
                  <a:pt x="25169" y="8339"/>
                </a:lnTo>
                <a:lnTo>
                  <a:pt x="25763" y="7742"/>
                </a:lnTo>
                <a:cubicBezTo>
                  <a:pt x="25994" y="7502"/>
                  <a:pt x="26206" y="7241"/>
                  <a:pt x="26381" y="6955"/>
                </a:cubicBezTo>
                <a:cubicBezTo>
                  <a:pt x="27093" y="5816"/>
                  <a:pt x="27268" y="4360"/>
                  <a:pt x="26825" y="3092"/>
                </a:cubicBezTo>
                <a:cubicBezTo>
                  <a:pt x="26397" y="1820"/>
                  <a:pt x="25389" y="758"/>
                  <a:pt x="24125" y="295"/>
                </a:cubicBezTo>
                <a:cubicBezTo>
                  <a:pt x="23609" y="98"/>
                  <a:pt x="23058" y="0"/>
                  <a:pt x="22507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6" name="Google Shape;6676;p48"/>
          <p:cNvSpPr/>
          <p:nvPr/>
        </p:nvSpPr>
        <p:spPr>
          <a:xfrm>
            <a:off x="2193500" y="790138"/>
            <a:ext cx="388400" cy="411925"/>
          </a:xfrm>
          <a:custGeom>
            <a:rect b="b" l="l" r="r" t="t"/>
            <a:pathLst>
              <a:path extrusionOk="0" h="16477" w="15536">
                <a:moveTo>
                  <a:pt x="6847" y="1663"/>
                </a:moveTo>
                <a:cubicBezTo>
                  <a:pt x="7694" y="2699"/>
                  <a:pt x="8474" y="3796"/>
                  <a:pt x="9217" y="4915"/>
                </a:cubicBezTo>
                <a:lnTo>
                  <a:pt x="9217" y="4915"/>
                </a:lnTo>
                <a:cubicBezTo>
                  <a:pt x="8312" y="5132"/>
                  <a:pt x="7406" y="5345"/>
                  <a:pt x="6499" y="5555"/>
                </a:cubicBezTo>
                <a:lnTo>
                  <a:pt x="6499" y="5555"/>
                </a:lnTo>
                <a:cubicBezTo>
                  <a:pt x="6577" y="4254"/>
                  <a:pt x="6686" y="2956"/>
                  <a:pt x="6847" y="1663"/>
                </a:cubicBezTo>
                <a:close/>
                <a:moveTo>
                  <a:pt x="13631" y="4832"/>
                </a:moveTo>
                <a:cubicBezTo>
                  <a:pt x="13054" y="5635"/>
                  <a:pt x="12464" y="6428"/>
                  <a:pt x="11865" y="7213"/>
                </a:cubicBezTo>
                <a:lnTo>
                  <a:pt x="11865" y="7213"/>
                </a:lnTo>
                <a:cubicBezTo>
                  <a:pt x="11783" y="7081"/>
                  <a:pt x="11700" y="6949"/>
                  <a:pt x="11617" y="6817"/>
                </a:cubicBezTo>
                <a:cubicBezTo>
                  <a:pt x="11353" y="6396"/>
                  <a:pt x="11086" y="5973"/>
                  <a:pt x="10816" y="5552"/>
                </a:cubicBezTo>
                <a:lnTo>
                  <a:pt x="10816" y="5552"/>
                </a:lnTo>
                <a:cubicBezTo>
                  <a:pt x="11756" y="5320"/>
                  <a:pt x="12695" y="5082"/>
                  <a:pt x="13631" y="4832"/>
                </a:cubicBezTo>
                <a:close/>
                <a:moveTo>
                  <a:pt x="5447" y="6821"/>
                </a:moveTo>
                <a:lnTo>
                  <a:pt x="5447" y="6821"/>
                </a:lnTo>
                <a:cubicBezTo>
                  <a:pt x="5412" y="7578"/>
                  <a:pt x="5383" y="8337"/>
                  <a:pt x="5358" y="9095"/>
                </a:cubicBezTo>
                <a:lnTo>
                  <a:pt x="5358" y="9095"/>
                </a:lnTo>
                <a:cubicBezTo>
                  <a:pt x="4278" y="8603"/>
                  <a:pt x="3200" y="8103"/>
                  <a:pt x="2127" y="7595"/>
                </a:cubicBezTo>
                <a:lnTo>
                  <a:pt x="2127" y="7595"/>
                </a:lnTo>
                <a:cubicBezTo>
                  <a:pt x="3233" y="7333"/>
                  <a:pt x="4340" y="7077"/>
                  <a:pt x="5447" y="6821"/>
                </a:cubicBezTo>
                <a:close/>
                <a:moveTo>
                  <a:pt x="9795" y="5801"/>
                </a:moveTo>
                <a:cubicBezTo>
                  <a:pt x="10147" y="6347"/>
                  <a:pt x="10492" y="6896"/>
                  <a:pt x="10833" y="7443"/>
                </a:cubicBezTo>
                <a:cubicBezTo>
                  <a:pt x="10961" y="7647"/>
                  <a:pt x="11089" y="7852"/>
                  <a:pt x="11216" y="8057"/>
                </a:cubicBezTo>
                <a:lnTo>
                  <a:pt x="11216" y="8057"/>
                </a:lnTo>
                <a:cubicBezTo>
                  <a:pt x="10515" y="8963"/>
                  <a:pt x="9804" y="9861"/>
                  <a:pt x="9090" y="10757"/>
                </a:cubicBezTo>
                <a:lnTo>
                  <a:pt x="9090" y="10757"/>
                </a:lnTo>
                <a:cubicBezTo>
                  <a:pt x="8168" y="10356"/>
                  <a:pt x="7249" y="9949"/>
                  <a:pt x="6332" y="9536"/>
                </a:cubicBezTo>
                <a:lnTo>
                  <a:pt x="6332" y="9536"/>
                </a:lnTo>
                <a:cubicBezTo>
                  <a:pt x="6362" y="8553"/>
                  <a:pt x="6396" y="7571"/>
                  <a:pt x="6443" y="6590"/>
                </a:cubicBezTo>
                <a:lnTo>
                  <a:pt x="6443" y="6590"/>
                </a:lnTo>
                <a:cubicBezTo>
                  <a:pt x="7562" y="6331"/>
                  <a:pt x="8679" y="6070"/>
                  <a:pt x="9795" y="5801"/>
                </a:cubicBezTo>
                <a:close/>
                <a:moveTo>
                  <a:pt x="11771" y="8958"/>
                </a:moveTo>
                <a:cubicBezTo>
                  <a:pt x="12536" y="10214"/>
                  <a:pt x="13278" y="11491"/>
                  <a:pt x="13947" y="12799"/>
                </a:cubicBezTo>
                <a:lnTo>
                  <a:pt x="13947" y="12799"/>
                </a:lnTo>
                <a:cubicBezTo>
                  <a:pt x="12637" y="12267"/>
                  <a:pt x="11332" y="11721"/>
                  <a:pt x="10032" y="11163"/>
                </a:cubicBezTo>
                <a:lnTo>
                  <a:pt x="10032" y="11163"/>
                </a:lnTo>
                <a:cubicBezTo>
                  <a:pt x="10616" y="10431"/>
                  <a:pt x="11196" y="9697"/>
                  <a:pt x="11771" y="8958"/>
                </a:cubicBezTo>
                <a:close/>
                <a:moveTo>
                  <a:pt x="6300" y="10607"/>
                </a:moveTo>
                <a:cubicBezTo>
                  <a:pt x="7016" y="10927"/>
                  <a:pt x="7732" y="11244"/>
                  <a:pt x="8451" y="11557"/>
                </a:cubicBezTo>
                <a:lnTo>
                  <a:pt x="8451" y="11557"/>
                </a:lnTo>
                <a:cubicBezTo>
                  <a:pt x="7691" y="12508"/>
                  <a:pt x="6929" y="13457"/>
                  <a:pt x="6174" y="14413"/>
                </a:cubicBezTo>
                <a:lnTo>
                  <a:pt x="6174" y="14413"/>
                </a:lnTo>
                <a:cubicBezTo>
                  <a:pt x="6229" y="13146"/>
                  <a:pt x="6264" y="11877"/>
                  <a:pt x="6300" y="10607"/>
                </a:cubicBezTo>
                <a:close/>
                <a:moveTo>
                  <a:pt x="6513" y="1"/>
                </a:moveTo>
                <a:cubicBezTo>
                  <a:pt x="6290" y="1"/>
                  <a:pt x="6060" y="131"/>
                  <a:pt x="6026" y="362"/>
                </a:cubicBezTo>
                <a:cubicBezTo>
                  <a:pt x="5760" y="2163"/>
                  <a:pt x="5604" y="3972"/>
                  <a:pt x="5501" y="5786"/>
                </a:cubicBezTo>
                <a:lnTo>
                  <a:pt x="5501" y="5786"/>
                </a:lnTo>
                <a:cubicBezTo>
                  <a:pt x="3837" y="6171"/>
                  <a:pt x="2172" y="6555"/>
                  <a:pt x="511" y="6958"/>
                </a:cubicBezTo>
                <a:cubicBezTo>
                  <a:pt x="115" y="7055"/>
                  <a:pt x="1" y="7681"/>
                  <a:pt x="393" y="7868"/>
                </a:cubicBezTo>
                <a:cubicBezTo>
                  <a:pt x="2028" y="8652"/>
                  <a:pt x="3672" y="9419"/>
                  <a:pt x="5324" y="10167"/>
                </a:cubicBezTo>
                <a:lnTo>
                  <a:pt x="5324" y="10167"/>
                </a:lnTo>
                <a:cubicBezTo>
                  <a:pt x="5265" y="12097"/>
                  <a:pt x="5213" y="14027"/>
                  <a:pt x="5099" y="15951"/>
                </a:cubicBezTo>
                <a:cubicBezTo>
                  <a:pt x="5085" y="16196"/>
                  <a:pt x="5221" y="16347"/>
                  <a:pt x="5397" y="16404"/>
                </a:cubicBezTo>
                <a:lnTo>
                  <a:pt x="5397" y="16404"/>
                </a:lnTo>
                <a:cubicBezTo>
                  <a:pt x="5468" y="16450"/>
                  <a:pt x="5548" y="16477"/>
                  <a:pt x="5628" y="16477"/>
                </a:cubicBezTo>
                <a:cubicBezTo>
                  <a:pt x="5740" y="16477"/>
                  <a:pt x="5853" y="16426"/>
                  <a:pt x="5948" y="16303"/>
                </a:cubicBezTo>
                <a:cubicBezTo>
                  <a:pt x="7084" y="14845"/>
                  <a:pt x="8241" y="13406"/>
                  <a:pt x="9393" y="11965"/>
                </a:cubicBezTo>
                <a:lnTo>
                  <a:pt x="9393" y="11965"/>
                </a:lnTo>
                <a:cubicBezTo>
                  <a:pt x="11196" y="12741"/>
                  <a:pt x="13009" y="13494"/>
                  <a:pt x="14832" y="14222"/>
                </a:cubicBezTo>
                <a:cubicBezTo>
                  <a:pt x="14891" y="14245"/>
                  <a:pt x="14947" y="14256"/>
                  <a:pt x="14999" y="14256"/>
                </a:cubicBezTo>
                <a:cubicBezTo>
                  <a:pt x="15344" y="14256"/>
                  <a:pt x="15535" y="13791"/>
                  <a:pt x="15394" y="13491"/>
                </a:cubicBezTo>
                <a:cubicBezTo>
                  <a:pt x="14529" y="11640"/>
                  <a:pt x="13496" y="9859"/>
                  <a:pt x="12424" y="8114"/>
                </a:cubicBezTo>
                <a:lnTo>
                  <a:pt x="12424" y="8114"/>
                </a:lnTo>
                <a:cubicBezTo>
                  <a:pt x="13397" y="6844"/>
                  <a:pt x="14350" y="5557"/>
                  <a:pt x="15264" y="4238"/>
                </a:cubicBezTo>
                <a:cubicBezTo>
                  <a:pt x="15493" y="3909"/>
                  <a:pt x="15177" y="3491"/>
                  <a:pt x="14822" y="3491"/>
                </a:cubicBezTo>
                <a:cubicBezTo>
                  <a:pt x="14782" y="3491"/>
                  <a:pt x="14741" y="3496"/>
                  <a:pt x="14701" y="3507"/>
                </a:cubicBezTo>
                <a:cubicBezTo>
                  <a:pt x="13221" y="3921"/>
                  <a:pt x="11733" y="4302"/>
                  <a:pt x="10242" y="4667"/>
                </a:cubicBezTo>
                <a:lnTo>
                  <a:pt x="10242" y="4667"/>
                </a:lnTo>
                <a:cubicBezTo>
                  <a:pt x="9206" y="3091"/>
                  <a:pt x="8105" y="1549"/>
                  <a:pt x="6860" y="143"/>
                </a:cubicBezTo>
                <a:cubicBezTo>
                  <a:pt x="6774" y="46"/>
                  <a:pt x="6645" y="1"/>
                  <a:pt x="6513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7" name="Google Shape;6677;p48"/>
          <p:cNvSpPr/>
          <p:nvPr/>
        </p:nvSpPr>
        <p:spPr>
          <a:xfrm>
            <a:off x="6701763" y="4100013"/>
            <a:ext cx="117525" cy="110100"/>
          </a:xfrm>
          <a:custGeom>
            <a:rect b="b" l="l" r="r" t="t"/>
            <a:pathLst>
              <a:path extrusionOk="0" h="4404" w="4701">
                <a:moveTo>
                  <a:pt x="1951" y="1032"/>
                </a:moveTo>
                <a:cubicBezTo>
                  <a:pt x="1950" y="1033"/>
                  <a:pt x="1949" y="1033"/>
                  <a:pt x="1947" y="1033"/>
                </a:cubicBezTo>
                <a:cubicBezTo>
                  <a:pt x="1948" y="1033"/>
                  <a:pt x="1950" y="1033"/>
                  <a:pt x="1951" y="1032"/>
                </a:cubicBezTo>
                <a:close/>
                <a:moveTo>
                  <a:pt x="2857" y="1059"/>
                </a:moveTo>
                <a:cubicBezTo>
                  <a:pt x="2871" y="1059"/>
                  <a:pt x="2889" y="1066"/>
                  <a:pt x="2907" y="1075"/>
                </a:cubicBezTo>
                <a:lnTo>
                  <a:pt x="2907" y="1075"/>
                </a:lnTo>
                <a:cubicBezTo>
                  <a:pt x="2887" y="1068"/>
                  <a:pt x="2858" y="1059"/>
                  <a:pt x="2857" y="1059"/>
                </a:cubicBezTo>
                <a:close/>
                <a:moveTo>
                  <a:pt x="3091" y="1185"/>
                </a:moveTo>
                <a:cubicBezTo>
                  <a:pt x="3091" y="1185"/>
                  <a:pt x="3091" y="1185"/>
                  <a:pt x="3091" y="1185"/>
                </a:cubicBezTo>
                <a:lnTo>
                  <a:pt x="3091" y="1185"/>
                </a:lnTo>
                <a:cubicBezTo>
                  <a:pt x="3091" y="1185"/>
                  <a:pt x="3091" y="1185"/>
                  <a:pt x="3091" y="1185"/>
                </a:cubicBezTo>
                <a:close/>
                <a:moveTo>
                  <a:pt x="3104" y="1198"/>
                </a:moveTo>
                <a:cubicBezTo>
                  <a:pt x="3111" y="1203"/>
                  <a:pt x="3118" y="1208"/>
                  <a:pt x="3125" y="1213"/>
                </a:cubicBezTo>
                <a:cubicBezTo>
                  <a:pt x="3142" y="1224"/>
                  <a:pt x="3149" y="1229"/>
                  <a:pt x="3148" y="1229"/>
                </a:cubicBezTo>
                <a:cubicBezTo>
                  <a:pt x="3148" y="1229"/>
                  <a:pt x="3121" y="1211"/>
                  <a:pt x="3104" y="1198"/>
                </a:cubicBezTo>
                <a:close/>
                <a:moveTo>
                  <a:pt x="1747" y="3319"/>
                </a:moveTo>
                <a:cubicBezTo>
                  <a:pt x="1767" y="3326"/>
                  <a:pt x="1803" y="3338"/>
                  <a:pt x="1802" y="3338"/>
                </a:cubicBezTo>
                <a:cubicBezTo>
                  <a:pt x="1800" y="3339"/>
                  <a:pt x="1799" y="3339"/>
                  <a:pt x="1797" y="3339"/>
                </a:cubicBezTo>
                <a:cubicBezTo>
                  <a:pt x="1785" y="3339"/>
                  <a:pt x="1766" y="3330"/>
                  <a:pt x="1747" y="3319"/>
                </a:cubicBezTo>
                <a:close/>
                <a:moveTo>
                  <a:pt x="2463" y="3393"/>
                </a:moveTo>
                <a:cubicBezTo>
                  <a:pt x="2461" y="3393"/>
                  <a:pt x="2459" y="3393"/>
                  <a:pt x="2456" y="3393"/>
                </a:cubicBezTo>
                <a:lnTo>
                  <a:pt x="2456" y="3393"/>
                </a:lnTo>
                <a:cubicBezTo>
                  <a:pt x="2459" y="3393"/>
                  <a:pt x="2462" y="3393"/>
                  <a:pt x="2463" y="3393"/>
                </a:cubicBezTo>
                <a:close/>
                <a:moveTo>
                  <a:pt x="2387" y="989"/>
                </a:moveTo>
                <a:cubicBezTo>
                  <a:pt x="2440" y="989"/>
                  <a:pt x="2491" y="989"/>
                  <a:pt x="2541" y="993"/>
                </a:cubicBezTo>
                <a:cubicBezTo>
                  <a:pt x="2560" y="993"/>
                  <a:pt x="2582" y="997"/>
                  <a:pt x="2601" y="998"/>
                </a:cubicBezTo>
                <a:lnTo>
                  <a:pt x="2601" y="998"/>
                </a:lnTo>
                <a:cubicBezTo>
                  <a:pt x="2682" y="1018"/>
                  <a:pt x="2761" y="1029"/>
                  <a:pt x="2840" y="1057"/>
                </a:cubicBezTo>
                <a:cubicBezTo>
                  <a:pt x="2857" y="1061"/>
                  <a:pt x="2876" y="1069"/>
                  <a:pt x="2895" y="1076"/>
                </a:cubicBezTo>
                <a:cubicBezTo>
                  <a:pt x="2906" y="1079"/>
                  <a:pt x="2914" y="1081"/>
                  <a:pt x="2919" y="1082"/>
                </a:cubicBezTo>
                <a:lnTo>
                  <a:pt x="2919" y="1082"/>
                </a:lnTo>
                <a:cubicBezTo>
                  <a:pt x="2944" y="1096"/>
                  <a:pt x="2968" y="1113"/>
                  <a:pt x="2984" y="1122"/>
                </a:cubicBezTo>
                <a:cubicBezTo>
                  <a:pt x="3015" y="1139"/>
                  <a:pt x="3049" y="1160"/>
                  <a:pt x="3080" y="1181"/>
                </a:cubicBezTo>
                <a:cubicBezTo>
                  <a:pt x="3084" y="1184"/>
                  <a:pt x="3088" y="1186"/>
                  <a:pt x="3092" y="1189"/>
                </a:cubicBezTo>
                <a:lnTo>
                  <a:pt x="3092" y="1189"/>
                </a:lnTo>
                <a:cubicBezTo>
                  <a:pt x="3107" y="1217"/>
                  <a:pt x="3258" y="1347"/>
                  <a:pt x="3274" y="1366"/>
                </a:cubicBezTo>
                <a:cubicBezTo>
                  <a:pt x="3278" y="1370"/>
                  <a:pt x="3281" y="1374"/>
                  <a:pt x="3284" y="1378"/>
                </a:cubicBezTo>
                <a:lnTo>
                  <a:pt x="3284" y="1378"/>
                </a:lnTo>
                <a:cubicBezTo>
                  <a:pt x="3304" y="1410"/>
                  <a:pt x="3328" y="1440"/>
                  <a:pt x="3348" y="1474"/>
                </a:cubicBezTo>
                <a:cubicBezTo>
                  <a:pt x="3367" y="1503"/>
                  <a:pt x="3386" y="1535"/>
                  <a:pt x="3403" y="1569"/>
                </a:cubicBezTo>
                <a:cubicBezTo>
                  <a:pt x="3409" y="1579"/>
                  <a:pt x="3414" y="1591"/>
                  <a:pt x="3420" y="1604"/>
                </a:cubicBezTo>
                <a:lnTo>
                  <a:pt x="3420" y="1604"/>
                </a:lnTo>
                <a:cubicBezTo>
                  <a:pt x="3420" y="1602"/>
                  <a:pt x="3420" y="1600"/>
                  <a:pt x="3420" y="1598"/>
                </a:cubicBezTo>
                <a:lnTo>
                  <a:pt x="3420" y="1598"/>
                </a:lnTo>
                <a:cubicBezTo>
                  <a:pt x="3420" y="1600"/>
                  <a:pt x="3420" y="1602"/>
                  <a:pt x="3420" y="1604"/>
                </a:cubicBezTo>
                <a:lnTo>
                  <a:pt x="3420" y="1604"/>
                </a:lnTo>
                <a:cubicBezTo>
                  <a:pt x="3420" y="1604"/>
                  <a:pt x="3420" y="1604"/>
                  <a:pt x="3420" y="1604"/>
                </a:cubicBezTo>
                <a:lnTo>
                  <a:pt x="3420" y="1604"/>
                </a:lnTo>
                <a:cubicBezTo>
                  <a:pt x="3420" y="1621"/>
                  <a:pt x="3423" y="1634"/>
                  <a:pt x="3427" y="1644"/>
                </a:cubicBezTo>
                <a:lnTo>
                  <a:pt x="3427" y="1644"/>
                </a:lnTo>
                <a:cubicBezTo>
                  <a:pt x="3423" y="1630"/>
                  <a:pt x="3420" y="1616"/>
                  <a:pt x="3420" y="1604"/>
                </a:cubicBezTo>
                <a:lnTo>
                  <a:pt x="3420" y="1604"/>
                </a:lnTo>
                <a:cubicBezTo>
                  <a:pt x="3422" y="1608"/>
                  <a:pt x="3424" y="1613"/>
                  <a:pt x="3426" y="1617"/>
                </a:cubicBezTo>
                <a:cubicBezTo>
                  <a:pt x="3442" y="1646"/>
                  <a:pt x="3443" y="1659"/>
                  <a:pt x="3439" y="1659"/>
                </a:cubicBezTo>
                <a:cubicBezTo>
                  <a:pt x="3436" y="1659"/>
                  <a:pt x="3432" y="1654"/>
                  <a:pt x="3427" y="1644"/>
                </a:cubicBezTo>
                <a:lnTo>
                  <a:pt x="3427" y="1644"/>
                </a:lnTo>
                <a:cubicBezTo>
                  <a:pt x="3443" y="1697"/>
                  <a:pt x="3479" y="1760"/>
                  <a:pt x="3491" y="1802"/>
                </a:cubicBezTo>
                <a:cubicBezTo>
                  <a:pt x="3500" y="1838"/>
                  <a:pt x="3508" y="1874"/>
                  <a:pt x="3517" y="1910"/>
                </a:cubicBezTo>
                <a:cubicBezTo>
                  <a:pt x="3521" y="1933"/>
                  <a:pt x="3525" y="1954"/>
                  <a:pt x="3529" y="1977"/>
                </a:cubicBezTo>
                <a:cubicBezTo>
                  <a:pt x="3534" y="2005"/>
                  <a:pt x="3537" y="2015"/>
                  <a:pt x="3538" y="2015"/>
                </a:cubicBezTo>
                <a:cubicBezTo>
                  <a:pt x="3540" y="2015"/>
                  <a:pt x="3530" y="1942"/>
                  <a:pt x="3525" y="1939"/>
                </a:cubicBezTo>
                <a:lnTo>
                  <a:pt x="3525" y="1939"/>
                </a:lnTo>
                <a:cubicBezTo>
                  <a:pt x="3550" y="1954"/>
                  <a:pt x="3538" y="2142"/>
                  <a:pt x="3538" y="2173"/>
                </a:cubicBezTo>
                <a:cubicBezTo>
                  <a:pt x="3538" y="2215"/>
                  <a:pt x="3535" y="2257"/>
                  <a:pt x="3533" y="2297"/>
                </a:cubicBezTo>
                <a:cubicBezTo>
                  <a:pt x="3532" y="2312"/>
                  <a:pt x="3530" y="2326"/>
                  <a:pt x="3529" y="2339"/>
                </a:cubicBezTo>
                <a:lnTo>
                  <a:pt x="3529" y="2339"/>
                </a:lnTo>
                <a:cubicBezTo>
                  <a:pt x="3514" y="2409"/>
                  <a:pt x="3504" y="2477"/>
                  <a:pt x="3483" y="2546"/>
                </a:cubicBezTo>
                <a:cubicBezTo>
                  <a:pt x="3472" y="2582"/>
                  <a:pt x="3462" y="2618"/>
                  <a:pt x="3449" y="2651"/>
                </a:cubicBezTo>
                <a:cubicBezTo>
                  <a:pt x="3445" y="2663"/>
                  <a:pt x="3440" y="2676"/>
                  <a:pt x="3436" y="2688"/>
                </a:cubicBezTo>
                <a:lnTo>
                  <a:pt x="3436" y="2688"/>
                </a:lnTo>
                <a:cubicBezTo>
                  <a:pt x="3398" y="2751"/>
                  <a:pt x="3369" y="2818"/>
                  <a:pt x="3329" y="2881"/>
                </a:cubicBezTo>
                <a:cubicBezTo>
                  <a:pt x="3324" y="2889"/>
                  <a:pt x="3300" y="2922"/>
                  <a:pt x="3284" y="2945"/>
                </a:cubicBezTo>
                <a:lnTo>
                  <a:pt x="3284" y="2945"/>
                </a:lnTo>
                <a:cubicBezTo>
                  <a:pt x="3263" y="2968"/>
                  <a:pt x="3232" y="3005"/>
                  <a:pt x="3224" y="3014"/>
                </a:cubicBezTo>
                <a:cubicBezTo>
                  <a:pt x="3198" y="3041"/>
                  <a:pt x="3171" y="3069"/>
                  <a:pt x="3142" y="3094"/>
                </a:cubicBezTo>
                <a:cubicBezTo>
                  <a:pt x="3127" y="3106"/>
                  <a:pt x="3112" y="3119"/>
                  <a:pt x="3099" y="3132"/>
                </a:cubicBezTo>
                <a:cubicBezTo>
                  <a:pt x="3075" y="3154"/>
                  <a:pt x="3071" y="3163"/>
                  <a:pt x="3076" y="3163"/>
                </a:cubicBezTo>
                <a:cubicBezTo>
                  <a:pt x="3076" y="3163"/>
                  <a:pt x="3077" y="3163"/>
                  <a:pt x="3078" y="3162"/>
                </a:cubicBezTo>
                <a:lnTo>
                  <a:pt x="3078" y="3162"/>
                </a:lnTo>
                <a:cubicBezTo>
                  <a:pt x="3021" y="3203"/>
                  <a:pt x="2923" y="3245"/>
                  <a:pt x="2889" y="3262"/>
                </a:cubicBezTo>
                <a:cubicBezTo>
                  <a:pt x="2863" y="3275"/>
                  <a:pt x="2803" y="3296"/>
                  <a:pt x="2805" y="3296"/>
                </a:cubicBezTo>
                <a:cubicBezTo>
                  <a:pt x="2806" y="3296"/>
                  <a:pt x="2822" y="3291"/>
                  <a:pt x="2866" y="3277"/>
                </a:cubicBezTo>
                <a:lnTo>
                  <a:pt x="2866" y="3277"/>
                </a:lnTo>
                <a:cubicBezTo>
                  <a:pt x="2823" y="3292"/>
                  <a:pt x="2783" y="3309"/>
                  <a:pt x="2741" y="3323"/>
                </a:cubicBezTo>
                <a:cubicBezTo>
                  <a:pt x="2642" y="3355"/>
                  <a:pt x="2541" y="3376"/>
                  <a:pt x="2438" y="3395"/>
                </a:cubicBezTo>
                <a:cubicBezTo>
                  <a:pt x="2437" y="3395"/>
                  <a:pt x="2437" y="3395"/>
                  <a:pt x="2437" y="3395"/>
                </a:cubicBezTo>
                <a:lnTo>
                  <a:pt x="2437" y="3395"/>
                </a:lnTo>
                <a:cubicBezTo>
                  <a:pt x="2416" y="3397"/>
                  <a:pt x="2395" y="3400"/>
                  <a:pt x="2375" y="3401"/>
                </a:cubicBezTo>
                <a:cubicBezTo>
                  <a:pt x="2330" y="3403"/>
                  <a:pt x="2284" y="3406"/>
                  <a:pt x="2240" y="3406"/>
                </a:cubicBezTo>
                <a:cubicBezTo>
                  <a:pt x="2226" y="3406"/>
                  <a:pt x="2211" y="3406"/>
                  <a:pt x="2197" y="3406"/>
                </a:cubicBezTo>
                <a:cubicBezTo>
                  <a:pt x="2163" y="3406"/>
                  <a:pt x="2129" y="3405"/>
                  <a:pt x="2094" y="3403"/>
                </a:cubicBezTo>
                <a:cubicBezTo>
                  <a:pt x="2081" y="3402"/>
                  <a:pt x="2067" y="3400"/>
                  <a:pt x="2054" y="3398"/>
                </a:cubicBezTo>
                <a:lnTo>
                  <a:pt x="2054" y="3398"/>
                </a:lnTo>
                <a:cubicBezTo>
                  <a:pt x="1975" y="3376"/>
                  <a:pt x="1893" y="3365"/>
                  <a:pt x="1814" y="3340"/>
                </a:cubicBezTo>
                <a:cubicBezTo>
                  <a:pt x="1797" y="3334"/>
                  <a:pt x="1778" y="3326"/>
                  <a:pt x="1762" y="3321"/>
                </a:cubicBezTo>
                <a:cubicBezTo>
                  <a:pt x="1752" y="3318"/>
                  <a:pt x="1745" y="3316"/>
                  <a:pt x="1740" y="3315"/>
                </a:cubicBezTo>
                <a:lnTo>
                  <a:pt x="1740" y="3315"/>
                </a:lnTo>
                <a:cubicBezTo>
                  <a:pt x="1716" y="3301"/>
                  <a:pt x="1691" y="3283"/>
                  <a:pt x="1679" y="3277"/>
                </a:cubicBezTo>
                <a:cubicBezTo>
                  <a:pt x="1648" y="3258"/>
                  <a:pt x="1616" y="3241"/>
                  <a:pt x="1587" y="3220"/>
                </a:cubicBezTo>
                <a:cubicBezTo>
                  <a:pt x="1572" y="3210"/>
                  <a:pt x="1557" y="3199"/>
                  <a:pt x="1543" y="3191"/>
                </a:cubicBezTo>
                <a:cubicBezTo>
                  <a:pt x="1525" y="3180"/>
                  <a:pt x="1519" y="3175"/>
                  <a:pt x="1519" y="3175"/>
                </a:cubicBezTo>
                <a:lnTo>
                  <a:pt x="1519" y="3175"/>
                </a:lnTo>
                <a:cubicBezTo>
                  <a:pt x="1518" y="3175"/>
                  <a:pt x="1582" y="3218"/>
                  <a:pt x="1580" y="3218"/>
                </a:cubicBezTo>
                <a:cubicBezTo>
                  <a:pt x="1580" y="3218"/>
                  <a:pt x="1579" y="3218"/>
                  <a:pt x="1578" y="3218"/>
                </a:cubicBezTo>
                <a:cubicBezTo>
                  <a:pt x="1542" y="3218"/>
                  <a:pt x="1420" y="3070"/>
                  <a:pt x="1399" y="3045"/>
                </a:cubicBezTo>
                <a:cubicBezTo>
                  <a:pt x="1384" y="3030"/>
                  <a:pt x="1353" y="2977"/>
                  <a:pt x="1351" y="2977"/>
                </a:cubicBezTo>
                <a:lnTo>
                  <a:pt x="1351" y="2977"/>
                </a:lnTo>
                <a:cubicBezTo>
                  <a:pt x="1350" y="2977"/>
                  <a:pt x="1354" y="2985"/>
                  <a:pt x="1363" y="3005"/>
                </a:cubicBezTo>
                <a:cubicBezTo>
                  <a:pt x="1372" y="3025"/>
                  <a:pt x="1375" y="3032"/>
                  <a:pt x="1374" y="3032"/>
                </a:cubicBezTo>
                <a:cubicBezTo>
                  <a:pt x="1372" y="3032"/>
                  <a:pt x="1335" y="2962"/>
                  <a:pt x="1326" y="2946"/>
                </a:cubicBezTo>
                <a:cubicBezTo>
                  <a:pt x="1285" y="2881"/>
                  <a:pt x="1252" y="2814"/>
                  <a:pt x="1215" y="2746"/>
                </a:cubicBezTo>
                <a:lnTo>
                  <a:pt x="1215" y="2746"/>
                </a:lnTo>
                <a:cubicBezTo>
                  <a:pt x="1214" y="2743"/>
                  <a:pt x="1213" y="2740"/>
                  <a:pt x="1212" y="2736"/>
                </a:cubicBezTo>
                <a:cubicBezTo>
                  <a:pt x="1199" y="2702"/>
                  <a:pt x="1187" y="2668"/>
                  <a:pt x="1176" y="2635"/>
                </a:cubicBezTo>
                <a:cubicBezTo>
                  <a:pt x="1153" y="2559"/>
                  <a:pt x="1132" y="2481"/>
                  <a:pt x="1119" y="2403"/>
                </a:cubicBezTo>
                <a:cubicBezTo>
                  <a:pt x="1119" y="2401"/>
                  <a:pt x="1118" y="2399"/>
                  <a:pt x="1118" y="2397"/>
                </a:cubicBezTo>
                <a:lnTo>
                  <a:pt x="1118" y="2397"/>
                </a:lnTo>
                <a:cubicBezTo>
                  <a:pt x="1122" y="2365"/>
                  <a:pt x="1108" y="2315"/>
                  <a:pt x="1106" y="2283"/>
                </a:cubicBezTo>
                <a:cubicBezTo>
                  <a:pt x="1102" y="2203"/>
                  <a:pt x="1102" y="2123"/>
                  <a:pt x="1106" y="2043"/>
                </a:cubicBezTo>
                <a:cubicBezTo>
                  <a:pt x="1107" y="2033"/>
                  <a:pt x="1110" y="2004"/>
                  <a:pt x="1113" y="1978"/>
                </a:cubicBezTo>
                <a:lnTo>
                  <a:pt x="1113" y="1978"/>
                </a:lnTo>
                <a:cubicBezTo>
                  <a:pt x="1117" y="1953"/>
                  <a:pt x="1123" y="1911"/>
                  <a:pt x="1125" y="1899"/>
                </a:cubicBezTo>
                <a:cubicBezTo>
                  <a:pt x="1144" y="1813"/>
                  <a:pt x="1170" y="1731"/>
                  <a:pt x="1197" y="1647"/>
                </a:cubicBezTo>
                <a:cubicBezTo>
                  <a:pt x="1199" y="1642"/>
                  <a:pt x="1200" y="1637"/>
                  <a:pt x="1201" y="1634"/>
                </a:cubicBezTo>
                <a:lnTo>
                  <a:pt x="1201" y="1634"/>
                </a:lnTo>
                <a:cubicBezTo>
                  <a:pt x="1203" y="1630"/>
                  <a:pt x="1205" y="1626"/>
                  <a:pt x="1208" y="1621"/>
                </a:cubicBezTo>
                <a:cubicBezTo>
                  <a:pt x="1227" y="1583"/>
                  <a:pt x="1246" y="1543"/>
                  <a:pt x="1269" y="1507"/>
                </a:cubicBezTo>
                <a:cubicBezTo>
                  <a:pt x="1290" y="1470"/>
                  <a:pt x="1313" y="1434"/>
                  <a:pt x="1338" y="1398"/>
                </a:cubicBezTo>
                <a:cubicBezTo>
                  <a:pt x="1341" y="1394"/>
                  <a:pt x="1344" y="1390"/>
                  <a:pt x="1346" y="1386"/>
                </a:cubicBezTo>
                <a:lnTo>
                  <a:pt x="1346" y="1386"/>
                </a:lnTo>
                <a:cubicBezTo>
                  <a:pt x="1346" y="1386"/>
                  <a:pt x="1346" y="1386"/>
                  <a:pt x="1347" y="1385"/>
                </a:cubicBezTo>
                <a:cubicBezTo>
                  <a:pt x="1399" y="1329"/>
                  <a:pt x="1454" y="1275"/>
                  <a:pt x="1511" y="1223"/>
                </a:cubicBezTo>
                <a:lnTo>
                  <a:pt x="1511" y="1223"/>
                </a:lnTo>
                <a:cubicBezTo>
                  <a:pt x="1524" y="1213"/>
                  <a:pt x="1537" y="1203"/>
                  <a:pt x="1551" y="1194"/>
                </a:cubicBezTo>
                <a:cubicBezTo>
                  <a:pt x="1589" y="1170"/>
                  <a:pt x="1627" y="1147"/>
                  <a:pt x="1667" y="1126"/>
                </a:cubicBezTo>
                <a:cubicBezTo>
                  <a:pt x="1682" y="1119"/>
                  <a:pt x="1697" y="1111"/>
                  <a:pt x="1712" y="1103"/>
                </a:cubicBezTo>
                <a:lnTo>
                  <a:pt x="1712" y="1103"/>
                </a:lnTo>
                <a:cubicBezTo>
                  <a:pt x="1755" y="1090"/>
                  <a:pt x="1797" y="1075"/>
                  <a:pt x="1840" y="1063"/>
                </a:cubicBezTo>
                <a:cubicBezTo>
                  <a:pt x="1884" y="1050"/>
                  <a:pt x="1928" y="1042"/>
                  <a:pt x="1970" y="1031"/>
                </a:cubicBezTo>
                <a:cubicBezTo>
                  <a:pt x="1976" y="1030"/>
                  <a:pt x="1983" y="1028"/>
                  <a:pt x="1990" y="1026"/>
                </a:cubicBezTo>
                <a:lnTo>
                  <a:pt x="1990" y="1026"/>
                </a:lnTo>
                <a:cubicBezTo>
                  <a:pt x="2008" y="1025"/>
                  <a:pt x="2026" y="1024"/>
                  <a:pt x="2042" y="1023"/>
                </a:cubicBezTo>
                <a:cubicBezTo>
                  <a:pt x="2063" y="1021"/>
                  <a:pt x="2083" y="1018"/>
                  <a:pt x="2104" y="1015"/>
                </a:cubicBezTo>
                <a:lnTo>
                  <a:pt x="2104" y="1015"/>
                </a:lnTo>
                <a:cubicBezTo>
                  <a:pt x="2127" y="1013"/>
                  <a:pt x="2151" y="1010"/>
                  <a:pt x="2175" y="1006"/>
                </a:cubicBezTo>
                <a:cubicBezTo>
                  <a:pt x="2200" y="1002"/>
                  <a:pt x="2223" y="998"/>
                  <a:pt x="2248" y="996"/>
                </a:cubicBezTo>
                <a:lnTo>
                  <a:pt x="2248" y="996"/>
                </a:lnTo>
                <a:cubicBezTo>
                  <a:pt x="2202" y="1002"/>
                  <a:pt x="2186" y="1004"/>
                  <a:pt x="2186" y="1004"/>
                </a:cubicBezTo>
                <a:cubicBezTo>
                  <a:pt x="2187" y="1004"/>
                  <a:pt x="2227" y="999"/>
                  <a:pt x="2246" y="998"/>
                </a:cubicBezTo>
                <a:cubicBezTo>
                  <a:pt x="2293" y="996"/>
                  <a:pt x="2341" y="991"/>
                  <a:pt x="2387" y="989"/>
                </a:cubicBezTo>
                <a:close/>
                <a:moveTo>
                  <a:pt x="2431" y="0"/>
                </a:moveTo>
                <a:cubicBezTo>
                  <a:pt x="2283" y="0"/>
                  <a:pt x="2134" y="12"/>
                  <a:pt x="1987" y="33"/>
                </a:cubicBezTo>
                <a:lnTo>
                  <a:pt x="1987" y="33"/>
                </a:lnTo>
                <a:cubicBezTo>
                  <a:pt x="1519" y="79"/>
                  <a:pt x="1082" y="246"/>
                  <a:pt x="738" y="578"/>
                </a:cubicBezTo>
                <a:cubicBezTo>
                  <a:pt x="443" y="863"/>
                  <a:pt x="236" y="1259"/>
                  <a:pt x="158" y="1661"/>
                </a:cubicBezTo>
                <a:cubicBezTo>
                  <a:pt x="0" y="2477"/>
                  <a:pt x="228" y="3403"/>
                  <a:pt x="896" y="3941"/>
                </a:cubicBezTo>
                <a:cubicBezTo>
                  <a:pt x="1283" y="4251"/>
                  <a:pt x="1777" y="4404"/>
                  <a:pt x="2272" y="4404"/>
                </a:cubicBezTo>
                <a:cubicBezTo>
                  <a:pt x="2762" y="4404"/>
                  <a:pt x="3253" y="4255"/>
                  <a:pt x="3645" y="3962"/>
                </a:cubicBezTo>
                <a:cubicBezTo>
                  <a:pt x="4395" y="3401"/>
                  <a:pt x="4700" y="2409"/>
                  <a:pt x="4443" y="1512"/>
                </a:cubicBezTo>
                <a:cubicBezTo>
                  <a:pt x="4302" y="1025"/>
                  <a:pt x="4003" y="604"/>
                  <a:pt x="3582" y="321"/>
                </a:cubicBezTo>
                <a:cubicBezTo>
                  <a:pt x="3236" y="89"/>
                  <a:pt x="2836" y="0"/>
                  <a:pt x="243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8" name="Google Shape;6678;p48"/>
          <p:cNvSpPr/>
          <p:nvPr/>
        </p:nvSpPr>
        <p:spPr>
          <a:xfrm>
            <a:off x="7354550" y="989763"/>
            <a:ext cx="176025" cy="165050"/>
          </a:xfrm>
          <a:custGeom>
            <a:rect b="b" l="l" r="r" t="t"/>
            <a:pathLst>
              <a:path extrusionOk="0" h="6602" w="7041">
                <a:moveTo>
                  <a:pt x="4935" y="1378"/>
                </a:moveTo>
                <a:cubicBezTo>
                  <a:pt x="4939" y="1380"/>
                  <a:pt x="4948" y="1387"/>
                  <a:pt x="4965" y="1400"/>
                </a:cubicBezTo>
                <a:cubicBezTo>
                  <a:pt x="4955" y="1392"/>
                  <a:pt x="4945" y="1385"/>
                  <a:pt x="4935" y="1378"/>
                </a:cubicBezTo>
                <a:close/>
                <a:moveTo>
                  <a:pt x="1630" y="1762"/>
                </a:moveTo>
                <a:lnTo>
                  <a:pt x="1630" y="1762"/>
                </a:lnTo>
                <a:cubicBezTo>
                  <a:pt x="1621" y="1773"/>
                  <a:pt x="1618" y="1778"/>
                  <a:pt x="1618" y="1778"/>
                </a:cubicBezTo>
                <a:cubicBezTo>
                  <a:pt x="1618" y="1778"/>
                  <a:pt x="1623" y="1771"/>
                  <a:pt x="1630" y="1762"/>
                </a:cubicBezTo>
                <a:close/>
                <a:moveTo>
                  <a:pt x="3639" y="986"/>
                </a:moveTo>
                <a:cubicBezTo>
                  <a:pt x="4036" y="986"/>
                  <a:pt x="4418" y="1072"/>
                  <a:pt x="4734" y="1250"/>
                </a:cubicBezTo>
                <a:cubicBezTo>
                  <a:pt x="4786" y="1280"/>
                  <a:pt x="4839" y="1313"/>
                  <a:pt x="4890" y="1347"/>
                </a:cubicBezTo>
                <a:cubicBezTo>
                  <a:pt x="4906" y="1357"/>
                  <a:pt x="4921" y="1367"/>
                  <a:pt x="4935" y="1378"/>
                </a:cubicBezTo>
                <a:lnTo>
                  <a:pt x="4935" y="1378"/>
                </a:lnTo>
                <a:cubicBezTo>
                  <a:pt x="4934" y="1377"/>
                  <a:pt x="4933" y="1376"/>
                  <a:pt x="4933" y="1376"/>
                </a:cubicBezTo>
                <a:lnTo>
                  <a:pt x="4933" y="1376"/>
                </a:lnTo>
                <a:cubicBezTo>
                  <a:pt x="4934" y="1376"/>
                  <a:pt x="4964" y="1397"/>
                  <a:pt x="4972" y="1404"/>
                </a:cubicBezTo>
                <a:cubicBezTo>
                  <a:pt x="5081" y="1495"/>
                  <a:pt x="5182" y="1594"/>
                  <a:pt x="5275" y="1701"/>
                </a:cubicBezTo>
                <a:cubicBezTo>
                  <a:pt x="5296" y="1724"/>
                  <a:pt x="5315" y="1747"/>
                  <a:pt x="5332" y="1771"/>
                </a:cubicBezTo>
                <a:cubicBezTo>
                  <a:pt x="5336" y="1776"/>
                  <a:pt x="5339" y="1780"/>
                  <a:pt x="5342" y="1782"/>
                </a:cubicBezTo>
                <a:lnTo>
                  <a:pt x="5342" y="1782"/>
                </a:lnTo>
                <a:cubicBezTo>
                  <a:pt x="5378" y="1835"/>
                  <a:pt x="5414" y="1889"/>
                  <a:pt x="5446" y="1943"/>
                </a:cubicBezTo>
                <a:cubicBezTo>
                  <a:pt x="5477" y="1994"/>
                  <a:pt x="5507" y="2045"/>
                  <a:pt x="5534" y="2097"/>
                </a:cubicBezTo>
                <a:cubicBezTo>
                  <a:pt x="5548" y="2126"/>
                  <a:pt x="5603" y="2244"/>
                  <a:pt x="5604" y="2244"/>
                </a:cubicBezTo>
                <a:cubicBezTo>
                  <a:pt x="5605" y="2244"/>
                  <a:pt x="5604" y="2244"/>
                  <a:pt x="5604" y="2242"/>
                </a:cubicBezTo>
                <a:lnTo>
                  <a:pt x="5604" y="2242"/>
                </a:lnTo>
                <a:cubicBezTo>
                  <a:pt x="5646" y="2347"/>
                  <a:pt x="5682" y="2454"/>
                  <a:pt x="5711" y="2561"/>
                </a:cubicBezTo>
                <a:cubicBezTo>
                  <a:pt x="5726" y="2620"/>
                  <a:pt x="5741" y="2679"/>
                  <a:pt x="5751" y="2738"/>
                </a:cubicBezTo>
                <a:cubicBezTo>
                  <a:pt x="5756" y="2758"/>
                  <a:pt x="5778" y="2901"/>
                  <a:pt x="5781" y="2901"/>
                </a:cubicBezTo>
                <a:cubicBezTo>
                  <a:pt x="5781" y="2901"/>
                  <a:pt x="5781" y="2892"/>
                  <a:pt x="5779" y="2872"/>
                </a:cubicBezTo>
                <a:lnTo>
                  <a:pt x="5779" y="2872"/>
                </a:lnTo>
                <a:cubicBezTo>
                  <a:pt x="5793" y="2999"/>
                  <a:pt x="5800" y="3127"/>
                  <a:pt x="5800" y="3256"/>
                </a:cubicBezTo>
                <a:cubicBezTo>
                  <a:pt x="5798" y="3323"/>
                  <a:pt x="5796" y="3393"/>
                  <a:pt x="5791" y="3460"/>
                </a:cubicBezTo>
                <a:cubicBezTo>
                  <a:pt x="5787" y="3518"/>
                  <a:pt x="5781" y="3572"/>
                  <a:pt x="5780" y="3582"/>
                </a:cubicBezTo>
                <a:lnTo>
                  <a:pt x="5780" y="3582"/>
                </a:lnTo>
                <a:cubicBezTo>
                  <a:pt x="5759" y="3706"/>
                  <a:pt x="5734" y="3831"/>
                  <a:pt x="5699" y="3953"/>
                </a:cubicBezTo>
                <a:cubicBezTo>
                  <a:pt x="5682" y="4012"/>
                  <a:pt x="5663" y="4069"/>
                  <a:pt x="5642" y="4126"/>
                </a:cubicBezTo>
                <a:cubicBezTo>
                  <a:pt x="5631" y="4155"/>
                  <a:pt x="5621" y="4183"/>
                  <a:pt x="5610" y="4212"/>
                </a:cubicBezTo>
                <a:cubicBezTo>
                  <a:pt x="5606" y="4223"/>
                  <a:pt x="5602" y="4232"/>
                  <a:pt x="5600" y="4238"/>
                </a:cubicBezTo>
                <a:lnTo>
                  <a:pt x="5600" y="4238"/>
                </a:lnTo>
                <a:cubicBezTo>
                  <a:pt x="5597" y="4244"/>
                  <a:pt x="5593" y="4252"/>
                  <a:pt x="5589" y="4261"/>
                </a:cubicBezTo>
                <a:cubicBezTo>
                  <a:pt x="5534" y="4370"/>
                  <a:pt x="5477" y="4478"/>
                  <a:pt x="5412" y="4581"/>
                </a:cubicBezTo>
                <a:cubicBezTo>
                  <a:pt x="5311" y="4737"/>
                  <a:pt x="5324" y="4720"/>
                  <a:pt x="5189" y="4863"/>
                </a:cubicBezTo>
                <a:cubicBezTo>
                  <a:pt x="4814" y="5261"/>
                  <a:pt x="4355" y="5476"/>
                  <a:pt x="3756" y="5573"/>
                </a:cubicBezTo>
                <a:cubicBezTo>
                  <a:pt x="3620" y="5595"/>
                  <a:pt x="3482" y="5605"/>
                  <a:pt x="3344" y="5605"/>
                </a:cubicBezTo>
                <a:cubicBezTo>
                  <a:pt x="2954" y="5605"/>
                  <a:pt x="2572" y="5519"/>
                  <a:pt x="2265" y="5346"/>
                </a:cubicBezTo>
                <a:cubicBezTo>
                  <a:pt x="2214" y="5316"/>
                  <a:pt x="2164" y="5285"/>
                  <a:pt x="2113" y="5253"/>
                </a:cubicBezTo>
                <a:cubicBezTo>
                  <a:pt x="2098" y="5243"/>
                  <a:pt x="2015" y="5180"/>
                  <a:pt x="2013" y="5180"/>
                </a:cubicBezTo>
                <a:lnTo>
                  <a:pt x="2013" y="5180"/>
                </a:lnTo>
                <a:cubicBezTo>
                  <a:pt x="2013" y="5180"/>
                  <a:pt x="2019" y="5186"/>
                  <a:pt x="2037" y="5200"/>
                </a:cubicBezTo>
                <a:cubicBezTo>
                  <a:pt x="1930" y="5114"/>
                  <a:pt x="1831" y="5019"/>
                  <a:pt x="1740" y="4916"/>
                </a:cubicBezTo>
                <a:cubicBezTo>
                  <a:pt x="1728" y="4902"/>
                  <a:pt x="1675" y="4837"/>
                  <a:pt x="1657" y="4816"/>
                </a:cubicBezTo>
                <a:lnTo>
                  <a:pt x="1657" y="4816"/>
                </a:lnTo>
                <a:cubicBezTo>
                  <a:pt x="1647" y="4801"/>
                  <a:pt x="1584" y="4711"/>
                  <a:pt x="1570" y="4688"/>
                </a:cubicBezTo>
                <a:cubicBezTo>
                  <a:pt x="1500" y="4579"/>
                  <a:pt x="1439" y="4465"/>
                  <a:pt x="1382" y="4347"/>
                </a:cubicBezTo>
                <a:cubicBezTo>
                  <a:pt x="1372" y="4327"/>
                  <a:pt x="1369" y="4322"/>
                  <a:pt x="1368" y="4322"/>
                </a:cubicBezTo>
                <a:lnTo>
                  <a:pt x="1368" y="4322"/>
                </a:lnTo>
                <a:cubicBezTo>
                  <a:pt x="1368" y="4322"/>
                  <a:pt x="1368" y="4322"/>
                  <a:pt x="1368" y="4322"/>
                </a:cubicBezTo>
                <a:lnTo>
                  <a:pt x="1368" y="4322"/>
                </a:lnTo>
                <a:cubicBezTo>
                  <a:pt x="1366" y="4315"/>
                  <a:pt x="1360" y="4299"/>
                  <a:pt x="1348" y="4265"/>
                </a:cubicBezTo>
                <a:cubicBezTo>
                  <a:pt x="1329" y="4210"/>
                  <a:pt x="1308" y="4155"/>
                  <a:pt x="1291" y="4101"/>
                </a:cubicBezTo>
                <a:cubicBezTo>
                  <a:pt x="1251" y="3974"/>
                  <a:pt x="1220" y="3848"/>
                  <a:pt x="1197" y="3717"/>
                </a:cubicBezTo>
                <a:cubicBezTo>
                  <a:pt x="1192" y="3696"/>
                  <a:pt x="1179" y="3596"/>
                  <a:pt x="1178" y="3596"/>
                </a:cubicBezTo>
                <a:lnTo>
                  <a:pt x="1178" y="3596"/>
                </a:lnTo>
                <a:cubicBezTo>
                  <a:pt x="1178" y="3596"/>
                  <a:pt x="1179" y="3606"/>
                  <a:pt x="1182" y="3633"/>
                </a:cubicBezTo>
                <a:cubicBezTo>
                  <a:pt x="1173" y="3568"/>
                  <a:pt x="1167" y="3502"/>
                  <a:pt x="1165" y="3437"/>
                </a:cubicBezTo>
                <a:cubicBezTo>
                  <a:pt x="1157" y="3304"/>
                  <a:pt x="1157" y="3174"/>
                  <a:pt x="1165" y="3041"/>
                </a:cubicBezTo>
                <a:cubicBezTo>
                  <a:pt x="1167" y="3011"/>
                  <a:pt x="1179" y="2898"/>
                  <a:pt x="1181" y="2870"/>
                </a:cubicBezTo>
                <a:lnTo>
                  <a:pt x="1181" y="2870"/>
                </a:lnTo>
                <a:cubicBezTo>
                  <a:pt x="1186" y="2847"/>
                  <a:pt x="1203" y="2750"/>
                  <a:pt x="1209" y="2721"/>
                </a:cubicBezTo>
                <a:cubicBezTo>
                  <a:pt x="1239" y="2580"/>
                  <a:pt x="1281" y="2443"/>
                  <a:pt x="1327" y="2306"/>
                </a:cubicBezTo>
                <a:cubicBezTo>
                  <a:pt x="1342" y="2262"/>
                  <a:pt x="1345" y="2248"/>
                  <a:pt x="1346" y="2244"/>
                </a:cubicBezTo>
                <a:lnTo>
                  <a:pt x="1346" y="2244"/>
                </a:lnTo>
                <a:cubicBezTo>
                  <a:pt x="1348" y="2241"/>
                  <a:pt x="1355" y="2229"/>
                  <a:pt x="1376" y="2188"/>
                </a:cubicBezTo>
                <a:cubicBezTo>
                  <a:pt x="1407" y="2125"/>
                  <a:pt x="1439" y="2059"/>
                  <a:pt x="1475" y="1998"/>
                </a:cubicBezTo>
                <a:cubicBezTo>
                  <a:pt x="1511" y="1937"/>
                  <a:pt x="1551" y="1878"/>
                  <a:pt x="1588" y="1819"/>
                </a:cubicBezTo>
                <a:cubicBezTo>
                  <a:pt x="1603" y="1799"/>
                  <a:pt x="1618" y="1779"/>
                  <a:pt x="1632" y="1759"/>
                </a:cubicBezTo>
                <a:lnTo>
                  <a:pt x="1632" y="1759"/>
                </a:lnTo>
                <a:cubicBezTo>
                  <a:pt x="1639" y="1751"/>
                  <a:pt x="1646" y="1741"/>
                  <a:pt x="1654" y="1733"/>
                </a:cubicBezTo>
                <a:cubicBezTo>
                  <a:pt x="1744" y="1632"/>
                  <a:pt x="1839" y="1535"/>
                  <a:pt x="1945" y="1446"/>
                </a:cubicBezTo>
                <a:cubicBezTo>
                  <a:pt x="1949" y="1443"/>
                  <a:pt x="1952" y="1440"/>
                  <a:pt x="1955" y="1437"/>
                </a:cubicBezTo>
                <a:lnTo>
                  <a:pt x="1955" y="1437"/>
                </a:lnTo>
                <a:cubicBezTo>
                  <a:pt x="1958" y="1435"/>
                  <a:pt x="1960" y="1434"/>
                  <a:pt x="1963" y="1431"/>
                </a:cubicBezTo>
                <a:cubicBezTo>
                  <a:pt x="1993" y="1410"/>
                  <a:pt x="2022" y="1389"/>
                  <a:pt x="2054" y="1370"/>
                </a:cubicBezTo>
                <a:cubicBezTo>
                  <a:pt x="2115" y="1328"/>
                  <a:pt x="2180" y="1292"/>
                  <a:pt x="2246" y="1257"/>
                </a:cubicBezTo>
                <a:cubicBezTo>
                  <a:pt x="2372" y="1191"/>
                  <a:pt x="2412" y="1174"/>
                  <a:pt x="2604" y="1120"/>
                </a:cubicBezTo>
                <a:cubicBezTo>
                  <a:pt x="2802" y="1065"/>
                  <a:pt x="2859" y="1059"/>
                  <a:pt x="3023" y="1044"/>
                </a:cubicBezTo>
                <a:cubicBezTo>
                  <a:pt x="3046" y="1042"/>
                  <a:pt x="3069" y="1039"/>
                  <a:pt x="3092" y="1035"/>
                </a:cubicBezTo>
                <a:lnTo>
                  <a:pt x="3092" y="1035"/>
                </a:lnTo>
                <a:cubicBezTo>
                  <a:pt x="3113" y="1033"/>
                  <a:pt x="3134" y="1031"/>
                  <a:pt x="3156" y="1027"/>
                </a:cubicBezTo>
                <a:cubicBezTo>
                  <a:pt x="3317" y="1000"/>
                  <a:pt x="3479" y="986"/>
                  <a:pt x="3639" y="986"/>
                </a:cubicBezTo>
                <a:close/>
                <a:moveTo>
                  <a:pt x="3656" y="0"/>
                </a:moveTo>
                <a:cubicBezTo>
                  <a:pt x="3424" y="0"/>
                  <a:pt x="3191" y="20"/>
                  <a:pt x="2962" y="55"/>
                </a:cubicBezTo>
                <a:lnTo>
                  <a:pt x="2962" y="55"/>
                </a:lnTo>
                <a:cubicBezTo>
                  <a:pt x="1592" y="189"/>
                  <a:pt x="506" y="1128"/>
                  <a:pt x="238" y="2500"/>
                </a:cubicBezTo>
                <a:cubicBezTo>
                  <a:pt x="0" y="3730"/>
                  <a:pt x="360" y="5131"/>
                  <a:pt x="1367" y="5933"/>
                </a:cubicBezTo>
                <a:cubicBezTo>
                  <a:pt x="1934" y="6385"/>
                  <a:pt x="2656" y="6602"/>
                  <a:pt x="3382" y="6602"/>
                </a:cubicBezTo>
                <a:cubicBezTo>
                  <a:pt x="4138" y="6602"/>
                  <a:pt x="4898" y="6367"/>
                  <a:pt x="5494" y="5917"/>
                </a:cubicBezTo>
                <a:cubicBezTo>
                  <a:pt x="6607" y="5078"/>
                  <a:pt x="7041" y="3580"/>
                  <a:pt x="6659" y="2253"/>
                </a:cubicBezTo>
                <a:cubicBezTo>
                  <a:pt x="6453" y="1537"/>
                  <a:pt x="6015" y="905"/>
                  <a:pt x="5393" y="488"/>
                </a:cubicBezTo>
                <a:cubicBezTo>
                  <a:pt x="4872" y="137"/>
                  <a:pt x="4267" y="0"/>
                  <a:pt x="365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9" name="Google Shape;6679;p48"/>
          <p:cNvSpPr/>
          <p:nvPr/>
        </p:nvSpPr>
        <p:spPr>
          <a:xfrm>
            <a:off x="3262963" y="1391113"/>
            <a:ext cx="117525" cy="110100"/>
          </a:xfrm>
          <a:custGeom>
            <a:rect b="b" l="l" r="r" t="t"/>
            <a:pathLst>
              <a:path extrusionOk="0" h="4404" w="4701">
                <a:moveTo>
                  <a:pt x="1951" y="1032"/>
                </a:moveTo>
                <a:cubicBezTo>
                  <a:pt x="1950" y="1033"/>
                  <a:pt x="1949" y="1033"/>
                  <a:pt x="1947" y="1033"/>
                </a:cubicBezTo>
                <a:cubicBezTo>
                  <a:pt x="1948" y="1033"/>
                  <a:pt x="1950" y="1033"/>
                  <a:pt x="1951" y="1032"/>
                </a:cubicBezTo>
                <a:close/>
                <a:moveTo>
                  <a:pt x="2857" y="1059"/>
                </a:moveTo>
                <a:cubicBezTo>
                  <a:pt x="2871" y="1059"/>
                  <a:pt x="2889" y="1066"/>
                  <a:pt x="2907" y="1075"/>
                </a:cubicBezTo>
                <a:lnTo>
                  <a:pt x="2907" y="1075"/>
                </a:lnTo>
                <a:cubicBezTo>
                  <a:pt x="2887" y="1068"/>
                  <a:pt x="2858" y="1059"/>
                  <a:pt x="2857" y="1059"/>
                </a:cubicBezTo>
                <a:close/>
                <a:moveTo>
                  <a:pt x="3091" y="1185"/>
                </a:moveTo>
                <a:cubicBezTo>
                  <a:pt x="3091" y="1185"/>
                  <a:pt x="3091" y="1185"/>
                  <a:pt x="3091" y="1185"/>
                </a:cubicBezTo>
                <a:lnTo>
                  <a:pt x="3091" y="1185"/>
                </a:lnTo>
                <a:cubicBezTo>
                  <a:pt x="3091" y="1185"/>
                  <a:pt x="3091" y="1185"/>
                  <a:pt x="3091" y="1185"/>
                </a:cubicBezTo>
                <a:close/>
                <a:moveTo>
                  <a:pt x="3104" y="1198"/>
                </a:moveTo>
                <a:cubicBezTo>
                  <a:pt x="3111" y="1203"/>
                  <a:pt x="3118" y="1208"/>
                  <a:pt x="3125" y="1213"/>
                </a:cubicBezTo>
                <a:cubicBezTo>
                  <a:pt x="3142" y="1224"/>
                  <a:pt x="3149" y="1229"/>
                  <a:pt x="3148" y="1229"/>
                </a:cubicBezTo>
                <a:cubicBezTo>
                  <a:pt x="3148" y="1229"/>
                  <a:pt x="3121" y="1211"/>
                  <a:pt x="3104" y="1198"/>
                </a:cubicBezTo>
                <a:close/>
                <a:moveTo>
                  <a:pt x="1747" y="3319"/>
                </a:moveTo>
                <a:cubicBezTo>
                  <a:pt x="1767" y="3326"/>
                  <a:pt x="1803" y="3338"/>
                  <a:pt x="1802" y="3338"/>
                </a:cubicBezTo>
                <a:cubicBezTo>
                  <a:pt x="1800" y="3339"/>
                  <a:pt x="1799" y="3339"/>
                  <a:pt x="1797" y="3339"/>
                </a:cubicBezTo>
                <a:cubicBezTo>
                  <a:pt x="1785" y="3339"/>
                  <a:pt x="1766" y="3330"/>
                  <a:pt x="1747" y="3319"/>
                </a:cubicBezTo>
                <a:close/>
                <a:moveTo>
                  <a:pt x="2463" y="3393"/>
                </a:moveTo>
                <a:cubicBezTo>
                  <a:pt x="2461" y="3393"/>
                  <a:pt x="2459" y="3393"/>
                  <a:pt x="2456" y="3393"/>
                </a:cubicBezTo>
                <a:lnTo>
                  <a:pt x="2456" y="3393"/>
                </a:lnTo>
                <a:cubicBezTo>
                  <a:pt x="2459" y="3393"/>
                  <a:pt x="2462" y="3393"/>
                  <a:pt x="2463" y="3393"/>
                </a:cubicBezTo>
                <a:close/>
                <a:moveTo>
                  <a:pt x="2387" y="989"/>
                </a:moveTo>
                <a:cubicBezTo>
                  <a:pt x="2440" y="989"/>
                  <a:pt x="2491" y="989"/>
                  <a:pt x="2541" y="993"/>
                </a:cubicBezTo>
                <a:cubicBezTo>
                  <a:pt x="2560" y="993"/>
                  <a:pt x="2582" y="997"/>
                  <a:pt x="2601" y="998"/>
                </a:cubicBezTo>
                <a:lnTo>
                  <a:pt x="2601" y="998"/>
                </a:lnTo>
                <a:cubicBezTo>
                  <a:pt x="2682" y="1018"/>
                  <a:pt x="2761" y="1029"/>
                  <a:pt x="2840" y="1057"/>
                </a:cubicBezTo>
                <a:cubicBezTo>
                  <a:pt x="2857" y="1061"/>
                  <a:pt x="2876" y="1069"/>
                  <a:pt x="2895" y="1076"/>
                </a:cubicBezTo>
                <a:cubicBezTo>
                  <a:pt x="2906" y="1079"/>
                  <a:pt x="2914" y="1081"/>
                  <a:pt x="2919" y="1082"/>
                </a:cubicBezTo>
                <a:lnTo>
                  <a:pt x="2919" y="1082"/>
                </a:lnTo>
                <a:cubicBezTo>
                  <a:pt x="2944" y="1096"/>
                  <a:pt x="2968" y="1113"/>
                  <a:pt x="2984" y="1122"/>
                </a:cubicBezTo>
                <a:cubicBezTo>
                  <a:pt x="3015" y="1139"/>
                  <a:pt x="3049" y="1160"/>
                  <a:pt x="3080" y="1181"/>
                </a:cubicBezTo>
                <a:cubicBezTo>
                  <a:pt x="3084" y="1184"/>
                  <a:pt x="3088" y="1186"/>
                  <a:pt x="3092" y="1189"/>
                </a:cubicBezTo>
                <a:lnTo>
                  <a:pt x="3092" y="1189"/>
                </a:lnTo>
                <a:cubicBezTo>
                  <a:pt x="3107" y="1217"/>
                  <a:pt x="3258" y="1347"/>
                  <a:pt x="3274" y="1366"/>
                </a:cubicBezTo>
                <a:cubicBezTo>
                  <a:pt x="3278" y="1370"/>
                  <a:pt x="3281" y="1374"/>
                  <a:pt x="3284" y="1378"/>
                </a:cubicBezTo>
                <a:lnTo>
                  <a:pt x="3284" y="1378"/>
                </a:lnTo>
                <a:cubicBezTo>
                  <a:pt x="3304" y="1410"/>
                  <a:pt x="3328" y="1440"/>
                  <a:pt x="3348" y="1474"/>
                </a:cubicBezTo>
                <a:cubicBezTo>
                  <a:pt x="3367" y="1503"/>
                  <a:pt x="3386" y="1535"/>
                  <a:pt x="3403" y="1569"/>
                </a:cubicBezTo>
                <a:cubicBezTo>
                  <a:pt x="3409" y="1579"/>
                  <a:pt x="3414" y="1591"/>
                  <a:pt x="3420" y="1604"/>
                </a:cubicBezTo>
                <a:lnTo>
                  <a:pt x="3420" y="1604"/>
                </a:lnTo>
                <a:cubicBezTo>
                  <a:pt x="3420" y="1602"/>
                  <a:pt x="3420" y="1600"/>
                  <a:pt x="3420" y="1598"/>
                </a:cubicBezTo>
                <a:lnTo>
                  <a:pt x="3420" y="1598"/>
                </a:lnTo>
                <a:cubicBezTo>
                  <a:pt x="3420" y="1600"/>
                  <a:pt x="3420" y="1602"/>
                  <a:pt x="3420" y="1604"/>
                </a:cubicBezTo>
                <a:lnTo>
                  <a:pt x="3420" y="1604"/>
                </a:lnTo>
                <a:cubicBezTo>
                  <a:pt x="3420" y="1604"/>
                  <a:pt x="3420" y="1604"/>
                  <a:pt x="3420" y="1604"/>
                </a:cubicBezTo>
                <a:lnTo>
                  <a:pt x="3420" y="1604"/>
                </a:lnTo>
                <a:cubicBezTo>
                  <a:pt x="3420" y="1621"/>
                  <a:pt x="3423" y="1634"/>
                  <a:pt x="3427" y="1644"/>
                </a:cubicBezTo>
                <a:lnTo>
                  <a:pt x="3427" y="1644"/>
                </a:lnTo>
                <a:cubicBezTo>
                  <a:pt x="3423" y="1630"/>
                  <a:pt x="3420" y="1616"/>
                  <a:pt x="3420" y="1604"/>
                </a:cubicBezTo>
                <a:lnTo>
                  <a:pt x="3420" y="1604"/>
                </a:lnTo>
                <a:cubicBezTo>
                  <a:pt x="3422" y="1608"/>
                  <a:pt x="3424" y="1613"/>
                  <a:pt x="3426" y="1617"/>
                </a:cubicBezTo>
                <a:cubicBezTo>
                  <a:pt x="3442" y="1646"/>
                  <a:pt x="3443" y="1659"/>
                  <a:pt x="3439" y="1659"/>
                </a:cubicBezTo>
                <a:cubicBezTo>
                  <a:pt x="3436" y="1659"/>
                  <a:pt x="3432" y="1654"/>
                  <a:pt x="3427" y="1644"/>
                </a:cubicBezTo>
                <a:lnTo>
                  <a:pt x="3427" y="1644"/>
                </a:lnTo>
                <a:cubicBezTo>
                  <a:pt x="3443" y="1697"/>
                  <a:pt x="3479" y="1760"/>
                  <a:pt x="3491" y="1802"/>
                </a:cubicBezTo>
                <a:cubicBezTo>
                  <a:pt x="3500" y="1838"/>
                  <a:pt x="3508" y="1874"/>
                  <a:pt x="3517" y="1910"/>
                </a:cubicBezTo>
                <a:cubicBezTo>
                  <a:pt x="3521" y="1933"/>
                  <a:pt x="3525" y="1954"/>
                  <a:pt x="3529" y="1977"/>
                </a:cubicBezTo>
                <a:cubicBezTo>
                  <a:pt x="3534" y="2005"/>
                  <a:pt x="3537" y="2015"/>
                  <a:pt x="3538" y="2015"/>
                </a:cubicBezTo>
                <a:cubicBezTo>
                  <a:pt x="3540" y="2015"/>
                  <a:pt x="3530" y="1942"/>
                  <a:pt x="3525" y="1939"/>
                </a:cubicBezTo>
                <a:lnTo>
                  <a:pt x="3525" y="1939"/>
                </a:lnTo>
                <a:cubicBezTo>
                  <a:pt x="3550" y="1954"/>
                  <a:pt x="3538" y="2142"/>
                  <a:pt x="3538" y="2173"/>
                </a:cubicBezTo>
                <a:cubicBezTo>
                  <a:pt x="3538" y="2215"/>
                  <a:pt x="3535" y="2257"/>
                  <a:pt x="3533" y="2297"/>
                </a:cubicBezTo>
                <a:cubicBezTo>
                  <a:pt x="3532" y="2312"/>
                  <a:pt x="3530" y="2326"/>
                  <a:pt x="3529" y="2339"/>
                </a:cubicBezTo>
                <a:lnTo>
                  <a:pt x="3529" y="2339"/>
                </a:lnTo>
                <a:cubicBezTo>
                  <a:pt x="3514" y="2409"/>
                  <a:pt x="3504" y="2477"/>
                  <a:pt x="3483" y="2546"/>
                </a:cubicBezTo>
                <a:cubicBezTo>
                  <a:pt x="3472" y="2582"/>
                  <a:pt x="3462" y="2618"/>
                  <a:pt x="3449" y="2651"/>
                </a:cubicBezTo>
                <a:cubicBezTo>
                  <a:pt x="3445" y="2663"/>
                  <a:pt x="3440" y="2676"/>
                  <a:pt x="3436" y="2688"/>
                </a:cubicBezTo>
                <a:lnTo>
                  <a:pt x="3436" y="2688"/>
                </a:lnTo>
                <a:cubicBezTo>
                  <a:pt x="3398" y="2751"/>
                  <a:pt x="3369" y="2818"/>
                  <a:pt x="3329" y="2881"/>
                </a:cubicBezTo>
                <a:cubicBezTo>
                  <a:pt x="3324" y="2889"/>
                  <a:pt x="3300" y="2922"/>
                  <a:pt x="3284" y="2945"/>
                </a:cubicBezTo>
                <a:lnTo>
                  <a:pt x="3284" y="2945"/>
                </a:lnTo>
                <a:cubicBezTo>
                  <a:pt x="3263" y="2968"/>
                  <a:pt x="3232" y="3005"/>
                  <a:pt x="3224" y="3014"/>
                </a:cubicBezTo>
                <a:cubicBezTo>
                  <a:pt x="3198" y="3041"/>
                  <a:pt x="3171" y="3069"/>
                  <a:pt x="3142" y="3094"/>
                </a:cubicBezTo>
                <a:cubicBezTo>
                  <a:pt x="3127" y="3106"/>
                  <a:pt x="3112" y="3119"/>
                  <a:pt x="3099" y="3132"/>
                </a:cubicBezTo>
                <a:cubicBezTo>
                  <a:pt x="3075" y="3154"/>
                  <a:pt x="3071" y="3163"/>
                  <a:pt x="3076" y="3163"/>
                </a:cubicBezTo>
                <a:cubicBezTo>
                  <a:pt x="3076" y="3163"/>
                  <a:pt x="3077" y="3163"/>
                  <a:pt x="3078" y="3162"/>
                </a:cubicBezTo>
                <a:lnTo>
                  <a:pt x="3078" y="3162"/>
                </a:lnTo>
                <a:cubicBezTo>
                  <a:pt x="3021" y="3203"/>
                  <a:pt x="2923" y="3245"/>
                  <a:pt x="2889" y="3262"/>
                </a:cubicBezTo>
                <a:cubicBezTo>
                  <a:pt x="2863" y="3275"/>
                  <a:pt x="2803" y="3296"/>
                  <a:pt x="2805" y="3296"/>
                </a:cubicBezTo>
                <a:cubicBezTo>
                  <a:pt x="2806" y="3296"/>
                  <a:pt x="2822" y="3291"/>
                  <a:pt x="2866" y="3277"/>
                </a:cubicBezTo>
                <a:lnTo>
                  <a:pt x="2866" y="3277"/>
                </a:lnTo>
                <a:cubicBezTo>
                  <a:pt x="2823" y="3292"/>
                  <a:pt x="2783" y="3309"/>
                  <a:pt x="2741" y="3323"/>
                </a:cubicBezTo>
                <a:cubicBezTo>
                  <a:pt x="2642" y="3355"/>
                  <a:pt x="2541" y="3376"/>
                  <a:pt x="2438" y="3395"/>
                </a:cubicBezTo>
                <a:cubicBezTo>
                  <a:pt x="2437" y="3395"/>
                  <a:pt x="2437" y="3395"/>
                  <a:pt x="2437" y="3395"/>
                </a:cubicBezTo>
                <a:lnTo>
                  <a:pt x="2437" y="3395"/>
                </a:lnTo>
                <a:cubicBezTo>
                  <a:pt x="2416" y="3397"/>
                  <a:pt x="2395" y="3400"/>
                  <a:pt x="2375" y="3401"/>
                </a:cubicBezTo>
                <a:cubicBezTo>
                  <a:pt x="2330" y="3403"/>
                  <a:pt x="2284" y="3406"/>
                  <a:pt x="2240" y="3406"/>
                </a:cubicBezTo>
                <a:cubicBezTo>
                  <a:pt x="2226" y="3406"/>
                  <a:pt x="2211" y="3406"/>
                  <a:pt x="2197" y="3406"/>
                </a:cubicBezTo>
                <a:cubicBezTo>
                  <a:pt x="2163" y="3406"/>
                  <a:pt x="2129" y="3405"/>
                  <a:pt x="2094" y="3403"/>
                </a:cubicBezTo>
                <a:cubicBezTo>
                  <a:pt x="2081" y="3402"/>
                  <a:pt x="2067" y="3400"/>
                  <a:pt x="2054" y="3398"/>
                </a:cubicBezTo>
                <a:lnTo>
                  <a:pt x="2054" y="3398"/>
                </a:lnTo>
                <a:cubicBezTo>
                  <a:pt x="1975" y="3376"/>
                  <a:pt x="1893" y="3365"/>
                  <a:pt x="1814" y="3340"/>
                </a:cubicBezTo>
                <a:cubicBezTo>
                  <a:pt x="1797" y="3334"/>
                  <a:pt x="1778" y="3326"/>
                  <a:pt x="1762" y="3321"/>
                </a:cubicBezTo>
                <a:cubicBezTo>
                  <a:pt x="1752" y="3318"/>
                  <a:pt x="1745" y="3316"/>
                  <a:pt x="1740" y="3315"/>
                </a:cubicBezTo>
                <a:lnTo>
                  <a:pt x="1740" y="3315"/>
                </a:lnTo>
                <a:cubicBezTo>
                  <a:pt x="1716" y="3301"/>
                  <a:pt x="1691" y="3283"/>
                  <a:pt x="1679" y="3277"/>
                </a:cubicBezTo>
                <a:cubicBezTo>
                  <a:pt x="1648" y="3258"/>
                  <a:pt x="1616" y="3241"/>
                  <a:pt x="1587" y="3220"/>
                </a:cubicBezTo>
                <a:cubicBezTo>
                  <a:pt x="1572" y="3210"/>
                  <a:pt x="1557" y="3199"/>
                  <a:pt x="1543" y="3191"/>
                </a:cubicBezTo>
                <a:cubicBezTo>
                  <a:pt x="1525" y="3180"/>
                  <a:pt x="1519" y="3175"/>
                  <a:pt x="1519" y="3175"/>
                </a:cubicBezTo>
                <a:lnTo>
                  <a:pt x="1519" y="3175"/>
                </a:lnTo>
                <a:cubicBezTo>
                  <a:pt x="1518" y="3175"/>
                  <a:pt x="1582" y="3218"/>
                  <a:pt x="1580" y="3218"/>
                </a:cubicBezTo>
                <a:cubicBezTo>
                  <a:pt x="1580" y="3218"/>
                  <a:pt x="1579" y="3218"/>
                  <a:pt x="1578" y="3218"/>
                </a:cubicBezTo>
                <a:cubicBezTo>
                  <a:pt x="1542" y="3218"/>
                  <a:pt x="1420" y="3070"/>
                  <a:pt x="1399" y="3045"/>
                </a:cubicBezTo>
                <a:cubicBezTo>
                  <a:pt x="1384" y="3030"/>
                  <a:pt x="1353" y="2977"/>
                  <a:pt x="1351" y="2977"/>
                </a:cubicBezTo>
                <a:lnTo>
                  <a:pt x="1351" y="2977"/>
                </a:lnTo>
                <a:cubicBezTo>
                  <a:pt x="1350" y="2977"/>
                  <a:pt x="1354" y="2985"/>
                  <a:pt x="1363" y="3005"/>
                </a:cubicBezTo>
                <a:cubicBezTo>
                  <a:pt x="1372" y="3025"/>
                  <a:pt x="1375" y="3032"/>
                  <a:pt x="1374" y="3032"/>
                </a:cubicBezTo>
                <a:cubicBezTo>
                  <a:pt x="1372" y="3032"/>
                  <a:pt x="1335" y="2962"/>
                  <a:pt x="1326" y="2946"/>
                </a:cubicBezTo>
                <a:cubicBezTo>
                  <a:pt x="1285" y="2881"/>
                  <a:pt x="1252" y="2814"/>
                  <a:pt x="1215" y="2746"/>
                </a:cubicBezTo>
                <a:lnTo>
                  <a:pt x="1215" y="2746"/>
                </a:lnTo>
                <a:cubicBezTo>
                  <a:pt x="1214" y="2743"/>
                  <a:pt x="1213" y="2740"/>
                  <a:pt x="1212" y="2736"/>
                </a:cubicBezTo>
                <a:cubicBezTo>
                  <a:pt x="1199" y="2702"/>
                  <a:pt x="1187" y="2668"/>
                  <a:pt x="1176" y="2635"/>
                </a:cubicBezTo>
                <a:cubicBezTo>
                  <a:pt x="1153" y="2559"/>
                  <a:pt x="1132" y="2481"/>
                  <a:pt x="1119" y="2403"/>
                </a:cubicBezTo>
                <a:cubicBezTo>
                  <a:pt x="1119" y="2401"/>
                  <a:pt x="1118" y="2399"/>
                  <a:pt x="1118" y="2397"/>
                </a:cubicBezTo>
                <a:lnTo>
                  <a:pt x="1118" y="2397"/>
                </a:lnTo>
                <a:cubicBezTo>
                  <a:pt x="1122" y="2365"/>
                  <a:pt x="1108" y="2315"/>
                  <a:pt x="1106" y="2283"/>
                </a:cubicBezTo>
                <a:cubicBezTo>
                  <a:pt x="1102" y="2203"/>
                  <a:pt x="1102" y="2123"/>
                  <a:pt x="1106" y="2043"/>
                </a:cubicBezTo>
                <a:cubicBezTo>
                  <a:pt x="1107" y="2033"/>
                  <a:pt x="1110" y="2004"/>
                  <a:pt x="1113" y="1978"/>
                </a:cubicBezTo>
                <a:lnTo>
                  <a:pt x="1113" y="1978"/>
                </a:lnTo>
                <a:cubicBezTo>
                  <a:pt x="1117" y="1953"/>
                  <a:pt x="1123" y="1911"/>
                  <a:pt x="1125" y="1899"/>
                </a:cubicBezTo>
                <a:cubicBezTo>
                  <a:pt x="1144" y="1813"/>
                  <a:pt x="1170" y="1731"/>
                  <a:pt x="1197" y="1647"/>
                </a:cubicBezTo>
                <a:cubicBezTo>
                  <a:pt x="1199" y="1642"/>
                  <a:pt x="1200" y="1637"/>
                  <a:pt x="1201" y="1634"/>
                </a:cubicBezTo>
                <a:lnTo>
                  <a:pt x="1201" y="1634"/>
                </a:lnTo>
                <a:cubicBezTo>
                  <a:pt x="1203" y="1630"/>
                  <a:pt x="1205" y="1626"/>
                  <a:pt x="1208" y="1621"/>
                </a:cubicBezTo>
                <a:cubicBezTo>
                  <a:pt x="1227" y="1583"/>
                  <a:pt x="1246" y="1543"/>
                  <a:pt x="1269" y="1507"/>
                </a:cubicBezTo>
                <a:cubicBezTo>
                  <a:pt x="1290" y="1470"/>
                  <a:pt x="1313" y="1434"/>
                  <a:pt x="1338" y="1398"/>
                </a:cubicBezTo>
                <a:cubicBezTo>
                  <a:pt x="1341" y="1394"/>
                  <a:pt x="1344" y="1390"/>
                  <a:pt x="1346" y="1386"/>
                </a:cubicBezTo>
                <a:lnTo>
                  <a:pt x="1346" y="1386"/>
                </a:lnTo>
                <a:cubicBezTo>
                  <a:pt x="1346" y="1386"/>
                  <a:pt x="1346" y="1386"/>
                  <a:pt x="1347" y="1385"/>
                </a:cubicBezTo>
                <a:cubicBezTo>
                  <a:pt x="1399" y="1329"/>
                  <a:pt x="1454" y="1275"/>
                  <a:pt x="1511" y="1223"/>
                </a:cubicBezTo>
                <a:lnTo>
                  <a:pt x="1511" y="1223"/>
                </a:lnTo>
                <a:cubicBezTo>
                  <a:pt x="1524" y="1213"/>
                  <a:pt x="1537" y="1203"/>
                  <a:pt x="1551" y="1194"/>
                </a:cubicBezTo>
                <a:cubicBezTo>
                  <a:pt x="1589" y="1170"/>
                  <a:pt x="1627" y="1147"/>
                  <a:pt x="1667" y="1126"/>
                </a:cubicBezTo>
                <a:cubicBezTo>
                  <a:pt x="1682" y="1119"/>
                  <a:pt x="1697" y="1111"/>
                  <a:pt x="1712" y="1103"/>
                </a:cubicBezTo>
                <a:lnTo>
                  <a:pt x="1712" y="1103"/>
                </a:lnTo>
                <a:cubicBezTo>
                  <a:pt x="1755" y="1090"/>
                  <a:pt x="1797" y="1075"/>
                  <a:pt x="1840" y="1063"/>
                </a:cubicBezTo>
                <a:cubicBezTo>
                  <a:pt x="1884" y="1050"/>
                  <a:pt x="1928" y="1042"/>
                  <a:pt x="1970" y="1031"/>
                </a:cubicBezTo>
                <a:cubicBezTo>
                  <a:pt x="1976" y="1030"/>
                  <a:pt x="1983" y="1028"/>
                  <a:pt x="1990" y="1026"/>
                </a:cubicBezTo>
                <a:lnTo>
                  <a:pt x="1990" y="1026"/>
                </a:lnTo>
                <a:cubicBezTo>
                  <a:pt x="2008" y="1025"/>
                  <a:pt x="2026" y="1024"/>
                  <a:pt x="2042" y="1023"/>
                </a:cubicBezTo>
                <a:cubicBezTo>
                  <a:pt x="2063" y="1021"/>
                  <a:pt x="2083" y="1018"/>
                  <a:pt x="2104" y="1015"/>
                </a:cubicBezTo>
                <a:lnTo>
                  <a:pt x="2104" y="1015"/>
                </a:lnTo>
                <a:cubicBezTo>
                  <a:pt x="2127" y="1013"/>
                  <a:pt x="2151" y="1010"/>
                  <a:pt x="2175" y="1006"/>
                </a:cubicBezTo>
                <a:cubicBezTo>
                  <a:pt x="2200" y="1002"/>
                  <a:pt x="2223" y="998"/>
                  <a:pt x="2248" y="996"/>
                </a:cubicBezTo>
                <a:lnTo>
                  <a:pt x="2248" y="996"/>
                </a:lnTo>
                <a:cubicBezTo>
                  <a:pt x="2202" y="1002"/>
                  <a:pt x="2186" y="1004"/>
                  <a:pt x="2186" y="1004"/>
                </a:cubicBezTo>
                <a:cubicBezTo>
                  <a:pt x="2187" y="1004"/>
                  <a:pt x="2227" y="999"/>
                  <a:pt x="2246" y="998"/>
                </a:cubicBezTo>
                <a:cubicBezTo>
                  <a:pt x="2293" y="996"/>
                  <a:pt x="2341" y="991"/>
                  <a:pt x="2387" y="989"/>
                </a:cubicBezTo>
                <a:close/>
                <a:moveTo>
                  <a:pt x="2431" y="0"/>
                </a:moveTo>
                <a:cubicBezTo>
                  <a:pt x="2283" y="0"/>
                  <a:pt x="2134" y="12"/>
                  <a:pt x="1987" y="33"/>
                </a:cubicBezTo>
                <a:lnTo>
                  <a:pt x="1987" y="33"/>
                </a:lnTo>
                <a:cubicBezTo>
                  <a:pt x="1519" y="79"/>
                  <a:pt x="1082" y="246"/>
                  <a:pt x="738" y="578"/>
                </a:cubicBezTo>
                <a:cubicBezTo>
                  <a:pt x="443" y="863"/>
                  <a:pt x="236" y="1259"/>
                  <a:pt x="158" y="1661"/>
                </a:cubicBezTo>
                <a:cubicBezTo>
                  <a:pt x="0" y="2477"/>
                  <a:pt x="228" y="3403"/>
                  <a:pt x="896" y="3941"/>
                </a:cubicBezTo>
                <a:cubicBezTo>
                  <a:pt x="1283" y="4251"/>
                  <a:pt x="1777" y="4404"/>
                  <a:pt x="2272" y="4404"/>
                </a:cubicBezTo>
                <a:cubicBezTo>
                  <a:pt x="2762" y="4404"/>
                  <a:pt x="3253" y="4255"/>
                  <a:pt x="3645" y="3962"/>
                </a:cubicBezTo>
                <a:cubicBezTo>
                  <a:pt x="4395" y="3401"/>
                  <a:pt x="4700" y="2409"/>
                  <a:pt x="4443" y="1512"/>
                </a:cubicBezTo>
                <a:cubicBezTo>
                  <a:pt x="4302" y="1025"/>
                  <a:pt x="4003" y="604"/>
                  <a:pt x="3582" y="321"/>
                </a:cubicBezTo>
                <a:cubicBezTo>
                  <a:pt x="3236" y="89"/>
                  <a:pt x="2836" y="0"/>
                  <a:pt x="243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0" name="Google Shape;6680;p48"/>
          <p:cNvSpPr txBox="1"/>
          <p:nvPr>
            <p:ph type="title"/>
          </p:nvPr>
        </p:nvSpPr>
        <p:spPr>
          <a:xfrm>
            <a:off x="3116850" y="1880650"/>
            <a:ext cx="4541400" cy="1353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681" name="Google Shape;6681;p48"/>
          <p:cNvSpPr txBox="1"/>
          <p:nvPr>
            <p:ph idx="2" type="title"/>
          </p:nvPr>
        </p:nvSpPr>
        <p:spPr>
          <a:xfrm>
            <a:off x="1810950" y="2150850"/>
            <a:ext cx="11535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6">
  <p:cSld name="CUSTOM_2_1_1_1_1_1">
    <p:bg>
      <p:bgPr>
        <a:solidFill>
          <a:schemeClr val="lt1"/>
        </a:solidFill>
      </p:bgPr>
    </p:bg>
    <p:spTree>
      <p:nvGrpSpPr>
        <p:cNvPr id="6682" name="Shape 6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83" name="Google Shape;6683;p49"/>
          <p:cNvGrpSpPr/>
          <p:nvPr/>
        </p:nvGrpSpPr>
        <p:grpSpPr>
          <a:xfrm>
            <a:off x="0" y="0"/>
            <a:ext cx="9144125" cy="5143391"/>
            <a:chOff x="0" y="0"/>
            <a:chExt cx="9144125" cy="5143391"/>
          </a:xfrm>
        </p:grpSpPr>
        <p:sp>
          <p:nvSpPr>
            <p:cNvPr id="6684" name="Google Shape;6684;p49"/>
            <p:cNvSpPr/>
            <p:nvPr/>
          </p:nvSpPr>
          <p:spPr>
            <a:xfrm>
              <a:off x="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85" name="Google Shape;6685;p49"/>
            <p:cNvSpPr/>
            <p:nvPr/>
          </p:nvSpPr>
          <p:spPr>
            <a:xfrm>
              <a:off x="38100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86" name="Google Shape;6686;p49"/>
            <p:cNvSpPr/>
            <p:nvPr/>
          </p:nvSpPr>
          <p:spPr>
            <a:xfrm>
              <a:off x="76201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87" name="Google Shape;6687;p49"/>
            <p:cNvSpPr/>
            <p:nvPr/>
          </p:nvSpPr>
          <p:spPr>
            <a:xfrm>
              <a:off x="114301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88" name="Google Shape;6688;p49"/>
            <p:cNvSpPr/>
            <p:nvPr/>
          </p:nvSpPr>
          <p:spPr>
            <a:xfrm>
              <a:off x="152402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89" name="Google Shape;6689;p49"/>
            <p:cNvSpPr/>
            <p:nvPr/>
          </p:nvSpPr>
          <p:spPr>
            <a:xfrm>
              <a:off x="190502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90" name="Google Shape;6690;p49"/>
            <p:cNvSpPr/>
            <p:nvPr/>
          </p:nvSpPr>
          <p:spPr>
            <a:xfrm>
              <a:off x="228603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91" name="Google Shape;6691;p49"/>
            <p:cNvSpPr/>
            <p:nvPr/>
          </p:nvSpPr>
          <p:spPr>
            <a:xfrm>
              <a:off x="266703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92" name="Google Shape;6692;p49"/>
            <p:cNvSpPr/>
            <p:nvPr/>
          </p:nvSpPr>
          <p:spPr>
            <a:xfrm>
              <a:off x="304804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93" name="Google Shape;6693;p49"/>
            <p:cNvSpPr/>
            <p:nvPr/>
          </p:nvSpPr>
          <p:spPr>
            <a:xfrm>
              <a:off x="342904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94" name="Google Shape;6694;p49"/>
            <p:cNvSpPr/>
            <p:nvPr/>
          </p:nvSpPr>
          <p:spPr>
            <a:xfrm>
              <a:off x="381005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95" name="Google Shape;6695;p49"/>
            <p:cNvSpPr/>
            <p:nvPr/>
          </p:nvSpPr>
          <p:spPr>
            <a:xfrm>
              <a:off x="419105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96" name="Google Shape;6696;p49"/>
            <p:cNvSpPr/>
            <p:nvPr/>
          </p:nvSpPr>
          <p:spPr>
            <a:xfrm>
              <a:off x="457206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97" name="Google Shape;6697;p49"/>
            <p:cNvSpPr/>
            <p:nvPr/>
          </p:nvSpPr>
          <p:spPr>
            <a:xfrm>
              <a:off x="495306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98" name="Google Shape;6698;p49"/>
            <p:cNvSpPr/>
            <p:nvPr/>
          </p:nvSpPr>
          <p:spPr>
            <a:xfrm>
              <a:off x="533407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99" name="Google Shape;6699;p49"/>
            <p:cNvSpPr/>
            <p:nvPr/>
          </p:nvSpPr>
          <p:spPr>
            <a:xfrm>
              <a:off x="571507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00" name="Google Shape;6700;p49"/>
            <p:cNvSpPr/>
            <p:nvPr/>
          </p:nvSpPr>
          <p:spPr>
            <a:xfrm>
              <a:off x="609608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01" name="Google Shape;6701;p49"/>
            <p:cNvSpPr/>
            <p:nvPr/>
          </p:nvSpPr>
          <p:spPr>
            <a:xfrm>
              <a:off x="647708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02" name="Google Shape;6702;p49"/>
            <p:cNvSpPr/>
            <p:nvPr/>
          </p:nvSpPr>
          <p:spPr>
            <a:xfrm>
              <a:off x="685809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03" name="Google Shape;6703;p49"/>
            <p:cNvSpPr/>
            <p:nvPr/>
          </p:nvSpPr>
          <p:spPr>
            <a:xfrm>
              <a:off x="723909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04" name="Google Shape;6704;p49"/>
            <p:cNvSpPr/>
            <p:nvPr/>
          </p:nvSpPr>
          <p:spPr>
            <a:xfrm>
              <a:off x="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05" name="Google Shape;6705;p49"/>
            <p:cNvSpPr/>
            <p:nvPr/>
          </p:nvSpPr>
          <p:spPr>
            <a:xfrm>
              <a:off x="38100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06" name="Google Shape;6706;p49"/>
            <p:cNvSpPr/>
            <p:nvPr/>
          </p:nvSpPr>
          <p:spPr>
            <a:xfrm>
              <a:off x="76201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07" name="Google Shape;6707;p49"/>
            <p:cNvSpPr/>
            <p:nvPr/>
          </p:nvSpPr>
          <p:spPr>
            <a:xfrm>
              <a:off x="114301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08" name="Google Shape;6708;p49"/>
            <p:cNvSpPr/>
            <p:nvPr/>
          </p:nvSpPr>
          <p:spPr>
            <a:xfrm>
              <a:off x="152402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09" name="Google Shape;6709;p49"/>
            <p:cNvSpPr/>
            <p:nvPr/>
          </p:nvSpPr>
          <p:spPr>
            <a:xfrm>
              <a:off x="190502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10" name="Google Shape;6710;p49"/>
            <p:cNvSpPr/>
            <p:nvPr/>
          </p:nvSpPr>
          <p:spPr>
            <a:xfrm>
              <a:off x="228603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11" name="Google Shape;6711;p49"/>
            <p:cNvSpPr/>
            <p:nvPr/>
          </p:nvSpPr>
          <p:spPr>
            <a:xfrm>
              <a:off x="266703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12" name="Google Shape;6712;p49"/>
            <p:cNvSpPr/>
            <p:nvPr/>
          </p:nvSpPr>
          <p:spPr>
            <a:xfrm>
              <a:off x="304804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13" name="Google Shape;6713;p49"/>
            <p:cNvSpPr/>
            <p:nvPr/>
          </p:nvSpPr>
          <p:spPr>
            <a:xfrm>
              <a:off x="342904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14" name="Google Shape;6714;p49"/>
            <p:cNvSpPr/>
            <p:nvPr/>
          </p:nvSpPr>
          <p:spPr>
            <a:xfrm>
              <a:off x="381005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15" name="Google Shape;6715;p49"/>
            <p:cNvSpPr/>
            <p:nvPr/>
          </p:nvSpPr>
          <p:spPr>
            <a:xfrm>
              <a:off x="419105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16" name="Google Shape;6716;p49"/>
            <p:cNvSpPr/>
            <p:nvPr/>
          </p:nvSpPr>
          <p:spPr>
            <a:xfrm>
              <a:off x="457206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17" name="Google Shape;6717;p49"/>
            <p:cNvSpPr/>
            <p:nvPr/>
          </p:nvSpPr>
          <p:spPr>
            <a:xfrm>
              <a:off x="495306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18" name="Google Shape;6718;p49"/>
            <p:cNvSpPr/>
            <p:nvPr/>
          </p:nvSpPr>
          <p:spPr>
            <a:xfrm>
              <a:off x="533407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19" name="Google Shape;6719;p49"/>
            <p:cNvSpPr/>
            <p:nvPr/>
          </p:nvSpPr>
          <p:spPr>
            <a:xfrm>
              <a:off x="571507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0" name="Google Shape;6720;p49"/>
            <p:cNvSpPr/>
            <p:nvPr/>
          </p:nvSpPr>
          <p:spPr>
            <a:xfrm>
              <a:off x="609608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1" name="Google Shape;6721;p49"/>
            <p:cNvSpPr/>
            <p:nvPr/>
          </p:nvSpPr>
          <p:spPr>
            <a:xfrm>
              <a:off x="647708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2" name="Google Shape;6722;p49"/>
            <p:cNvSpPr/>
            <p:nvPr/>
          </p:nvSpPr>
          <p:spPr>
            <a:xfrm>
              <a:off x="685809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3" name="Google Shape;6723;p49"/>
            <p:cNvSpPr/>
            <p:nvPr/>
          </p:nvSpPr>
          <p:spPr>
            <a:xfrm>
              <a:off x="723909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4" name="Google Shape;6724;p49"/>
            <p:cNvSpPr/>
            <p:nvPr/>
          </p:nvSpPr>
          <p:spPr>
            <a:xfrm>
              <a:off x="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5" name="Google Shape;6725;p49"/>
            <p:cNvSpPr/>
            <p:nvPr/>
          </p:nvSpPr>
          <p:spPr>
            <a:xfrm>
              <a:off x="38100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6" name="Google Shape;6726;p49"/>
            <p:cNvSpPr/>
            <p:nvPr/>
          </p:nvSpPr>
          <p:spPr>
            <a:xfrm>
              <a:off x="76201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7" name="Google Shape;6727;p49"/>
            <p:cNvSpPr/>
            <p:nvPr/>
          </p:nvSpPr>
          <p:spPr>
            <a:xfrm>
              <a:off x="114301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8" name="Google Shape;6728;p49"/>
            <p:cNvSpPr/>
            <p:nvPr/>
          </p:nvSpPr>
          <p:spPr>
            <a:xfrm>
              <a:off x="152402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9" name="Google Shape;6729;p49"/>
            <p:cNvSpPr/>
            <p:nvPr/>
          </p:nvSpPr>
          <p:spPr>
            <a:xfrm>
              <a:off x="190502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0" name="Google Shape;6730;p49"/>
            <p:cNvSpPr/>
            <p:nvPr/>
          </p:nvSpPr>
          <p:spPr>
            <a:xfrm>
              <a:off x="228603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1" name="Google Shape;6731;p49"/>
            <p:cNvSpPr/>
            <p:nvPr/>
          </p:nvSpPr>
          <p:spPr>
            <a:xfrm>
              <a:off x="266703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2" name="Google Shape;6732;p49"/>
            <p:cNvSpPr/>
            <p:nvPr/>
          </p:nvSpPr>
          <p:spPr>
            <a:xfrm>
              <a:off x="304804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3" name="Google Shape;6733;p49"/>
            <p:cNvSpPr/>
            <p:nvPr/>
          </p:nvSpPr>
          <p:spPr>
            <a:xfrm>
              <a:off x="342904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4" name="Google Shape;6734;p49"/>
            <p:cNvSpPr/>
            <p:nvPr/>
          </p:nvSpPr>
          <p:spPr>
            <a:xfrm>
              <a:off x="381005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5" name="Google Shape;6735;p49"/>
            <p:cNvSpPr/>
            <p:nvPr/>
          </p:nvSpPr>
          <p:spPr>
            <a:xfrm>
              <a:off x="419105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6" name="Google Shape;6736;p49"/>
            <p:cNvSpPr/>
            <p:nvPr/>
          </p:nvSpPr>
          <p:spPr>
            <a:xfrm>
              <a:off x="457206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7" name="Google Shape;6737;p49"/>
            <p:cNvSpPr/>
            <p:nvPr/>
          </p:nvSpPr>
          <p:spPr>
            <a:xfrm>
              <a:off x="495306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8" name="Google Shape;6738;p49"/>
            <p:cNvSpPr/>
            <p:nvPr/>
          </p:nvSpPr>
          <p:spPr>
            <a:xfrm>
              <a:off x="533407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9" name="Google Shape;6739;p49"/>
            <p:cNvSpPr/>
            <p:nvPr/>
          </p:nvSpPr>
          <p:spPr>
            <a:xfrm>
              <a:off x="571507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0" name="Google Shape;6740;p49"/>
            <p:cNvSpPr/>
            <p:nvPr/>
          </p:nvSpPr>
          <p:spPr>
            <a:xfrm>
              <a:off x="609608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1" name="Google Shape;6741;p49"/>
            <p:cNvSpPr/>
            <p:nvPr/>
          </p:nvSpPr>
          <p:spPr>
            <a:xfrm>
              <a:off x="647708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2" name="Google Shape;6742;p49"/>
            <p:cNvSpPr/>
            <p:nvPr/>
          </p:nvSpPr>
          <p:spPr>
            <a:xfrm>
              <a:off x="685809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3" name="Google Shape;6743;p49"/>
            <p:cNvSpPr/>
            <p:nvPr/>
          </p:nvSpPr>
          <p:spPr>
            <a:xfrm>
              <a:off x="723909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4" name="Google Shape;6744;p49"/>
            <p:cNvSpPr/>
            <p:nvPr/>
          </p:nvSpPr>
          <p:spPr>
            <a:xfrm>
              <a:off x="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5" name="Google Shape;6745;p49"/>
            <p:cNvSpPr/>
            <p:nvPr/>
          </p:nvSpPr>
          <p:spPr>
            <a:xfrm>
              <a:off x="38100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6" name="Google Shape;6746;p49"/>
            <p:cNvSpPr/>
            <p:nvPr/>
          </p:nvSpPr>
          <p:spPr>
            <a:xfrm>
              <a:off x="76201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7" name="Google Shape;6747;p49"/>
            <p:cNvSpPr/>
            <p:nvPr/>
          </p:nvSpPr>
          <p:spPr>
            <a:xfrm>
              <a:off x="114301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8" name="Google Shape;6748;p49"/>
            <p:cNvSpPr/>
            <p:nvPr/>
          </p:nvSpPr>
          <p:spPr>
            <a:xfrm>
              <a:off x="152402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9" name="Google Shape;6749;p49"/>
            <p:cNvSpPr/>
            <p:nvPr/>
          </p:nvSpPr>
          <p:spPr>
            <a:xfrm>
              <a:off x="190502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0" name="Google Shape;6750;p49"/>
            <p:cNvSpPr/>
            <p:nvPr/>
          </p:nvSpPr>
          <p:spPr>
            <a:xfrm>
              <a:off x="228603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1" name="Google Shape;6751;p49"/>
            <p:cNvSpPr/>
            <p:nvPr/>
          </p:nvSpPr>
          <p:spPr>
            <a:xfrm>
              <a:off x="266703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2" name="Google Shape;6752;p49"/>
            <p:cNvSpPr/>
            <p:nvPr/>
          </p:nvSpPr>
          <p:spPr>
            <a:xfrm>
              <a:off x="304804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3" name="Google Shape;6753;p49"/>
            <p:cNvSpPr/>
            <p:nvPr/>
          </p:nvSpPr>
          <p:spPr>
            <a:xfrm>
              <a:off x="342904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4" name="Google Shape;6754;p49"/>
            <p:cNvSpPr/>
            <p:nvPr/>
          </p:nvSpPr>
          <p:spPr>
            <a:xfrm>
              <a:off x="381005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5" name="Google Shape;6755;p49"/>
            <p:cNvSpPr/>
            <p:nvPr/>
          </p:nvSpPr>
          <p:spPr>
            <a:xfrm>
              <a:off x="419105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6" name="Google Shape;6756;p49"/>
            <p:cNvSpPr/>
            <p:nvPr/>
          </p:nvSpPr>
          <p:spPr>
            <a:xfrm>
              <a:off x="457206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7" name="Google Shape;6757;p49"/>
            <p:cNvSpPr/>
            <p:nvPr/>
          </p:nvSpPr>
          <p:spPr>
            <a:xfrm>
              <a:off x="495306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8" name="Google Shape;6758;p49"/>
            <p:cNvSpPr/>
            <p:nvPr/>
          </p:nvSpPr>
          <p:spPr>
            <a:xfrm>
              <a:off x="533407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9" name="Google Shape;6759;p49"/>
            <p:cNvSpPr/>
            <p:nvPr/>
          </p:nvSpPr>
          <p:spPr>
            <a:xfrm>
              <a:off x="571507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0" name="Google Shape;6760;p49"/>
            <p:cNvSpPr/>
            <p:nvPr/>
          </p:nvSpPr>
          <p:spPr>
            <a:xfrm>
              <a:off x="609608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1" name="Google Shape;6761;p49"/>
            <p:cNvSpPr/>
            <p:nvPr/>
          </p:nvSpPr>
          <p:spPr>
            <a:xfrm>
              <a:off x="647708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2" name="Google Shape;6762;p49"/>
            <p:cNvSpPr/>
            <p:nvPr/>
          </p:nvSpPr>
          <p:spPr>
            <a:xfrm>
              <a:off x="685809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3" name="Google Shape;6763;p49"/>
            <p:cNvSpPr/>
            <p:nvPr/>
          </p:nvSpPr>
          <p:spPr>
            <a:xfrm>
              <a:off x="723909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4" name="Google Shape;6764;p49"/>
            <p:cNvSpPr/>
            <p:nvPr/>
          </p:nvSpPr>
          <p:spPr>
            <a:xfrm>
              <a:off x="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5" name="Google Shape;6765;p49"/>
            <p:cNvSpPr/>
            <p:nvPr/>
          </p:nvSpPr>
          <p:spPr>
            <a:xfrm>
              <a:off x="38100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6" name="Google Shape;6766;p49"/>
            <p:cNvSpPr/>
            <p:nvPr/>
          </p:nvSpPr>
          <p:spPr>
            <a:xfrm>
              <a:off x="76201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7" name="Google Shape;6767;p49"/>
            <p:cNvSpPr/>
            <p:nvPr/>
          </p:nvSpPr>
          <p:spPr>
            <a:xfrm>
              <a:off x="114301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8" name="Google Shape;6768;p49"/>
            <p:cNvSpPr/>
            <p:nvPr/>
          </p:nvSpPr>
          <p:spPr>
            <a:xfrm>
              <a:off x="152402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9" name="Google Shape;6769;p49"/>
            <p:cNvSpPr/>
            <p:nvPr/>
          </p:nvSpPr>
          <p:spPr>
            <a:xfrm>
              <a:off x="190502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70" name="Google Shape;6770;p49"/>
            <p:cNvSpPr/>
            <p:nvPr/>
          </p:nvSpPr>
          <p:spPr>
            <a:xfrm>
              <a:off x="228603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71" name="Google Shape;6771;p49"/>
            <p:cNvSpPr/>
            <p:nvPr/>
          </p:nvSpPr>
          <p:spPr>
            <a:xfrm>
              <a:off x="266703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72" name="Google Shape;6772;p49"/>
            <p:cNvSpPr/>
            <p:nvPr/>
          </p:nvSpPr>
          <p:spPr>
            <a:xfrm>
              <a:off x="304804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73" name="Google Shape;6773;p49"/>
            <p:cNvSpPr/>
            <p:nvPr/>
          </p:nvSpPr>
          <p:spPr>
            <a:xfrm>
              <a:off x="342904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74" name="Google Shape;6774;p49"/>
            <p:cNvSpPr/>
            <p:nvPr/>
          </p:nvSpPr>
          <p:spPr>
            <a:xfrm>
              <a:off x="381005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75" name="Google Shape;6775;p49"/>
            <p:cNvSpPr/>
            <p:nvPr/>
          </p:nvSpPr>
          <p:spPr>
            <a:xfrm>
              <a:off x="419105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76" name="Google Shape;6776;p49"/>
            <p:cNvSpPr/>
            <p:nvPr/>
          </p:nvSpPr>
          <p:spPr>
            <a:xfrm>
              <a:off x="457206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77" name="Google Shape;6777;p49"/>
            <p:cNvSpPr/>
            <p:nvPr/>
          </p:nvSpPr>
          <p:spPr>
            <a:xfrm>
              <a:off x="495306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78" name="Google Shape;6778;p49"/>
            <p:cNvSpPr/>
            <p:nvPr/>
          </p:nvSpPr>
          <p:spPr>
            <a:xfrm>
              <a:off x="533407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79" name="Google Shape;6779;p49"/>
            <p:cNvSpPr/>
            <p:nvPr/>
          </p:nvSpPr>
          <p:spPr>
            <a:xfrm>
              <a:off x="571507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0" name="Google Shape;6780;p49"/>
            <p:cNvSpPr/>
            <p:nvPr/>
          </p:nvSpPr>
          <p:spPr>
            <a:xfrm>
              <a:off x="609608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1" name="Google Shape;6781;p49"/>
            <p:cNvSpPr/>
            <p:nvPr/>
          </p:nvSpPr>
          <p:spPr>
            <a:xfrm>
              <a:off x="647708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2" name="Google Shape;6782;p49"/>
            <p:cNvSpPr/>
            <p:nvPr/>
          </p:nvSpPr>
          <p:spPr>
            <a:xfrm>
              <a:off x="685809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3" name="Google Shape;6783;p49"/>
            <p:cNvSpPr/>
            <p:nvPr/>
          </p:nvSpPr>
          <p:spPr>
            <a:xfrm>
              <a:off x="723909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4" name="Google Shape;6784;p49"/>
            <p:cNvSpPr/>
            <p:nvPr/>
          </p:nvSpPr>
          <p:spPr>
            <a:xfrm>
              <a:off x="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5" name="Google Shape;6785;p49"/>
            <p:cNvSpPr/>
            <p:nvPr/>
          </p:nvSpPr>
          <p:spPr>
            <a:xfrm>
              <a:off x="38100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6" name="Google Shape;6786;p49"/>
            <p:cNvSpPr/>
            <p:nvPr/>
          </p:nvSpPr>
          <p:spPr>
            <a:xfrm>
              <a:off x="76201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7" name="Google Shape;6787;p49"/>
            <p:cNvSpPr/>
            <p:nvPr/>
          </p:nvSpPr>
          <p:spPr>
            <a:xfrm>
              <a:off x="114301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8" name="Google Shape;6788;p49"/>
            <p:cNvSpPr/>
            <p:nvPr/>
          </p:nvSpPr>
          <p:spPr>
            <a:xfrm>
              <a:off x="152402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9" name="Google Shape;6789;p49"/>
            <p:cNvSpPr/>
            <p:nvPr/>
          </p:nvSpPr>
          <p:spPr>
            <a:xfrm>
              <a:off x="190502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90" name="Google Shape;6790;p49"/>
            <p:cNvSpPr/>
            <p:nvPr/>
          </p:nvSpPr>
          <p:spPr>
            <a:xfrm>
              <a:off x="228603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91" name="Google Shape;6791;p49"/>
            <p:cNvSpPr/>
            <p:nvPr/>
          </p:nvSpPr>
          <p:spPr>
            <a:xfrm>
              <a:off x="266703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92" name="Google Shape;6792;p49"/>
            <p:cNvSpPr/>
            <p:nvPr/>
          </p:nvSpPr>
          <p:spPr>
            <a:xfrm>
              <a:off x="304804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93" name="Google Shape;6793;p49"/>
            <p:cNvSpPr/>
            <p:nvPr/>
          </p:nvSpPr>
          <p:spPr>
            <a:xfrm>
              <a:off x="342904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94" name="Google Shape;6794;p49"/>
            <p:cNvSpPr/>
            <p:nvPr/>
          </p:nvSpPr>
          <p:spPr>
            <a:xfrm>
              <a:off x="381005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95" name="Google Shape;6795;p49"/>
            <p:cNvSpPr/>
            <p:nvPr/>
          </p:nvSpPr>
          <p:spPr>
            <a:xfrm>
              <a:off x="419105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96" name="Google Shape;6796;p49"/>
            <p:cNvSpPr/>
            <p:nvPr/>
          </p:nvSpPr>
          <p:spPr>
            <a:xfrm>
              <a:off x="457206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97" name="Google Shape;6797;p49"/>
            <p:cNvSpPr/>
            <p:nvPr/>
          </p:nvSpPr>
          <p:spPr>
            <a:xfrm>
              <a:off x="495306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98" name="Google Shape;6798;p49"/>
            <p:cNvSpPr/>
            <p:nvPr/>
          </p:nvSpPr>
          <p:spPr>
            <a:xfrm>
              <a:off x="533407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99" name="Google Shape;6799;p49"/>
            <p:cNvSpPr/>
            <p:nvPr/>
          </p:nvSpPr>
          <p:spPr>
            <a:xfrm>
              <a:off x="571507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00" name="Google Shape;6800;p49"/>
            <p:cNvSpPr/>
            <p:nvPr/>
          </p:nvSpPr>
          <p:spPr>
            <a:xfrm>
              <a:off x="609608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01" name="Google Shape;6801;p49"/>
            <p:cNvSpPr/>
            <p:nvPr/>
          </p:nvSpPr>
          <p:spPr>
            <a:xfrm>
              <a:off x="647708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02" name="Google Shape;6802;p49"/>
            <p:cNvSpPr/>
            <p:nvPr/>
          </p:nvSpPr>
          <p:spPr>
            <a:xfrm>
              <a:off x="685809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03" name="Google Shape;6803;p49"/>
            <p:cNvSpPr/>
            <p:nvPr/>
          </p:nvSpPr>
          <p:spPr>
            <a:xfrm>
              <a:off x="723909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04" name="Google Shape;6804;p49"/>
            <p:cNvSpPr/>
            <p:nvPr/>
          </p:nvSpPr>
          <p:spPr>
            <a:xfrm>
              <a:off x="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05" name="Google Shape;6805;p49"/>
            <p:cNvSpPr/>
            <p:nvPr/>
          </p:nvSpPr>
          <p:spPr>
            <a:xfrm>
              <a:off x="38100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06" name="Google Shape;6806;p49"/>
            <p:cNvSpPr/>
            <p:nvPr/>
          </p:nvSpPr>
          <p:spPr>
            <a:xfrm>
              <a:off x="76201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07" name="Google Shape;6807;p49"/>
            <p:cNvSpPr/>
            <p:nvPr/>
          </p:nvSpPr>
          <p:spPr>
            <a:xfrm>
              <a:off x="114301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08" name="Google Shape;6808;p49"/>
            <p:cNvSpPr/>
            <p:nvPr/>
          </p:nvSpPr>
          <p:spPr>
            <a:xfrm>
              <a:off x="152402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09" name="Google Shape;6809;p49"/>
            <p:cNvSpPr/>
            <p:nvPr/>
          </p:nvSpPr>
          <p:spPr>
            <a:xfrm>
              <a:off x="190502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10" name="Google Shape;6810;p49"/>
            <p:cNvSpPr/>
            <p:nvPr/>
          </p:nvSpPr>
          <p:spPr>
            <a:xfrm>
              <a:off x="228603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11" name="Google Shape;6811;p49"/>
            <p:cNvSpPr/>
            <p:nvPr/>
          </p:nvSpPr>
          <p:spPr>
            <a:xfrm>
              <a:off x="266703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12" name="Google Shape;6812;p49"/>
            <p:cNvSpPr/>
            <p:nvPr/>
          </p:nvSpPr>
          <p:spPr>
            <a:xfrm>
              <a:off x="304804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13" name="Google Shape;6813;p49"/>
            <p:cNvSpPr/>
            <p:nvPr/>
          </p:nvSpPr>
          <p:spPr>
            <a:xfrm>
              <a:off x="342904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14" name="Google Shape;6814;p49"/>
            <p:cNvSpPr/>
            <p:nvPr/>
          </p:nvSpPr>
          <p:spPr>
            <a:xfrm>
              <a:off x="381005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15" name="Google Shape;6815;p49"/>
            <p:cNvSpPr/>
            <p:nvPr/>
          </p:nvSpPr>
          <p:spPr>
            <a:xfrm>
              <a:off x="419105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16" name="Google Shape;6816;p49"/>
            <p:cNvSpPr/>
            <p:nvPr/>
          </p:nvSpPr>
          <p:spPr>
            <a:xfrm>
              <a:off x="457206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17" name="Google Shape;6817;p49"/>
            <p:cNvSpPr/>
            <p:nvPr/>
          </p:nvSpPr>
          <p:spPr>
            <a:xfrm>
              <a:off x="495306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18" name="Google Shape;6818;p49"/>
            <p:cNvSpPr/>
            <p:nvPr/>
          </p:nvSpPr>
          <p:spPr>
            <a:xfrm>
              <a:off x="533407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19" name="Google Shape;6819;p49"/>
            <p:cNvSpPr/>
            <p:nvPr/>
          </p:nvSpPr>
          <p:spPr>
            <a:xfrm>
              <a:off x="571507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20" name="Google Shape;6820;p49"/>
            <p:cNvSpPr/>
            <p:nvPr/>
          </p:nvSpPr>
          <p:spPr>
            <a:xfrm>
              <a:off x="609608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21" name="Google Shape;6821;p49"/>
            <p:cNvSpPr/>
            <p:nvPr/>
          </p:nvSpPr>
          <p:spPr>
            <a:xfrm>
              <a:off x="647708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22" name="Google Shape;6822;p49"/>
            <p:cNvSpPr/>
            <p:nvPr/>
          </p:nvSpPr>
          <p:spPr>
            <a:xfrm>
              <a:off x="685809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23" name="Google Shape;6823;p49"/>
            <p:cNvSpPr/>
            <p:nvPr/>
          </p:nvSpPr>
          <p:spPr>
            <a:xfrm>
              <a:off x="723909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24" name="Google Shape;6824;p49"/>
            <p:cNvSpPr/>
            <p:nvPr/>
          </p:nvSpPr>
          <p:spPr>
            <a:xfrm>
              <a:off x="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25" name="Google Shape;6825;p49"/>
            <p:cNvSpPr/>
            <p:nvPr/>
          </p:nvSpPr>
          <p:spPr>
            <a:xfrm>
              <a:off x="38100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26" name="Google Shape;6826;p49"/>
            <p:cNvSpPr/>
            <p:nvPr/>
          </p:nvSpPr>
          <p:spPr>
            <a:xfrm>
              <a:off x="76201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27" name="Google Shape;6827;p49"/>
            <p:cNvSpPr/>
            <p:nvPr/>
          </p:nvSpPr>
          <p:spPr>
            <a:xfrm>
              <a:off x="114301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28" name="Google Shape;6828;p49"/>
            <p:cNvSpPr/>
            <p:nvPr/>
          </p:nvSpPr>
          <p:spPr>
            <a:xfrm>
              <a:off x="152402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29" name="Google Shape;6829;p49"/>
            <p:cNvSpPr/>
            <p:nvPr/>
          </p:nvSpPr>
          <p:spPr>
            <a:xfrm>
              <a:off x="190502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30" name="Google Shape;6830;p49"/>
            <p:cNvSpPr/>
            <p:nvPr/>
          </p:nvSpPr>
          <p:spPr>
            <a:xfrm>
              <a:off x="228603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31" name="Google Shape;6831;p49"/>
            <p:cNvSpPr/>
            <p:nvPr/>
          </p:nvSpPr>
          <p:spPr>
            <a:xfrm>
              <a:off x="266703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32" name="Google Shape;6832;p49"/>
            <p:cNvSpPr/>
            <p:nvPr/>
          </p:nvSpPr>
          <p:spPr>
            <a:xfrm>
              <a:off x="304804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33" name="Google Shape;6833;p49"/>
            <p:cNvSpPr/>
            <p:nvPr/>
          </p:nvSpPr>
          <p:spPr>
            <a:xfrm>
              <a:off x="342904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34" name="Google Shape;6834;p49"/>
            <p:cNvSpPr/>
            <p:nvPr/>
          </p:nvSpPr>
          <p:spPr>
            <a:xfrm>
              <a:off x="381005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35" name="Google Shape;6835;p49"/>
            <p:cNvSpPr/>
            <p:nvPr/>
          </p:nvSpPr>
          <p:spPr>
            <a:xfrm>
              <a:off x="419105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36" name="Google Shape;6836;p49"/>
            <p:cNvSpPr/>
            <p:nvPr/>
          </p:nvSpPr>
          <p:spPr>
            <a:xfrm>
              <a:off x="457206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37" name="Google Shape;6837;p49"/>
            <p:cNvSpPr/>
            <p:nvPr/>
          </p:nvSpPr>
          <p:spPr>
            <a:xfrm>
              <a:off x="495306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38" name="Google Shape;6838;p49"/>
            <p:cNvSpPr/>
            <p:nvPr/>
          </p:nvSpPr>
          <p:spPr>
            <a:xfrm>
              <a:off x="533407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39" name="Google Shape;6839;p49"/>
            <p:cNvSpPr/>
            <p:nvPr/>
          </p:nvSpPr>
          <p:spPr>
            <a:xfrm>
              <a:off x="571507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40" name="Google Shape;6840;p49"/>
            <p:cNvSpPr/>
            <p:nvPr/>
          </p:nvSpPr>
          <p:spPr>
            <a:xfrm>
              <a:off x="609608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41" name="Google Shape;6841;p49"/>
            <p:cNvSpPr/>
            <p:nvPr/>
          </p:nvSpPr>
          <p:spPr>
            <a:xfrm>
              <a:off x="647708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42" name="Google Shape;6842;p49"/>
            <p:cNvSpPr/>
            <p:nvPr/>
          </p:nvSpPr>
          <p:spPr>
            <a:xfrm>
              <a:off x="685809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43" name="Google Shape;6843;p49"/>
            <p:cNvSpPr/>
            <p:nvPr/>
          </p:nvSpPr>
          <p:spPr>
            <a:xfrm>
              <a:off x="723909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44" name="Google Shape;6844;p49"/>
            <p:cNvSpPr/>
            <p:nvPr/>
          </p:nvSpPr>
          <p:spPr>
            <a:xfrm>
              <a:off x="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45" name="Google Shape;6845;p49"/>
            <p:cNvSpPr/>
            <p:nvPr/>
          </p:nvSpPr>
          <p:spPr>
            <a:xfrm>
              <a:off x="38100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46" name="Google Shape;6846;p49"/>
            <p:cNvSpPr/>
            <p:nvPr/>
          </p:nvSpPr>
          <p:spPr>
            <a:xfrm>
              <a:off x="76201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47" name="Google Shape;6847;p49"/>
            <p:cNvSpPr/>
            <p:nvPr/>
          </p:nvSpPr>
          <p:spPr>
            <a:xfrm>
              <a:off x="114301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48" name="Google Shape;6848;p49"/>
            <p:cNvSpPr/>
            <p:nvPr/>
          </p:nvSpPr>
          <p:spPr>
            <a:xfrm>
              <a:off x="152402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49" name="Google Shape;6849;p49"/>
            <p:cNvSpPr/>
            <p:nvPr/>
          </p:nvSpPr>
          <p:spPr>
            <a:xfrm>
              <a:off x="190502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0" name="Google Shape;6850;p49"/>
            <p:cNvSpPr/>
            <p:nvPr/>
          </p:nvSpPr>
          <p:spPr>
            <a:xfrm>
              <a:off x="228603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1" name="Google Shape;6851;p49"/>
            <p:cNvSpPr/>
            <p:nvPr/>
          </p:nvSpPr>
          <p:spPr>
            <a:xfrm>
              <a:off x="266703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2" name="Google Shape;6852;p49"/>
            <p:cNvSpPr/>
            <p:nvPr/>
          </p:nvSpPr>
          <p:spPr>
            <a:xfrm>
              <a:off x="304804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3" name="Google Shape;6853;p49"/>
            <p:cNvSpPr/>
            <p:nvPr/>
          </p:nvSpPr>
          <p:spPr>
            <a:xfrm>
              <a:off x="342904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4" name="Google Shape;6854;p49"/>
            <p:cNvSpPr/>
            <p:nvPr/>
          </p:nvSpPr>
          <p:spPr>
            <a:xfrm>
              <a:off x="381005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5" name="Google Shape;6855;p49"/>
            <p:cNvSpPr/>
            <p:nvPr/>
          </p:nvSpPr>
          <p:spPr>
            <a:xfrm>
              <a:off x="419105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6" name="Google Shape;6856;p49"/>
            <p:cNvSpPr/>
            <p:nvPr/>
          </p:nvSpPr>
          <p:spPr>
            <a:xfrm>
              <a:off x="457206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7" name="Google Shape;6857;p49"/>
            <p:cNvSpPr/>
            <p:nvPr/>
          </p:nvSpPr>
          <p:spPr>
            <a:xfrm>
              <a:off x="495306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8" name="Google Shape;6858;p49"/>
            <p:cNvSpPr/>
            <p:nvPr/>
          </p:nvSpPr>
          <p:spPr>
            <a:xfrm>
              <a:off x="533407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9" name="Google Shape;6859;p49"/>
            <p:cNvSpPr/>
            <p:nvPr/>
          </p:nvSpPr>
          <p:spPr>
            <a:xfrm>
              <a:off x="571507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60" name="Google Shape;6860;p49"/>
            <p:cNvSpPr/>
            <p:nvPr/>
          </p:nvSpPr>
          <p:spPr>
            <a:xfrm>
              <a:off x="609608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61" name="Google Shape;6861;p49"/>
            <p:cNvSpPr/>
            <p:nvPr/>
          </p:nvSpPr>
          <p:spPr>
            <a:xfrm>
              <a:off x="647708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62" name="Google Shape;6862;p49"/>
            <p:cNvSpPr/>
            <p:nvPr/>
          </p:nvSpPr>
          <p:spPr>
            <a:xfrm>
              <a:off x="685809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63" name="Google Shape;6863;p49"/>
            <p:cNvSpPr/>
            <p:nvPr/>
          </p:nvSpPr>
          <p:spPr>
            <a:xfrm>
              <a:off x="723909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64" name="Google Shape;6864;p49"/>
            <p:cNvSpPr/>
            <p:nvPr/>
          </p:nvSpPr>
          <p:spPr>
            <a:xfrm>
              <a:off x="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65" name="Google Shape;6865;p49"/>
            <p:cNvSpPr/>
            <p:nvPr/>
          </p:nvSpPr>
          <p:spPr>
            <a:xfrm>
              <a:off x="38100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66" name="Google Shape;6866;p49"/>
            <p:cNvSpPr/>
            <p:nvPr/>
          </p:nvSpPr>
          <p:spPr>
            <a:xfrm>
              <a:off x="76201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67" name="Google Shape;6867;p49"/>
            <p:cNvSpPr/>
            <p:nvPr/>
          </p:nvSpPr>
          <p:spPr>
            <a:xfrm>
              <a:off x="114301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68" name="Google Shape;6868;p49"/>
            <p:cNvSpPr/>
            <p:nvPr/>
          </p:nvSpPr>
          <p:spPr>
            <a:xfrm>
              <a:off x="152402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69" name="Google Shape;6869;p49"/>
            <p:cNvSpPr/>
            <p:nvPr/>
          </p:nvSpPr>
          <p:spPr>
            <a:xfrm>
              <a:off x="190502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70" name="Google Shape;6870;p49"/>
            <p:cNvSpPr/>
            <p:nvPr/>
          </p:nvSpPr>
          <p:spPr>
            <a:xfrm>
              <a:off x="228603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71" name="Google Shape;6871;p49"/>
            <p:cNvSpPr/>
            <p:nvPr/>
          </p:nvSpPr>
          <p:spPr>
            <a:xfrm>
              <a:off x="266703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72" name="Google Shape;6872;p49"/>
            <p:cNvSpPr/>
            <p:nvPr/>
          </p:nvSpPr>
          <p:spPr>
            <a:xfrm>
              <a:off x="304804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73" name="Google Shape;6873;p49"/>
            <p:cNvSpPr/>
            <p:nvPr/>
          </p:nvSpPr>
          <p:spPr>
            <a:xfrm>
              <a:off x="342904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74" name="Google Shape;6874;p49"/>
            <p:cNvSpPr/>
            <p:nvPr/>
          </p:nvSpPr>
          <p:spPr>
            <a:xfrm>
              <a:off x="381005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75" name="Google Shape;6875;p49"/>
            <p:cNvSpPr/>
            <p:nvPr/>
          </p:nvSpPr>
          <p:spPr>
            <a:xfrm>
              <a:off x="419105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76" name="Google Shape;6876;p49"/>
            <p:cNvSpPr/>
            <p:nvPr/>
          </p:nvSpPr>
          <p:spPr>
            <a:xfrm>
              <a:off x="457206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77" name="Google Shape;6877;p49"/>
            <p:cNvSpPr/>
            <p:nvPr/>
          </p:nvSpPr>
          <p:spPr>
            <a:xfrm>
              <a:off x="495306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78" name="Google Shape;6878;p49"/>
            <p:cNvSpPr/>
            <p:nvPr/>
          </p:nvSpPr>
          <p:spPr>
            <a:xfrm>
              <a:off x="533407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79" name="Google Shape;6879;p49"/>
            <p:cNvSpPr/>
            <p:nvPr/>
          </p:nvSpPr>
          <p:spPr>
            <a:xfrm>
              <a:off x="571507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0" name="Google Shape;6880;p49"/>
            <p:cNvSpPr/>
            <p:nvPr/>
          </p:nvSpPr>
          <p:spPr>
            <a:xfrm>
              <a:off x="609608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1" name="Google Shape;6881;p49"/>
            <p:cNvSpPr/>
            <p:nvPr/>
          </p:nvSpPr>
          <p:spPr>
            <a:xfrm>
              <a:off x="647708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2" name="Google Shape;6882;p49"/>
            <p:cNvSpPr/>
            <p:nvPr/>
          </p:nvSpPr>
          <p:spPr>
            <a:xfrm>
              <a:off x="685809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3" name="Google Shape;6883;p49"/>
            <p:cNvSpPr/>
            <p:nvPr/>
          </p:nvSpPr>
          <p:spPr>
            <a:xfrm>
              <a:off x="723909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4" name="Google Shape;6884;p49"/>
            <p:cNvSpPr/>
            <p:nvPr/>
          </p:nvSpPr>
          <p:spPr>
            <a:xfrm>
              <a:off x="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5" name="Google Shape;6885;p49"/>
            <p:cNvSpPr/>
            <p:nvPr/>
          </p:nvSpPr>
          <p:spPr>
            <a:xfrm>
              <a:off x="38100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6" name="Google Shape;6886;p49"/>
            <p:cNvSpPr/>
            <p:nvPr/>
          </p:nvSpPr>
          <p:spPr>
            <a:xfrm>
              <a:off x="76201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7" name="Google Shape;6887;p49"/>
            <p:cNvSpPr/>
            <p:nvPr/>
          </p:nvSpPr>
          <p:spPr>
            <a:xfrm>
              <a:off x="114301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8" name="Google Shape;6888;p49"/>
            <p:cNvSpPr/>
            <p:nvPr/>
          </p:nvSpPr>
          <p:spPr>
            <a:xfrm>
              <a:off x="152402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9" name="Google Shape;6889;p49"/>
            <p:cNvSpPr/>
            <p:nvPr/>
          </p:nvSpPr>
          <p:spPr>
            <a:xfrm>
              <a:off x="190502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90" name="Google Shape;6890;p49"/>
            <p:cNvSpPr/>
            <p:nvPr/>
          </p:nvSpPr>
          <p:spPr>
            <a:xfrm>
              <a:off x="228603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91" name="Google Shape;6891;p49"/>
            <p:cNvSpPr/>
            <p:nvPr/>
          </p:nvSpPr>
          <p:spPr>
            <a:xfrm>
              <a:off x="266703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92" name="Google Shape;6892;p49"/>
            <p:cNvSpPr/>
            <p:nvPr/>
          </p:nvSpPr>
          <p:spPr>
            <a:xfrm>
              <a:off x="304804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93" name="Google Shape;6893;p49"/>
            <p:cNvSpPr/>
            <p:nvPr/>
          </p:nvSpPr>
          <p:spPr>
            <a:xfrm>
              <a:off x="342904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94" name="Google Shape;6894;p49"/>
            <p:cNvSpPr/>
            <p:nvPr/>
          </p:nvSpPr>
          <p:spPr>
            <a:xfrm>
              <a:off x="381005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95" name="Google Shape;6895;p49"/>
            <p:cNvSpPr/>
            <p:nvPr/>
          </p:nvSpPr>
          <p:spPr>
            <a:xfrm>
              <a:off x="419105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96" name="Google Shape;6896;p49"/>
            <p:cNvSpPr/>
            <p:nvPr/>
          </p:nvSpPr>
          <p:spPr>
            <a:xfrm>
              <a:off x="457206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97" name="Google Shape;6897;p49"/>
            <p:cNvSpPr/>
            <p:nvPr/>
          </p:nvSpPr>
          <p:spPr>
            <a:xfrm>
              <a:off x="495306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98" name="Google Shape;6898;p49"/>
            <p:cNvSpPr/>
            <p:nvPr/>
          </p:nvSpPr>
          <p:spPr>
            <a:xfrm>
              <a:off x="533407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99" name="Google Shape;6899;p49"/>
            <p:cNvSpPr/>
            <p:nvPr/>
          </p:nvSpPr>
          <p:spPr>
            <a:xfrm>
              <a:off x="571507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00" name="Google Shape;6900;p49"/>
            <p:cNvSpPr/>
            <p:nvPr/>
          </p:nvSpPr>
          <p:spPr>
            <a:xfrm>
              <a:off x="609608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01" name="Google Shape;6901;p49"/>
            <p:cNvSpPr/>
            <p:nvPr/>
          </p:nvSpPr>
          <p:spPr>
            <a:xfrm>
              <a:off x="647708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02" name="Google Shape;6902;p49"/>
            <p:cNvSpPr/>
            <p:nvPr/>
          </p:nvSpPr>
          <p:spPr>
            <a:xfrm>
              <a:off x="685809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03" name="Google Shape;6903;p49"/>
            <p:cNvSpPr/>
            <p:nvPr/>
          </p:nvSpPr>
          <p:spPr>
            <a:xfrm>
              <a:off x="723909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04" name="Google Shape;6904;p49"/>
            <p:cNvSpPr/>
            <p:nvPr/>
          </p:nvSpPr>
          <p:spPr>
            <a:xfrm>
              <a:off x="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05" name="Google Shape;6905;p49"/>
            <p:cNvSpPr/>
            <p:nvPr/>
          </p:nvSpPr>
          <p:spPr>
            <a:xfrm>
              <a:off x="38100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06" name="Google Shape;6906;p49"/>
            <p:cNvSpPr/>
            <p:nvPr/>
          </p:nvSpPr>
          <p:spPr>
            <a:xfrm>
              <a:off x="76201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07" name="Google Shape;6907;p49"/>
            <p:cNvSpPr/>
            <p:nvPr/>
          </p:nvSpPr>
          <p:spPr>
            <a:xfrm>
              <a:off x="114301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08" name="Google Shape;6908;p49"/>
            <p:cNvSpPr/>
            <p:nvPr/>
          </p:nvSpPr>
          <p:spPr>
            <a:xfrm>
              <a:off x="152402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09" name="Google Shape;6909;p49"/>
            <p:cNvSpPr/>
            <p:nvPr/>
          </p:nvSpPr>
          <p:spPr>
            <a:xfrm>
              <a:off x="190502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10" name="Google Shape;6910;p49"/>
            <p:cNvSpPr/>
            <p:nvPr/>
          </p:nvSpPr>
          <p:spPr>
            <a:xfrm>
              <a:off x="228603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11" name="Google Shape;6911;p49"/>
            <p:cNvSpPr/>
            <p:nvPr/>
          </p:nvSpPr>
          <p:spPr>
            <a:xfrm>
              <a:off x="266703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12" name="Google Shape;6912;p49"/>
            <p:cNvSpPr/>
            <p:nvPr/>
          </p:nvSpPr>
          <p:spPr>
            <a:xfrm>
              <a:off x="304804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13" name="Google Shape;6913;p49"/>
            <p:cNvSpPr/>
            <p:nvPr/>
          </p:nvSpPr>
          <p:spPr>
            <a:xfrm>
              <a:off x="342904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14" name="Google Shape;6914;p49"/>
            <p:cNvSpPr/>
            <p:nvPr/>
          </p:nvSpPr>
          <p:spPr>
            <a:xfrm>
              <a:off x="381005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15" name="Google Shape;6915;p49"/>
            <p:cNvSpPr/>
            <p:nvPr/>
          </p:nvSpPr>
          <p:spPr>
            <a:xfrm>
              <a:off x="419105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16" name="Google Shape;6916;p49"/>
            <p:cNvSpPr/>
            <p:nvPr/>
          </p:nvSpPr>
          <p:spPr>
            <a:xfrm>
              <a:off x="457206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17" name="Google Shape;6917;p49"/>
            <p:cNvSpPr/>
            <p:nvPr/>
          </p:nvSpPr>
          <p:spPr>
            <a:xfrm>
              <a:off x="495306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18" name="Google Shape;6918;p49"/>
            <p:cNvSpPr/>
            <p:nvPr/>
          </p:nvSpPr>
          <p:spPr>
            <a:xfrm>
              <a:off x="533407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19" name="Google Shape;6919;p49"/>
            <p:cNvSpPr/>
            <p:nvPr/>
          </p:nvSpPr>
          <p:spPr>
            <a:xfrm>
              <a:off x="571507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20" name="Google Shape;6920;p49"/>
            <p:cNvSpPr/>
            <p:nvPr/>
          </p:nvSpPr>
          <p:spPr>
            <a:xfrm>
              <a:off x="609608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21" name="Google Shape;6921;p49"/>
            <p:cNvSpPr/>
            <p:nvPr/>
          </p:nvSpPr>
          <p:spPr>
            <a:xfrm>
              <a:off x="647708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22" name="Google Shape;6922;p49"/>
            <p:cNvSpPr/>
            <p:nvPr/>
          </p:nvSpPr>
          <p:spPr>
            <a:xfrm>
              <a:off x="685809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23" name="Google Shape;6923;p49"/>
            <p:cNvSpPr/>
            <p:nvPr/>
          </p:nvSpPr>
          <p:spPr>
            <a:xfrm>
              <a:off x="723909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24" name="Google Shape;6924;p49"/>
            <p:cNvSpPr/>
            <p:nvPr/>
          </p:nvSpPr>
          <p:spPr>
            <a:xfrm>
              <a:off x="7620110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25" name="Google Shape;6925;p49"/>
            <p:cNvSpPr/>
            <p:nvPr/>
          </p:nvSpPr>
          <p:spPr>
            <a:xfrm>
              <a:off x="8001115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26" name="Google Shape;6926;p49"/>
            <p:cNvSpPr/>
            <p:nvPr/>
          </p:nvSpPr>
          <p:spPr>
            <a:xfrm>
              <a:off x="8382120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27" name="Google Shape;6927;p49"/>
            <p:cNvSpPr/>
            <p:nvPr/>
          </p:nvSpPr>
          <p:spPr>
            <a:xfrm>
              <a:off x="8763125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28" name="Google Shape;6928;p49"/>
            <p:cNvSpPr/>
            <p:nvPr/>
          </p:nvSpPr>
          <p:spPr>
            <a:xfrm>
              <a:off x="7620110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29" name="Google Shape;6929;p49"/>
            <p:cNvSpPr/>
            <p:nvPr/>
          </p:nvSpPr>
          <p:spPr>
            <a:xfrm>
              <a:off x="8001115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30" name="Google Shape;6930;p49"/>
            <p:cNvSpPr/>
            <p:nvPr/>
          </p:nvSpPr>
          <p:spPr>
            <a:xfrm>
              <a:off x="8382120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31" name="Google Shape;6931;p49"/>
            <p:cNvSpPr/>
            <p:nvPr/>
          </p:nvSpPr>
          <p:spPr>
            <a:xfrm>
              <a:off x="8763125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32" name="Google Shape;6932;p49"/>
            <p:cNvSpPr/>
            <p:nvPr/>
          </p:nvSpPr>
          <p:spPr>
            <a:xfrm>
              <a:off x="7620110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33" name="Google Shape;6933;p49"/>
            <p:cNvSpPr/>
            <p:nvPr/>
          </p:nvSpPr>
          <p:spPr>
            <a:xfrm>
              <a:off x="8001115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34" name="Google Shape;6934;p49"/>
            <p:cNvSpPr/>
            <p:nvPr/>
          </p:nvSpPr>
          <p:spPr>
            <a:xfrm>
              <a:off x="8382120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35" name="Google Shape;6935;p49"/>
            <p:cNvSpPr/>
            <p:nvPr/>
          </p:nvSpPr>
          <p:spPr>
            <a:xfrm>
              <a:off x="8763125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36" name="Google Shape;6936;p49"/>
            <p:cNvSpPr/>
            <p:nvPr/>
          </p:nvSpPr>
          <p:spPr>
            <a:xfrm>
              <a:off x="7620110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37" name="Google Shape;6937;p49"/>
            <p:cNvSpPr/>
            <p:nvPr/>
          </p:nvSpPr>
          <p:spPr>
            <a:xfrm>
              <a:off x="8001115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38" name="Google Shape;6938;p49"/>
            <p:cNvSpPr/>
            <p:nvPr/>
          </p:nvSpPr>
          <p:spPr>
            <a:xfrm>
              <a:off x="8382120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39" name="Google Shape;6939;p49"/>
            <p:cNvSpPr/>
            <p:nvPr/>
          </p:nvSpPr>
          <p:spPr>
            <a:xfrm>
              <a:off x="8763125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40" name="Google Shape;6940;p49"/>
            <p:cNvSpPr/>
            <p:nvPr/>
          </p:nvSpPr>
          <p:spPr>
            <a:xfrm>
              <a:off x="7620110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41" name="Google Shape;6941;p49"/>
            <p:cNvSpPr/>
            <p:nvPr/>
          </p:nvSpPr>
          <p:spPr>
            <a:xfrm>
              <a:off x="8001115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42" name="Google Shape;6942;p49"/>
            <p:cNvSpPr/>
            <p:nvPr/>
          </p:nvSpPr>
          <p:spPr>
            <a:xfrm>
              <a:off x="8382120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43" name="Google Shape;6943;p49"/>
            <p:cNvSpPr/>
            <p:nvPr/>
          </p:nvSpPr>
          <p:spPr>
            <a:xfrm>
              <a:off x="8763125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44" name="Google Shape;6944;p49"/>
            <p:cNvSpPr/>
            <p:nvPr/>
          </p:nvSpPr>
          <p:spPr>
            <a:xfrm>
              <a:off x="7620110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45" name="Google Shape;6945;p49"/>
            <p:cNvSpPr/>
            <p:nvPr/>
          </p:nvSpPr>
          <p:spPr>
            <a:xfrm>
              <a:off x="8001115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46" name="Google Shape;6946;p49"/>
            <p:cNvSpPr/>
            <p:nvPr/>
          </p:nvSpPr>
          <p:spPr>
            <a:xfrm>
              <a:off x="8382120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47" name="Google Shape;6947;p49"/>
            <p:cNvSpPr/>
            <p:nvPr/>
          </p:nvSpPr>
          <p:spPr>
            <a:xfrm>
              <a:off x="8763125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48" name="Google Shape;6948;p49"/>
            <p:cNvSpPr/>
            <p:nvPr/>
          </p:nvSpPr>
          <p:spPr>
            <a:xfrm>
              <a:off x="7620110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49" name="Google Shape;6949;p49"/>
            <p:cNvSpPr/>
            <p:nvPr/>
          </p:nvSpPr>
          <p:spPr>
            <a:xfrm>
              <a:off x="8001115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50" name="Google Shape;6950;p49"/>
            <p:cNvSpPr/>
            <p:nvPr/>
          </p:nvSpPr>
          <p:spPr>
            <a:xfrm>
              <a:off x="8382120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51" name="Google Shape;6951;p49"/>
            <p:cNvSpPr/>
            <p:nvPr/>
          </p:nvSpPr>
          <p:spPr>
            <a:xfrm>
              <a:off x="8763125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52" name="Google Shape;6952;p49"/>
            <p:cNvSpPr/>
            <p:nvPr/>
          </p:nvSpPr>
          <p:spPr>
            <a:xfrm>
              <a:off x="7620110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53" name="Google Shape;6953;p49"/>
            <p:cNvSpPr/>
            <p:nvPr/>
          </p:nvSpPr>
          <p:spPr>
            <a:xfrm>
              <a:off x="8001115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54" name="Google Shape;6954;p49"/>
            <p:cNvSpPr/>
            <p:nvPr/>
          </p:nvSpPr>
          <p:spPr>
            <a:xfrm>
              <a:off x="8382120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55" name="Google Shape;6955;p49"/>
            <p:cNvSpPr/>
            <p:nvPr/>
          </p:nvSpPr>
          <p:spPr>
            <a:xfrm>
              <a:off x="8763125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56" name="Google Shape;6956;p49"/>
            <p:cNvSpPr/>
            <p:nvPr/>
          </p:nvSpPr>
          <p:spPr>
            <a:xfrm>
              <a:off x="7620110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57" name="Google Shape;6957;p49"/>
            <p:cNvSpPr/>
            <p:nvPr/>
          </p:nvSpPr>
          <p:spPr>
            <a:xfrm>
              <a:off x="8001115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58" name="Google Shape;6958;p49"/>
            <p:cNvSpPr/>
            <p:nvPr/>
          </p:nvSpPr>
          <p:spPr>
            <a:xfrm>
              <a:off x="8382120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59" name="Google Shape;6959;p49"/>
            <p:cNvSpPr/>
            <p:nvPr/>
          </p:nvSpPr>
          <p:spPr>
            <a:xfrm>
              <a:off x="8763125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0" name="Google Shape;6960;p49"/>
            <p:cNvSpPr/>
            <p:nvPr/>
          </p:nvSpPr>
          <p:spPr>
            <a:xfrm>
              <a:off x="7620110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1" name="Google Shape;6961;p49"/>
            <p:cNvSpPr/>
            <p:nvPr/>
          </p:nvSpPr>
          <p:spPr>
            <a:xfrm>
              <a:off x="8001115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2" name="Google Shape;6962;p49"/>
            <p:cNvSpPr/>
            <p:nvPr/>
          </p:nvSpPr>
          <p:spPr>
            <a:xfrm>
              <a:off x="8382120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3" name="Google Shape;6963;p49"/>
            <p:cNvSpPr/>
            <p:nvPr/>
          </p:nvSpPr>
          <p:spPr>
            <a:xfrm>
              <a:off x="8763125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4" name="Google Shape;6964;p49"/>
            <p:cNvSpPr/>
            <p:nvPr/>
          </p:nvSpPr>
          <p:spPr>
            <a:xfrm>
              <a:off x="7620110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5" name="Google Shape;6965;p49"/>
            <p:cNvSpPr/>
            <p:nvPr/>
          </p:nvSpPr>
          <p:spPr>
            <a:xfrm>
              <a:off x="8001115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6" name="Google Shape;6966;p49"/>
            <p:cNvSpPr/>
            <p:nvPr/>
          </p:nvSpPr>
          <p:spPr>
            <a:xfrm>
              <a:off x="8382120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7" name="Google Shape;6967;p49"/>
            <p:cNvSpPr/>
            <p:nvPr/>
          </p:nvSpPr>
          <p:spPr>
            <a:xfrm>
              <a:off x="8763125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8" name="Google Shape;6968;p49"/>
            <p:cNvSpPr/>
            <p:nvPr/>
          </p:nvSpPr>
          <p:spPr>
            <a:xfrm>
              <a:off x="7620110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9" name="Google Shape;6969;p49"/>
            <p:cNvSpPr/>
            <p:nvPr/>
          </p:nvSpPr>
          <p:spPr>
            <a:xfrm>
              <a:off x="8001115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70" name="Google Shape;6970;p49"/>
            <p:cNvSpPr/>
            <p:nvPr/>
          </p:nvSpPr>
          <p:spPr>
            <a:xfrm>
              <a:off x="8382120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71" name="Google Shape;6971;p49"/>
            <p:cNvSpPr/>
            <p:nvPr/>
          </p:nvSpPr>
          <p:spPr>
            <a:xfrm>
              <a:off x="8763125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72" name="Google Shape;6972;p49"/>
            <p:cNvSpPr/>
            <p:nvPr/>
          </p:nvSpPr>
          <p:spPr>
            <a:xfrm>
              <a:off x="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73" name="Google Shape;6973;p49"/>
            <p:cNvSpPr/>
            <p:nvPr/>
          </p:nvSpPr>
          <p:spPr>
            <a:xfrm>
              <a:off x="38100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74" name="Google Shape;6974;p49"/>
            <p:cNvSpPr/>
            <p:nvPr/>
          </p:nvSpPr>
          <p:spPr>
            <a:xfrm>
              <a:off x="76201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75" name="Google Shape;6975;p49"/>
            <p:cNvSpPr/>
            <p:nvPr/>
          </p:nvSpPr>
          <p:spPr>
            <a:xfrm>
              <a:off x="114301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76" name="Google Shape;6976;p49"/>
            <p:cNvSpPr/>
            <p:nvPr/>
          </p:nvSpPr>
          <p:spPr>
            <a:xfrm>
              <a:off x="152402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77" name="Google Shape;6977;p49"/>
            <p:cNvSpPr/>
            <p:nvPr/>
          </p:nvSpPr>
          <p:spPr>
            <a:xfrm>
              <a:off x="190502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78" name="Google Shape;6978;p49"/>
            <p:cNvSpPr/>
            <p:nvPr/>
          </p:nvSpPr>
          <p:spPr>
            <a:xfrm>
              <a:off x="228603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79" name="Google Shape;6979;p49"/>
            <p:cNvSpPr/>
            <p:nvPr/>
          </p:nvSpPr>
          <p:spPr>
            <a:xfrm>
              <a:off x="266703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80" name="Google Shape;6980;p49"/>
            <p:cNvSpPr/>
            <p:nvPr/>
          </p:nvSpPr>
          <p:spPr>
            <a:xfrm>
              <a:off x="304804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81" name="Google Shape;6981;p49"/>
            <p:cNvSpPr/>
            <p:nvPr/>
          </p:nvSpPr>
          <p:spPr>
            <a:xfrm>
              <a:off x="342904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82" name="Google Shape;6982;p49"/>
            <p:cNvSpPr/>
            <p:nvPr/>
          </p:nvSpPr>
          <p:spPr>
            <a:xfrm>
              <a:off x="381005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83" name="Google Shape;6983;p49"/>
            <p:cNvSpPr/>
            <p:nvPr/>
          </p:nvSpPr>
          <p:spPr>
            <a:xfrm>
              <a:off x="419105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84" name="Google Shape;6984;p49"/>
            <p:cNvSpPr/>
            <p:nvPr/>
          </p:nvSpPr>
          <p:spPr>
            <a:xfrm>
              <a:off x="457206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85" name="Google Shape;6985;p49"/>
            <p:cNvSpPr/>
            <p:nvPr/>
          </p:nvSpPr>
          <p:spPr>
            <a:xfrm>
              <a:off x="495306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86" name="Google Shape;6986;p49"/>
            <p:cNvSpPr/>
            <p:nvPr/>
          </p:nvSpPr>
          <p:spPr>
            <a:xfrm>
              <a:off x="533407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87" name="Google Shape;6987;p49"/>
            <p:cNvSpPr/>
            <p:nvPr/>
          </p:nvSpPr>
          <p:spPr>
            <a:xfrm>
              <a:off x="571507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88" name="Google Shape;6988;p49"/>
            <p:cNvSpPr/>
            <p:nvPr/>
          </p:nvSpPr>
          <p:spPr>
            <a:xfrm>
              <a:off x="609608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89" name="Google Shape;6989;p49"/>
            <p:cNvSpPr/>
            <p:nvPr/>
          </p:nvSpPr>
          <p:spPr>
            <a:xfrm>
              <a:off x="647708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90" name="Google Shape;6990;p49"/>
            <p:cNvSpPr/>
            <p:nvPr/>
          </p:nvSpPr>
          <p:spPr>
            <a:xfrm>
              <a:off x="685809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91" name="Google Shape;6991;p49"/>
            <p:cNvSpPr/>
            <p:nvPr/>
          </p:nvSpPr>
          <p:spPr>
            <a:xfrm>
              <a:off x="723909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92" name="Google Shape;6992;p49"/>
            <p:cNvSpPr/>
            <p:nvPr/>
          </p:nvSpPr>
          <p:spPr>
            <a:xfrm>
              <a:off x="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93" name="Google Shape;6993;p49"/>
            <p:cNvSpPr/>
            <p:nvPr/>
          </p:nvSpPr>
          <p:spPr>
            <a:xfrm>
              <a:off x="38100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94" name="Google Shape;6994;p49"/>
            <p:cNvSpPr/>
            <p:nvPr/>
          </p:nvSpPr>
          <p:spPr>
            <a:xfrm>
              <a:off x="76201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95" name="Google Shape;6995;p49"/>
            <p:cNvSpPr/>
            <p:nvPr/>
          </p:nvSpPr>
          <p:spPr>
            <a:xfrm>
              <a:off x="114301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96" name="Google Shape;6996;p49"/>
            <p:cNvSpPr/>
            <p:nvPr/>
          </p:nvSpPr>
          <p:spPr>
            <a:xfrm>
              <a:off x="152402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97" name="Google Shape;6997;p49"/>
            <p:cNvSpPr/>
            <p:nvPr/>
          </p:nvSpPr>
          <p:spPr>
            <a:xfrm>
              <a:off x="190502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98" name="Google Shape;6998;p49"/>
            <p:cNvSpPr/>
            <p:nvPr/>
          </p:nvSpPr>
          <p:spPr>
            <a:xfrm>
              <a:off x="228603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99" name="Google Shape;6999;p49"/>
            <p:cNvSpPr/>
            <p:nvPr/>
          </p:nvSpPr>
          <p:spPr>
            <a:xfrm>
              <a:off x="266703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00" name="Google Shape;7000;p49"/>
            <p:cNvSpPr/>
            <p:nvPr/>
          </p:nvSpPr>
          <p:spPr>
            <a:xfrm>
              <a:off x="304804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01" name="Google Shape;7001;p49"/>
            <p:cNvSpPr/>
            <p:nvPr/>
          </p:nvSpPr>
          <p:spPr>
            <a:xfrm>
              <a:off x="342904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02" name="Google Shape;7002;p49"/>
            <p:cNvSpPr/>
            <p:nvPr/>
          </p:nvSpPr>
          <p:spPr>
            <a:xfrm>
              <a:off x="381005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03" name="Google Shape;7003;p49"/>
            <p:cNvSpPr/>
            <p:nvPr/>
          </p:nvSpPr>
          <p:spPr>
            <a:xfrm>
              <a:off x="419105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04" name="Google Shape;7004;p49"/>
            <p:cNvSpPr/>
            <p:nvPr/>
          </p:nvSpPr>
          <p:spPr>
            <a:xfrm>
              <a:off x="457206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05" name="Google Shape;7005;p49"/>
            <p:cNvSpPr/>
            <p:nvPr/>
          </p:nvSpPr>
          <p:spPr>
            <a:xfrm>
              <a:off x="495306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06" name="Google Shape;7006;p49"/>
            <p:cNvSpPr/>
            <p:nvPr/>
          </p:nvSpPr>
          <p:spPr>
            <a:xfrm>
              <a:off x="533407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07" name="Google Shape;7007;p49"/>
            <p:cNvSpPr/>
            <p:nvPr/>
          </p:nvSpPr>
          <p:spPr>
            <a:xfrm>
              <a:off x="571507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08" name="Google Shape;7008;p49"/>
            <p:cNvSpPr/>
            <p:nvPr/>
          </p:nvSpPr>
          <p:spPr>
            <a:xfrm>
              <a:off x="609608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09" name="Google Shape;7009;p49"/>
            <p:cNvSpPr/>
            <p:nvPr/>
          </p:nvSpPr>
          <p:spPr>
            <a:xfrm>
              <a:off x="647708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10" name="Google Shape;7010;p49"/>
            <p:cNvSpPr/>
            <p:nvPr/>
          </p:nvSpPr>
          <p:spPr>
            <a:xfrm>
              <a:off x="685809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11" name="Google Shape;7011;p49"/>
            <p:cNvSpPr/>
            <p:nvPr/>
          </p:nvSpPr>
          <p:spPr>
            <a:xfrm>
              <a:off x="723909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12" name="Google Shape;7012;p49"/>
            <p:cNvSpPr/>
            <p:nvPr/>
          </p:nvSpPr>
          <p:spPr>
            <a:xfrm>
              <a:off x="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13" name="Google Shape;7013;p49"/>
            <p:cNvSpPr/>
            <p:nvPr/>
          </p:nvSpPr>
          <p:spPr>
            <a:xfrm>
              <a:off x="38100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14" name="Google Shape;7014;p49"/>
            <p:cNvSpPr/>
            <p:nvPr/>
          </p:nvSpPr>
          <p:spPr>
            <a:xfrm>
              <a:off x="76201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15" name="Google Shape;7015;p49"/>
            <p:cNvSpPr/>
            <p:nvPr/>
          </p:nvSpPr>
          <p:spPr>
            <a:xfrm>
              <a:off x="114301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16" name="Google Shape;7016;p49"/>
            <p:cNvSpPr/>
            <p:nvPr/>
          </p:nvSpPr>
          <p:spPr>
            <a:xfrm>
              <a:off x="152402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17" name="Google Shape;7017;p49"/>
            <p:cNvSpPr/>
            <p:nvPr/>
          </p:nvSpPr>
          <p:spPr>
            <a:xfrm>
              <a:off x="190502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18" name="Google Shape;7018;p49"/>
            <p:cNvSpPr/>
            <p:nvPr/>
          </p:nvSpPr>
          <p:spPr>
            <a:xfrm>
              <a:off x="228603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19" name="Google Shape;7019;p49"/>
            <p:cNvSpPr/>
            <p:nvPr/>
          </p:nvSpPr>
          <p:spPr>
            <a:xfrm>
              <a:off x="266703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20" name="Google Shape;7020;p49"/>
            <p:cNvSpPr/>
            <p:nvPr/>
          </p:nvSpPr>
          <p:spPr>
            <a:xfrm>
              <a:off x="304804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21" name="Google Shape;7021;p49"/>
            <p:cNvSpPr/>
            <p:nvPr/>
          </p:nvSpPr>
          <p:spPr>
            <a:xfrm>
              <a:off x="342904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22" name="Google Shape;7022;p49"/>
            <p:cNvSpPr/>
            <p:nvPr/>
          </p:nvSpPr>
          <p:spPr>
            <a:xfrm>
              <a:off x="381005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23" name="Google Shape;7023;p49"/>
            <p:cNvSpPr/>
            <p:nvPr/>
          </p:nvSpPr>
          <p:spPr>
            <a:xfrm>
              <a:off x="419105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24" name="Google Shape;7024;p49"/>
            <p:cNvSpPr/>
            <p:nvPr/>
          </p:nvSpPr>
          <p:spPr>
            <a:xfrm>
              <a:off x="457206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25" name="Google Shape;7025;p49"/>
            <p:cNvSpPr/>
            <p:nvPr/>
          </p:nvSpPr>
          <p:spPr>
            <a:xfrm>
              <a:off x="495306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26" name="Google Shape;7026;p49"/>
            <p:cNvSpPr/>
            <p:nvPr/>
          </p:nvSpPr>
          <p:spPr>
            <a:xfrm>
              <a:off x="533407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27" name="Google Shape;7027;p49"/>
            <p:cNvSpPr/>
            <p:nvPr/>
          </p:nvSpPr>
          <p:spPr>
            <a:xfrm>
              <a:off x="571507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28" name="Google Shape;7028;p49"/>
            <p:cNvSpPr/>
            <p:nvPr/>
          </p:nvSpPr>
          <p:spPr>
            <a:xfrm>
              <a:off x="609608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29" name="Google Shape;7029;p49"/>
            <p:cNvSpPr/>
            <p:nvPr/>
          </p:nvSpPr>
          <p:spPr>
            <a:xfrm>
              <a:off x="647708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30" name="Google Shape;7030;p49"/>
            <p:cNvSpPr/>
            <p:nvPr/>
          </p:nvSpPr>
          <p:spPr>
            <a:xfrm>
              <a:off x="685809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31" name="Google Shape;7031;p49"/>
            <p:cNvSpPr/>
            <p:nvPr/>
          </p:nvSpPr>
          <p:spPr>
            <a:xfrm>
              <a:off x="723909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32" name="Google Shape;7032;p49"/>
            <p:cNvSpPr/>
            <p:nvPr/>
          </p:nvSpPr>
          <p:spPr>
            <a:xfrm>
              <a:off x="7620110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33" name="Google Shape;7033;p49"/>
            <p:cNvSpPr/>
            <p:nvPr/>
          </p:nvSpPr>
          <p:spPr>
            <a:xfrm>
              <a:off x="8001115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34" name="Google Shape;7034;p49"/>
            <p:cNvSpPr/>
            <p:nvPr/>
          </p:nvSpPr>
          <p:spPr>
            <a:xfrm>
              <a:off x="8382120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35" name="Google Shape;7035;p49"/>
            <p:cNvSpPr/>
            <p:nvPr/>
          </p:nvSpPr>
          <p:spPr>
            <a:xfrm>
              <a:off x="8763125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36" name="Google Shape;7036;p49"/>
            <p:cNvSpPr/>
            <p:nvPr/>
          </p:nvSpPr>
          <p:spPr>
            <a:xfrm>
              <a:off x="7620110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37" name="Google Shape;7037;p49"/>
            <p:cNvSpPr/>
            <p:nvPr/>
          </p:nvSpPr>
          <p:spPr>
            <a:xfrm>
              <a:off x="8001115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38" name="Google Shape;7038;p49"/>
            <p:cNvSpPr/>
            <p:nvPr/>
          </p:nvSpPr>
          <p:spPr>
            <a:xfrm>
              <a:off x="8382120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39" name="Google Shape;7039;p49"/>
            <p:cNvSpPr/>
            <p:nvPr/>
          </p:nvSpPr>
          <p:spPr>
            <a:xfrm>
              <a:off x="8763125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40" name="Google Shape;7040;p49"/>
            <p:cNvSpPr/>
            <p:nvPr/>
          </p:nvSpPr>
          <p:spPr>
            <a:xfrm>
              <a:off x="7620110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41" name="Google Shape;7041;p49"/>
            <p:cNvSpPr/>
            <p:nvPr/>
          </p:nvSpPr>
          <p:spPr>
            <a:xfrm>
              <a:off x="8001115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42" name="Google Shape;7042;p49"/>
            <p:cNvSpPr/>
            <p:nvPr/>
          </p:nvSpPr>
          <p:spPr>
            <a:xfrm>
              <a:off x="8382120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43" name="Google Shape;7043;p49"/>
            <p:cNvSpPr/>
            <p:nvPr/>
          </p:nvSpPr>
          <p:spPr>
            <a:xfrm>
              <a:off x="8763125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044" name="Google Shape;7044;p49"/>
          <p:cNvSpPr/>
          <p:nvPr/>
        </p:nvSpPr>
        <p:spPr>
          <a:xfrm flipH="1">
            <a:off x="0" y="0"/>
            <a:ext cx="9144000" cy="5143500"/>
          </a:xfrm>
          <a:prstGeom prst="rtTriangle">
            <a:avLst/>
          </a:prstGeom>
          <a:solidFill>
            <a:srgbClr val="005051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045" name="Google Shape;7045;p49"/>
          <p:cNvGrpSpPr/>
          <p:nvPr/>
        </p:nvGrpSpPr>
        <p:grpSpPr>
          <a:xfrm>
            <a:off x="553048" y="535000"/>
            <a:ext cx="8105852" cy="4302000"/>
            <a:chOff x="553048" y="535000"/>
            <a:chExt cx="8105852" cy="4302000"/>
          </a:xfrm>
        </p:grpSpPr>
        <p:sp>
          <p:nvSpPr>
            <p:cNvPr id="7046" name="Google Shape;7046;p49"/>
            <p:cNvSpPr/>
            <p:nvPr/>
          </p:nvSpPr>
          <p:spPr>
            <a:xfrm>
              <a:off x="942300" y="763600"/>
              <a:ext cx="7716600" cy="4073400"/>
            </a:xfrm>
            <a:prstGeom prst="roundRect">
              <a:avLst>
                <a:gd fmla="val 2480" name="adj"/>
              </a:avLst>
            </a:prstGeom>
            <a:solidFill>
              <a:srgbClr val="222828">
                <a:alpha val="2039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47" name="Google Shape;7047;p49"/>
            <p:cNvSpPr/>
            <p:nvPr/>
          </p:nvSpPr>
          <p:spPr>
            <a:xfrm>
              <a:off x="712275" y="535000"/>
              <a:ext cx="7716600" cy="4073400"/>
            </a:xfrm>
            <a:prstGeom prst="roundRect">
              <a:avLst>
                <a:gd fmla="val 248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48" name="Google Shape;7048;p49"/>
            <p:cNvSpPr/>
            <p:nvPr/>
          </p:nvSpPr>
          <p:spPr>
            <a:xfrm>
              <a:off x="848698" y="898261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5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5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49" name="Google Shape;7049;p49"/>
            <p:cNvSpPr/>
            <p:nvPr/>
          </p:nvSpPr>
          <p:spPr>
            <a:xfrm>
              <a:off x="553048" y="931482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19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8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7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50" name="Google Shape;7050;p49"/>
            <p:cNvSpPr/>
            <p:nvPr/>
          </p:nvSpPr>
          <p:spPr>
            <a:xfrm>
              <a:off x="848698" y="1332681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8"/>
                    <a:pt x="0" y="7608"/>
                  </a:cubicBezTo>
                  <a:cubicBezTo>
                    <a:pt x="0" y="11808"/>
                    <a:pt x="3404" y="15212"/>
                    <a:pt x="7604" y="15212"/>
                  </a:cubicBezTo>
                  <a:cubicBezTo>
                    <a:pt x="11804" y="15212"/>
                    <a:pt x="15209" y="11808"/>
                    <a:pt x="15209" y="7608"/>
                  </a:cubicBezTo>
                  <a:cubicBezTo>
                    <a:pt x="15209" y="3408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51" name="Google Shape;7051;p49"/>
            <p:cNvSpPr/>
            <p:nvPr/>
          </p:nvSpPr>
          <p:spPr>
            <a:xfrm>
              <a:off x="553048" y="1365902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71"/>
                    <a:pt x="0" y="1497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9"/>
                  </a:lnTo>
                  <a:cubicBezTo>
                    <a:pt x="23340" y="7948"/>
                    <a:pt x="21591" y="9042"/>
                    <a:pt x="19596" y="9042"/>
                  </a:cubicBezTo>
                  <a:lnTo>
                    <a:pt x="1493" y="9042"/>
                  </a:lnTo>
                  <a:cubicBezTo>
                    <a:pt x="671" y="9042"/>
                    <a:pt x="0" y="9709"/>
                    <a:pt x="0" y="10535"/>
                  </a:cubicBezTo>
                  <a:cubicBezTo>
                    <a:pt x="0" y="11361"/>
                    <a:pt x="671" y="12028"/>
                    <a:pt x="1493" y="12028"/>
                  </a:cubicBezTo>
                  <a:lnTo>
                    <a:pt x="19596" y="12028"/>
                  </a:lnTo>
                  <a:cubicBezTo>
                    <a:pt x="23370" y="12028"/>
                    <a:pt x="26327" y="9688"/>
                    <a:pt x="26327" y="6699"/>
                  </a:cubicBezTo>
                  <a:lnTo>
                    <a:pt x="26327" y="5330"/>
                  </a:lnTo>
                  <a:cubicBezTo>
                    <a:pt x="26327" y="2344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52" name="Google Shape;7052;p49"/>
            <p:cNvSpPr/>
            <p:nvPr/>
          </p:nvSpPr>
          <p:spPr>
            <a:xfrm>
              <a:off x="848698" y="1767184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4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4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53" name="Google Shape;7053;p49"/>
            <p:cNvSpPr/>
            <p:nvPr/>
          </p:nvSpPr>
          <p:spPr>
            <a:xfrm>
              <a:off x="553048" y="1800405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68"/>
                    <a:pt x="0" y="1493"/>
                  </a:cubicBezTo>
                  <a:cubicBezTo>
                    <a:pt x="0" y="2319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5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7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54" name="Google Shape;7054;p49"/>
            <p:cNvSpPr/>
            <p:nvPr/>
          </p:nvSpPr>
          <p:spPr>
            <a:xfrm>
              <a:off x="848698" y="2201603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5"/>
                    <a:pt x="0" y="7608"/>
                  </a:cubicBezTo>
                  <a:cubicBezTo>
                    <a:pt x="0" y="11808"/>
                    <a:pt x="3404" y="15212"/>
                    <a:pt x="7604" y="15212"/>
                  </a:cubicBezTo>
                  <a:cubicBezTo>
                    <a:pt x="11804" y="15212"/>
                    <a:pt x="15209" y="11808"/>
                    <a:pt x="15209" y="7608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55" name="Google Shape;7055;p49"/>
            <p:cNvSpPr/>
            <p:nvPr/>
          </p:nvSpPr>
          <p:spPr>
            <a:xfrm>
              <a:off x="553048" y="2234824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68"/>
                    <a:pt x="0" y="1494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9"/>
                  </a:lnTo>
                  <a:cubicBezTo>
                    <a:pt x="23340" y="7945"/>
                    <a:pt x="21591" y="9039"/>
                    <a:pt x="19596" y="9039"/>
                  </a:cubicBezTo>
                  <a:lnTo>
                    <a:pt x="1493" y="9039"/>
                  </a:lnTo>
                  <a:cubicBezTo>
                    <a:pt x="671" y="9039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9"/>
                  </a:cubicBezTo>
                  <a:lnTo>
                    <a:pt x="26327" y="5330"/>
                  </a:lnTo>
                  <a:cubicBezTo>
                    <a:pt x="26327" y="2341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56" name="Google Shape;7056;p49"/>
            <p:cNvSpPr/>
            <p:nvPr/>
          </p:nvSpPr>
          <p:spPr>
            <a:xfrm>
              <a:off x="848698" y="2636106"/>
              <a:ext cx="317374" cy="317374"/>
            </a:xfrm>
            <a:custGeom>
              <a:rect b="b" l="l" r="r" t="t"/>
              <a:pathLst>
                <a:path extrusionOk="0" h="15209" w="15209">
                  <a:moveTo>
                    <a:pt x="7604" y="0"/>
                  </a:moveTo>
                  <a:cubicBezTo>
                    <a:pt x="3404" y="0"/>
                    <a:pt x="0" y="3404"/>
                    <a:pt x="0" y="7604"/>
                  </a:cubicBezTo>
                  <a:cubicBezTo>
                    <a:pt x="0" y="11805"/>
                    <a:pt x="3404" y="15209"/>
                    <a:pt x="7604" y="15209"/>
                  </a:cubicBezTo>
                  <a:cubicBezTo>
                    <a:pt x="11804" y="15209"/>
                    <a:pt x="15209" y="11805"/>
                    <a:pt x="15209" y="7604"/>
                  </a:cubicBezTo>
                  <a:cubicBezTo>
                    <a:pt x="15209" y="3404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57" name="Google Shape;7057;p49"/>
            <p:cNvSpPr/>
            <p:nvPr/>
          </p:nvSpPr>
          <p:spPr>
            <a:xfrm>
              <a:off x="553048" y="2669265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71"/>
                    <a:pt x="0" y="1496"/>
                  </a:cubicBezTo>
                  <a:cubicBezTo>
                    <a:pt x="0" y="2322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8"/>
                  </a:lnTo>
                  <a:cubicBezTo>
                    <a:pt x="23340" y="7947"/>
                    <a:pt x="21591" y="9041"/>
                    <a:pt x="19596" y="9041"/>
                  </a:cubicBezTo>
                  <a:lnTo>
                    <a:pt x="1493" y="9041"/>
                  </a:lnTo>
                  <a:cubicBezTo>
                    <a:pt x="671" y="9041"/>
                    <a:pt x="0" y="9709"/>
                    <a:pt x="0" y="10534"/>
                  </a:cubicBezTo>
                  <a:cubicBezTo>
                    <a:pt x="0" y="11360"/>
                    <a:pt x="671" y="12028"/>
                    <a:pt x="1493" y="12028"/>
                  </a:cubicBezTo>
                  <a:lnTo>
                    <a:pt x="19596" y="12028"/>
                  </a:lnTo>
                  <a:cubicBezTo>
                    <a:pt x="23370" y="12028"/>
                    <a:pt x="26327" y="9688"/>
                    <a:pt x="26327" y="6698"/>
                  </a:cubicBezTo>
                  <a:lnTo>
                    <a:pt x="26327" y="5330"/>
                  </a:lnTo>
                  <a:cubicBezTo>
                    <a:pt x="26327" y="2343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58" name="Google Shape;7058;p49"/>
            <p:cNvSpPr/>
            <p:nvPr/>
          </p:nvSpPr>
          <p:spPr>
            <a:xfrm>
              <a:off x="848698" y="3070526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5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59" name="Google Shape;7059;p49"/>
            <p:cNvSpPr/>
            <p:nvPr/>
          </p:nvSpPr>
          <p:spPr>
            <a:xfrm>
              <a:off x="553048" y="3103747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20"/>
                    <a:pt x="671" y="2987"/>
                    <a:pt x="1493" y="2987"/>
                  </a:cubicBezTo>
                  <a:lnTo>
                    <a:pt x="19596" y="2987"/>
                  </a:lnTo>
                  <a:cubicBezTo>
                    <a:pt x="21591" y="2987"/>
                    <a:pt x="23340" y="4081"/>
                    <a:pt x="23340" y="5330"/>
                  </a:cubicBezTo>
                  <a:lnTo>
                    <a:pt x="23340" y="6696"/>
                  </a:lnTo>
                  <a:cubicBezTo>
                    <a:pt x="23340" y="7945"/>
                    <a:pt x="21591" y="9039"/>
                    <a:pt x="19596" y="9039"/>
                  </a:cubicBezTo>
                  <a:lnTo>
                    <a:pt x="1493" y="9039"/>
                  </a:lnTo>
                  <a:cubicBezTo>
                    <a:pt x="671" y="9039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6"/>
                  </a:cubicBezTo>
                  <a:lnTo>
                    <a:pt x="26327" y="5330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60" name="Google Shape;7060;p49"/>
            <p:cNvSpPr/>
            <p:nvPr/>
          </p:nvSpPr>
          <p:spPr>
            <a:xfrm>
              <a:off x="848698" y="3504966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7"/>
                    <a:pt x="0" y="7607"/>
                  </a:cubicBezTo>
                  <a:cubicBezTo>
                    <a:pt x="0" y="11807"/>
                    <a:pt x="3404" y="15212"/>
                    <a:pt x="7604" y="15212"/>
                  </a:cubicBezTo>
                  <a:cubicBezTo>
                    <a:pt x="11804" y="15212"/>
                    <a:pt x="15209" y="11807"/>
                    <a:pt x="15209" y="7607"/>
                  </a:cubicBezTo>
                  <a:cubicBezTo>
                    <a:pt x="15209" y="3407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61" name="Google Shape;7061;p49"/>
            <p:cNvSpPr/>
            <p:nvPr/>
          </p:nvSpPr>
          <p:spPr>
            <a:xfrm>
              <a:off x="553048" y="3538167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72"/>
                    <a:pt x="0" y="1497"/>
                  </a:cubicBezTo>
                  <a:cubicBezTo>
                    <a:pt x="0" y="2320"/>
                    <a:pt x="671" y="2991"/>
                    <a:pt x="1493" y="2991"/>
                  </a:cubicBezTo>
                  <a:lnTo>
                    <a:pt x="19596" y="2991"/>
                  </a:lnTo>
                  <a:cubicBezTo>
                    <a:pt x="21591" y="2991"/>
                    <a:pt x="23340" y="4085"/>
                    <a:pt x="23340" y="5331"/>
                  </a:cubicBezTo>
                  <a:lnTo>
                    <a:pt x="23340" y="6699"/>
                  </a:lnTo>
                  <a:cubicBezTo>
                    <a:pt x="23340" y="7948"/>
                    <a:pt x="21591" y="9042"/>
                    <a:pt x="19596" y="9042"/>
                  </a:cubicBezTo>
                  <a:lnTo>
                    <a:pt x="1493" y="9042"/>
                  </a:lnTo>
                  <a:cubicBezTo>
                    <a:pt x="671" y="9042"/>
                    <a:pt x="0" y="9710"/>
                    <a:pt x="0" y="10535"/>
                  </a:cubicBezTo>
                  <a:cubicBezTo>
                    <a:pt x="0" y="11361"/>
                    <a:pt x="671" y="12029"/>
                    <a:pt x="1493" y="12029"/>
                  </a:cubicBezTo>
                  <a:lnTo>
                    <a:pt x="19596" y="12029"/>
                  </a:lnTo>
                  <a:cubicBezTo>
                    <a:pt x="23370" y="12029"/>
                    <a:pt x="26327" y="9689"/>
                    <a:pt x="26327" y="6699"/>
                  </a:cubicBezTo>
                  <a:lnTo>
                    <a:pt x="26327" y="5331"/>
                  </a:lnTo>
                  <a:cubicBezTo>
                    <a:pt x="26327" y="2344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62" name="Google Shape;7062;p49"/>
            <p:cNvSpPr/>
            <p:nvPr/>
          </p:nvSpPr>
          <p:spPr>
            <a:xfrm>
              <a:off x="848698" y="3939449"/>
              <a:ext cx="317374" cy="317395"/>
            </a:xfrm>
            <a:custGeom>
              <a:rect b="b" l="l" r="r" t="t"/>
              <a:pathLst>
                <a:path extrusionOk="0" h="15210" w="15209">
                  <a:moveTo>
                    <a:pt x="7604" y="1"/>
                  </a:moveTo>
                  <a:cubicBezTo>
                    <a:pt x="3404" y="1"/>
                    <a:pt x="0" y="3405"/>
                    <a:pt x="0" y="7605"/>
                  </a:cubicBezTo>
                  <a:cubicBezTo>
                    <a:pt x="0" y="11805"/>
                    <a:pt x="3404" y="15209"/>
                    <a:pt x="7604" y="15209"/>
                  </a:cubicBezTo>
                  <a:cubicBezTo>
                    <a:pt x="11804" y="15209"/>
                    <a:pt x="15209" y="11805"/>
                    <a:pt x="15209" y="7605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63" name="Google Shape;7063;p49"/>
            <p:cNvSpPr/>
            <p:nvPr/>
          </p:nvSpPr>
          <p:spPr>
            <a:xfrm>
              <a:off x="553048" y="3972670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5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064" name="Google Shape;7064;p49"/>
          <p:cNvSpPr/>
          <p:nvPr/>
        </p:nvSpPr>
        <p:spPr>
          <a:xfrm>
            <a:off x="8428900" y="1041975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0"/>
                </a:moveTo>
                <a:lnTo>
                  <a:pt x="0" y="25897"/>
                </a:lnTo>
                <a:cubicBezTo>
                  <a:pt x="3176" y="25897"/>
                  <a:pt x="5749" y="23323"/>
                  <a:pt x="5749" y="20147"/>
                </a:cubicBezTo>
                <a:lnTo>
                  <a:pt x="5749" y="5752"/>
                </a:lnTo>
                <a:cubicBezTo>
                  <a:pt x="5749" y="2576"/>
                  <a:pt x="3176" y="0"/>
                  <a:pt x="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5" name="Google Shape;7065;p49"/>
          <p:cNvSpPr/>
          <p:nvPr/>
        </p:nvSpPr>
        <p:spPr>
          <a:xfrm>
            <a:off x="8428900" y="2620900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0"/>
                </a:moveTo>
                <a:lnTo>
                  <a:pt x="0" y="25897"/>
                </a:lnTo>
                <a:cubicBezTo>
                  <a:pt x="3176" y="25897"/>
                  <a:pt x="5749" y="23323"/>
                  <a:pt x="5749" y="20148"/>
                </a:cubicBezTo>
                <a:lnTo>
                  <a:pt x="5749" y="5752"/>
                </a:lnTo>
                <a:cubicBezTo>
                  <a:pt x="5749" y="2577"/>
                  <a:pt x="3176" y="0"/>
                  <a:pt x="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6" name="Google Shape;7066;p49"/>
          <p:cNvSpPr/>
          <p:nvPr/>
        </p:nvSpPr>
        <p:spPr>
          <a:xfrm>
            <a:off x="8428900" y="1811900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0"/>
                </a:moveTo>
                <a:lnTo>
                  <a:pt x="0" y="25897"/>
                </a:lnTo>
                <a:cubicBezTo>
                  <a:pt x="3176" y="25897"/>
                  <a:pt x="5749" y="23320"/>
                  <a:pt x="5749" y="20147"/>
                </a:cubicBezTo>
                <a:lnTo>
                  <a:pt x="5749" y="5749"/>
                </a:lnTo>
                <a:cubicBezTo>
                  <a:pt x="5749" y="2574"/>
                  <a:pt x="3176" y="0"/>
                  <a:pt x="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7" name="Google Shape;7067;p49"/>
          <p:cNvSpPr/>
          <p:nvPr/>
        </p:nvSpPr>
        <p:spPr>
          <a:xfrm>
            <a:off x="8428900" y="3454000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1"/>
                </a:moveTo>
                <a:lnTo>
                  <a:pt x="0" y="25897"/>
                </a:lnTo>
                <a:cubicBezTo>
                  <a:pt x="3176" y="25897"/>
                  <a:pt x="5749" y="23323"/>
                  <a:pt x="5749" y="20148"/>
                </a:cubicBezTo>
                <a:lnTo>
                  <a:pt x="5749" y="5752"/>
                </a:lnTo>
                <a:cubicBezTo>
                  <a:pt x="5749" y="2577"/>
                  <a:pt x="3176" y="1"/>
                  <a:pt x="0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8" name="Google Shape;7068;p49"/>
          <p:cNvSpPr txBox="1"/>
          <p:nvPr>
            <p:ph type="title"/>
          </p:nvPr>
        </p:nvSpPr>
        <p:spPr>
          <a:xfrm>
            <a:off x="1474650" y="2509500"/>
            <a:ext cx="6194700" cy="1353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069" name="Google Shape;7069;p49"/>
          <p:cNvSpPr txBox="1"/>
          <p:nvPr>
            <p:ph idx="2" type="title"/>
          </p:nvPr>
        </p:nvSpPr>
        <p:spPr>
          <a:xfrm>
            <a:off x="3995250" y="1511850"/>
            <a:ext cx="11535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7070" name="Google Shape;7070;p49"/>
          <p:cNvSpPr/>
          <p:nvPr/>
        </p:nvSpPr>
        <p:spPr>
          <a:xfrm>
            <a:off x="7482225" y="1692950"/>
            <a:ext cx="176025" cy="165050"/>
          </a:xfrm>
          <a:custGeom>
            <a:rect b="b" l="l" r="r" t="t"/>
            <a:pathLst>
              <a:path extrusionOk="0" h="6602" w="7041">
                <a:moveTo>
                  <a:pt x="4935" y="1378"/>
                </a:moveTo>
                <a:cubicBezTo>
                  <a:pt x="4939" y="1380"/>
                  <a:pt x="4948" y="1387"/>
                  <a:pt x="4965" y="1400"/>
                </a:cubicBezTo>
                <a:cubicBezTo>
                  <a:pt x="4955" y="1392"/>
                  <a:pt x="4945" y="1385"/>
                  <a:pt x="4935" y="1378"/>
                </a:cubicBezTo>
                <a:close/>
                <a:moveTo>
                  <a:pt x="1630" y="1762"/>
                </a:moveTo>
                <a:lnTo>
                  <a:pt x="1630" y="1762"/>
                </a:lnTo>
                <a:cubicBezTo>
                  <a:pt x="1621" y="1773"/>
                  <a:pt x="1618" y="1778"/>
                  <a:pt x="1618" y="1778"/>
                </a:cubicBezTo>
                <a:cubicBezTo>
                  <a:pt x="1618" y="1778"/>
                  <a:pt x="1623" y="1771"/>
                  <a:pt x="1630" y="1762"/>
                </a:cubicBezTo>
                <a:close/>
                <a:moveTo>
                  <a:pt x="3639" y="986"/>
                </a:moveTo>
                <a:cubicBezTo>
                  <a:pt x="4036" y="986"/>
                  <a:pt x="4418" y="1072"/>
                  <a:pt x="4734" y="1250"/>
                </a:cubicBezTo>
                <a:cubicBezTo>
                  <a:pt x="4786" y="1280"/>
                  <a:pt x="4839" y="1313"/>
                  <a:pt x="4890" y="1347"/>
                </a:cubicBezTo>
                <a:cubicBezTo>
                  <a:pt x="4906" y="1357"/>
                  <a:pt x="4921" y="1367"/>
                  <a:pt x="4935" y="1378"/>
                </a:cubicBezTo>
                <a:lnTo>
                  <a:pt x="4935" y="1378"/>
                </a:lnTo>
                <a:cubicBezTo>
                  <a:pt x="4934" y="1377"/>
                  <a:pt x="4933" y="1376"/>
                  <a:pt x="4933" y="1376"/>
                </a:cubicBezTo>
                <a:lnTo>
                  <a:pt x="4933" y="1376"/>
                </a:lnTo>
                <a:cubicBezTo>
                  <a:pt x="4934" y="1376"/>
                  <a:pt x="4964" y="1397"/>
                  <a:pt x="4972" y="1404"/>
                </a:cubicBezTo>
                <a:cubicBezTo>
                  <a:pt x="5081" y="1495"/>
                  <a:pt x="5182" y="1594"/>
                  <a:pt x="5275" y="1701"/>
                </a:cubicBezTo>
                <a:cubicBezTo>
                  <a:pt x="5296" y="1724"/>
                  <a:pt x="5315" y="1747"/>
                  <a:pt x="5332" y="1771"/>
                </a:cubicBezTo>
                <a:cubicBezTo>
                  <a:pt x="5336" y="1776"/>
                  <a:pt x="5339" y="1780"/>
                  <a:pt x="5342" y="1782"/>
                </a:cubicBezTo>
                <a:lnTo>
                  <a:pt x="5342" y="1782"/>
                </a:lnTo>
                <a:cubicBezTo>
                  <a:pt x="5378" y="1835"/>
                  <a:pt x="5414" y="1889"/>
                  <a:pt x="5446" y="1943"/>
                </a:cubicBezTo>
                <a:cubicBezTo>
                  <a:pt x="5477" y="1994"/>
                  <a:pt x="5507" y="2045"/>
                  <a:pt x="5534" y="2097"/>
                </a:cubicBezTo>
                <a:cubicBezTo>
                  <a:pt x="5548" y="2126"/>
                  <a:pt x="5603" y="2244"/>
                  <a:pt x="5604" y="2244"/>
                </a:cubicBezTo>
                <a:cubicBezTo>
                  <a:pt x="5605" y="2244"/>
                  <a:pt x="5604" y="2244"/>
                  <a:pt x="5604" y="2242"/>
                </a:cubicBezTo>
                <a:lnTo>
                  <a:pt x="5604" y="2242"/>
                </a:lnTo>
                <a:cubicBezTo>
                  <a:pt x="5646" y="2347"/>
                  <a:pt x="5682" y="2454"/>
                  <a:pt x="5711" y="2561"/>
                </a:cubicBezTo>
                <a:cubicBezTo>
                  <a:pt x="5726" y="2620"/>
                  <a:pt x="5741" y="2679"/>
                  <a:pt x="5751" y="2738"/>
                </a:cubicBezTo>
                <a:cubicBezTo>
                  <a:pt x="5756" y="2758"/>
                  <a:pt x="5778" y="2901"/>
                  <a:pt x="5781" y="2901"/>
                </a:cubicBezTo>
                <a:cubicBezTo>
                  <a:pt x="5781" y="2901"/>
                  <a:pt x="5781" y="2892"/>
                  <a:pt x="5779" y="2872"/>
                </a:cubicBezTo>
                <a:lnTo>
                  <a:pt x="5779" y="2872"/>
                </a:lnTo>
                <a:cubicBezTo>
                  <a:pt x="5793" y="2999"/>
                  <a:pt x="5800" y="3127"/>
                  <a:pt x="5800" y="3256"/>
                </a:cubicBezTo>
                <a:cubicBezTo>
                  <a:pt x="5798" y="3323"/>
                  <a:pt x="5796" y="3393"/>
                  <a:pt x="5791" y="3460"/>
                </a:cubicBezTo>
                <a:cubicBezTo>
                  <a:pt x="5787" y="3518"/>
                  <a:pt x="5781" y="3572"/>
                  <a:pt x="5780" y="3582"/>
                </a:cubicBezTo>
                <a:lnTo>
                  <a:pt x="5780" y="3582"/>
                </a:lnTo>
                <a:cubicBezTo>
                  <a:pt x="5759" y="3706"/>
                  <a:pt x="5734" y="3831"/>
                  <a:pt x="5699" y="3953"/>
                </a:cubicBezTo>
                <a:cubicBezTo>
                  <a:pt x="5682" y="4012"/>
                  <a:pt x="5663" y="4069"/>
                  <a:pt x="5642" y="4126"/>
                </a:cubicBezTo>
                <a:cubicBezTo>
                  <a:pt x="5631" y="4155"/>
                  <a:pt x="5621" y="4183"/>
                  <a:pt x="5610" y="4212"/>
                </a:cubicBezTo>
                <a:cubicBezTo>
                  <a:pt x="5606" y="4223"/>
                  <a:pt x="5602" y="4232"/>
                  <a:pt x="5600" y="4238"/>
                </a:cubicBezTo>
                <a:lnTo>
                  <a:pt x="5600" y="4238"/>
                </a:lnTo>
                <a:cubicBezTo>
                  <a:pt x="5597" y="4244"/>
                  <a:pt x="5593" y="4252"/>
                  <a:pt x="5589" y="4261"/>
                </a:cubicBezTo>
                <a:cubicBezTo>
                  <a:pt x="5534" y="4370"/>
                  <a:pt x="5477" y="4478"/>
                  <a:pt x="5412" y="4581"/>
                </a:cubicBezTo>
                <a:cubicBezTo>
                  <a:pt x="5311" y="4737"/>
                  <a:pt x="5324" y="4720"/>
                  <a:pt x="5189" y="4863"/>
                </a:cubicBezTo>
                <a:cubicBezTo>
                  <a:pt x="4814" y="5261"/>
                  <a:pt x="4355" y="5476"/>
                  <a:pt x="3756" y="5573"/>
                </a:cubicBezTo>
                <a:cubicBezTo>
                  <a:pt x="3620" y="5595"/>
                  <a:pt x="3482" y="5605"/>
                  <a:pt x="3344" y="5605"/>
                </a:cubicBezTo>
                <a:cubicBezTo>
                  <a:pt x="2954" y="5605"/>
                  <a:pt x="2572" y="5519"/>
                  <a:pt x="2265" y="5346"/>
                </a:cubicBezTo>
                <a:cubicBezTo>
                  <a:pt x="2214" y="5316"/>
                  <a:pt x="2164" y="5285"/>
                  <a:pt x="2113" y="5253"/>
                </a:cubicBezTo>
                <a:cubicBezTo>
                  <a:pt x="2098" y="5243"/>
                  <a:pt x="2015" y="5180"/>
                  <a:pt x="2013" y="5180"/>
                </a:cubicBezTo>
                <a:lnTo>
                  <a:pt x="2013" y="5180"/>
                </a:lnTo>
                <a:cubicBezTo>
                  <a:pt x="2013" y="5180"/>
                  <a:pt x="2019" y="5186"/>
                  <a:pt x="2037" y="5200"/>
                </a:cubicBezTo>
                <a:cubicBezTo>
                  <a:pt x="1930" y="5114"/>
                  <a:pt x="1831" y="5019"/>
                  <a:pt x="1740" y="4916"/>
                </a:cubicBezTo>
                <a:cubicBezTo>
                  <a:pt x="1728" y="4902"/>
                  <a:pt x="1675" y="4837"/>
                  <a:pt x="1657" y="4816"/>
                </a:cubicBezTo>
                <a:lnTo>
                  <a:pt x="1657" y="4816"/>
                </a:lnTo>
                <a:cubicBezTo>
                  <a:pt x="1647" y="4801"/>
                  <a:pt x="1584" y="4711"/>
                  <a:pt x="1570" y="4688"/>
                </a:cubicBezTo>
                <a:cubicBezTo>
                  <a:pt x="1500" y="4579"/>
                  <a:pt x="1439" y="4465"/>
                  <a:pt x="1382" y="4347"/>
                </a:cubicBezTo>
                <a:cubicBezTo>
                  <a:pt x="1372" y="4327"/>
                  <a:pt x="1369" y="4322"/>
                  <a:pt x="1368" y="4322"/>
                </a:cubicBezTo>
                <a:lnTo>
                  <a:pt x="1368" y="4322"/>
                </a:lnTo>
                <a:cubicBezTo>
                  <a:pt x="1368" y="4322"/>
                  <a:pt x="1368" y="4322"/>
                  <a:pt x="1368" y="4322"/>
                </a:cubicBezTo>
                <a:lnTo>
                  <a:pt x="1368" y="4322"/>
                </a:lnTo>
                <a:cubicBezTo>
                  <a:pt x="1366" y="4315"/>
                  <a:pt x="1360" y="4299"/>
                  <a:pt x="1348" y="4265"/>
                </a:cubicBezTo>
                <a:cubicBezTo>
                  <a:pt x="1329" y="4210"/>
                  <a:pt x="1308" y="4155"/>
                  <a:pt x="1291" y="4101"/>
                </a:cubicBezTo>
                <a:cubicBezTo>
                  <a:pt x="1251" y="3974"/>
                  <a:pt x="1220" y="3848"/>
                  <a:pt x="1197" y="3717"/>
                </a:cubicBezTo>
                <a:cubicBezTo>
                  <a:pt x="1192" y="3696"/>
                  <a:pt x="1179" y="3596"/>
                  <a:pt x="1178" y="3596"/>
                </a:cubicBezTo>
                <a:lnTo>
                  <a:pt x="1178" y="3596"/>
                </a:lnTo>
                <a:cubicBezTo>
                  <a:pt x="1178" y="3596"/>
                  <a:pt x="1179" y="3606"/>
                  <a:pt x="1182" y="3633"/>
                </a:cubicBezTo>
                <a:cubicBezTo>
                  <a:pt x="1173" y="3568"/>
                  <a:pt x="1167" y="3502"/>
                  <a:pt x="1165" y="3437"/>
                </a:cubicBezTo>
                <a:cubicBezTo>
                  <a:pt x="1157" y="3304"/>
                  <a:pt x="1157" y="3174"/>
                  <a:pt x="1165" y="3041"/>
                </a:cubicBezTo>
                <a:cubicBezTo>
                  <a:pt x="1167" y="3011"/>
                  <a:pt x="1179" y="2898"/>
                  <a:pt x="1181" y="2870"/>
                </a:cubicBezTo>
                <a:lnTo>
                  <a:pt x="1181" y="2870"/>
                </a:lnTo>
                <a:cubicBezTo>
                  <a:pt x="1186" y="2847"/>
                  <a:pt x="1203" y="2750"/>
                  <a:pt x="1209" y="2721"/>
                </a:cubicBezTo>
                <a:cubicBezTo>
                  <a:pt x="1239" y="2580"/>
                  <a:pt x="1281" y="2443"/>
                  <a:pt x="1327" y="2306"/>
                </a:cubicBezTo>
                <a:cubicBezTo>
                  <a:pt x="1342" y="2262"/>
                  <a:pt x="1345" y="2248"/>
                  <a:pt x="1346" y="2244"/>
                </a:cubicBezTo>
                <a:lnTo>
                  <a:pt x="1346" y="2244"/>
                </a:lnTo>
                <a:cubicBezTo>
                  <a:pt x="1348" y="2241"/>
                  <a:pt x="1355" y="2229"/>
                  <a:pt x="1376" y="2188"/>
                </a:cubicBezTo>
                <a:cubicBezTo>
                  <a:pt x="1407" y="2125"/>
                  <a:pt x="1439" y="2059"/>
                  <a:pt x="1475" y="1998"/>
                </a:cubicBezTo>
                <a:cubicBezTo>
                  <a:pt x="1511" y="1937"/>
                  <a:pt x="1551" y="1878"/>
                  <a:pt x="1588" y="1819"/>
                </a:cubicBezTo>
                <a:cubicBezTo>
                  <a:pt x="1603" y="1799"/>
                  <a:pt x="1618" y="1779"/>
                  <a:pt x="1632" y="1759"/>
                </a:cubicBezTo>
                <a:lnTo>
                  <a:pt x="1632" y="1759"/>
                </a:lnTo>
                <a:cubicBezTo>
                  <a:pt x="1639" y="1751"/>
                  <a:pt x="1646" y="1741"/>
                  <a:pt x="1654" y="1733"/>
                </a:cubicBezTo>
                <a:cubicBezTo>
                  <a:pt x="1744" y="1632"/>
                  <a:pt x="1839" y="1535"/>
                  <a:pt x="1945" y="1446"/>
                </a:cubicBezTo>
                <a:cubicBezTo>
                  <a:pt x="1949" y="1443"/>
                  <a:pt x="1952" y="1440"/>
                  <a:pt x="1955" y="1437"/>
                </a:cubicBezTo>
                <a:lnTo>
                  <a:pt x="1955" y="1437"/>
                </a:lnTo>
                <a:cubicBezTo>
                  <a:pt x="1958" y="1435"/>
                  <a:pt x="1960" y="1434"/>
                  <a:pt x="1963" y="1431"/>
                </a:cubicBezTo>
                <a:cubicBezTo>
                  <a:pt x="1993" y="1410"/>
                  <a:pt x="2022" y="1389"/>
                  <a:pt x="2054" y="1370"/>
                </a:cubicBezTo>
                <a:cubicBezTo>
                  <a:pt x="2115" y="1328"/>
                  <a:pt x="2180" y="1292"/>
                  <a:pt x="2246" y="1257"/>
                </a:cubicBezTo>
                <a:cubicBezTo>
                  <a:pt x="2372" y="1191"/>
                  <a:pt x="2412" y="1174"/>
                  <a:pt x="2604" y="1120"/>
                </a:cubicBezTo>
                <a:cubicBezTo>
                  <a:pt x="2802" y="1065"/>
                  <a:pt x="2859" y="1059"/>
                  <a:pt x="3023" y="1044"/>
                </a:cubicBezTo>
                <a:cubicBezTo>
                  <a:pt x="3046" y="1042"/>
                  <a:pt x="3069" y="1039"/>
                  <a:pt x="3092" y="1035"/>
                </a:cubicBezTo>
                <a:lnTo>
                  <a:pt x="3092" y="1035"/>
                </a:lnTo>
                <a:cubicBezTo>
                  <a:pt x="3113" y="1033"/>
                  <a:pt x="3134" y="1031"/>
                  <a:pt x="3156" y="1027"/>
                </a:cubicBezTo>
                <a:cubicBezTo>
                  <a:pt x="3317" y="1000"/>
                  <a:pt x="3479" y="986"/>
                  <a:pt x="3639" y="986"/>
                </a:cubicBezTo>
                <a:close/>
                <a:moveTo>
                  <a:pt x="3656" y="0"/>
                </a:moveTo>
                <a:cubicBezTo>
                  <a:pt x="3424" y="0"/>
                  <a:pt x="3191" y="20"/>
                  <a:pt x="2962" y="55"/>
                </a:cubicBezTo>
                <a:lnTo>
                  <a:pt x="2962" y="55"/>
                </a:lnTo>
                <a:cubicBezTo>
                  <a:pt x="1592" y="189"/>
                  <a:pt x="506" y="1128"/>
                  <a:pt x="238" y="2500"/>
                </a:cubicBezTo>
                <a:cubicBezTo>
                  <a:pt x="0" y="3730"/>
                  <a:pt x="360" y="5131"/>
                  <a:pt x="1367" y="5933"/>
                </a:cubicBezTo>
                <a:cubicBezTo>
                  <a:pt x="1934" y="6385"/>
                  <a:pt x="2656" y="6602"/>
                  <a:pt x="3382" y="6602"/>
                </a:cubicBezTo>
                <a:cubicBezTo>
                  <a:pt x="4138" y="6602"/>
                  <a:pt x="4898" y="6367"/>
                  <a:pt x="5494" y="5917"/>
                </a:cubicBezTo>
                <a:cubicBezTo>
                  <a:pt x="6607" y="5078"/>
                  <a:pt x="7041" y="3580"/>
                  <a:pt x="6659" y="2253"/>
                </a:cubicBezTo>
                <a:cubicBezTo>
                  <a:pt x="6453" y="1537"/>
                  <a:pt x="6015" y="905"/>
                  <a:pt x="5393" y="488"/>
                </a:cubicBezTo>
                <a:cubicBezTo>
                  <a:pt x="4872" y="137"/>
                  <a:pt x="4267" y="0"/>
                  <a:pt x="365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1" name="Google Shape;7071;p49"/>
          <p:cNvSpPr/>
          <p:nvPr/>
        </p:nvSpPr>
        <p:spPr>
          <a:xfrm rot="-4500378">
            <a:off x="1666722" y="4153742"/>
            <a:ext cx="585775" cy="623413"/>
          </a:xfrm>
          <a:custGeom>
            <a:rect b="b" l="l" r="r" t="t"/>
            <a:pathLst>
              <a:path extrusionOk="0" h="29017" w="27269">
                <a:moveTo>
                  <a:pt x="22507" y="0"/>
                </a:moveTo>
                <a:cubicBezTo>
                  <a:pt x="21719" y="0"/>
                  <a:pt x="20932" y="201"/>
                  <a:pt x="20248" y="603"/>
                </a:cubicBezTo>
                <a:cubicBezTo>
                  <a:pt x="20101" y="684"/>
                  <a:pt x="19960" y="774"/>
                  <a:pt x="19827" y="877"/>
                </a:cubicBezTo>
                <a:cubicBezTo>
                  <a:pt x="19689" y="973"/>
                  <a:pt x="19562" y="1080"/>
                  <a:pt x="19439" y="1195"/>
                </a:cubicBezTo>
                <a:cubicBezTo>
                  <a:pt x="19306" y="1313"/>
                  <a:pt x="19214" y="1408"/>
                  <a:pt x="19117" y="1505"/>
                </a:cubicBezTo>
                <a:lnTo>
                  <a:pt x="18821" y="1800"/>
                </a:lnTo>
                <a:lnTo>
                  <a:pt x="17642" y="2975"/>
                </a:lnTo>
                <a:lnTo>
                  <a:pt x="8210" y="12373"/>
                </a:lnTo>
                <a:lnTo>
                  <a:pt x="3494" y="17071"/>
                </a:lnTo>
                <a:lnTo>
                  <a:pt x="2315" y="18246"/>
                </a:lnTo>
                <a:lnTo>
                  <a:pt x="1721" y="18842"/>
                </a:lnTo>
                <a:cubicBezTo>
                  <a:pt x="1504" y="19073"/>
                  <a:pt x="1291" y="19311"/>
                  <a:pt x="1110" y="19576"/>
                </a:cubicBezTo>
                <a:cubicBezTo>
                  <a:pt x="744" y="20099"/>
                  <a:pt x="454" y="20675"/>
                  <a:pt x="267" y="21287"/>
                </a:cubicBezTo>
                <a:cubicBezTo>
                  <a:pt x="86" y="21900"/>
                  <a:pt x="1" y="22538"/>
                  <a:pt x="13" y="23174"/>
                </a:cubicBezTo>
                <a:cubicBezTo>
                  <a:pt x="35" y="24451"/>
                  <a:pt x="496" y="25713"/>
                  <a:pt x="1281" y="26719"/>
                </a:cubicBezTo>
                <a:cubicBezTo>
                  <a:pt x="1679" y="27216"/>
                  <a:pt x="2146" y="27657"/>
                  <a:pt x="2675" y="28015"/>
                </a:cubicBezTo>
                <a:cubicBezTo>
                  <a:pt x="3210" y="28365"/>
                  <a:pt x="3798" y="28634"/>
                  <a:pt x="4413" y="28805"/>
                </a:cubicBezTo>
                <a:cubicBezTo>
                  <a:pt x="4924" y="28947"/>
                  <a:pt x="5453" y="29016"/>
                  <a:pt x="5983" y="29016"/>
                </a:cubicBezTo>
                <a:cubicBezTo>
                  <a:pt x="6728" y="29016"/>
                  <a:pt x="7474" y="28878"/>
                  <a:pt x="8170" y="28610"/>
                </a:cubicBezTo>
                <a:cubicBezTo>
                  <a:pt x="8765" y="28375"/>
                  <a:pt x="9319" y="28045"/>
                  <a:pt x="9814" y="27642"/>
                </a:cubicBezTo>
                <a:lnTo>
                  <a:pt x="10170" y="27323"/>
                </a:lnTo>
                <a:cubicBezTo>
                  <a:pt x="10285" y="27216"/>
                  <a:pt x="10371" y="27125"/>
                  <a:pt x="10472" y="27025"/>
                </a:cubicBezTo>
                <a:lnTo>
                  <a:pt x="11063" y="26437"/>
                </a:lnTo>
                <a:lnTo>
                  <a:pt x="20495" y="17039"/>
                </a:lnTo>
                <a:cubicBezTo>
                  <a:pt x="21385" y="16152"/>
                  <a:pt x="21860" y="15184"/>
                  <a:pt x="21554" y="14878"/>
                </a:cubicBezTo>
                <a:cubicBezTo>
                  <a:pt x="21491" y="14814"/>
                  <a:pt x="21400" y="14784"/>
                  <a:pt x="21287" y="14784"/>
                </a:cubicBezTo>
                <a:cubicBezTo>
                  <a:pt x="20852" y="14784"/>
                  <a:pt x="20096" y="15227"/>
                  <a:pt x="19389" y="15931"/>
                </a:cubicBezTo>
                <a:lnTo>
                  <a:pt x="9957" y="25329"/>
                </a:lnTo>
                <a:lnTo>
                  <a:pt x="9369" y="25916"/>
                </a:lnTo>
                <a:cubicBezTo>
                  <a:pt x="9272" y="26009"/>
                  <a:pt x="9166" y="26121"/>
                  <a:pt x="9079" y="26200"/>
                </a:cubicBezTo>
                <a:lnTo>
                  <a:pt x="8814" y="26439"/>
                </a:lnTo>
                <a:cubicBezTo>
                  <a:pt x="8448" y="26735"/>
                  <a:pt x="8041" y="26978"/>
                  <a:pt x="7603" y="27152"/>
                </a:cubicBezTo>
                <a:cubicBezTo>
                  <a:pt x="7090" y="27349"/>
                  <a:pt x="6538" y="27451"/>
                  <a:pt x="5987" y="27451"/>
                </a:cubicBezTo>
                <a:cubicBezTo>
                  <a:pt x="5595" y="27451"/>
                  <a:pt x="5204" y="27399"/>
                  <a:pt x="4826" y="27294"/>
                </a:cubicBezTo>
                <a:cubicBezTo>
                  <a:pt x="4373" y="27166"/>
                  <a:pt x="3939" y="26970"/>
                  <a:pt x="3544" y="26715"/>
                </a:cubicBezTo>
                <a:cubicBezTo>
                  <a:pt x="3154" y="26449"/>
                  <a:pt x="2808" y="26121"/>
                  <a:pt x="2512" y="25753"/>
                </a:cubicBezTo>
                <a:cubicBezTo>
                  <a:pt x="1935" y="25011"/>
                  <a:pt x="1591" y="24083"/>
                  <a:pt x="1577" y="23138"/>
                </a:cubicBezTo>
                <a:cubicBezTo>
                  <a:pt x="1570" y="22667"/>
                  <a:pt x="1633" y="22194"/>
                  <a:pt x="1764" y="21743"/>
                </a:cubicBezTo>
                <a:cubicBezTo>
                  <a:pt x="1902" y="21291"/>
                  <a:pt x="2118" y="20866"/>
                  <a:pt x="2387" y="20480"/>
                </a:cubicBezTo>
                <a:cubicBezTo>
                  <a:pt x="2520" y="20285"/>
                  <a:pt x="2677" y="20110"/>
                  <a:pt x="2838" y="19937"/>
                </a:cubicBezTo>
                <a:lnTo>
                  <a:pt x="3418" y="19355"/>
                </a:lnTo>
                <a:lnTo>
                  <a:pt x="4597" y="18180"/>
                </a:lnTo>
                <a:lnTo>
                  <a:pt x="9313" y="13480"/>
                </a:lnTo>
                <a:lnTo>
                  <a:pt x="18747" y="4082"/>
                </a:lnTo>
                <a:lnTo>
                  <a:pt x="19926" y="2907"/>
                </a:lnTo>
                <a:lnTo>
                  <a:pt x="20220" y="2615"/>
                </a:lnTo>
                <a:cubicBezTo>
                  <a:pt x="20318" y="2515"/>
                  <a:pt x="20421" y="2412"/>
                  <a:pt x="20497" y="2348"/>
                </a:cubicBezTo>
                <a:cubicBezTo>
                  <a:pt x="20576" y="2273"/>
                  <a:pt x="20660" y="2201"/>
                  <a:pt x="20751" y="2140"/>
                </a:cubicBezTo>
                <a:cubicBezTo>
                  <a:pt x="20836" y="2070"/>
                  <a:pt x="20930" y="2014"/>
                  <a:pt x="21027" y="1961"/>
                </a:cubicBezTo>
                <a:cubicBezTo>
                  <a:pt x="21473" y="1696"/>
                  <a:pt x="21990" y="1565"/>
                  <a:pt x="22507" y="1565"/>
                </a:cubicBezTo>
                <a:cubicBezTo>
                  <a:pt x="22870" y="1565"/>
                  <a:pt x="23232" y="1629"/>
                  <a:pt x="23570" y="1758"/>
                </a:cubicBezTo>
                <a:cubicBezTo>
                  <a:pt x="24397" y="2056"/>
                  <a:pt x="25065" y="2764"/>
                  <a:pt x="25342" y="3593"/>
                </a:cubicBezTo>
                <a:cubicBezTo>
                  <a:pt x="25634" y="4424"/>
                  <a:pt x="25517" y="5384"/>
                  <a:pt x="25051" y="6128"/>
                </a:cubicBezTo>
                <a:cubicBezTo>
                  <a:pt x="24938" y="6315"/>
                  <a:pt x="24797" y="6486"/>
                  <a:pt x="24646" y="6647"/>
                </a:cubicBezTo>
                <a:lnTo>
                  <a:pt x="24063" y="7229"/>
                </a:lnTo>
                <a:lnTo>
                  <a:pt x="22884" y="8404"/>
                </a:lnTo>
                <a:lnTo>
                  <a:pt x="20526" y="10752"/>
                </a:lnTo>
                <a:lnTo>
                  <a:pt x="15811" y="15452"/>
                </a:lnTo>
                <a:lnTo>
                  <a:pt x="11095" y="20150"/>
                </a:lnTo>
                <a:lnTo>
                  <a:pt x="10506" y="20739"/>
                </a:lnTo>
                <a:cubicBezTo>
                  <a:pt x="10283" y="20961"/>
                  <a:pt x="10170" y="21073"/>
                  <a:pt x="10011" y="21174"/>
                </a:cubicBezTo>
                <a:cubicBezTo>
                  <a:pt x="9754" y="21340"/>
                  <a:pt x="9447" y="21423"/>
                  <a:pt x="9141" y="21423"/>
                </a:cubicBezTo>
                <a:cubicBezTo>
                  <a:pt x="9072" y="21423"/>
                  <a:pt x="9004" y="21419"/>
                  <a:pt x="8936" y="21411"/>
                </a:cubicBezTo>
                <a:cubicBezTo>
                  <a:pt x="8184" y="21331"/>
                  <a:pt x="7552" y="20653"/>
                  <a:pt x="7524" y="19898"/>
                </a:cubicBezTo>
                <a:cubicBezTo>
                  <a:pt x="7500" y="19524"/>
                  <a:pt x="7607" y="19142"/>
                  <a:pt x="7834" y="18846"/>
                </a:cubicBezTo>
                <a:cubicBezTo>
                  <a:pt x="7858" y="18806"/>
                  <a:pt x="7890" y="18770"/>
                  <a:pt x="7922" y="18737"/>
                </a:cubicBezTo>
                <a:cubicBezTo>
                  <a:pt x="7951" y="18701"/>
                  <a:pt x="7979" y="18667"/>
                  <a:pt x="8035" y="18611"/>
                </a:cubicBezTo>
                <a:lnTo>
                  <a:pt x="8325" y="18313"/>
                </a:lnTo>
                <a:lnTo>
                  <a:pt x="8906" y="17717"/>
                </a:lnTo>
                <a:lnTo>
                  <a:pt x="11224" y="15333"/>
                </a:lnTo>
                <a:lnTo>
                  <a:pt x="15864" y="10561"/>
                </a:lnTo>
                <a:cubicBezTo>
                  <a:pt x="16739" y="9661"/>
                  <a:pt x="17200" y="8685"/>
                  <a:pt x="16894" y="8380"/>
                </a:cubicBezTo>
                <a:cubicBezTo>
                  <a:pt x="16832" y="8319"/>
                  <a:pt x="16743" y="8290"/>
                  <a:pt x="16633" y="8290"/>
                </a:cubicBezTo>
                <a:cubicBezTo>
                  <a:pt x="16201" y="8290"/>
                  <a:pt x="15448" y="8744"/>
                  <a:pt x="14749" y="9464"/>
                </a:cubicBezTo>
                <a:lnTo>
                  <a:pt x="10105" y="14239"/>
                </a:lnTo>
                <a:lnTo>
                  <a:pt x="7784" y="16627"/>
                </a:lnTo>
                <a:lnTo>
                  <a:pt x="7204" y="17224"/>
                </a:lnTo>
                <a:lnTo>
                  <a:pt x="6914" y="17522"/>
                </a:lnTo>
                <a:cubicBezTo>
                  <a:pt x="6870" y="17566"/>
                  <a:pt x="6806" y="17635"/>
                  <a:pt x="6745" y="17705"/>
                </a:cubicBezTo>
                <a:cubicBezTo>
                  <a:pt x="6685" y="17774"/>
                  <a:pt x="6625" y="17844"/>
                  <a:pt x="6574" y="17920"/>
                </a:cubicBezTo>
                <a:cubicBezTo>
                  <a:pt x="6130" y="18510"/>
                  <a:pt x="5916" y="19262"/>
                  <a:pt x="5963" y="19993"/>
                </a:cubicBezTo>
                <a:cubicBezTo>
                  <a:pt x="6005" y="20725"/>
                  <a:pt x="6307" y="21448"/>
                  <a:pt x="6816" y="21979"/>
                </a:cubicBezTo>
                <a:cubicBezTo>
                  <a:pt x="7313" y="22514"/>
                  <a:pt x="8009" y="22878"/>
                  <a:pt x="8739" y="22963"/>
                </a:cubicBezTo>
                <a:cubicBezTo>
                  <a:pt x="8873" y="22981"/>
                  <a:pt x="9009" y="22989"/>
                  <a:pt x="9144" y="22989"/>
                </a:cubicBezTo>
                <a:cubicBezTo>
                  <a:pt x="9743" y="22989"/>
                  <a:pt x="10342" y="22822"/>
                  <a:pt x="10848" y="22496"/>
                </a:cubicBezTo>
                <a:cubicBezTo>
                  <a:pt x="11003" y="22395"/>
                  <a:pt x="11152" y="22287"/>
                  <a:pt x="11286" y="22162"/>
                </a:cubicBezTo>
                <a:cubicBezTo>
                  <a:pt x="11439" y="22025"/>
                  <a:pt x="11502" y="21951"/>
                  <a:pt x="11612" y="21848"/>
                </a:cubicBezTo>
                <a:lnTo>
                  <a:pt x="12200" y="21260"/>
                </a:lnTo>
                <a:lnTo>
                  <a:pt x="16916" y="16562"/>
                </a:lnTo>
                <a:lnTo>
                  <a:pt x="21632" y="11862"/>
                </a:lnTo>
                <a:lnTo>
                  <a:pt x="23990" y="9514"/>
                </a:lnTo>
                <a:lnTo>
                  <a:pt x="25169" y="8339"/>
                </a:lnTo>
                <a:lnTo>
                  <a:pt x="25763" y="7742"/>
                </a:lnTo>
                <a:cubicBezTo>
                  <a:pt x="25994" y="7502"/>
                  <a:pt x="26206" y="7241"/>
                  <a:pt x="26381" y="6955"/>
                </a:cubicBezTo>
                <a:cubicBezTo>
                  <a:pt x="27093" y="5816"/>
                  <a:pt x="27268" y="4360"/>
                  <a:pt x="26825" y="3092"/>
                </a:cubicBezTo>
                <a:cubicBezTo>
                  <a:pt x="26397" y="1820"/>
                  <a:pt x="25389" y="758"/>
                  <a:pt x="24125" y="295"/>
                </a:cubicBezTo>
                <a:cubicBezTo>
                  <a:pt x="23609" y="98"/>
                  <a:pt x="23058" y="0"/>
                  <a:pt x="22507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2" name="Google Shape;7072;p49"/>
          <p:cNvSpPr/>
          <p:nvPr/>
        </p:nvSpPr>
        <p:spPr>
          <a:xfrm>
            <a:off x="5982663" y="944325"/>
            <a:ext cx="117525" cy="110100"/>
          </a:xfrm>
          <a:custGeom>
            <a:rect b="b" l="l" r="r" t="t"/>
            <a:pathLst>
              <a:path extrusionOk="0" h="4404" w="4701">
                <a:moveTo>
                  <a:pt x="1951" y="1032"/>
                </a:moveTo>
                <a:cubicBezTo>
                  <a:pt x="1950" y="1033"/>
                  <a:pt x="1949" y="1033"/>
                  <a:pt x="1947" y="1033"/>
                </a:cubicBezTo>
                <a:cubicBezTo>
                  <a:pt x="1948" y="1033"/>
                  <a:pt x="1950" y="1033"/>
                  <a:pt x="1951" y="1032"/>
                </a:cubicBezTo>
                <a:close/>
                <a:moveTo>
                  <a:pt x="2857" y="1059"/>
                </a:moveTo>
                <a:cubicBezTo>
                  <a:pt x="2871" y="1059"/>
                  <a:pt x="2889" y="1066"/>
                  <a:pt x="2907" y="1075"/>
                </a:cubicBezTo>
                <a:lnTo>
                  <a:pt x="2907" y="1075"/>
                </a:lnTo>
                <a:cubicBezTo>
                  <a:pt x="2887" y="1068"/>
                  <a:pt x="2858" y="1059"/>
                  <a:pt x="2857" y="1059"/>
                </a:cubicBezTo>
                <a:close/>
                <a:moveTo>
                  <a:pt x="3091" y="1185"/>
                </a:moveTo>
                <a:cubicBezTo>
                  <a:pt x="3091" y="1185"/>
                  <a:pt x="3091" y="1185"/>
                  <a:pt x="3091" y="1185"/>
                </a:cubicBezTo>
                <a:lnTo>
                  <a:pt x="3091" y="1185"/>
                </a:lnTo>
                <a:cubicBezTo>
                  <a:pt x="3091" y="1185"/>
                  <a:pt x="3091" y="1185"/>
                  <a:pt x="3091" y="1185"/>
                </a:cubicBezTo>
                <a:close/>
                <a:moveTo>
                  <a:pt x="3104" y="1198"/>
                </a:moveTo>
                <a:cubicBezTo>
                  <a:pt x="3111" y="1203"/>
                  <a:pt x="3118" y="1208"/>
                  <a:pt x="3125" y="1213"/>
                </a:cubicBezTo>
                <a:cubicBezTo>
                  <a:pt x="3142" y="1224"/>
                  <a:pt x="3149" y="1229"/>
                  <a:pt x="3148" y="1229"/>
                </a:cubicBezTo>
                <a:cubicBezTo>
                  <a:pt x="3148" y="1229"/>
                  <a:pt x="3121" y="1211"/>
                  <a:pt x="3104" y="1198"/>
                </a:cubicBezTo>
                <a:close/>
                <a:moveTo>
                  <a:pt x="1747" y="3319"/>
                </a:moveTo>
                <a:cubicBezTo>
                  <a:pt x="1767" y="3326"/>
                  <a:pt x="1803" y="3338"/>
                  <a:pt x="1802" y="3338"/>
                </a:cubicBezTo>
                <a:cubicBezTo>
                  <a:pt x="1800" y="3339"/>
                  <a:pt x="1799" y="3339"/>
                  <a:pt x="1797" y="3339"/>
                </a:cubicBezTo>
                <a:cubicBezTo>
                  <a:pt x="1785" y="3339"/>
                  <a:pt x="1766" y="3330"/>
                  <a:pt x="1747" y="3319"/>
                </a:cubicBezTo>
                <a:close/>
                <a:moveTo>
                  <a:pt x="2463" y="3393"/>
                </a:moveTo>
                <a:cubicBezTo>
                  <a:pt x="2461" y="3393"/>
                  <a:pt x="2459" y="3393"/>
                  <a:pt x="2456" y="3393"/>
                </a:cubicBezTo>
                <a:lnTo>
                  <a:pt x="2456" y="3393"/>
                </a:lnTo>
                <a:cubicBezTo>
                  <a:pt x="2459" y="3393"/>
                  <a:pt x="2462" y="3393"/>
                  <a:pt x="2463" y="3393"/>
                </a:cubicBezTo>
                <a:close/>
                <a:moveTo>
                  <a:pt x="2387" y="989"/>
                </a:moveTo>
                <a:cubicBezTo>
                  <a:pt x="2440" y="989"/>
                  <a:pt x="2491" y="989"/>
                  <a:pt x="2541" y="993"/>
                </a:cubicBezTo>
                <a:cubicBezTo>
                  <a:pt x="2560" y="993"/>
                  <a:pt x="2582" y="997"/>
                  <a:pt x="2601" y="998"/>
                </a:cubicBezTo>
                <a:lnTo>
                  <a:pt x="2601" y="998"/>
                </a:lnTo>
                <a:cubicBezTo>
                  <a:pt x="2682" y="1018"/>
                  <a:pt x="2761" y="1029"/>
                  <a:pt x="2840" y="1057"/>
                </a:cubicBezTo>
                <a:cubicBezTo>
                  <a:pt x="2857" y="1061"/>
                  <a:pt x="2876" y="1069"/>
                  <a:pt x="2895" y="1076"/>
                </a:cubicBezTo>
                <a:cubicBezTo>
                  <a:pt x="2906" y="1079"/>
                  <a:pt x="2914" y="1081"/>
                  <a:pt x="2919" y="1082"/>
                </a:cubicBezTo>
                <a:lnTo>
                  <a:pt x="2919" y="1082"/>
                </a:lnTo>
                <a:cubicBezTo>
                  <a:pt x="2944" y="1096"/>
                  <a:pt x="2968" y="1113"/>
                  <a:pt x="2984" y="1122"/>
                </a:cubicBezTo>
                <a:cubicBezTo>
                  <a:pt x="3015" y="1139"/>
                  <a:pt x="3049" y="1160"/>
                  <a:pt x="3080" y="1181"/>
                </a:cubicBezTo>
                <a:cubicBezTo>
                  <a:pt x="3084" y="1184"/>
                  <a:pt x="3088" y="1186"/>
                  <a:pt x="3092" y="1189"/>
                </a:cubicBezTo>
                <a:lnTo>
                  <a:pt x="3092" y="1189"/>
                </a:lnTo>
                <a:cubicBezTo>
                  <a:pt x="3107" y="1217"/>
                  <a:pt x="3258" y="1347"/>
                  <a:pt x="3274" y="1366"/>
                </a:cubicBezTo>
                <a:cubicBezTo>
                  <a:pt x="3278" y="1370"/>
                  <a:pt x="3281" y="1374"/>
                  <a:pt x="3284" y="1378"/>
                </a:cubicBezTo>
                <a:lnTo>
                  <a:pt x="3284" y="1378"/>
                </a:lnTo>
                <a:cubicBezTo>
                  <a:pt x="3304" y="1410"/>
                  <a:pt x="3328" y="1440"/>
                  <a:pt x="3348" y="1474"/>
                </a:cubicBezTo>
                <a:cubicBezTo>
                  <a:pt x="3367" y="1503"/>
                  <a:pt x="3386" y="1535"/>
                  <a:pt x="3403" y="1569"/>
                </a:cubicBezTo>
                <a:cubicBezTo>
                  <a:pt x="3409" y="1579"/>
                  <a:pt x="3414" y="1591"/>
                  <a:pt x="3420" y="1604"/>
                </a:cubicBezTo>
                <a:lnTo>
                  <a:pt x="3420" y="1604"/>
                </a:lnTo>
                <a:cubicBezTo>
                  <a:pt x="3420" y="1602"/>
                  <a:pt x="3420" y="1600"/>
                  <a:pt x="3420" y="1598"/>
                </a:cubicBezTo>
                <a:lnTo>
                  <a:pt x="3420" y="1598"/>
                </a:lnTo>
                <a:cubicBezTo>
                  <a:pt x="3420" y="1600"/>
                  <a:pt x="3420" y="1602"/>
                  <a:pt x="3420" y="1604"/>
                </a:cubicBezTo>
                <a:lnTo>
                  <a:pt x="3420" y="1604"/>
                </a:lnTo>
                <a:cubicBezTo>
                  <a:pt x="3420" y="1604"/>
                  <a:pt x="3420" y="1604"/>
                  <a:pt x="3420" y="1604"/>
                </a:cubicBezTo>
                <a:lnTo>
                  <a:pt x="3420" y="1604"/>
                </a:lnTo>
                <a:cubicBezTo>
                  <a:pt x="3420" y="1621"/>
                  <a:pt x="3423" y="1634"/>
                  <a:pt x="3427" y="1644"/>
                </a:cubicBezTo>
                <a:lnTo>
                  <a:pt x="3427" y="1644"/>
                </a:lnTo>
                <a:cubicBezTo>
                  <a:pt x="3423" y="1630"/>
                  <a:pt x="3420" y="1616"/>
                  <a:pt x="3420" y="1604"/>
                </a:cubicBezTo>
                <a:lnTo>
                  <a:pt x="3420" y="1604"/>
                </a:lnTo>
                <a:cubicBezTo>
                  <a:pt x="3422" y="1608"/>
                  <a:pt x="3424" y="1613"/>
                  <a:pt x="3426" y="1617"/>
                </a:cubicBezTo>
                <a:cubicBezTo>
                  <a:pt x="3442" y="1646"/>
                  <a:pt x="3443" y="1659"/>
                  <a:pt x="3439" y="1659"/>
                </a:cubicBezTo>
                <a:cubicBezTo>
                  <a:pt x="3436" y="1659"/>
                  <a:pt x="3432" y="1654"/>
                  <a:pt x="3427" y="1644"/>
                </a:cubicBezTo>
                <a:lnTo>
                  <a:pt x="3427" y="1644"/>
                </a:lnTo>
                <a:cubicBezTo>
                  <a:pt x="3443" y="1697"/>
                  <a:pt x="3479" y="1760"/>
                  <a:pt x="3491" y="1802"/>
                </a:cubicBezTo>
                <a:cubicBezTo>
                  <a:pt x="3500" y="1838"/>
                  <a:pt x="3508" y="1874"/>
                  <a:pt x="3517" y="1910"/>
                </a:cubicBezTo>
                <a:cubicBezTo>
                  <a:pt x="3521" y="1933"/>
                  <a:pt x="3525" y="1954"/>
                  <a:pt x="3529" y="1977"/>
                </a:cubicBezTo>
                <a:cubicBezTo>
                  <a:pt x="3534" y="2005"/>
                  <a:pt x="3537" y="2015"/>
                  <a:pt x="3538" y="2015"/>
                </a:cubicBezTo>
                <a:cubicBezTo>
                  <a:pt x="3540" y="2015"/>
                  <a:pt x="3530" y="1942"/>
                  <a:pt x="3525" y="1939"/>
                </a:cubicBezTo>
                <a:lnTo>
                  <a:pt x="3525" y="1939"/>
                </a:lnTo>
                <a:cubicBezTo>
                  <a:pt x="3550" y="1954"/>
                  <a:pt x="3538" y="2142"/>
                  <a:pt x="3538" y="2173"/>
                </a:cubicBezTo>
                <a:cubicBezTo>
                  <a:pt x="3538" y="2215"/>
                  <a:pt x="3535" y="2257"/>
                  <a:pt x="3533" y="2297"/>
                </a:cubicBezTo>
                <a:cubicBezTo>
                  <a:pt x="3532" y="2312"/>
                  <a:pt x="3530" y="2326"/>
                  <a:pt x="3529" y="2339"/>
                </a:cubicBezTo>
                <a:lnTo>
                  <a:pt x="3529" y="2339"/>
                </a:lnTo>
                <a:cubicBezTo>
                  <a:pt x="3514" y="2409"/>
                  <a:pt x="3504" y="2477"/>
                  <a:pt x="3483" y="2546"/>
                </a:cubicBezTo>
                <a:cubicBezTo>
                  <a:pt x="3472" y="2582"/>
                  <a:pt x="3462" y="2618"/>
                  <a:pt x="3449" y="2651"/>
                </a:cubicBezTo>
                <a:cubicBezTo>
                  <a:pt x="3445" y="2663"/>
                  <a:pt x="3440" y="2676"/>
                  <a:pt x="3436" y="2688"/>
                </a:cubicBezTo>
                <a:lnTo>
                  <a:pt x="3436" y="2688"/>
                </a:lnTo>
                <a:cubicBezTo>
                  <a:pt x="3398" y="2751"/>
                  <a:pt x="3369" y="2818"/>
                  <a:pt x="3329" y="2881"/>
                </a:cubicBezTo>
                <a:cubicBezTo>
                  <a:pt x="3324" y="2889"/>
                  <a:pt x="3300" y="2922"/>
                  <a:pt x="3284" y="2945"/>
                </a:cubicBezTo>
                <a:lnTo>
                  <a:pt x="3284" y="2945"/>
                </a:lnTo>
                <a:cubicBezTo>
                  <a:pt x="3263" y="2968"/>
                  <a:pt x="3232" y="3005"/>
                  <a:pt x="3224" y="3014"/>
                </a:cubicBezTo>
                <a:cubicBezTo>
                  <a:pt x="3198" y="3041"/>
                  <a:pt x="3171" y="3069"/>
                  <a:pt x="3142" y="3094"/>
                </a:cubicBezTo>
                <a:cubicBezTo>
                  <a:pt x="3127" y="3106"/>
                  <a:pt x="3112" y="3119"/>
                  <a:pt x="3099" y="3132"/>
                </a:cubicBezTo>
                <a:cubicBezTo>
                  <a:pt x="3075" y="3154"/>
                  <a:pt x="3071" y="3163"/>
                  <a:pt x="3076" y="3163"/>
                </a:cubicBezTo>
                <a:cubicBezTo>
                  <a:pt x="3076" y="3163"/>
                  <a:pt x="3077" y="3163"/>
                  <a:pt x="3078" y="3162"/>
                </a:cubicBezTo>
                <a:lnTo>
                  <a:pt x="3078" y="3162"/>
                </a:lnTo>
                <a:cubicBezTo>
                  <a:pt x="3021" y="3203"/>
                  <a:pt x="2923" y="3245"/>
                  <a:pt x="2889" y="3262"/>
                </a:cubicBezTo>
                <a:cubicBezTo>
                  <a:pt x="2863" y="3275"/>
                  <a:pt x="2803" y="3296"/>
                  <a:pt x="2805" y="3296"/>
                </a:cubicBezTo>
                <a:cubicBezTo>
                  <a:pt x="2806" y="3296"/>
                  <a:pt x="2822" y="3291"/>
                  <a:pt x="2866" y="3277"/>
                </a:cubicBezTo>
                <a:lnTo>
                  <a:pt x="2866" y="3277"/>
                </a:lnTo>
                <a:cubicBezTo>
                  <a:pt x="2823" y="3292"/>
                  <a:pt x="2783" y="3309"/>
                  <a:pt x="2741" y="3323"/>
                </a:cubicBezTo>
                <a:cubicBezTo>
                  <a:pt x="2642" y="3355"/>
                  <a:pt x="2541" y="3376"/>
                  <a:pt x="2438" y="3395"/>
                </a:cubicBezTo>
                <a:cubicBezTo>
                  <a:pt x="2437" y="3395"/>
                  <a:pt x="2437" y="3395"/>
                  <a:pt x="2437" y="3395"/>
                </a:cubicBezTo>
                <a:lnTo>
                  <a:pt x="2437" y="3395"/>
                </a:lnTo>
                <a:cubicBezTo>
                  <a:pt x="2416" y="3397"/>
                  <a:pt x="2395" y="3400"/>
                  <a:pt x="2375" y="3401"/>
                </a:cubicBezTo>
                <a:cubicBezTo>
                  <a:pt x="2330" y="3403"/>
                  <a:pt x="2284" y="3406"/>
                  <a:pt x="2240" y="3406"/>
                </a:cubicBezTo>
                <a:cubicBezTo>
                  <a:pt x="2226" y="3406"/>
                  <a:pt x="2211" y="3406"/>
                  <a:pt x="2197" y="3406"/>
                </a:cubicBezTo>
                <a:cubicBezTo>
                  <a:pt x="2163" y="3406"/>
                  <a:pt x="2129" y="3405"/>
                  <a:pt x="2094" y="3403"/>
                </a:cubicBezTo>
                <a:cubicBezTo>
                  <a:pt x="2081" y="3402"/>
                  <a:pt x="2067" y="3400"/>
                  <a:pt x="2054" y="3398"/>
                </a:cubicBezTo>
                <a:lnTo>
                  <a:pt x="2054" y="3398"/>
                </a:lnTo>
                <a:cubicBezTo>
                  <a:pt x="1975" y="3376"/>
                  <a:pt x="1893" y="3365"/>
                  <a:pt x="1814" y="3340"/>
                </a:cubicBezTo>
                <a:cubicBezTo>
                  <a:pt x="1797" y="3334"/>
                  <a:pt x="1778" y="3326"/>
                  <a:pt x="1762" y="3321"/>
                </a:cubicBezTo>
                <a:cubicBezTo>
                  <a:pt x="1752" y="3318"/>
                  <a:pt x="1745" y="3316"/>
                  <a:pt x="1740" y="3315"/>
                </a:cubicBezTo>
                <a:lnTo>
                  <a:pt x="1740" y="3315"/>
                </a:lnTo>
                <a:cubicBezTo>
                  <a:pt x="1716" y="3301"/>
                  <a:pt x="1691" y="3283"/>
                  <a:pt x="1679" y="3277"/>
                </a:cubicBezTo>
                <a:cubicBezTo>
                  <a:pt x="1648" y="3258"/>
                  <a:pt x="1616" y="3241"/>
                  <a:pt x="1587" y="3220"/>
                </a:cubicBezTo>
                <a:cubicBezTo>
                  <a:pt x="1572" y="3210"/>
                  <a:pt x="1557" y="3199"/>
                  <a:pt x="1543" y="3191"/>
                </a:cubicBezTo>
                <a:cubicBezTo>
                  <a:pt x="1525" y="3180"/>
                  <a:pt x="1519" y="3175"/>
                  <a:pt x="1519" y="3175"/>
                </a:cubicBezTo>
                <a:lnTo>
                  <a:pt x="1519" y="3175"/>
                </a:lnTo>
                <a:cubicBezTo>
                  <a:pt x="1518" y="3175"/>
                  <a:pt x="1582" y="3218"/>
                  <a:pt x="1580" y="3218"/>
                </a:cubicBezTo>
                <a:cubicBezTo>
                  <a:pt x="1580" y="3218"/>
                  <a:pt x="1579" y="3218"/>
                  <a:pt x="1578" y="3218"/>
                </a:cubicBezTo>
                <a:cubicBezTo>
                  <a:pt x="1542" y="3218"/>
                  <a:pt x="1420" y="3070"/>
                  <a:pt x="1399" y="3045"/>
                </a:cubicBezTo>
                <a:cubicBezTo>
                  <a:pt x="1384" y="3030"/>
                  <a:pt x="1353" y="2977"/>
                  <a:pt x="1351" y="2977"/>
                </a:cubicBezTo>
                <a:lnTo>
                  <a:pt x="1351" y="2977"/>
                </a:lnTo>
                <a:cubicBezTo>
                  <a:pt x="1350" y="2977"/>
                  <a:pt x="1354" y="2985"/>
                  <a:pt x="1363" y="3005"/>
                </a:cubicBezTo>
                <a:cubicBezTo>
                  <a:pt x="1372" y="3025"/>
                  <a:pt x="1375" y="3032"/>
                  <a:pt x="1374" y="3032"/>
                </a:cubicBezTo>
                <a:cubicBezTo>
                  <a:pt x="1372" y="3032"/>
                  <a:pt x="1335" y="2962"/>
                  <a:pt x="1326" y="2946"/>
                </a:cubicBezTo>
                <a:cubicBezTo>
                  <a:pt x="1285" y="2881"/>
                  <a:pt x="1252" y="2814"/>
                  <a:pt x="1215" y="2746"/>
                </a:cubicBezTo>
                <a:lnTo>
                  <a:pt x="1215" y="2746"/>
                </a:lnTo>
                <a:cubicBezTo>
                  <a:pt x="1214" y="2743"/>
                  <a:pt x="1213" y="2740"/>
                  <a:pt x="1212" y="2736"/>
                </a:cubicBezTo>
                <a:cubicBezTo>
                  <a:pt x="1199" y="2702"/>
                  <a:pt x="1187" y="2668"/>
                  <a:pt x="1176" y="2635"/>
                </a:cubicBezTo>
                <a:cubicBezTo>
                  <a:pt x="1153" y="2559"/>
                  <a:pt x="1132" y="2481"/>
                  <a:pt x="1119" y="2403"/>
                </a:cubicBezTo>
                <a:cubicBezTo>
                  <a:pt x="1119" y="2401"/>
                  <a:pt x="1118" y="2399"/>
                  <a:pt x="1118" y="2397"/>
                </a:cubicBezTo>
                <a:lnTo>
                  <a:pt x="1118" y="2397"/>
                </a:lnTo>
                <a:cubicBezTo>
                  <a:pt x="1122" y="2365"/>
                  <a:pt x="1108" y="2315"/>
                  <a:pt x="1106" y="2283"/>
                </a:cubicBezTo>
                <a:cubicBezTo>
                  <a:pt x="1102" y="2203"/>
                  <a:pt x="1102" y="2123"/>
                  <a:pt x="1106" y="2043"/>
                </a:cubicBezTo>
                <a:cubicBezTo>
                  <a:pt x="1107" y="2033"/>
                  <a:pt x="1110" y="2004"/>
                  <a:pt x="1113" y="1978"/>
                </a:cubicBezTo>
                <a:lnTo>
                  <a:pt x="1113" y="1978"/>
                </a:lnTo>
                <a:cubicBezTo>
                  <a:pt x="1117" y="1953"/>
                  <a:pt x="1123" y="1911"/>
                  <a:pt x="1125" y="1899"/>
                </a:cubicBezTo>
                <a:cubicBezTo>
                  <a:pt x="1144" y="1813"/>
                  <a:pt x="1170" y="1731"/>
                  <a:pt x="1197" y="1647"/>
                </a:cubicBezTo>
                <a:cubicBezTo>
                  <a:pt x="1199" y="1642"/>
                  <a:pt x="1200" y="1637"/>
                  <a:pt x="1201" y="1634"/>
                </a:cubicBezTo>
                <a:lnTo>
                  <a:pt x="1201" y="1634"/>
                </a:lnTo>
                <a:cubicBezTo>
                  <a:pt x="1203" y="1630"/>
                  <a:pt x="1205" y="1626"/>
                  <a:pt x="1208" y="1621"/>
                </a:cubicBezTo>
                <a:cubicBezTo>
                  <a:pt x="1227" y="1583"/>
                  <a:pt x="1246" y="1543"/>
                  <a:pt x="1269" y="1507"/>
                </a:cubicBezTo>
                <a:cubicBezTo>
                  <a:pt x="1290" y="1470"/>
                  <a:pt x="1313" y="1434"/>
                  <a:pt x="1338" y="1398"/>
                </a:cubicBezTo>
                <a:cubicBezTo>
                  <a:pt x="1341" y="1394"/>
                  <a:pt x="1344" y="1390"/>
                  <a:pt x="1346" y="1386"/>
                </a:cubicBezTo>
                <a:lnTo>
                  <a:pt x="1346" y="1386"/>
                </a:lnTo>
                <a:cubicBezTo>
                  <a:pt x="1346" y="1386"/>
                  <a:pt x="1346" y="1386"/>
                  <a:pt x="1347" y="1385"/>
                </a:cubicBezTo>
                <a:cubicBezTo>
                  <a:pt x="1399" y="1329"/>
                  <a:pt x="1454" y="1275"/>
                  <a:pt x="1511" y="1223"/>
                </a:cubicBezTo>
                <a:lnTo>
                  <a:pt x="1511" y="1223"/>
                </a:lnTo>
                <a:cubicBezTo>
                  <a:pt x="1524" y="1213"/>
                  <a:pt x="1537" y="1203"/>
                  <a:pt x="1551" y="1194"/>
                </a:cubicBezTo>
                <a:cubicBezTo>
                  <a:pt x="1589" y="1170"/>
                  <a:pt x="1627" y="1147"/>
                  <a:pt x="1667" y="1126"/>
                </a:cubicBezTo>
                <a:cubicBezTo>
                  <a:pt x="1682" y="1119"/>
                  <a:pt x="1697" y="1111"/>
                  <a:pt x="1712" y="1103"/>
                </a:cubicBezTo>
                <a:lnTo>
                  <a:pt x="1712" y="1103"/>
                </a:lnTo>
                <a:cubicBezTo>
                  <a:pt x="1755" y="1090"/>
                  <a:pt x="1797" y="1075"/>
                  <a:pt x="1840" y="1063"/>
                </a:cubicBezTo>
                <a:cubicBezTo>
                  <a:pt x="1884" y="1050"/>
                  <a:pt x="1928" y="1042"/>
                  <a:pt x="1970" y="1031"/>
                </a:cubicBezTo>
                <a:cubicBezTo>
                  <a:pt x="1976" y="1030"/>
                  <a:pt x="1983" y="1028"/>
                  <a:pt x="1990" y="1026"/>
                </a:cubicBezTo>
                <a:lnTo>
                  <a:pt x="1990" y="1026"/>
                </a:lnTo>
                <a:cubicBezTo>
                  <a:pt x="2008" y="1025"/>
                  <a:pt x="2026" y="1024"/>
                  <a:pt x="2042" y="1023"/>
                </a:cubicBezTo>
                <a:cubicBezTo>
                  <a:pt x="2063" y="1021"/>
                  <a:pt x="2083" y="1018"/>
                  <a:pt x="2104" y="1015"/>
                </a:cubicBezTo>
                <a:lnTo>
                  <a:pt x="2104" y="1015"/>
                </a:lnTo>
                <a:cubicBezTo>
                  <a:pt x="2127" y="1013"/>
                  <a:pt x="2151" y="1010"/>
                  <a:pt x="2175" y="1006"/>
                </a:cubicBezTo>
                <a:cubicBezTo>
                  <a:pt x="2200" y="1002"/>
                  <a:pt x="2223" y="998"/>
                  <a:pt x="2248" y="996"/>
                </a:cubicBezTo>
                <a:lnTo>
                  <a:pt x="2248" y="996"/>
                </a:lnTo>
                <a:cubicBezTo>
                  <a:pt x="2202" y="1002"/>
                  <a:pt x="2186" y="1004"/>
                  <a:pt x="2186" y="1004"/>
                </a:cubicBezTo>
                <a:cubicBezTo>
                  <a:pt x="2187" y="1004"/>
                  <a:pt x="2227" y="999"/>
                  <a:pt x="2246" y="998"/>
                </a:cubicBezTo>
                <a:cubicBezTo>
                  <a:pt x="2293" y="996"/>
                  <a:pt x="2341" y="991"/>
                  <a:pt x="2387" y="989"/>
                </a:cubicBezTo>
                <a:close/>
                <a:moveTo>
                  <a:pt x="2431" y="0"/>
                </a:moveTo>
                <a:cubicBezTo>
                  <a:pt x="2283" y="0"/>
                  <a:pt x="2134" y="12"/>
                  <a:pt x="1987" y="33"/>
                </a:cubicBezTo>
                <a:lnTo>
                  <a:pt x="1987" y="33"/>
                </a:lnTo>
                <a:cubicBezTo>
                  <a:pt x="1519" y="79"/>
                  <a:pt x="1082" y="246"/>
                  <a:pt x="738" y="578"/>
                </a:cubicBezTo>
                <a:cubicBezTo>
                  <a:pt x="443" y="863"/>
                  <a:pt x="236" y="1259"/>
                  <a:pt x="158" y="1661"/>
                </a:cubicBezTo>
                <a:cubicBezTo>
                  <a:pt x="0" y="2477"/>
                  <a:pt x="228" y="3403"/>
                  <a:pt x="896" y="3941"/>
                </a:cubicBezTo>
                <a:cubicBezTo>
                  <a:pt x="1283" y="4251"/>
                  <a:pt x="1777" y="4404"/>
                  <a:pt x="2272" y="4404"/>
                </a:cubicBezTo>
                <a:cubicBezTo>
                  <a:pt x="2762" y="4404"/>
                  <a:pt x="3253" y="4255"/>
                  <a:pt x="3645" y="3962"/>
                </a:cubicBezTo>
                <a:cubicBezTo>
                  <a:pt x="4395" y="3401"/>
                  <a:pt x="4700" y="2409"/>
                  <a:pt x="4443" y="1512"/>
                </a:cubicBezTo>
                <a:cubicBezTo>
                  <a:pt x="4302" y="1025"/>
                  <a:pt x="4003" y="604"/>
                  <a:pt x="3582" y="321"/>
                </a:cubicBezTo>
                <a:cubicBezTo>
                  <a:pt x="3236" y="89"/>
                  <a:pt x="2836" y="0"/>
                  <a:pt x="243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073" name="Google Shape;7073;p49"/>
          <p:cNvGrpSpPr/>
          <p:nvPr/>
        </p:nvGrpSpPr>
        <p:grpSpPr>
          <a:xfrm flipH="1" rot="-6299880">
            <a:off x="1406840" y="476245"/>
            <a:ext cx="708049" cy="444266"/>
            <a:chOff x="1445125" y="3867675"/>
            <a:chExt cx="803300" cy="502950"/>
          </a:xfrm>
        </p:grpSpPr>
        <p:sp>
          <p:nvSpPr>
            <p:cNvPr id="7074" name="Google Shape;7074;p49"/>
            <p:cNvSpPr/>
            <p:nvPr/>
          </p:nvSpPr>
          <p:spPr>
            <a:xfrm>
              <a:off x="1445125" y="3867675"/>
              <a:ext cx="535450" cy="502950"/>
            </a:xfrm>
            <a:custGeom>
              <a:rect b="b" l="l" r="r" t="t"/>
              <a:pathLst>
                <a:path extrusionOk="0" h="20118" w="21418">
                  <a:moveTo>
                    <a:pt x="5846" y="993"/>
                  </a:moveTo>
                  <a:cubicBezTo>
                    <a:pt x="6726" y="993"/>
                    <a:pt x="7300" y="1814"/>
                    <a:pt x="7545" y="2688"/>
                  </a:cubicBezTo>
                  <a:cubicBezTo>
                    <a:pt x="7686" y="3200"/>
                    <a:pt x="7749" y="3726"/>
                    <a:pt x="7770" y="4255"/>
                  </a:cubicBezTo>
                  <a:cubicBezTo>
                    <a:pt x="7787" y="4700"/>
                    <a:pt x="7676" y="5216"/>
                    <a:pt x="7812" y="5641"/>
                  </a:cubicBezTo>
                  <a:cubicBezTo>
                    <a:pt x="8017" y="6280"/>
                    <a:pt x="8790" y="6621"/>
                    <a:pt x="9352" y="6861"/>
                  </a:cubicBezTo>
                  <a:cubicBezTo>
                    <a:pt x="10899" y="7523"/>
                    <a:pt x="12588" y="7895"/>
                    <a:pt x="14238" y="8195"/>
                  </a:cubicBezTo>
                  <a:cubicBezTo>
                    <a:pt x="14279" y="8202"/>
                    <a:pt x="14320" y="8206"/>
                    <a:pt x="14360" y="8206"/>
                  </a:cubicBezTo>
                  <a:cubicBezTo>
                    <a:pt x="14538" y="8206"/>
                    <a:pt x="14697" y="8128"/>
                    <a:pt x="14800" y="7965"/>
                  </a:cubicBezTo>
                  <a:cubicBezTo>
                    <a:pt x="15658" y="6602"/>
                    <a:pt x="16673" y="5266"/>
                    <a:pt x="17868" y="4181"/>
                  </a:cubicBezTo>
                  <a:cubicBezTo>
                    <a:pt x="18246" y="3837"/>
                    <a:pt x="19055" y="3130"/>
                    <a:pt x="19662" y="3130"/>
                  </a:cubicBezTo>
                  <a:cubicBezTo>
                    <a:pt x="19761" y="3130"/>
                    <a:pt x="19855" y="3149"/>
                    <a:pt x="19941" y="3191"/>
                  </a:cubicBezTo>
                  <a:cubicBezTo>
                    <a:pt x="19972" y="3206"/>
                    <a:pt x="20042" y="3282"/>
                    <a:pt x="20078" y="3334"/>
                  </a:cubicBezTo>
                  <a:cubicBezTo>
                    <a:pt x="20170" y="3474"/>
                    <a:pt x="20200" y="3554"/>
                    <a:pt x="20244" y="3703"/>
                  </a:cubicBezTo>
                  <a:cubicBezTo>
                    <a:pt x="20356" y="4074"/>
                    <a:pt x="20385" y="4459"/>
                    <a:pt x="20391" y="4845"/>
                  </a:cubicBezTo>
                  <a:cubicBezTo>
                    <a:pt x="20434" y="7253"/>
                    <a:pt x="19715" y="9724"/>
                    <a:pt x="18959" y="11987"/>
                  </a:cubicBezTo>
                  <a:cubicBezTo>
                    <a:pt x="18546" y="13223"/>
                    <a:pt x="18074" y="14443"/>
                    <a:pt x="17505" y="15619"/>
                  </a:cubicBezTo>
                  <a:cubicBezTo>
                    <a:pt x="16974" y="16720"/>
                    <a:pt x="16385" y="17795"/>
                    <a:pt x="15472" y="18631"/>
                  </a:cubicBezTo>
                  <a:cubicBezTo>
                    <a:pt x="15279" y="18808"/>
                    <a:pt x="15055" y="19008"/>
                    <a:pt x="14800" y="19090"/>
                  </a:cubicBezTo>
                  <a:cubicBezTo>
                    <a:pt x="14731" y="19114"/>
                    <a:pt x="14679" y="19127"/>
                    <a:pt x="14633" y="19127"/>
                  </a:cubicBezTo>
                  <a:cubicBezTo>
                    <a:pt x="14584" y="19127"/>
                    <a:pt x="14541" y="19112"/>
                    <a:pt x="14491" y="19078"/>
                  </a:cubicBezTo>
                  <a:cubicBezTo>
                    <a:pt x="14179" y="18859"/>
                    <a:pt x="14040" y="18279"/>
                    <a:pt x="13943" y="17913"/>
                  </a:cubicBezTo>
                  <a:cubicBezTo>
                    <a:pt x="13496" y="16204"/>
                    <a:pt x="13420" y="14392"/>
                    <a:pt x="13231" y="12644"/>
                  </a:cubicBezTo>
                  <a:cubicBezTo>
                    <a:pt x="13231" y="12642"/>
                    <a:pt x="13231" y="12641"/>
                    <a:pt x="13230" y="12640"/>
                  </a:cubicBezTo>
                  <a:lnTo>
                    <a:pt x="13230" y="12640"/>
                  </a:lnTo>
                  <a:cubicBezTo>
                    <a:pt x="13241" y="12479"/>
                    <a:pt x="13172" y="12316"/>
                    <a:pt x="12984" y="12214"/>
                  </a:cubicBezTo>
                  <a:cubicBezTo>
                    <a:pt x="12340" y="11860"/>
                    <a:pt x="11598" y="11675"/>
                    <a:pt x="10890" y="11496"/>
                  </a:cubicBezTo>
                  <a:cubicBezTo>
                    <a:pt x="10069" y="11291"/>
                    <a:pt x="9239" y="11119"/>
                    <a:pt x="8404" y="10971"/>
                  </a:cubicBezTo>
                  <a:cubicBezTo>
                    <a:pt x="7943" y="10890"/>
                    <a:pt x="7439" y="10757"/>
                    <a:pt x="6964" y="10757"/>
                  </a:cubicBezTo>
                  <a:cubicBezTo>
                    <a:pt x="6933" y="10757"/>
                    <a:pt x="6903" y="10757"/>
                    <a:pt x="6873" y="10758"/>
                  </a:cubicBezTo>
                  <a:cubicBezTo>
                    <a:pt x="6281" y="10782"/>
                    <a:pt x="5857" y="11237"/>
                    <a:pt x="5518" y="11671"/>
                  </a:cubicBezTo>
                  <a:cubicBezTo>
                    <a:pt x="4848" y="12532"/>
                    <a:pt x="4110" y="13945"/>
                    <a:pt x="2900" y="13945"/>
                  </a:cubicBezTo>
                  <a:cubicBezTo>
                    <a:pt x="2748" y="13945"/>
                    <a:pt x="2589" y="13923"/>
                    <a:pt x="2421" y="13874"/>
                  </a:cubicBezTo>
                  <a:cubicBezTo>
                    <a:pt x="1265" y="13539"/>
                    <a:pt x="1147" y="12161"/>
                    <a:pt x="1191" y="11150"/>
                  </a:cubicBezTo>
                  <a:cubicBezTo>
                    <a:pt x="1259" y="9547"/>
                    <a:pt x="1735" y="7959"/>
                    <a:pt x="2242" y="6446"/>
                  </a:cubicBezTo>
                  <a:cubicBezTo>
                    <a:pt x="2666" y="5186"/>
                    <a:pt x="3155" y="3943"/>
                    <a:pt x="3669" y="2717"/>
                  </a:cubicBezTo>
                  <a:cubicBezTo>
                    <a:pt x="4014" y="1894"/>
                    <a:pt x="4701" y="1150"/>
                    <a:pt x="5619" y="1011"/>
                  </a:cubicBezTo>
                  <a:cubicBezTo>
                    <a:pt x="5697" y="999"/>
                    <a:pt x="5772" y="993"/>
                    <a:pt x="5846" y="993"/>
                  </a:cubicBezTo>
                  <a:close/>
                  <a:moveTo>
                    <a:pt x="5851" y="1"/>
                  </a:moveTo>
                  <a:cubicBezTo>
                    <a:pt x="4753" y="1"/>
                    <a:pt x="3750" y="699"/>
                    <a:pt x="3144" y="1580"/>
                  </a:cubicBezTo>
                  <a:cubicBezTo>
                    <a:pt x="2849" y="2009"/>
                    <a:pt x="2683" y="2515"/>
                    <a:pt x="2487" y="2993"/>
                  </a:cubicBezTo>
                  <a:cubicBezTo>
                    <a:pt x="2217" y="3653"/>
                    <a:pt x="1954" y="4314"/>
                    <a:pt x="1705" y="4982"/>
                  </a:cubicBezTo>
                  <a:cubicBezTo>
                    <a:pt x="1113" y="6581"/>
                    <a:pt x="576" y="8224"/>
                    <a:pt x="323" y="9914"/>
                  </a:cubicBezTo>
                  <a:cubicBezTo>
                    <a:pt x="121" y="11253"/>
                    <a:pt x="1" y="12901"/>
                    <a:pt x="913" y="14026"/>
                  </a:cubicBezTo>
                  <a:cubicBezTo>
                    <a:pt x="1411" y="14639"/>
                    <a:pt x="2111" y="14918"/>
                    <a:pt x="2824" y="14918"/>
                  </a:cubicBezTo>
                  <a:cubicBezTo>
                    <a:pt x="3509" y="14918"/>
                    <a:pt x="4207" y="14660"/>
                    <a:pt x="4751" y="14192"/>
                  </a:cubicBezTo>
                  <a:cubicBezTo>
                    <a:pt x="5371" y="13659"/>
                    <a:pt x="5777" y="12949"/>
                    <a:pt x="6272" y="12311"/>
                  </a:cubicBezTo>
                  <a:cubicBezTo>
                    <a:pt x="6566" y="11931"/>
                    <a:pt x="6732" y="11776"/>
                    <a:pt x="7065" y="11776"/>
                  </a:cubicBezTo>
                  <a:cubicBezTo>
                    <a:pt x="7129" y="11776"/>
                    <a:pt x="7199" y="11782"/>
                    <a:pt x="7277" y="11793"/>
                  </a:cubicBezTo>
                  <a:cubicBezTo>
                    <a:pt x="8166" y="11915"/>
                    <a:pt x="9053" y="12094"/>
                    <a:pt x="9930" y="12292"/>
                  </a:cubicBezTo>
                  <a:cubicBezTo>
                    <a:pt x="10726" y="12472"/>
                    <a:pt x="11550" y="12626"/>
                    <a:pt x="12268" y="12966"/>
                  </a:cubicBezTo>
                  <a:lnTo>
                    <a:pt x="12268" y="12966"/>
                  </a:lnTo>
                  <a:cubicBezTo>
                    <a:pt x="12439" y="14633"/>
                    <a:pt x="12548" y="16332"/>
                    <a:pt x="12930" y="17963"/>
                  </a:cubicBezTo>
                  <a:cubicBezTo>
                    <a:pt x="13136" y="18845"/>
                    <a:pt x="13555" y="20118"/>
                    <a:pt x="14640" y="20118"/>
                  </a:cubicBezTo>
                  <a:cubicBezTo>
                    <a:pt x="14672" y="20118"/>
                    <a:pt x="14706" y="20116"/>
                    <a:pt x="14739" y="20114"/>
                  </a:cubicBezTo>
                  <a:cubicBezTo>
                    <a:pt x="15314" y="20074"/>
                    <a:pt x="15818" y="19674"/>
                    <a:pt x="16220" y="19295"/>
                  </a:cubicBezTo>
                  <a:cubicBezTo>
                    <a:pt x="16778" y="18770"/>
                    <a:pt x="17242" y="18165"/>
                    <a:pt x="17630" y="17506"/>
                  </a:cubicBezTo>
                  <a:cubicBezTo>
                    <a:pt x="18329" y="16326"/>
                    <a:pt x="18879" y="15058"/>
                    <a:pt x="19372" y="13779"/>
                  </a:cubicBezTo>
                  <a:cubicBezTo>
                    <a:pt x="20387" y="11140"/>
                    <a:pt x="21255" y="8266"/>
                    <a:pt x="21379" y="5422"/>
                  </a:cubicBezTo>
                  <a:cubicBezTo>
                    <a:pt x="21417" y="4558"/>
                    <a:pt x="21409" y="3509"/>
                    <a:pt x="20893" y="2768"/>
                  </a:cubicBezTo>
                  <a:cubicBezTo>
                    <a:pt x="20591" y="2334"/>
                    <a:pt x="20167" y="2169"/>
                    <a:pt x="19717" y="2169"/>
                  </a:cubicBezTo>
                  <a:cubicBezTo>
                    <a:pt x="19269" y="2169"/>
                    <a:pt x="18796" y="2332"/>
                    <a:pt x="18392" y="2557"/>
                  </a:cubicBezTo>
                  <a:cubicBezTo>
                    <a:pt x="17206" y="3219"/>
                    <a:pt x="16258" y="4331"/>
                    <a:pt x="15430" y="5382"/>
                  </a:cubicBezTo>
                  <a:cubicBezTo>
                    <a:pt x="14975" y="5959"/>
                    <a:pt x="14535" y="6551"/>
                    <a:pt x="14131" y="7165"/>
                  </a:cubicBezTo>
                  <a:lnTo>
                    <a:pt x="14131" y="7165"/>
                  </a:lnTo>
                  <a:cubicBezTo>
                    <a:pt x="12741" y="6903"/>
                    <a:pt x="11340" y="6572"/>
                    <a:pt x="10022" y="6067"/>
                  </a:cubicBezTo>
                  <a:cubicBezTo>
                    <a:pt x="9692" y="5938"/>
                    <a:pt x="9355" y="5795"/>
                    <a:pt x="9057" y="5599"/>
                  </a:cubicBezTo>
                  <a:cubicBezTo>
                    <a:pt x="8975" y="5544"/>
                    <a:pt x="8902" y="5490"/>
                    <a:pt x="8830" y="5420"/>
                  </a:cubicBezTo>
                  <a:cubicBezTo>
                    <a:pt x="8801" y="5393"/>
                    <a:pt x="8791" y="5386"/>
                    <a:pt x="8788" y="5385"/>
                  </a:cubicBezTo>
                  <a:lnTo>
                    <a:pt x="8788" y="5385"/>
                  </a:lnTo>
                  <a:cubicBezTo>
                    <a:pt x="8787" y="5381"/>
                    <a:pt x="8781" y="5370"/>
                    <a:pt x="8767" y="5346"/>
                  </a:cubicBezTo>
                  <a:cubicBezTo>
                    <a:pt x="8764" y="5342"/>
                    <a:pt x="8761" y="5338"/>
                    <a:pt x="8759" y="5334"/>
                  </a:cubicBezTo>
                  <a:lnTo>
                    <a:pt x="8759" y="5334"/>
                  </a:lnTo>
                  <a:cubicBezTo>
                    <a:pt x="8759" y="5333"/>
                    <a:pt x="8759" y="5331"/>
                    <a:pt x="8758" y="5329"/>
                  </a:cubicBezTo>
                  <a:cubicBezTo>
                    <a:pt x="8680" y="4813"/>
                    <a:pt x="8779" y="4238"/>
                    <a:pt x="8729" y="3712"/>
                  </a:cubicBezTo>
                  <a:cubicBezTo>
                    <a:pt x="8683" y="3244"/>
                    <a:pt x="8611" y="2774"/>
                    <a:pt x="8476" y="2325"/>
                  </a:cubicBezTo>
                  <a:cubicBezTo>
                    <a:pt x="8116" y="1129"/>
                    <a:pt x="7256" y="33"/>
                    <a:pt x="5914" y="2"/>
                  </a:cubicBezTo>
                  <a:cubicBezTo>
                    <a:pt x="5893" y="1"/>
                    <a:pt x="5872" y="1"/>
                    <a:pt x="585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75" name="Google Shape;7075;p49"/>
            <p:cNvSpPr/>
            <p:nvPr/>
          </p:nvSpPr>
          <p:spPr>
            <a:xfrm>
              <a:off x="1903525" y="4088100"/>
              <a:ext cx="344900" cy="185850"/>
            </a:xfrm>
            <a:custGeom>
              <a:rect b="b" l="l" r="r" t="t"/>
              <a:pathLst>
                <a:path extrusionOk="0" h="7434" w="13796">
                  <a:moveTo>
                    <a:pt x="2035" y="1"/>
                  </a:moveTo>
                  <a:cubicBezTo>
                    <a:pt x="1593" y="1"/>
                    <a:pt x="1301" y="661"/>
                    <a:pt x="1777" y="928"/>
                  </a:cubicBezTo>
                  <a:cubicBezTo>
                    <a:pt x="5023" y="2748"/>
                    <a:pt x="8420" y="4238"/>
                    <a:pt x="11476" y="6352"/>
                  </a:cubicBezTo>
                  <a:lnTo>
                    <a:pt x="11476" y="6352"/>
                  </a:lnTo>
                  <a:cubicBezTo>
                    <a:pt x="7847" y="6103"/>
                    <a:pt x="4252" y="5482"/>
                    <a:pt x="636" y="5110"/>
                  </a:cubicBezTo>
                  <a:cubicBezTo>
                    <a:pt x="615" y="5108"/>
                    <a:pt x="596" y="5107"/>
                    <a:pt x="577" y="5107"/>
                  </a:cubicBezTo>
                  <a:cubicBezTo>
                    <a:pt x="0" y="5107"/>
                    <a:pt x="24" y="6045"/>
                    <a:pt x="636" y="6106"/>
                  </a:cubicBezTo>
                  <a:cubicBezTo>
                    <a:pt x="4792" y="6534"/>
                    <a:pt x="8919" y="7290"/>
                    <a:pt x="13101" y="7434"/>
                  </a:cubicBezTo>
                  <a:cubicBezTo>
                    <a:pt x="13106" y="7434"/>
                    <a:pt x="13111" y="7434"/>
                    <a:pt x="13115" y="7434"/>
                  </a:cubicBezTo>
                  <a:cubicBezTo>
                    <a:pt x="13508" y="7434"/>
                    <a:pt x="13796" y="6851"/>
                    <a:pt x="13455" y="6582"/>
                  </a:cubicBezTo>
                  <a:cubicBezTo>
                    <a:pt x="11767" y="5262"/>
                    <a:pt x="9981" y="4109"/>
                    <a:pt x="8087" y="3106"/>
                  </a:cubicBezTo>
                  <a:cubicBezTo>
                    <a:pt x="6157" y="2083"/>
                    <a:pt x="4187" y="1139"/>
                    <a:pt x="2281" y="69"/>
                  </a:cubicBezTo>
                  <a:cubicBezTo>
                    <a:pt x="2197" y="21"/>
                    <a:pt x="2114" y="1"/>
                    <a:pt x="20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76" name="Google Shape;7076;p49"/>
            <p:cNvSpPr/>
            <p:nvPr/>
          </p:nvSpPr>
          <p:spPr>
            <a:xfrm>
              <a:off x="1462675" y="3884050"/>
              <a:ext cx="125100" cy="332450"/>
            </a:xfrm>
            <a:custGeom>
              <a:rect b="b" l="l" r="r" t="t"/>
              <a:pathLst>
                <a:path extrusionOk="0" h="13298" w="5004">
                  <a:moveTo>
                    <a:pt x="4226" y="0"/>
                  </a:moveTo>
                  <a:cubicBezTo>
                    <a:pt x="3978" y="0"/>
                    <a:pt x="3745" y="159"/>
                    <a:pt x="3776" y="478"/>
                  </a:cubicBezTo>
                  <a:cubicBezTo>
                    <a:pt x="3995" y="2762"/>
                    <a:pt x="3470" y="4910"/>
                    <a:pt x="2764" y="7066"/>
                  </a:cubicBezTo>
                  <a:cubicBezTo>
                    <a:pt x="2160" y="8913"/>
                    <a:pt x="1574" y="10906"/>
                    <a:pt x="310" y="12425"/>
                  </a:cubicBezTo>
                  <a:cubicBezTo>
                    <a:pt x="1" y="12799"/>
                    <a:pt x="333" y="13298"/>
                    <a:pt x="690" y="13298"/>
                  </a:cubicBezTo>
                  <a:cubicBezTo>
                    <a:pt x="802" y="13298"/>
                    <a:pt x="916" y="13249"/>
                    <a:pt x="1014" y="13131"/>
                  </a:cubicBezTo>
                  <a:cubicBezTo>
                    <a:pt x="2366" y="11506"/>
                    <a:pt x="3030" y="9452"/>
                    <a:pt x="3679" y="7474"/>
                  </a:cubicBezTo>
                  <a:cubicBezTo>
                    <a:pt x="4424" y="5193"/>
                    <a:pt x="5004" y="2899"/>
                    <a:pt x="4772" y="478"/>
                  </a:cubicBezTo>
                  <a:cubicBezTo>
                    <a:pt x="4741" y="160"/>
                    <a:pt x="4476" y="0"/>
                    <a:pt x="42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077" name="Google Shape;7077;p49"/>
          <p:cNvSpPr/>
          <p:nvPr/>
        </p:nvSpPr>
        <p:spPr>
          <a:xfrm>
            <a:off x="2859550" y="831275"/>
            <a:ext cx="176025" cy="165050"/>
          </a:xfrm>
          <a:custGeom>
            <a:rect b="b" l="l" r="r" t="t"/>
            <a:pathLst>
              <a:path extrusionOk="0" h="6602" w="7041">
                <a:moveTo>
                  <a:pt x="4935" y="1378"/>
                </a:moveTo>
                <a:cubicBezTo>
                  <a:pt x="4939" y="1380"/>
                  <a:pt x="4948" y="1387"/>
                  <a:pt x="4965" y="1400"/>
                </a:cubicBezTo>
                <a:cubicBezTo>
                  <a:pt x="4955" y="1392"/>
                  <a:pt x="4945" y="1385"/>
                  <a:pt x="4935" y="1378"/>
                </a:cubicBezTo>
                <a:close/>
                <a:moveTo>
                  <a:pt x="1630" y="1762"/>
                </a:moveTo>
                <a:lnTo>
                  <a:pt x="1630" y="1762"/>
                </a:lnTo>
                <a:cubicBezTo>
                  <a:pt x="1621" y="1773"/>
                  <a:pt x="1618" y="1778"/>
                  <a:pt x="1618" y="1778"/>
                </a:cubicBezTo>
                <a:cubicBezTo>
                  <a:pt x="1618" y="1778"/>
                  <a:pt x="1623" y="1771"/>
                  <a:pt x="1630" y="1762"/>
                </a:cubicBezTo>
                <a:close/>
                <a:moveTo>
                  <a:pt x="3639" y="986"/>
                </a:moveTo>
                <a:cubicBezTo>
                  <a:pt x="4036" y="986"/>
                  <a:pt x="4418" y="1072"/>
                  <a:pt x="4734" y="1250"/>
                </a:cubicBezTo>
                <a:cubicBezTo>
                  <a:pt x="4786" y="1280"/>
                  <a:pt x="4839" y="1313"/>
                  <a:pt x="4890" y="1347"/>
                </a:cubicBezTo>
                <a:cubicBezTo>
                  <a:pt x="4906" y="1357"/>
                  <a:pt x="4921" y="1367"/>
                  <a:pt x="4935" y="1378"/>
                </a:cubicBezTo>
                <a:lnTo>
                  <a:pt x="4935" y="1378"/>
                </a:lnTo>
                <a:cubicBezTo>
                  <a:pt x="4934" y="1377"/>
                  <a:pt x="4933" y="1376"/>
                  <a:pt x="4933" y="1376"/>
                </a:cubicBezTo>
                <a:lnTo>
                  <a:pt x="4933" y="1376"/>
                </a:lnTo>
                <a:cubicBezTo>
                  <a:pt x="4934" y="1376"/>
                  <a:pt x="4964" y="1397"/>
                  <a:pt x="4972" y="1404"/>
                </a:cubicBezTo>
                <a:cubicBezTo>
                  <a:pt x="5081" y="1495"/>
                  <a:pt x="5182" y="1594"/>
                  <a:pt x="5275" y="1701"/>
                </a:cubicBezTo>
                <a:cubicBezTo>
                  <a:pt x="5296" y="1724"/>
                  <a:pt x="5315" y="1747"/>
                  <a:pt x="5332" y="1771"/>
                </a:cubicBezTo>
                <a:cubicBezTo>
                  <a:pt x="5336" y="1776"/>
                  <a:pt x="5339" y="1780"/>
                  <a:pt x="5342" y="1782"/>
                </a:cubicBezTo>
                <a:lnTo>
                  <a:pt x="5342" y="1782"/>
                </a:lnTo>
                <a:cubicBezTo>
                  <a:pt x="5378" y="1835"/>
                  <a:pt x="5414" y="1889"/>
                  <a:pt x="5446" y="1943"/>
                </a:cubicBezTo>
                <a:cubicBezTo>
                  <a:pt x="5477" y="1994"/>
                  <a:pt x="5507" y="2045"/>
                  <a:pt x="5534" y="2097"/>
                </a:cubicBezTo>
                <a:cubicBezTo>
                  <a:pt x="5548" y="2126"/>
                  <a:pt x="5603" y="2244"/>
                  <a:pt x="5604" y="2244"/>
                </a:cubicBezTo>
                <a:cubicBezTo>
                  <a:pt x="5605" y="2244"/>
                  <a:pt x="5604" y="2244"/>
                  <a:pt x="5604" y="2242"/>
                </a:cubicBezTo>
                <a:lnTo>
                  <a:pt x="5604" y="2242"/>
                </a:lnTo>
                <a:cubicBezTo>
                  <a:pt x="5646" y="2347"/>
                  <a:pt x="5682" y="2454"/>
                  <a:pt x="5711" y="2561"/>
                </a:cubicBezTo>
                <a:cubicBezTo>
                  <a:pt x="5726" y="2620"/>
                  <a:pt x="5741" y="2679"/>
                  <a:pt x="5751" y="2738"/>
                </a:cubicBezTo>
                <a:cubicBezTo>
                  <a:pt x="5756" y="2758"/>
                  <a:pt x="5778" y="2901"/>
                  <a:pt x="5781" y="2901"/>
                </a:cubicBezTo>
                <a:cubicBezTo>
                  <a:pt x="5781" y="2901"/>
                  <a:pt x="5781" y="2892"/>
                  <a:pt x="5779" y="2872"/>
                </a:cubicBezTo>
                <a:lnTo>
                  <a:pt x="5779" y="2872"/>
                </a:lnTo>
                <a:cubicBezTo>
                  <a:pt x="5793" y="2999"/>
                  <a:pt x="5800" y="3127"/>
                  <a:pt x="5800" y="3256"/>
                </a:cubicBezTo>
                <a:cubicBezTo>
                  <a:pt x="5798" y="3323"/>
                  <a:pt x="5796" y="3393"/>
                  <a:pt x="5791" y="3460"/>
                </a:cubicBezTo>
                <a:cubicBezTo>
                  <a:pt x="5787" y="3518"/>
                  <a:pt x="5781" y="3572"/>
                  <a:pt x="5780" y="3582"/>
                </a:cubicBezTo>
                <a:lnTo>
                  <a:pt x="5780" y="3582"/>
                </a:lnTo>
                <a:cubicBezTo>
                  <a:pt x="5759" y="3706"/>
                  <a:pt x="5734" y="3831"/>
                  <a:pt x="5699" y="3953"/>
                </a:cubicBezTo>
                <a:cubicBezTo>
                  <a:pt x="5682" y="4012"/>
                  <a:pt x="5663" y="4069"/>
                  <a:pt x="5642" y="4126"/>
                </a:cubicBezTo>
                <a:cubicBezTo>
                  <a:pt x="5631" y="4155"/>
                  <a:pt x="5621" y="4183"/>
                  <a:pt x="5610" y="4212"/>
                </a:cubicBezTo>
                <a:cubicBezTo>
                  <a:pt x="5606" y="4223"/>
                  <a:pt x="5602" y="4232"/>
                  <a:pt x="5600" y="4238"/>
                </a:cubicBezTo>
                <a:lnTo>
                  <a:pt x="5600" y="4238"/>
                </a:lnTo>
                <a:cubicBezTo>
                  <a:pt x="5597" y="4244"/>
                  <a:pt x="5593" y="4252"/>
                  <a:pt x="5589" y="4261"/>
                </a:cubicBezTo>
                <a:cubicBezTo>
                  <a:pt x="5534" y="4370"/>
                  <a:pt x="5477" y="4478"/>
                  <a:pt x="5412" y="4581"/>
                </a:cubicBezTo>
                <a:cubicBezTo>
                  <a:pt x="5311" y="4737"/>
                  <a:pt x="5324" y="4720"/>
                  <a:pt x="5189" y="4863"/>
                </a:cubicBezTo>
                <a:cubicBezTo>
                  <a:pt x="4814" y="5261"/>
                  <a:pt x="4355" y="5476"/>
                  <a:pt x="3756" y="5573"/>
                </a:cubicBezTo>
                <a:cubicBezTo>
                  <a:pt x="3620" y="5595"/>
                  <a:pt x="3482" y="5605"/>
                  <a:pt x="3344" y="5605"/>
                </a:cubicBezTo>
                <a:cubicBezTo>
                  <a:pt x="2954" y="5605"/>
                  <a:pt x="2572" y="5519"/>
                  <a:pt x="2265" y="5346"/>
                </a:cubicBezTo>
                <a:cubicBezTo>
                  <a:pt x="2214" y="5316"/>
                  <a:pt x="2164" y="5285"/>
                  <a:pt x="2113" y="5253"/>
                </a:cubicBezTo>
                <a:cubicBezTo>
                  <a:pt x="2098" y="5243"/>
                  <a:pt x="2015" y="5180"/>
                  <a:pt x="2013" y="5180"/>
                </a:cubicBezTo>
                <a:lnTo>
                  <a:pt x="2013" y="5180"/>
                </a:lnTo>
                <a:cubicBezTo>
                  <a:pt x="2013" y="5180"/>
                  <a:pt x="2019" y="5186"/>
                  <a:pt x="2037" y="5200"/>
                </a:cubicBezTo>
                <a:cubicBezTo>
                  <a:pt x="1930" y="5114"/>
                  <a:pt x="1831" y="5019"/>
                  <a:pt x="1740" y="4916"/>
                </a:cubicBezTo>
                <a:cubicBezTo>
                  <a:pt x="1728" y="4902"/>
                  <a:pt x="1675" y="4837"/>
                  <a:pt x="1657" y="4816"/>
                </a:cubicBezTo>
                <a:lnTo>
                  <a:pt x="1657" y="4816"/>
                </a:lnTo>
                <a:cubicBezTo>
                  <a:pt x="1647" y="4801"/>
                  <a:pt x="1584" y="4711"/>
                  <a:pt x="1570" y="4688"/>
                </a:cubicBezTo>
                <a:cubicBezTo>
                  <a:pt x="1500" y="4579"/>
                  <a:pt x="1439" y="4465"/>
                  <a:pt x="1382" y="4347"/>
                </a:cubicBezTo>
                <a:cubicBezTo>
                  <a:pt x="1372" y="4327"/>
                  <a:pt x="1369" y="4322"/>
                  <a:pt x="1368" y="4322"/>
                </a:cubicBezTo>
                <a:lnTo>
                  <a:pt x="1368" y="4322"/>
                </a:lnTo>
                <a:cubicBezTo>
                  <a:pt x="1368" y="4322"/>
                  <a:pt x="1368" y="4322"/>
                  <a:pt x="1368" y="4322"/>
                </a:cubicBezTo>
                <a:lnTo>
                  <a:pt x="1368" y="4322"/>
                </a:lnTo>
                <a:cubicBezTo>
                  <a:pt x="1366" y="4315"/>
                  <a:pt x="1360" y="4299"/>
                  <a:pt x="1348" y="4265"/>
                </a:cubicBezTo>
                <a:cubicBezTo>
                  <a:pt x="1329" y="4210"/>
                  <a:pt x="1308" y="4155"/>
                  <a:pt x="1291" y="4101"/>
                </a:cubicBezTo>
                <a:cubicBezTo>
                  <a:pt x="1251" y="3974"/>
                  <a:pt x="1220" y="3848"/>
                  <a:pt x="1197" y="3717"/>
                </a:cubicBezTo>
                <a:cubicBezTo>
                  <a:pt x="1192" y="3696"/>
                  <a:pt x="1179" y="3596"/>
                  <a:pt x="1178" y="3596"/>
                </a:cubicBezTo>
                <a:lnTo>
                  <a:pt x="1178" y="3596"/>
                </a:lnTo>
                <a:cubicBezTo>
                  <a:pt x="1178" y="3596"/>
                  <a:pt x="1179" y="3606"/>
                  <a:pt x="1182" y="3633"/>
                </a:cubicBezTo>
                <a:cubicBezTo>
                  <a:pt x="1173" y="3568"/>
                  <a:pt x="1167" y="3502"/>
                  <a:pt x="1165" y="3437"/>
                </a:cubicBezTo>
                <a:cubicBezTo>
                  <a:pt x="1157" y="3304"/>
                  <a:pt x="1157" y="3174"/>
                  <a:pt x="1165" y="3041"/>
                </a:cubicBezTo>
                <a:cubicBezTo>
                  <a:pt x="1167" y="3011"/>
                  <a:pt x="1179" y="2898"/>
                  <a:pt x="1181" y="2870"/>
                </a:cubicBezTo>
                <a:lnTo>
                  <a:pt x="1181" y="2870"/>
                </a:lnTo>
                <a:cubicBezTo>
                  <a:pt x="1186" y="2847"/>
                  <a:pt x="1203" y="2750"/>
                  <a:pt x="1209" y="2721"/>
                </a:cubicBezTo>
                <a:cubicBezTo>
                  <a:pt x="1239" y="2580"/>
                  <a:pt x="1281" y="2443"/>
                  <a:pt x="1327" y="2306"/>
                </a:cubicBezTo>
                <a:cubicBezTo>
                  <a:pt x="1342" y="2262"/>
                  <a:pt x="1345" y="2248"/>
                  <a:pt x="1346" y="2244"/>
                </a:cubicBezTo>
                <a:lnTo>
                  <a:pt x="1346" y="2244"/>
                </a:lnTo>
                <a:cubicBezTo>
                  <a:pt x="1348" y="2241"/>
                  <a:pt x="1355" y="2229"/>
                  <a:pt x="1376" y="2188"/>
                </a:cubicBezTo>
                <a:cubicBezTo>
                  <a:pt x="1407" y="2125"/>
                  <a:pt x="1439" y="2059"/>
                  <a:pt x="1475" y="1998"/>
                </a:cubicBezTo>
                <a:cubicBezTo>
                  <a:pt x="1511" y="1937"/>
                  <a:pt x="1551" y="1878"/>
                  <a:pt x="1588" y="1819"/>
                </a:cubicBezTo>
                <a:cubicBezTo>
                  <a:pt x="1603" y="1799"/>
                  <a:pt x="1618" y="1779"/>
                  <a:pt x="1632" y="1759"/>
                </a:cubicBezTo>
                <a:lnTo>
                  <a:pt x="1632" y="1759"/>
                </a:lnTo>
                <a:cubicBezTo>
                  <a:pt x="1639" y="1751"/>
                  <a:pt x="1646" y="1741"/>
                  <a:pt x="1654" y="1733"/>
                </a:cubicBezTo>
                <a:cubicBezTo>
                  <a:pt x="1744" y="1632"/>
                  <a:pt x="1839" y="1535"/>
                  <a:pt x="1945" y="1446"/>
                </a:cubicBezTo>
                <a:cubicBezTo>
                  <a:pt x="1949" y="1443"/>
                  <a:pt x="1952" y="1440"/>
                  <a:pt x="1955" y="1437"/>
                </a:cubicBezTo>
                <a:lnTo>
                  <a:pt x="1955" y="1437"/>
                </a:lnTo>
                <a:cubicBezTo>
                  <a:pt x="1958" y="1435"/>
                  <a:pt x="1960" y="1434"/>
                  <a:pt x="1963" y="1431"/>
                </a:cubicBezTo>
                <a:cubicBezTo>
                  <a:pt x="1993" y="1410"/>
                  <a:pt x="2022" y="1389"/>
                  <a:pt x="2054" y="1370"/>
                </a:cubicBezTo>
                <a:cubicBezTo>
                  <a:pt x="2115" y="1328"/>
                  <a:pt x="2180" y="1292"/>
                  <a:pt x="2246" y="1257"/>
                </a:cubicBezTo>
                <a:cubicBezTo>
                  <a:pt x="2372" y="1191"/>
                  <a:pt x="2412" y="1174"/>
                  <a:pt x="2604" y="1120"/>
                </a:cubicBezTo>
                <a:cubicBezTo>
                  <a:pt x="2802" y="1065"/>
                  <a:pt x="2859" y="1059"/>
                  <a:pt x="3023" y="1044"/>
                </a:cubicBezTo>
                <a:cubicBezTo>
                  <a:pt x="3046" y="1042"/>
                  <a:pt x="3069" y="1039"/>
                  <a:pt x="3092" y="1035"/>
                </a:cubicBezTo>
                <a:lnTo>
                  <a:pt x="3092" y="1035"/>
                </a:lnTo>
                <a:cubicBezTo>
                  <a:pt x="3113" y="1033"/>
                  <a:pt x="3134" y="1031"/>
                  <a:pt x="3156" y="1027"/>
                </a:cubicBezTo>
                <a:cubicBezTo>
                  <a:pt x="3317" y="1000"/>
                  <a:pt x="3479" y="986"/>
                  <a:pt x="3639" y="986"/>
                </a:cubicBezTo>
                <a:close/>
                <a:moveTo>
                  <a:pt x="3656" y="0"/>
                </a:moveTo>
                <a:cubicBezTo>
                  <a:pt x="3424" y="0"/>
                  <a:pt x="3191" y="20"/>
                  <a:pt x="2962" y="55"/>
                </a:cubicBezTo>
                <a:lnTo>
                  <a:pt x="2962" y="55"/>
                </a:lnTo>
                <a:cubicBezTo>
                  <a:pt x="1592" y="189"/>
                  <a:pt x="506" y="1128"/>
                  <a:pt x="238" y="2500"/>
                </a:cubicBezTo>
                <a:cubicBezTo>
                  <a:pt x="0" y="3730"/>
                  <a:pt x="360" y="5131"/>
                  <a:pt x="1367" y="5933"/>
                </a:cubicBezTo>
                <a:cubicBezTo>
                  <a:pt x="1934" y="6385"/>
                  <a:pt x="2656" y="6602"/>
                  <a:pt x="3382" y="6602"/>
                </a:cubicBezTo>
                <a:cubicBezTo>
                  <a:pt x="4138" y="6602"/>
                  <a:pt x="4898" y="6367"/>
                  <a:pt x="5494" y="5917"/>
                </a:cubicBezTo>
                <a:cubicBezTo>
                  <a:pt x="6607" y="5078"/>
                  <a:pt x="7041" y="3580"/>
                  <a:pt x="6659" y="2253"/>
                </a:cubicBezTo>
                <a:cubicBezTo>
                  <a:pt x="6453" y="1537"/>
                  <a:pt x="6015" y="905"/>
                  <a:pt x="5393" y="488"/>
                </a:cubicBezTo>
                <a:cubicBezTo>
                  <a:pt x="4872" y="137"/>
                  <a:pt x="4267" y="0"/>
                  <a:pt x="365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8" name="Google Shape;7078;p49"/>
          <p:cNvSpPr/>
          <p:nvPr/>
        </p:nvSpPr>
        <p:spPr>
          <a:xfrm>
            <a:off x="1702113" y="1456250"/>
            <a:ext cx="117525" cy="110100"/>
          </a:xfrm>
          <a:custGeom>
            <a:rect b="b" l="l" r="r" t="t"/>
            <a:pathLst>
              <a:path extrusionOk="0" h="4404" w="4701">
                <a:moveTo>
                  <a:pt x="1951" y="1032"/>
                </a:moveTo>
                <a:cubicBezTo>
                  <a:pt x="1950" y="1033"/>
                  <a:pt x="1949" y="1033"/>
                  <a:pt x="1947" y="1033"/>
                </a:cubicBezTo>
                <a:cubicBezTo>
                  <a:pt x="1948" y="1033"/>
                  <a:pt x="1950" y="1033"/>
                  <a:pt x="1951" y="1032"/>
                </a:cubicBezTo>
                <a:close/>
                <a:moveTo>
                  <a:pt x="2857" y="1059"/>
                </a:moveTo>
                <a:cubicBezTo>
                  <a:pt x="2871" y="1059"/>
                  <a:pt x="2889" y="1066"/>
                  <a:pt x="2907" y="1075"/>
                </a:cubicBezTo>
                <a:lnTo>
                  <a:pt x="2907" y="1075"/>
                </a:lnTo>
                <a:cubicBezTo>
                  <a:pt x="2887" y="1068"/>
                  <a:pt x="2858" y="1059"/>
                  <a:pt x="2857" y="1059"/>
                </a:cubicBezTo>
                <a:close/>
                <a:moveTo>
                  <a:pt x="3091" y="1185"/>
                </a:moveTo>
                <a:cubicBezTo>
                  <a:pt x="3091" y="1185"/>
                  <a:pt x="3091" y="1185"/>
                  <a:pt x="3091" y="1185"/>
                </a:cubicBezTo>
                <a:lnTo>
                  <a:pt x="3091" y="1185"/>
                </a:lnTo>
                <a:cubicBezTo>
                  <a:pt x="3091" y="1185"/>
                  <a:pt x="3091" y="1185"/>
                  <a:pt x="3091" y="1185"/>
                </a:cubicBezTo>
                <a:close/>
                <a:moveTo>
                  <a:pt x="3104" y="1198"/>
                </a:moveTo>
                <a:cubicBezTo>
                  <a:pt x="3111" y="1203"/>
                  <a:pt x="3118" y="1208"/>
                  <a:pt x="3125" y="1213"/>
                </a:cubicBezTo>
                <a:cubicBezTo>
                  <a:pt x="3142" y="1224"/>
                  <a:pt x="3149" y="1229"/>
                  <a:pt x="3148" y="1229"/>
                </a:cubicBezTo>
                <a:cubicBezTo>
                  <a:pt x="3148" y="1229"/>
                  <a:pt x="3121" y="1211"/>
                  <a:pt x="3104" y="1198"/>
                </a:cubicBezTo>
                <a:close/>
                <a:moveTo>
                  <a:pt x="1747" y="3319"/>
                </a:moveTo>
                <a:cubicBezTo>
                  <a:pt x="1767" y="3326"/>
                  <a:pt x="1803" y="3338"/>
                  <a:pt x="1802" y="3338"/>
                </a:cubicBezTo>
                <a:cubicBezTo>
                  <a:pt x="1800" y="3339"/>
                  <a:pt x="1799" y="3339"/>
                  <a:pt x="1797" y="3339"/>
                </a:cubicBezTo>
                <a:cubicBezTo>
                  <a:pt x="1785" y="3339"/>
                  <a:pt x="1766" y="3330"/>
                  <a:pt x="1747" y="3319"/>
                </a:cubicBezTo>
                <a:close/>
                <a:moveTo>
                  <a:pt x="2463" y="3393"/>
                </a:moveTo>
                <a:cubicBezTo>
                  <a:pt x="2461" y="3393"/>
                  <a:pt x="2459" y="3393"/>
                  <a:pt x="2456" y="3393"/>
                </a:cubicBezTo>
                <a:lnTo>
                  <a:pt x="2456" y="3393"/>
                </a:lnTo>
                <a:cubicBezTo>
                  <a:pt x="2459" y="3393"/>
                  <a:pt x="2462" y="3393"/>
                  <a:pt x="2463" y="3393"/>
                </a:cubicBezTo>
                <a:close/>
                <a:moveTo>
                  <a:pt x="2387" y="989"/>
                </a:moveTo>
                <a:cubicBezTo>
                  <a:pt x="2440" y="989"/>
                  <a:pt x="2491" y="989"/>
                  <a:pt x="2541" y="993"/>
                </a:cubicBezTo>
                <a:cubicBezTo>
                  <a:pt x="2560" y="993"/>
                  <a:pt x="2582" y="997"/>
                  <a:pt x="2601" y="998"/>
                </a:cubicBezTo>
                <a:lnTo>
                  <a:pt x="2601" y="998"/>
                </a:lnTo>
                <a:cubicBezTo>
                  <a:pt x="2682" y="1018"/>
                  <a:pt x="2761" y="1029"/>
                  <a:pt x="2840" y="1057"/>
                </a:cubicBezTo>
                <a:cubicBezTo>
                  <a:pt x="2857" y="1061"/>
                  <a:pt x="2876" y="1069"/>
                  <a:pt x="2895" y="1076"/>
                </a:cubicBezTo>
                <a:cubicBezTo>
                  <a:pt x="2906" y="1079"/>
                  <a:pt x="2914" y="1081"/>
                  <a:pt x="2919" y="1082"/>
                </a:cubicBezTo>
                <a:lnTo>
                  <a:pt x="2919" y="1082"/>
                </a:lnTo>
                <a:cubicBezTo>
                  <a:pt x="2944" y="1096"/>
                  <a:pt x="2968" y="1113"/>
                  <a:pt x="2984" y="1122"/>
                </a:cubicBezTo>
                <a:cubicBezTo>
                  <a:pt x="3015" y="1139"/>
                  <a:pt x="3049" y="1160"/>
                  <a:pt x="3080" y="1181"/>
                </a:cubicBezTo>
                <a:cubicBezTo>
                  <a:pt x="3084" y="1184"/>
                  <a:pt x="3088" y="1186"/>
                  <a:pt x="3092" y="1189"/>
                </a:cubicBezTo>
                <a:lnTo>
                  <a:pt x="3092" y="1189"/>
                </a:lnTo>
                <a:cubicBezTo>
                  <a:pt x="3107" y="1217"/>
                  <a:pt x="3258" y="1347"/>
                  <a:pt x="3274" y="1366"/>
                </a:cubicBezTo>
                <a:cubicBezTo>
                  <a:pt x="3278" y="1370"/>
                  <a:pt x="3281" y="1374"/>
                  <a:pt x="3284" y="1378"/>
                </a:cubicBezTo>
                <a:lnTo>
                  <a:pt x="3284" y="1378"/>
                </a:lnTo>
                <a:cubicBezTo>
                  <a:pt x="3304" y="1410"/>
                  <a:pt x="3328" y="1440"/>
                  <a:pt x="3348" y="1474"/>
                </a:cubicBezTo>
                <a:cubicBezTo>
                  <a:pt x="3367" y="1503"/>
                  <a:pt x="3386" y="1535"/>
                  <a:pt x="3403" y="1569"/>
                </a:cubicBezTo>
                <a:cubicBezTo>
                  <a:pt x="3409" y="1579"/>
                  <a:pt x="3414" y="1591"/>
                  <a:pt x="3420" y="1604"/>
                </a:cubicBezTo>
                <a:lnTo>
                  <a:pt x="3420" y="1604"/>
                </a:lnTo>
                <a:cubicBezTo>
                  <a:pt x="3420" y="1602"/>
                  <a:pt x="3420" y="1600"/>
                  <a:pt x="3420" y="1598"/>
                </a:cubicBezTo>
                <a:lnTo>
                  <a:pt x="3420" y="1598"/>
                </a:lnTo>
                <a:cubicBezTo>
                  <a:pt x="3420" y="1600"/>
                  <a:pt x="3420" y="1602"/>
                  <a:pt x="3420" y="1604"/>
                </a:cubicBezTo>
                <a:lnTo>
                  <a:pt x="3420" y="1604"/>
                </a:lnTo>
                <a:cubicBezTo>
                  <a:pt x="3420" y="1604"/>
                  <a:pt x="3420" y="1604"/>
                  <a:pt x="3420" y="1604"/>
                </a:cubicBezTo>
                <a:lnTo>
                  <a:pt x="3420" y="1604"/>
                </a:lnTo>
                <a:cubicBezTo>
                  <a:pt x="3420" y="1621"/>
                  <a:pt x="3423" y="1634"/>
                  <a:pt x="3427" y="1644"/>
                </a:cubicBezTo>
                <a:lnTo>
                  <a:pt x="3427" y="1644"/>
                </a:lnTo>
                <a:cubicBezTo>
                  <a:pt x="3423" y="1630"/>
                  <a:pt x="3420" y="1616"/>
                  <a:pt x="3420" y="1604"/>
                </a:cubicBezTo>
                <a:lnTo>
                  <a:pt x="3420" y="1604"/>
                </a:lnTo>
                <a:cubicBezTo>
                  <a:pt x="3422" y="1608"/>
                  <a:pt x="3424" y="1613"/>
                  <a:pt x="3426" y="1617"/>
                </a:cubicBezTo>
                <a:cubicBezTo>
                  <a:pt x="3442" y="1646"/>
                  <a:pt x="3443" y="1659"/>
                  <a:pt x="3439" y="1659"/>
                </a:cubicBezTo>
                <a:cubicBezTo>
                  <a:pt x="3436" y="1659"/>
                  <a:pt x="3432" y="1654"/>
                  <a:pt x="3427" y="1644"/>
                </a:cubicBezTo>
                <a:lnTo>
                  <a:pt x="3427" y="1644"/>
                </a:lnTo>
                <a:cubicBezTo>
                  <a:pt x="3443" y="1697"/>
                  <a:pt x="3479" y="1760"/>
                  <a:pt x="3491" y="1802"/>
                </a:cubicBezTo>
                <a:cubicBezTo>
                  <a:pt x="3500" y="1838"/>
                  <a:pt x="3508" y="1874"/>
                  <a:pt x="3517" y="1910"/>
                </a:cubicBezTo>
                <a:cubicBezTo>
                  <a:pt x="3521" y="1933"/>
                  <a:pt x="3525" y="1954"/>
                  <a:pt x="3529" y="1977"/>
                </a:cubicBezTo>
                <a:cubicBezTo>
                  <a:pt x="3534" y="2005"/>
                  <a:pt x="3537" y="2015"/>
                  <a:pt x="3538" y="2015"/>
                </a:cubicBezTo>
                <a:cubicBezTo>
                  <a:pt x="3540" y="2015"/>
                  <a:pt x="3530" y="1942"/>
                  <a:pt x="3525" y="1939"/>
                </a:cubicBezTo>
                <a:lnTo>
                  <a:pt x="3525" y="1939"/>
                </a:lnTo>
                <a:cubicBezTo>
                  <a:pt x="3550" y="1954"/>
                  <a:pt x="3538" y="2142"/>
                  <a:pt x="3538" y="2173"/>
                </a:cubicBezTo>
                <a:cubicBezTo>
                  <a:pt x="3538" y="2215"/>
                  <a:pt x="3535" y="2257"/>
                  <a:pt x="3533" y="2297"/>
                </a:cubicBezTo>
                <a:cubicBezTo>
                  <a:pt x="3532" y="2312"/>
                  <a:pt x="3530" y="2326"/>
                  <a:pt x="3529" y="2339"/>
                </a:cubicBezTo>
                <a:lnTo>
                  <a:pt x="3529" y="2339"/>
                </a:lnTo>
                <a:cubicBezTo>
                  <a:pt x="3514" y="2409"/>
                  <a:pt x="3504" y="2477"/>
                  <a:pt x="3483" y="2546"/>
                </a:cubicBezTo>
                <a:cubicBezTo>
                  <a:pt x="3472" y="2582"/>
                  <a:pt x="3462" y="2618"/>
                  <a:pt x="3449" y="2651"/>
                </a:cubicBezTo>
                <a:cubicBezTo>
                  <a:pt x="3445" y="2663"/>
                  <a:pt x="3440" y="2676"/>
                  <a:pt x="3436" y="2688"/>
                </a:cubicBezTo>
                <a:lnTo>
                  <a:pt x="3436" y="2688"/>
                </a:lnTo>
                <a:cubicBezTo>
                  <a:pt x="3398" y="2751"/>
                  <a:pt x="3369" y="2818"/>
                  <a:pt x="3329" y="2881"/>
                </a:cubicBezTo>
                <a:cubicBezTo>
                  <a:pt x="3324" y="2889"/>
                  <a:pt x="3300" y="2922"/>
                  <a:pt x="3284" y="2945"/>
                </a:cubicBezTo>
                <a:lnTo>
                  <a:pt x="3284" y="2945"/>
                </a:lnTo>
                <a:cubicBezTo>
                  <a:pt x="3263" y="2968"/>
                  <a:pt x="3232" y="3005"/>
                  <a:pt x="3224" y="3014"/>
                </a:cubicBezTo>
                <a:cubicBezTo>
                  <a:pt x="3198" y="3041"/>
                  <a:pt x="3171" y="3069"/>
                  <a:pt x="3142" y="3094"/>
                </a:cubicBezTo>
                <a:cubicBezTo>
                  <a:pt x="3127" y="3106"/>
                  <a:pt x="3112" y="3119"/>
                  <a:pt x="3099" y="3132"/>
                </a:cubicBezTo>
                <a:cubicBezTo>
                  <a:pt x="3075" y="3154"/>
                  <a:pt x="3071" y="3163"/>
                  <a:pt x="3076" y="3163"/>
                </a:cubicBezTo>
                <a:cubicBezTo>
                  <a:pt x="3076" y="3163"/>
                  <a:pt x="3077" y="3163"/>
                  <a:pt x="3078" y="3162"/>
                </a:cubicBezTo>
                <a:lnTo>
                  <a:pt x="3078" y="3162"/>
                </a:lnTo>
                <a:cubicBezTo>
                  <a:pt x="3021" y="3203"/>
                  <a:pt x="2923" y="3245"/>
                  <a:pt x="2889" y="3262"/>
                </a:cubicBezTo>
                <a:cubicBezTo>
                  <a:pt x="2863" y="3275"/>
                  <a:pt x="2803" y="3296"/>
                  <a:pt x="2805" y="3296"/>
                </a:cubicBezTo>
                <a:cubicBezTo>
                  <a:pt x="2806" y="3296"/>
                  <a:pt x="2822" y="3291"/>
                  <a:pt x="2866" y="3277"/>
                </a:cubicBezTo>
                <a:lnTo>
                  <a:pt x="2866" y="3277"/>
                </a:lnTo>
                <a:cubicBezTo>
                  <a:pt x="2823" y="3292"/>
                  <a:pt x="2783" y="3309"/>
                  <a:pt x="2741" y="3323"/>
                </a:cubicBezTo>
                <a:cubicBezTo>
                  <a:pt x="2642" y="3355"/>
                  <a:pt x="2541" y="3376"/>
                  <a:pt x="2438" y="3395"/>
                </a:cubicBezTo>
                <a:cubicBezTo>
                  <a:pt x="2437" y="3395"/>
                  <a:pt x="2437" y="3395"/>
                  <a:pt x="2437" y="3395"/>
                </a:cubicBezTo>
                <a:lnTo>
                  <a:pt x="2437" y="3395"/>
                </a:lnTo>
                <a:cubicBezTo>
                  <a:pt x="2416" y="3397"/>
                  <a:pt x="2395" y="3400"/>
                  <a:pt x="2375" y="3401"/>
                </a:cubicBezTo>
                <a:cubicBezTo>
                  <a:pt x="2330" y="3403"/>
                  <a:pt x="2284" y="3406"/>
                  <a:pt x="2240" y="3406"/>
                </a:cubicBezTo>
                <a:cubicBezTo>
                  <a:pt x="2226" y="3406"/>
                  <a:pt x="2211" y="3406"/>
                  <a:pt x="2197" y="3406"/>
                </a:cubicBezTo>
                <a:cubicBezTo>
                  <a:pt x="2163" y="3406"/>
                  <a:pt x="2129" y="3405"/>
                  <a:pt x="2094" y="3403"/>
                </a:cubicBezTo>
                <a:cubicBezTo>
                  <a:pt x="2081" y="3402"/>
                  <a:pt x="2067" y="3400"/>
                  <a:pt x="2054" y="3398"/>
                </a:cubicBezTo>
                <a:lnTo>
                  <a:pt x="2054" y="3398"/>
                </a:lnTo>
                <a:cubicBezTo>
                  <a:pt x="1975" y="3376"/>
                  <a:pt x="1893" y="3365"/>
                  <a:pt x="1814" y="3340"/>
                </a:cubicBezTo>
                <a:cubicBezTo>
                  <a:pt x="1797" y="3334"/>
                  <a:pt x="1778" y="3326"/>
                  <a:pt x="1762" y="3321"/>
                </a:cubicBezTo>
                <a:cubicBezTo>
                  <a:pt x="1752" y="3318"/>
                  <a:pt x="1745" y="3316"/>
                  <a:pt x="1740" y="3315"/>
                </a:cubicBezTo>
                <a:lnTo>
                  <a:pt x="1740" y="3315"/>
                </a:lnTo>
                <a:cubicBezTo>
                  <a:pt x="1716" y="3301"/>
                  <a:pt x="1691" y="3283"/>
                  <a:pt x="1679" y="3277"/>
                </a:cubicBezTo>
                <a:cubicBezTo>
                  <a:pt x="1648" y="3258"/>
                  <a:pt x="1616" y="3241"/>
                  <a:pt x="1587" y="3220"/>
                </a:cubicBezTo>
                <a:cubicBezTo>
                  <a:pt x="1572" y="3210"/>
                  <a:pt x="1557" y="3199"/>
                  <a:pt x="1543" y="3191"/>
                </a:cubicBezTo>
                <a:cubicBezTo>
                  <a:pt x="1525" y="3180"/>
                  <a:pt x="1519" y="3175"/>
                  <a:pt x="1519" y="3175"/>
                </a:cubicBezTo>
                <a:lnTo>
                  <a:pt x="1519" y="3175"/>
                </a:lnTo>
                <a:cubicBezTo>
                  <a:pt x="1518" y="3175"/>
                  <a:pt x="1582" y="3218"/>
                  <a:pt x="1580" y="3218"/>
                </a:cubicBezTo>
                <a:cubicBezTo>
                  <a:pt x="1580" y="3218"/>
                  <a:pt x="1579" y="3218"/>
                  <a:pt x="1578" y="3218"/>
                </a:cubicBezTo>
                <a:cubicBezTo>
                  <a:pt x="1542" y="3218"/>
                  <a:pt x="1420" y="3070"/>
                  <a:pt x="1399" y="3045"/>
                </a:cubicBezTo>
                <a:cubicBezTo>
                  <a:pt x="1384" y="3030"/>
                  <a:pt x="1353" y="2977"/>
                  <a:pt x="1351" y="2977"/>
                </a:cubicBezTo>
                <a:lnTo>
                  <a:pt x="1351" y="2977"/>
                </a:lnTo>
                <a:cubicBezTo>
                  <a:pt x="1350" y="2977"/>
                  <a:pt x="1354" y="2985"/>
                  <a:pt x="1363" y="3005"/>
                </a:cubicBezTo>
                <a:cubicBezTo>
                  <a:pt x="1372" y="3025"/>
                  <a:pt x="1375" y="3032"/>
                  <a:pt x="1374" y="3032"/>
                </a:cubicBezTo>
                <a:cubicBezTo>
                  <a:pt x="1372" y="3032"/>
                  <a:pt x="1335" y="2962"/>
                  <a:pt x="1326" y="2946"/>
                </a:cubicBezTo>
                <a:cubicBezTo>
                  <a:pt x="1285" y="2881"/>
                  <a:pt x="1252" y="2814"/>
                  <a:pt x="1215" y="2746"/>
                </a:cubicBezTo>
                <a:lnTo>
                  <a:pt x="1215" y="2746"/>
                </a:lnTo>
                <a:cubicBezTo>
                  <a:pt x="1214" y="2743"/>
                  <a:pt x="1213" y="2740"/>
                  <a:pt x="1212" y="2736"/>
                </a:cubicBezTo>
                <a:cubicBezTo>
                  <a:pt x="1199" y="2702"/>
                  <a:pt x="1187" y="2668"/>
                  <a:pt x="1176" y="2635"/>
                </a:cubicBezTo>
                <a:cubicBezTo>
                  <a:pt x="1153" y="2559"/>
                  <a:pt x="1132" y="2481"/>
                  <a:pt x="1119" y="2403"/>
                </a:cubicBezTo>
                <a:cubicBezTo>
                  <a:pt x="1119" y="2401"/>
                  <a:pt x="1118" y="2399"/>
                  <a:pt x="1118" y="2397"/>
                </a:cubicBezTo>
                <a:lnTo>
                  <a:pt x="1118" y="2397"/>
                </a:lnTo>
                <a:cubicBezTo>
                  <a:pt x="1122" y="2365"/>
                  <a:pt x="1108" y="2315"/>
                  <a:pt x="1106" y="2283"/>
                </a:cubicBezTo>
                <a:cubicBezTo>
                  <a:pt x="1102" y="2203"/>
                  <a:pt x="1102" y="2123"/>
                  <a:pt x="1106" y="2043"/>
                </a:cubicBezTo>
                <a:cubicBezTo>
                  <a:pt x="1107" y="2033"/>
                  <a:pt x="1110" y="2004"/>
                  <a:pt x="1113" y="1978"/>
                </a:cubicBezTo>
                <a:lnTo>
                  <a:pt x="1113" y="1978"/>
                </a:lnTo>
                <a:cubicBezTo>
                  <a:pt x="1117" y="1953"/>
                  <a:pt x="1123" y="1911"/>
                  <a:pt x="1125" y="1899"/>
                </a:cubicBezTo>
                <a:cubicBezTo>
                  <a:pt x="1144" y="1813"/>
                  <a:pt x="1170" y="1731"/>
                  <a:pt x="1197" y="1647"/>
                </a:cubicBezTo>
                <a:cubicBezTo>
                  <a:pt x="1199" y="1642"/>
                  <a:pt x="1200" y="1637"/>
                  <a:pt x="1201" y="1634"/>
                </a:cubicBezTo>
                <a:lnTo>
                  <a:pt x="1201" y="1634"/>
                </a:lnTo>
                <a:cubicBezTo>
                  <a:pt x="1203" y="1630"/>
                  <a:pt x="1205" y="1626"/>
                  <a:pt x="1208" y="1621"/>
                </a:cubicBezTo>
                <a:cubicBezTo>
                  <a:pt x="1227" y="1583"/>
                  <a:pt x="1246" y="1543"/>
                  <a:pt x="1269" y="1507"/>
                </a:cubicBezTo>
                <a:cubicBezTo>
                  <a:pt x="1290" y="1470"/>
                  <a:pt x="1313" y="1434"/>
                  <a:pt x="1338" y="1398"/>
                </a:cubicBezTo>
                <a:cubicBezTo>
                  <a:pt x="1341" y="1394"/>
                  <a:pt x="1344" y="1390"/>
                  <a:pt x="1346" y="1386"/>
                </a:cubicBezTo>
                <a:lnTo>
                  <a:pt x="1346" y="1386"/>
                </a:lnTo>
                <a:cubicBezTo>
                  <a:pt x="1346" y="1386"/>
                  <a:pt x="1346" y="1386"/>
                  <a:pt x="1347" y="1385"/>
                </a:cubicBezTo>
                <a:cubicBezTo>
                  <a:pt x="1399" y="1329"/>
                  <a:pt x="1454" y="1275"/>
                  <a:pt x="1511" y="1223"/>
                </a:cubicBezTo>
                <a:lnTo>
                  <a:pt x="1511" y="1223"/>
                </a:lnTo>
                <a:cubicBezTo>
                  <a:pt x="1524" y="1213"/>
                  <a:pt x="1537" y="1203"/>
                  <a:pt x="1551" y="1194"/>
                </a:cubicBezTo>
                <a:cubicBezTo>
                  <a:pt x="1589" y="1170"/>
                  <a:pt x="1627" y="1147"/>
                  <a:pt x="1667" y="1126"/>
                </a:cubicBezTo>
                <a:cubicBezTo>
                  <a:pt x="1682" y="1119"/>
                  <a:pt x="1697" y="1111"/>
                  <a:pt x="1712" y="1103"/>
                </a:cubicBezTo>
                <a:lnTo>
                  <a:pt x="1712" y="1103"/>
                </a:lnTo>
                <a:cubicBezTo>
                  <a:pt x="1755" y="1090"/>
                  <a:pt x="1797" y="1075"/>
                  <a:pt x="1840" y="1063"/>
                </a:cubicBezTo>
                <a:cubicBezTo>
                  <a:pt x="1884" y="1050"/>
                  <a:pt x="1928" y="1042"/>
                  <a:pt x="1970" y="1031"/>
                </a:cubicBezTo>
                <a:cubicBezTo>
                  <a:pt x="1976" y="1030"/>
                  <a:pt x="1983" y="1028"/>
                  <a:pt x="1990" y="1026"/>
                </a:cubicBezTo>
                <a:lnTo>
                  <a:pt x="1990" y="1026"/>
                </a:lnTo>
                <a:cubicBezTo>
                  <a:pt x="2008" y="1025"/>
                  <a:pt x="2026" y="1024"/>
                  <a:pt x="2042" y="1023"/>
                </a:cubicBezTo>
                <a:cubicBezTo>
                  <a:pt x="2063" y="1021"/>
                  <a:pt x="2083" y="1018"/>
                  <a:pt x="2104" y="1015"/>
                </a:cubicBezTo>
                <a:lnTo>
                  <a:pt x="2104" y="1015"/>
                </a:lnTo>
                <a:cubicBezTo>
                  <a:pt x="2127" y="1013"/>
                  <a:pt x="2151" y="1010"/>
                  <a:pt x="2175" y="1006"/>
                </a:cubicBezTo>
                <a:cubicBezTo>
                  <a:pt x="2200" y="1002"/>
                  <a:pt x="2223" y="998"/>
                  <a:pt x="2248" y="996"/>
                </a:cubicBezTo>
                <a:lnTo>
                  <a:pt x="2248" y="996"/>
                </a:lnTo>
                <a:cubicBezTo>
                  <a:pt x="2202" y="1002"/>
                  <a:pt x="2186" y="1004"/>
                  <a:pt x="2186" y="1004"/>
                </a:cubicBezTo>
                <a:cubicBezTo>
                  <a:pt x="2187" y="1004"/>
                  <a:pt x="2227" y="999"/>
                  <a:pt x="2246" y="998"/>
                </a:cubicBezTo>
                <a:cubicBezTo>
                  <a:pt x="2293" y="996"/>
                  <a:pt x="2341" y="991"/>
                  <a:pt x="2387" y="989"/>
                </a:cubicBezTo>
                <a:close/>
                <a:moveTo>
                  <a:pt x="2431" y="0"/>
                </a:moveTo>
                <a:cubicBezTo>
                  <a:pt x="2283" y="0"/>
                  <a:pt x="2134" y="12"/>
                  <a:pt x="1987" y="33"/>
                </a:cubicBezTo>
                <a:lnTo>
                  <a:pt x="1987" y="33"/>
                </a:lnTo>
                <a:cubicBezTo>
                  <a:pt x="1519" y="79"/>
                  <a:pt x="1082" y="246"/>
                  <a:pt x="738" y="578"/>
                </a:cubicBezTo>
                <a:cubicBezTo>
                  <a:pt x="443" y="863"/>
                  <a:pt x="236" y="1259"/>
                  <a:pt x="158" y="1661"/>
                </a:cubicBezTo>
                <a:cubicBezTo>
                  <a:pt x="0" y="2477"/>
                  <a:pt x="228" y="3403"/>
                  <a:pt x="896" y="3941"/>
                </a:cubicBezTo>
                <a:cubicBezTo>
                  <a:pt x="1283" y="4251"/>
                  <a:pt x="1777" y="4404"/>
                  <a:pt x="2272" y="4404"/>
                </a:cubicBezTo>
                <a:cubicBezTo>
                  <a:pt x="2762" y="4404"/>
                  <a:pt x="3253" y="4255"/>
                  <a:pt x="3645" y="3962"/>
                </a:cubicBezTo>
                <a:cubicBezTo>
                  <a:pt x="4395" y="3401"/>
                  <a:pt x="4700" y="2409"/>
                  <a:pt x="4443" y="1512"/>
                </a:cubicBezTo>
                <a:cubicBezTo>
                  <a:pt x="4302" y="1025"/>
                  <a:pt x="4003" y="604"/>
                  <a:pt x="3582" y="321"/>
                </a:cubicBezTo>
                <a:cubicBezTo>
                  <a:pt x="3236" y="89"/>
                  <a:pt x="2836" y="0"/>
                  <a:pt x="243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9" name="Google Shape;7079;p49"/>
          <p:cNvSpPr/>
          <p:nvPr/>
        </p:nvSpPr>
        <p:spPr>
          <a:xfrm>
            <a:off x="2713425" y="4210388"/>
            <a:ext cx="146125" cy="137000"/>
          </a:xfrm>
          <a:custGeom>
            <a:rect b="b" l="l" r="r" t="t"/>
            <a:pathLst>
              <a:path extrusionOk="0" h="5480" w="5845">
                <a:moveTo>
                  <a:pt x="3672" y="1101"/>
                </a:moveTo>
                <a:cubicBezTo>
                  <a:pt x="3677" y="1103"/>
                  <a:pt x="3681" y="1105"/>
                  <a:pt x="3685" y="1107"/>
                </a:cubicBezTo>
                <a:lnTo>
                  <a:pt x="3685" y="1107"/>
                </a:lnTo>
                <a:cubicBezTo>
                  <a:pt x="3681" y="1105"/>
                  <a:pt x="3677" y="1103"/>
                  <a:pt x="3672" y="1101"/>
                </a:cubicBezTo>
                <a:close/>
                <a:moveTo>
                  <a:pt x="3072" y="4464"/>
                </a:moveTo>
                <a:lnTo>
                  <a:pt x="3072" y="4464"/>
                </a:lnTo>
                <a:cubicBezTo>
                  <a:pt x="3071" y="4464"/>
                  <a:pt x="3070" y="4464"/>
                  <a:pt x="3069" y="4464"/>
                </a:cubicBezTo>
                <a:lnTo>
                  <a:pt x="3069" y="4464"/>
                </a:lnTo>
                <a:cubicBezTo>
                  <a:pt x="3070" y="4464"/>
                  <a:pt x="3071" y="4464"/>
                  <a:pt x="3072" y="4464"/>
                </a:cubicBezTo>
                <a:close/>
                <a:moveTo>
                  <a:pt x="3052" y="4466"/>
                </a:moveTo>
                <a:lnTo>
                  <a:pt x="3052" y="4466"/>
                </a:lnTo>
                <a:cubicBezTo>
                  <a:pt x="3035" y="4469"/>
                  <a:pt x="3029" y="4470"/>
                  <a:pt x="3029" y="4470"/>
                </a:cubicBezTo>
                <a:cubicBezTo>
                  <a:pt x="3028" y="4470"/>
                  <a:pt x="3040" y="4468"/>
                  <a:pt x="3052" y="4466"/>
                </a:cubicBezTo>
                <a:close/>
                <a:moveTo>
                  <a:pt x="3036" y="989"/>
                </a:moveTo>
                <a:cubicBezTo>
                  <a:pt x="3084" y="989"/>
                  <a:pt x="3131" y="990"/>
                  <a:pt x="3177" y="992"/>
                </a:cubicBezTo>
                <a:cubicBezTo>
                  <a:pt x="3207" y="994"/>
                  <a:pt x="3236" y="998"/>
                  <a:pt x="3264" y="1000"/>
                </a:cubicBezTo>
                <a:cubicBezTo>
                  <a:pt x="3270" y="1000"/>
                  <a:pt x="3275" y="1000"/>
                  <a:pt x="3280" y="1000"/>
                </a:cubicBezTo>
                <a:lnTo>
                  <a:pt x="3280" y="1000"/>
                </a:lnTo>
                <a:cubicBezTo>
                  <a:pt x="3393" y="1021"/>
                  <a:pt x="3502" y="1045"/>
                  <a:pt x="3611" y="1080"/>
                </a:cubicBezTo>
                <a:cubicBezTo>
                  <a:pt x="3640" y="1091"/>
                  <a:pt x="3708" y="1119"/>
                  <a:pt x="3711" y="1119"/>
                </a:cubicBezTo>
                <a:cubicBezTo>
                  <a:pt x="3711" y="1119"/>
                  <a:pt x="3710" y="1118"/>
                  <a:pt x="3707" y="1117"/>
                </a:cubicBezTo>
                <a:lnTo>
                  <a:pt x="3707" y="1117"/>
                </a:lnTo>
                <a:cubicBezTo>
                  <a:pt x="3752" y="1138"/>
                  <a:pt x="3795" y="1160"/>
                  <a:pt x="3839" y="1186"/>
                </a:cubicBezTo>
                <a:cubicBezTo>
                  <a:pt x="3883" y="1209"/>
                  <a:pt x="3923" y="1236"/>
                  <a:pt x="3965" y="1261"/>
                </a:cubicBezTo>
                <a:cubicBezTo>
                  <a:pt x="3979" y="1270"/>
                  <a:pt x="3990" y="1277"/>
                  <a:pt x="3997" y="1281"/>
                </a:cubicBezTo>
                <a:lnTo>
                  <a:pt x="3997" y="1281"/>
                </a:lnTo>
                <a:cubicBezTo>
                  <a:pt x="4000" y="1284"/>
                  <a:pt x="4004" y="1288"/>
                  <a:pt x="4010" y="1293"/>
                </a:cubicBezTo>
                <a:cubicBezTo>
                  <a:pt x="4096" y="1369"/>
                  <a:pt x="4178" y="1443"/>
                  <a:pt x="4252" y="1531"/>
                </a:cubicBezTo>
                <a:cubicBezTo>
                  <a:pt x="4265" y="1544"/>
                  <a:pt x="4276" y="1558"/>
                  <a:pt x="4288" y="1572"/>
                </a:cubicBezTo>
                <a:lnTo>
                  <a:pt x="4288" y="1572"/>
                </a:lnTo>
                <a:cubicBezTo>
                  <a:pt x="4314" y="1615"/>
                  <a:pt x="4345" y="1659"/>
                  <a:pt x="4374" y="1704"/>
                </a:cubicBezTo>
                <a:cubicBezTo>
                  <a:pt x="4397" y="1744"/>
                  <a:pt x="4422" y="1784"/>
                  <a:pt x="4444" y="1826"/>
                </a:cubicBezTo>
                <a:cubicBezTo>
                  <a:pt x="4456" y="1852"/>
                  <a:pt x="4498" y="1948"/>
                  <a:pt x="4500" y="1948"/>
                </a:cubicBezTo>
                <a:cubicBezTo>
                  <a:pt x="4500" y="1948"/>
                  <a:pt x="4500" y="1947"/>
                  <a:pt x="4500" y="1946"/>
                </a:cubicBezTo>
                <a:lnTo>
                  <a:pt x="4500" y="1946"/>
                </a:lnTo>
                <a:cubicBezTo>
                  <a:pt x="4527" y="2021"/>
                  <a:pt x="4553" y="2096"/>
                  <a:pt x="4574" y="2174"/>
                </a:cubicBezTo>
                <a:cubicBezTo>
                  <a:pt x="4587" y="2220"/>
                  <a:pt x="4597" y="2266"/>
                  <a:pt x="4608" y="2315"/>
                </a:cubicBezTo>
                <a:cubicBezTo>
                  <a:pt x="4614" y="2346"/>
                  <a:pt x="4627" y="2444"/>
                  <a:pt x="4628" y="2444"/>
                </a:cubicBezTo>
                <a:cubicBezTo>
                  <a:pt x="4629" y="2444"/>
                  <a:pt x="4628" y="2430"/>
                  <a:pt x="4625" y="2395"/>
                </a:cubicBezTo>
                <a:lnTo>
                  <a:pt x="4625" y="2395"/>
                </a:lnTo>
                <a:cubicBezTo>
                  <a:pt x="4635" y="2498"/>
                  <a:pt x="4644" y="2599"/>
                  <a:pt x="4642" y="2702"/>
                </a:cubicBezTo>
                <a:cubicBezTo>
                  <a:pt x="4642" y="2757"/>
                  <a:pt x="4639" y="2812"/>
                  <a:pt x="4635" y="2867"/>
                </a:cubicBezTo>
                <a:cubicBezTo>
                  <a:pt x="4633" y="2890"/>
                  <a:pt x="4631" y="2915"/>
                  <a:pt x="4629" y="2938"/>
                </a:cubicBezTo>
                <a:cubicBezTo>
                  <a:pt x="4629" y="2941"/>
                  <a:pt x="4629" y="2943"/>
                  <a:pt x="4629" y="2945"/>
                </a:cubicBezTo>
                <a:lnTo>
                  <a:pt x="4629" y="2945"/>
                </a:lnTo>
                <a:cubicBezTo>
                  <a:pt x="4610" y="3044"/>
                  <a:pt x="4592" y="3139"/>
                  <a:pt x="4564" y="3235"/>
                </a:cubicBezTo>
                <a:cubicBezTo>
                  <a:pt x="4551" y="3282"/>
                  <a:pt x="4536" y="3328"/>
                  <a:pt x="4519" y="3372"/>
                </a:cubicBezTo>
                <a:cubicBezTo>
                  <a:pt x="4511" y="3396"/>
                  <a:pt x="4503" y="3419"/>
                  <a:pt x="4494" y="3442"/>
                </a:cubicBezTo>
                <a:cubicBezTo>
                  <a:pt x="4493" y="3445"/>
                  <a:pt x="4492" y="3448"/>
                  <a:pt x="4491" y="3451"/>
                </a:cubicBezTo>
                <a:lnTo>
                  <a:pt x="4491" y="3451"/>
                </a:lnTo>
                <a:cubicBezTo>
                  <a:pt x="4490" y="3453"/>
                  <a:pt x="4489" y="3455"/>
                  <a:pt x="4488" y="3457"/>
                </a:cubicBezTo>
                <a:cubicBezTo>
                  <a:pt x="4439" y="3543"/>
                  <a:pt x="4399" y="3629"/>
                  <a:pt x="4345" y="3714"/>
                </a:cubicBezTo>
                <a:cubicBezTo>
                  <a:pt x="4335" y="3728"/>
                  <a:pt x="4281" y="3805"/>
                  <a:pt x="4270" y="3821"/>
                </a:cubicBezTo>
                <a:lnTo>
                  <a:pt x="4270" y="3821"/>
                </a:lnTo>
                <a:cubicBezTo>
                  <a:pt x="4265" y="3827"/>
                  <a:pt x="4261" y="3833"/>
                  <a:pt x="4258" y="3836"/>
                </a:cubicBezTo>
                <a:cubicBezTo>
                  <a:pt x="4233" y="3863"/>
                  <a:pt x="4210" y="3891"/>
                  <a:pt x="4184" y="3918"/>
                </a:cubicBezTo>
                <a:cubicBezTo>
                  <a:pt x="4149" y="3956"/>
                  <a:pt x="4113" y="3990"/>
                  <a:pt x="4077" y="4025"/>
                </a:cubicBezTo>
                <a:cubicBezTo>
                  <a:pt x="4063" y="4038"/>
                  <a:pt x="3976" y="4107"/>
                  <a:pt x="3979" y="4107"/>
                </a:cubicBezTo>
                <a:cubicBezTo>
                  <a:pt x="3979" y="4107"/>
                  <a:pt x="3980" y="4107"/>
                  <a:pt x="3980" y="4107"/>
                </a:cubicBezTo>
                <a:lnTo>
                  <a:pt x="3980" y="4107"/>
                </a:lnTo>
                <a:cubicBezTo>
                  <a:pt x="3895" y="4167"/>
                  <a:pt x="3805" y="4221"/>
                  <a:pt x="3713" y="4270"/>
                </a:cubicBezTo>
                <a:cubicBezTo>
                  <a:pt x="3690" y="4281"/>
                  <a:pt x="3603" y="4321"/>
                  <a:pt x="3608" y="4321"/>
                </a:cubicBezTo>
                <a:cubicBezTo>
                  <a:pt x="3609" y="4321"/>
                  <a:pt x="3610" y="4320"/>
                  <a:pt x="3614" y="4319"/>
                </a:cubicBezTo>
                <a:lnTo>
                  <a:pt x="3614" y="4319"/>
                </a:lnTo>
                <a:cubicBezTo>
                  <a:pt x="3570" y="4336"/>
                  <a:pt x="3525" y="4351"/>
                  <a:pt x="3481" y="4365"/>
                </a:cubicBezTo>
                <a:cubicBezTo>
                  <a:pt x="3350" y="4407"/>
                  <a:pt x="3217" y="4438"/>
                  <a:pt x="3080" y="4461"/>
                </a:cubicBezTo>
                <a:cubicBezTo>
                  <a:pt x="3073" y="4463"/>
                  <a:pt x="3067" y="4464"/>
                  <a:pt x="3061" y="4465"/>
                </a:cubicBezTo>
                <a:lnTo>
                  <a:pt x="3061" y="4465"/>
                </a:lnTo>
                <a:cubicBezTo>
                  <a:pt x="3027" y="4468"/>
                  <a:pt x="2993" y="4470"/>
                  <a:pt x="2958" y="4474"/>
                </a:cubicBezTo>
                <a:cubicBezTo>
                  <a:pt x="2899" y="4478"/>
                  <a:pt x="2840" y="4480"/>
                  <a:pt x="2779" y="4480"/>
                </a:cubicBezTo>
                <a:cubicBezTo>
                  <a:pt x="2762" y="4481"/>
                  <a:pt x="2745" y="4481"/>
                  <a:pt x="2728" y="4481"/>
                </a:cubicBezTo>
                <a:cubicBezTo>
                  <a:pt x="2682" y="4481"/>
                  <a:pt x="2635" y="4479"/>
                  <a:pt x="2588" y="4476"/>
                </a:cubicBezTo>
                <a:cubicBezTo>
                  <a:pt x="2560" y="4474"/>
                  <a:pt x="2533" y="4470"/>
                  <a:pt x="2505" y="4468"/>
                </a:cubicBezTo>
                <a:cubicBezTo>
                  <a:pt x="2503" y="4468"/>
                  <a:pt x="2500" y="4468"/>
                  <a:pt x="2498" y="4467"/>
                </a:cubicBezTo>
                <a:lnTo>
                  <a:pt x="2498" y="4467"/>
                </a:lnTo>
                <a:cubicBezTo>
                  <a:pt x="2389" y="4444"/>
                  <a:pt x="2284" y="4423"/>
                  <a:pt x="2179" y="4388"/>
                </a:cubicBezTo>
                <a:cubicBezTo>
                  <a:pt x="2150" y="4378"/>
                  <a:pt x="2089" y="4350"/>
                  <a:pt x="2086" y="4350"/>
                </a:cubicBezTo>
                <a:lnTo>
                  <a:pt x="2086" y="4350"/>
                </a:lnTo>
                <a:cubicBezTo>
                  <a:pt x="2085" y="4350"/>
                  <a:pt x="2095" y="4356"/>
                  <a:pt x="2126" y="4371"/>
                </a:cubicBezTo>
                <a:cubicBezTo>
                  <a:pt x="2071" y="4346"/>
                  <a:pt x="2017" y="4318"/>
                  <a:pt x="1964" y="4289"/>
                </a:cubicBezTo>
                <a:cubicBezTo>
                  <a:pt x="1924" y="4266"/>
                  <a:pt x="1884" y="4240"/>
                  <a:pt x="1844" y="4215"/>
                </a:cubicBezTo>
                <a:cubicBezTo>
                  <a:pt x="1818" y="4198"/>
                  <a:pt x="1769" y="4158"/>
                  <a:pt x="1768" y="4158"/>
                </a:cubicBezTo>
                <a:lnTo>
                  <a:pt x="1768" y="4158"/>
                </a:lnTo>
                <a:cubicBezTo>
                  <a:pt x="1768" y="4158"/>
                  <a:pt x="1777" y="4166"/>
                  <a:pt x="1804" y="4190"/>
                </a:cubicBezTo>
                <a:cubicBezTo>
                  <a:pt x="1720" y="4116"/>
                  <a:pt x="1637" y="4044"/>
                  <a:pt x="1564" y="3960"/>
                </a:cubicBezTo>
                <a:cubicBezTo>
                  <a:pt x="1558" y="3953"/>
                  <a:pt x="1523" y="3910"/>
                  <a:pt x="1505" y="3887"/>
                </a:cubicBezTo>
                <a:lnTo>
                  <a:pt x="1505" y="3887"/>
                </a:lnTo>
                <a:cubicBezTo>
                  <a:pt x="1486" y="3860"/>
                  <a:pt x="1451" y="3810"/>
                  <a:pt x="1444" y="3800"/>
                </a:cubicBezTo>
                <a:cubicBezTo>
                  <a:pt x="1389" y="3712"/>
                  <a:pt x="1345" y="3617"/>
                  <a:pt x="1294" y="3526"/>
                </a:cubicBezTo>
                <a:cubicBezTo>
                  <a:pt x="1292" y="3522"/>
                  <a:pt x="1290" y="3518"/>
                  <a:pt x="1288" y="3515"/>
                </a:cubicBezTo>
                <a:lnTo>
                  <a:pt x="1288" y="3515"/>
                </a:lnTo>
                <a:cubicBezTo>
                  <a:pt x="1286" y="3508"/>
                  <a:pt x="1282" y="3497"/>
                  <a:pt x="1277" y="3484"/>
                </a:cubicBezTo>
                <a:cubicBezTo>
                  <a:pt x="1262" y="3440"/>
                  <a:pt x="1246" y="3398"/>
                  <a:pt x="1231" y="3353"/>
                </a:cubicBezTo>
                <a:cubicBezTo>
                  <a:pt x="1199" y="3252"/>
                  <a:pt x="1174" y="3149"/>
                  <a:pt x="1155" y="3046"/>
                </a:cubicBezTo>
                <a:cubicBezTo>
                  <a:pt x="1149" y="3013"/>
                  <a:pt x="1144" y="2955"/>
                  <a:pt x="1143" y="2955"/>
                </a:cubicBezTo>
                <a:lnTo>
                  <a:pt x="1143" y="2955"/>
                </a:lnTo>
                <a:cubicBezTo>
                  <a:pt x="1143" y="2955"/>
                  <a:pt x="1144" y="2969"/>
                  <a:pt x="1147" y="3006"/>
                </a:cubicBezTo>
                <a:cubicBezTo>
                  <a:pt x="1142" y="2953"/>
                  <a:pt x="1136" y="2900"/>
                  <a:pt x="1134" y="2848"/>
                </a:cubicBezTo>
                <a:cubicBezTo>
                  <a:pt x="1128" y="2742"/>
                  <a:pt x="1128" y="2637"/>
                  <a:pt x="1134" y="2532"/>
                </a:cubicBezTo>
                <a:cubicBezTo>
                  <a:pt x="1135" y="2514"/>
                  <a:pt x="1144" y="2437"/>
                  <a:pt x="1147" y="2404"/>
                </a:cubicBezTo>
                <a:lnTo>
                  <a:pt x="1147" y="2404"/>
                </a:lnTo>
                <a:cubicBezTo>
                  <a:pt x="1152" y="2372"/>
                  <a:pt x="1162" y="2318"/>
                  <a:pt x="1166" y="2302"/>
                </a:cubicBezTo>
                <a:cubicBezTo>
                  <a:pt x="1189" y="2188"/>
                  <a:pt x="1222" y="2081"/>
                  <a:pt x="1260" y="1969"/>
                </a:cubicBezTo>
                <a:cubicBezTo>
                  <a:pt x="1266" y="1952"/>
                  <a:pt x="1270" y="1941"/>
                  <a:pt x="1272" y="1933"/>
                </a:cubicBezTo>
                <a:lnTo>
                  <a:pt x="1272" y="1933"/>
                </a:lnTo>
                <a:cubicBezTo>
                  <a:pt x="1276" y="1926"/>
                  <a:pt x="1282" y="1915"/>
                  <a:pt x="1290" y="1900"/>
                </a:cubicBezTo>
                <a:cubicBezTo>
                  <a:pt x="1315" y="1849"/>
                  <a:pt x="1340" y="1797"/>
                  <a:pt x="1368" y="1748"/>
                </a:cubicBezTo>
                <a:cubicBezTo>
                  <a:pt x="1397" y="1700"/>
                  <a:pt x="1429" y="1651"/>
                  <a:pt x="1460" y="1605"/>
                </a:cubicBezTo>
                <a:cubicBezTo>
                  <a:pt x="1471" y="1589"/>
                  <a:pt x="1477" y="1579"/>
                  <a:pt x="1481" y="1572"/>
                </a:cubicBezTo>
                <a:lnTo>
                  <a:pt x="1481" y="1572"/>
                </a:lnTo>
                <a:cubicBezTo>
                  <a:pt x="1485" y="1568"/>
                  <a:pt x="1490" y="1563"/>
                  <a:pt x="1496" y="1556"/>
                </a:cubicBezTo>
                <a:cubicBezTo>
                  <a:pt x="1571" y="1480"/>
                  <a:pt x="1645" y="1406"/>
                  <a:pt x="1723" y="1331"/>
                </a:cubicBezTo>
                <a:lnTo>
                  <a:pt x="1723" y="1331"/>
                </a:lnTo>
                <a:cubicBezTo>
                  <a:pt x="1723" y="1331"/>
                  <a:pt x="1724" y="1331"/>
                  <a:pt x="1724" y="1331"/>
                </a:cubicBezTo>
                <a:cubicBezTo>
                  <a:pt x="1747" y="1314"/>
                  <a:pt x="1770" y="1297"/>
                  <a:pt x="1795" y="1280"/>
                </a:cubicBezTo>
                <a:cubicBezTo>
                  <a:pt x="1846" y="1249"/>
                  <a:pt x="1897" y="1219"/>
                  <a:pt x="1949" y="1192"/>
                </a:cubicBezTo>
                <a:cubicBezTo>
                  <a:pt x="1970" y="1179"/>
                  <a:pt x="1993" y="1171"/>
                  <a:pt x="2015" y="1158"/>
                </a:cubicBezTo>
                <a:cubicBezTo>
                  <a:pt x="2019" y="1156"/>
                  <a:pt x="2023" y="1153"/>
                  <a:pt x="2026" y="1151"/>
                </a:cubicBezTo>
                <a:lnTo>
                  <a:pt x="2026" y="1151"/>
                </a:lnTo>
                <a:cubicBezTo>
                  <a:pt x="2028" y="1151"/>
                  <a:pt x="2030" y="1150"/>
                  <a:pt x="2031" y="1150"/>
                </a:cubicBezTo>
                <a:cubicBezTo>
                  <a:pt x="2092" y="1131"/>
                  <a:pt x="2151" y="1108"/>
                  <a:pt x="2213" y="1091"/>
                </a:cubicBezTo>
                <a:cubicBezTo>
                  <a:pt x="2269" y="1076"/>
                  <a:pt x="2328" y="1066"/>
                  <a:pt x="2385" y="1051"/>
                </a:cubicBezTo>
                <a:cubicBezTo>
                  <a:pt x="2395" y="1049"/>
                  <a:pt x="2412" y="1046"/>
                  <a:pt x="2426" y="1043"/>
                </a:cubicBezTo>
                <a:lnTo>
                  <a:pt x="2426" y="1043"/>
                </a:lnTo>
                <a:cubicBezTo>
                  <a:pt x="2457" y="1040"/>
                  <a:pt x="2490" y="1037"/>
                  <a:pt x="2522" y="1034"/>
                </a:cubicBezTo>
                <a:cubicBezTo>
                  <a:pt x="2545" y="1032"/>
                  <a:pt x="2568" y="1029"/>
                  <a:pt x="2590" y="1025"/>
                </a:cubicBezTo>
                <a:lnTo>
                  <a:pt x="2590" y="1025"/>
                </a:lnTo>
                <a:cubicBezTo>
                  <a:pt x="2612" y="1023"/>
                  <a:pt x="2633" y="1021"/>
                  <a:pt x="2655" y="1017"/>
                </a:cubicBezTo>
                <a:cubicBezTo>
                  <a:pt x="2687" y="1011"/>
                  <a:pt x="2720" y="1004"/>
                  <a:pt x="2754" y="1000"/>
                </a:cubicBezTo>
                <a:lnTo>
                  <a:pt x="2754" y="1000"/>
                </a:lnTo>
                <a:cubicBezTo>
                  <a:pt x="2725" y="1004"/>
                  <a:pt x="2717" y="1006"/>
                  <a:pt x="2719" y="1006"/>
                </a:cubicBezTo>
                <a:cubicBezTo>
                  <a:pt x="2724" y="1006"/>
                  <a:pt x="2776" y="1000"/>
                  <a:pt x="2790" y="998"/>
                </a:cubicBezTo>
                <a:cubicBezTo>
                  <a:pt x="2853" y="996"/>
                  <a:pt x="2914" y="990"/>
                  <a:pt x="2977" y="990"/>
                </a:cubicBezTo>
                <a:cubicBezTo>
                  <a:pt x="2997" y="989"/>
                  <a:pt x="3017" y="989"/>
                  <a:pt x="3036" y="989"/>
                </a:cubicBezTo>
                <a:close/>
                <a:moveTo>
                  <a:pt x="3033" y="0"/>
                </a:moveTo>
                <a:cubicBezTo>
                  <a:pt x="2855" y="0"/>
                  <a:pt x="2675" y="14"/>
                  <a:pt x="2498" y="40"/>
                </a:cubicBezTo>
                <a:lnTo>
                  <a:pt x="2498" y="40"/>
                </a:lnTo>
                <a:cubicBezTo>
                  <a:pt x="1906" y="92"/>
                  <a:pt x="1353" y="298"/>
                  <a:pt x="921" y="716"/>
                </a:cubicBezTo>
                <a:cubicBezTo>
                  <a:pt x="548" y="1074"/>
                  <a:pt x="295" y="1567"/>
                  <a:pt x="199" y="2073"/>
                </a:cubicBezTo>
                <a:cubicBezTo>
                  <a:pt x="1" y="3090"/>
                  <a:pt x="293" y="4249"/>
                  <a:pt x="1125" y="4914"/>
                </a:cubicBezTo>
                <a:cubicBezTo>
                  <a:pt x="1601" y="5295"/>
                  <a:pt x="2207" y="5480"/>
                  <a:pt x="2815" y="5480"/>
                </a:cubicBezTo>
                <a:cubicBezTo>
                  <a:pt x="3434" y="5480"/>
                  <a:pt x="4057" y="5289"/>
                  <a:pt x="4549" y="4919"/>
                </a:cubicBezTo>
                <a:cubicBezTo>
                  <a:pt x="5476" y="4221"/>
                  <a:pt x="5844" y="2983"/>
                  <a:pt x="5526" y="1874"/>
                </a:cubicBezTo>
                <a:cubicBezTo>
                  <a:pt x="5354" y="1274"/>
                  <a:pt x="4987" y="750"/>
                  <a:pt x="4469" y="402"/>
                </a:cubicBezTo>
                <a:cubicBezTo>
                  <a:pt x="4038" y="112"/>
                  <a:pt x="3538" y="0"/>
                  <a:pt x="303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3_1">
    <p:bg>
      <p:bgPr>
        <a:solidFill>
          <a:schemeClr val="lt1"/>
        </a:solidFill>
      </p:bgPr>
    </p:bg>
    <p:spTree>
      <p:nvGrpSpPr>
        <p:cNvPr id="7080" name="Shape 7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81" name="Google Shape;7081;p50"/>
          <p:cNvGrpSpPr/>
          <p:nvPr/>
        </p:nvGrpSpPr>
        <p:grpSpPr>
          <a:xfrm>
            <a:off x="0" y="0"/>
            <a:ext cx="9144125" cy="5143391"/>
            <a:chOff x="0" y="0"/>
            <a:chExt cx="9144125" cy="5143391"/>
          </a:xfrm>
        </p:grpSpPr>
        <p:sp>
          <p:nvSpPr>
            <p:cNvPr id="7082" name="Google Shape;7082;p50"/>
            <p:cNvSpPr/>
            <p:nvPr/>
          </p:nvSpPr>
          <p:spPr>
            <a:xfrm>
              <a:off x="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83" name="Google Shape;7083;p50"/>
            <p:cNvSpPr/>
            <p:nvPr/>
          </p:nvSpPr>
          <p:spPr>
            <a:xfrm>
              <a:off x="38100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84" name="Google Shape;7084;p50"/>
            <p:cNvSpPr/>
            <p:nvPr/>
          </p:nvSpPr>
          <p:spPr>
            <a:xfrm>
              <a:off x="76201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85" name="Google Shape;7085;p50"/>
            <p:cNvSpPr/>
            <p:nvPr/>
          </p:nvSpPr>
          <p:spPr>
            <a:xfrm>
              <a:off x="114301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86" name="Google Shape;7086;p50"/>
            <p:cNvSpPr/>
            <p:nvPr/>
          </p:nvSpPr>
          <p:spPr>
            <a:xfrm>
              <a:off x="152402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87" name="Google Shape;7087;p50"/>
            <p:cNvSpPr/>
            <p:nvPr/>
          </p:nvSpPr>
          <p:spPr>
            <a:xfrm>
              <a:off x="190502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88" name="Google Shape;7088;p50"/>
            <p:cNvSpPr/>
            <p:nvPr/>
          </p:nvSpPr>
          <p:spPr>
            <a:xfrm>
              <a:off x="228603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89" name="Google Shape;7089;p50"/>
            <p:cNvSpPr/>
            <p:nvPr/>
          </p:nvSpPr>
          <p:spPr>
            <a:xfrm>
              <a:off x="266703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90" name="Google Shape;7090;p50"/>
            <p:cNvSpPr/>
            <p:nvPr/>
          </p:nvSpPr>
          <p:spPr>
            <a:xfrm>
              <a:off x="304804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91" name="Google Shape;7091;p50"/>
            <p:cNvSpPr/>
            <p:nvPr/>
          </p:nvSpPr>
          <p:spPr>
            <a:xfrm>
              <a:off x="342904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92" name="Google Shape;7092;p50"/>
            <p:cNvSpPr/>
            <p:nvPr/>
          </p:nvSpPr>
          <p:spPr>
            <a:xfrm>
              <a:off x="381005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93" name="Google Shape;7093;p50"/>
            <p:cNvSpPr/>
            <p:nvPr/>
          </p:nvSpPr>
          <p:spPr>
            <a:xfrm>
              <a:off x="419105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94" name="Google Shape;7094;p50"/>
            <p:cNvSpPr/>
            <p:nvPr/>
          </p:nvSpPr>
          <p:spPr>
            <a:xfrm>
              <a:off x="457206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95" name="Google Shape;7095;p50"/>
            <p:cNvSpPr/>
            <p:nvPr/>
          </p:nvSpPr>
          <p:spPr>
            <a:xfrm>
              <a:off x="495306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96" name="Google Shape;7096;p50"/>
            <p:cNvSpPr/>
            <p:nvPr/>
          </p:nvSpPr>
          <p:spPr>
            <a:xfrm>
              <a:off x="533407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97" name="Google Shape;7097;p50"/>
            <p:cNvSpPr/>
            <p:nvPr/>
          </p:nvSpPr>
          <p:spPr>
            <a:xfrm>
              <a:off x="571507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98" name="Google Shape;7098;p50"/>
            <p:cNvSpPr/>
            <p:nvPr/>
          </p:nvSpPr>
          <p:spPr>
            <a:xfrm>
              <a:off x="609608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99" name="Google Shape;7099;p50"/>
            <p:cNvSpPr/>
            <p:nvPr/>
          </p:nvSpPr>
          <p:spPr>
            <a:xfrm>
              <a:off x="647708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0" name="Google Shape;7100;p50"/>
            <p:cNvSpPr/>
            <p:nvPr/>
          </p:nvSpPr>
          <p:spPr>
            <a:xfrm>
              <a:off x="685809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1" name="Google Shape;7101;p50"/>
            <p:cNvSpPr/>
            <p:nvPr/>
          </p:nvSpPr>
          <p:spPr>
            <a:xfrm>
              <a:off x="723909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2" name="Google Shape;7102;p50"/>
            <p:cNvSpPr/>
            <p:nvPr/>
          </p:nvSpPr>
          <p:spPr>
            <a:xfrm>
              <a:off x="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3" name="Google Shape;7103;p50"/>
            <p:cNvSpPr/>
            <p:nvPr/>
          </p:nvSpPr>
          <p:spPr>
            <a:xfrm>
              <a:off x="38100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4" name="Google Shape;7104;p50"/>
            <p:cNvSpPr/>
            <p:nvPr/>
          </p:nvSpPr>
          <p:spPr>
            <a:xfrm>
              <a:off x="76201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5" name="Google Shape;7105;p50"/>
            <p:cNvSpPr/>
            <p:nvPr/>
          </p:nvSpPr>
          <p:spPr>
            <a:xfrm>
              <a:off x="114301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6" name="Google Shape;7106;p50"/>
            <p:cNvSpPr/>
            <p:nvPr/>
          </p:nvSpPr>
          <p:spPr>
            <a:xfrm>
              <a:off x="152402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7" name="Google Shape;7107;p50"/>
            <p:cNvSpPr/>
            <p:nvPr/>
          </p:nvSpPr>
          <p:spPr>
            <a:xfrm>
              <a:off x="190502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8" name="Google Shape;7108;p50"/>
            <p:cNvSpPr/>
            <p:nvPr/>
          </p:nvSpPr>
          <p:spPr>
            <a:xfrm>
              <a:off x="228603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9" name="Google Shape;7109;p50"/>
            <p:cNvSpPr/>
            <p:nvPr/>
          </p:nvSpPr>
          <p:spPr>
            <a:xfrm>
              <a:off x="266703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0" name="Google Shape;7110;p50"/>
            <p:cNvSpPr/>
            <p:nvPr/>
          </p:nvSpPr>
          <p:spPr>
            <a:xfrm>
              <a:off x="304804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1" name="Google Shape;7111;p50"/>
            <p:cNvSpPr/>
            <p:nvPr/>
          </p:nvSpPr>
          <p:spPr>
            <a:xfrm>
              <a:off x="342904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2" name="Google Shape;7112;p50"/>
            <p:cNvSpPr/>
            <p:nvPr/>
          </p:nvSpPr>
          <p:spPr>
            <a:xfrm>
              <a:off x="381005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3" name="Google Shape;7113;p50"/>
            <p:cNvSpPr/>
            <p:nvPr/>
          </p:nvSpPr>
          <p:spPr>
            <a:xfrm>
              <a:off x="419105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4" name="Google Shape;7114;p50"/>
            <p:cNvSpPr/>
            <p:nvPr/>
          </p:nvSpPr>
          <p:spPr>
            <a:xfrm>
              <a:off x="457206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5" name="Google Shape;7115;p50"/>
            <p:cNvSpPr/>
            <p:nvPr/>
          </p:nvSpPr>
          <p:spPr>
            <a:xfrm>
              <a:off x="495306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6" name="Google Shape;7116;p50"/>
            <p:cNvSpPr/>
            <p:nvPr/>
          </p:nvSpPr>
          <p:spPr>
            <a:xfrm>
              <a:off x="533407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7" name="Google Shape;7117;p50"/>
            <p:cNvSpPr/>
            <p:nvPr/>
          </p:nvSpPr>
          <p:spPr>
            <a:xfrm>
              <a:off x="571507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8" name="Google Shape;7118;p50"/>
            <p:cNvSpPr/>
            <p:nvPr/>
          </p:nvSpPr>
          <p:spPr>
            <a:xfrm>
              <a:off x="609608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9" name="Google Shape;7119;p50"/>
            <p:cNvSpPr/>
            <p:nvPr/>
          </p:nvSpPr>
          <p:spPr>
            <a:xfrm>
              <a:off x="647708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20" name="Google Shape;7120;p50"/>
            <p:cNvSpPr/>
            <p:nvPr/>
          </p:nvSpPr>
          <p:spPr>
            <a:xfrm>
              <a:off x="685809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21" name="Google Shape;7121;p50"/>
            <p:cNvSpPr/>
            <p:nvPr/>
          </p:nvSpPr>
          <p:spPr>
            <a:xfrm>
              <a:off x="723909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22" name="Google Shape;7122;p50"/>
            <p:cNvSpPr/>
            <p:nvPr/>
          </p:nvSpPr>
          <p:spPr>
            <a:xfrm>
              <a:off x="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23" name="Google Shape;7123;p50"/>
            <p:cNvSpPr/>
            <p:nvPr/>
          </p:nvSpPr>
          <p:spPr>
            <a:xfrm>
              <a:off x="38100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24" name="Google Shape;7124;p50"/>
            <p:cNvSpPr/>
            <p:nvPr/>
          </p:nvSpPr>
          <p:spPr>
            <a:xfrm>
              <a:off x="76201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25" name="Google Shape;7125;p50"/>
            <p:cNvSpPr/>
            <p:nvPr/>
          </p:nvSpPr>
          <p:spPr>
            <a:xfrm>
              <a:off x="114301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26" name="Google Shape;7126;p50"/>
            <p:cNvSpPr/>
            <p:nvPr/>
          </p:nvSpPr>
          <p:spPr>
            <a:xfrm>
              <a:off x="152402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27" name="Google Shape;7127;p50"/>
            <p:cNvSpPr/>
            <p:nvPr/>
          </p:nvSpPr>
          <p:spPr>
            <a:xfrm>
              <a:off x="190502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28" name="Google Shape;7128;p50"/>
            <p:cNvSpPr/>
            <p:nvPr/>
          </p:nvSpPr>
          <p:spPr>
            <a:xfrm>
              <a:off x="228603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29" name="Google Shape;7129;p50"/>
            <p:cNvSpPr/>
            <p:nvPr/>
          </p:nvSpPr>
          <p:spPr>
            <a:xfrm>
              <a:off x="266703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30" name="Google Shape;7130;p50"/>
            <p:cNvSpPr/>
            <p:nvPr/>
          </p:nvSpPr>
          <p:spPr>
            <a:xfrm>
              <a:off x="304804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31" name="Google Shape;7131;p50"/>
            <p:cNvSpPr/>
            <p:nvPr/>
          </p:nvSpPr>
          <p:spPr>
            <a:xfrm>
              <a:off x="342904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32" name="Google Shape;7132;p50"/>
            <p:cNvSpPr/>
            <p:nvPr/>
          </p:nvSpPr>
          <p:spPr>
            <a:xfrm>
              <a:off x="381005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33" name="Google Shape;7133;p50"/>
            <p:cNvSpPr/>
            <p:nvPr/>
          </p:nvSpPr>
          <p:spPr>
            <a:xfrm>
              <a:off x="419105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34" name="Google Shape;7134;p50"/>
            <p:cNvSpPr/>
            <p:nvPr/>
          </p:nvSpPr>
          <p:spPr>
            <a:xfrm>
              <a:off x="457206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35" name="Google Shape;7135;p50"/>
            <p:cNvSpPr/>
            <p:nvPr/>
          </p:nvSpPr>
          <p:spPr>
            <a:xfrm>
              <a:off x="495306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36" name="Google Shape;7136;p50"/>
            <p:cNvSpPr/>
            <p:nvPr/>
          </p:nvSpPr>
          <p:spPr>
            <a:xfrm>
              <a:off x="533407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37" name="Google Shape;7137;p50"/>
            <p:cNvSpPr/>
            <p:nvPr/>
          </p:nvSpPr>
          <p:spPr>
            <a:xfrm>
              <a:off x="571507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38" name="Google Shape;7138;p50"/>
            <p:cNvSpPr/>
            <p:nvPr/>
          </p:nvSpPr>
          <p:spPr>
            <a:xfrm>
              <a:off x="609608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39" name="Google Shape;7139;p50"/>
            <p:cNvSpPr/>
            <p:nvPr/>
          </p:nvSpPr>
          <p:spPr>
            <a:xfrm>
              <a:off x="647708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40" name="Google Shape;7140;p50"/>
            <p:cNvSpPr/>
            <p:nvPr/>
          </p:nvSpPr>
          <p:spPr>
            <a:xfrm>
              <a:off x="685809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41" name="Google Shape;7141;p50"/>
            <p:cNvSpPr/>
            <p:nvPr/>
          </p:nvSpPr>
          <p:spPr>
            <a:xfrm>
              <a:off x="723909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42" name="Google Shape;7142;p50"/>
            <p:cNvSpPr/>
            <p:nvPr/>
          </p:nvSpPr>
          <p:spPr>
            <a:xfrm>
              <a:off x="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43" name="Google Shape;7143;p50"/>
            <p:cNvSpPr/>
            <p:nvPr/>
          </p:nvSpPr>
          <p:spPr>
            <a:xfrm>
              <a:off x="38100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44" name="Google Shape;7144;p50"/>
            <p:cNvSpPr/>
            <p:nvPr/>
          </p:nvSpPr>
          <p:spPr>
            <a:xfrm>
              <a:off x="76201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45" name="Google Shape;7145;p50"/>
            <p:cNvSpPr/>
            <p:nvPr/>
          </p:nvSpPr>
          <p:spPr>
            <a:xfrm>
              <a:off x="114301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46" name="Google Shape;7146;p50"/>
            <p:cNvSpPr/>
            <p:nvPr/>
          </p:nvSpPr>
          <p:spPr>
            <a:xfrm>
              <a:off x="152402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47" name="Google Shape;7147;p50"/>
            <p:cNvSpPr/>
            <p:nvPr/>
          </p:nvSpPr>
          <p:spPr>
            <a:xfrm>
              <a:off x="190502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48" name="Google Shape;7148;p50"/>
            <p:cNvSpPr/>
            <p:nvPr/>
          </p:nvSpPr>
          <p:spPr>
            <a:xfrm>
              <a:off x="228603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49" name="Google Shape;7149;p50"/>
            <p:cNvSpPr/>
            <p:nvPr/>
          </p:nvSpPr>
          <p:spPr>
            <a:xfrm>
              <a:off x="266703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50" name="Google Shape;7150;p50"/>
            <p:cNvSpPr/>
            <p:nvPr/>
          </p:nvSpPr>
          <p:spPr>
            <a:xfrm>
              <a:off x="304804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51" name="Google Shape;7151;p50"/>
            <p:cNvSpPr/>
            <p:nvPr/>
          </p:nvSpPr>
          <p:spPr>
            <a:xfrm>
              <a:off x="342904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52" name="Google Shape;7152;p50"/>
            <p:cNvSpPr/>
            <p:nvPr/>
          </p:nvSpPr>
          <p:spPr>
            <a:xfrm>
              <a:off x="381005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53" name="Google Shape;7153;p50"/>
            <p:cNvSpPr/>
            <p:nvPr/>
          </p:nvSpPr>
          <p:spPr>
            <a:xfrm>
              <a:off x="419105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54" name="Google Shape;7154;p50"/>
            <p:cNvSpPr/>
            <p:nvPr/>
          </p:nvSpPr>
          <p:spPr>
            <a:xfrm>
              <a:off x="457206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55" name="Google Shape;7155;p50"/>
            <p:cNvSpPr/>
            <p:nvPr/>
          </p:nvSpPr>
          <p:spPr>
            <a:xfrm>
              <a:off x="495306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56" name="Google Shape;7156;p50"/>
            <p:cNvSpPr/>
            <p:nvPr/>
          </p:nvSpPr>
          <p:spPr>
            <a:xfrm>
              <a:off x="533407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57" name="Google Shape;7157;p50"/>
            <p:cNvSpPr/>
            <p:nvPr/>
          </p:nvSpPr>
          <p:spPr>
            <a:xfrm>
              <a:off x="571507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58" name="Google Shape;7158;p50"/>
            <p:cNvSpPr/>
            <p:nvPr/>
          </p:nvSpPr>
          <p:spPr>
            <a:xfrm>
              <a:off x="609608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59" name="Google Shape;7159;p50"/>
            <p:cNvSpPr/>
            <p:nvPr/>
          </p:nvSpPr>
          <p:spPr>
            <a:xfrm>
              <a:off x="647708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60" name="Google Shape;7160;p50"/>
            <p:cNvSpPr/>
            <p:nvPr/>
          </p:nvSpPr>
          <p:spPr>
            <a:xfrm>
              <a:off x="685809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61" name="Google Shape;7161;p50"/>
            <p:cNvSpPr/>
            <p:nvPr/>
          </p:nvSpPr>
          <p:spPr>
            <a:xfrm>
              <a:off x="723909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62" name="Google Shape;7162;p50"/>
            <p:cNvSpPr/>
            <p:nvPr/>
          </p:nvSpPr>
          <p:spPr>
            <a:xfrm>
              <a:off x="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63" name="Google Shape;7163;p50"/>
            <p:cNvSpPr/>
            <p:nvPr/>
          </p:nvSpPr>
          <p:spPr>
            <a:xfrm>
              <a:off x="38100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64" name="Google Shape;7164;p50"/>
            <p:cNvSpPr/>
            <p:nvPr/>
          </p:nvSpPr>
          <p:spPr>
            <a:xfrm>
              <a:off x="76201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65" name="Google Shape;7165;p50"/>
            <p:cNvSpPr/>
            <p:nvPr/>
          </p:nvSpPr>
          <p:spPr>
            <a:xfrm>
              <a:off x="114301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66" name="Google Shape;7166;p50"/>
            <p:cNvSpPr/>
            <p:nvPr/>
          </p:nvSpPr>
          <p:spPr>
            <a:xfrm>
              <a:off x="152402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67" name="Google Shape;7167;p50"/>
            <p:cNvSpPr/>
            <p:nvPr/>
          </p:nvSpPr>
          <p:spPr>
            <a:xfrm>
              <a:off x="190502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68" name="Google Shape;7168;p50"/>
            <p:cNvSpPr/>
            <p:nvPr/>
          </p:nvSpPr>
          <p:spPr>
            <a:xfrm>
              <a:off x="228603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69" name="Google Shape;7169;p50"/>
            <p:cNvSpPr/>
            <p:nvPr/>
          </p:nvSpPr>
          <p:spPr>
            <a:xfrm>
              <a:off x="266703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70" name="Google Shape;7170;p50"/>
            <p:cNvSpPr/>
            <p:nvPr/>
          </p:nvSpPr>
          <p:spPr>
            <a:xfrm>
              <a:off x="304804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71" name="Google Shape;7171;p50"/>
            <p:cNvSpPr/>
            <p:nvPr/>
          </p:nvSpPr>
          <p:spPr>
            <a:xfrm>
              <a:off x="342904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72" name="Google Shape;7172;p50"/>
            <p:cNvSpPr/>
            <p:nvPr/>
          </p:nvSpPr>
          <p:spPr>
            <a:xfrm>
              <a:off x="381005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73" name="Google Shape;7173;p50"/>
            <p:cNvSpPr/>
            <p:nvPr/>
          </p:nvSpPr>
          <p:spPr>
            <a:xfrm>
              <a:off x="419105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74" name="Google Shape;7174;p50"/>
            <p:cNvSpPr/>
            <p:nvPr/>
          </p:nvSpPr>
          <p:spPr>
            <a:xfrm>
              <a:off x="457206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75" name="Google Shape;7175;p50"/>
            <p:cNvSpPr/>
            <p:nvPr/>
          </p:nvSpPr>
          <p:spPr>
            <a:xfrm>
              <a:off x="495306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76" name="Google Shape;7176;p50"/>
            <p:cNvSpPr/>
            <p:nvPr/>
          </p:nvSpPr>
          <p:spPr>
            <a:xfrm>
              <a:off x="533407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77" name="Google Shape;7177;p50"/>
            <p:cNvSpPr/>
            <p:nvPr/>
          </p:nvSpPr>
          <p:spPr>
            <a:xfrm>
              <a:off x="571507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78" name="Google Shape;7178;p50"/>
            <p:cNvSpPr/>
            <p:nvPr/>
          </p:nvSpPr>
          <p:spPr>
            <a:xfrm>
              <a:off x="609608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79" name="Google Shape;7179;p50"/>
            <p:cNvSpPr/>
            <p:nvPr/>
          </p:nvSpPr>
          <p:spPr>
            <a:xfrm>
              <a:off x="647708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80" name="Google Shape;7180;p50"/>
            <p:cNvSpPr/>
            <p:nvPr/>
          </p:nvSpPr>
          <p:spPr>
            <a:xfrm>
              <a:off x="685809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81" name="Google Shape;7181;p50"/>
            <p:cNvSpPr/>
            <p:nvPr/>
          </p:nvSpPr>
          <p:spPr>
            <a:xfrm>
              <a:off x="723909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82" name="Google Shape;7182;p50"/>
            <p:cNvSpPr/>
            <p:nvPr/>
          </p:nvSpPr>
          <p:spPr>
            <a:xfrm>
              <a:off x="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83" name="Google Shape;7183;p50"/>
            <p:cNvSpPr/>
            <p:nvPr/>
          </p:nvSpPr>
          <p:spPr>
            <a:xfrm>
              <a:off x="38100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84" name="Google Shape;7184;p50"/>
            <p:cNvSpPr/>
            <p:nvPr/>
          </p:nvSpPr>
          <p:spPr>
            <a:xfrm>
              <a:off x="76201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85" name="Google Shape;7185;p50"/>
            <p:cNvSpPr/>
            <p:nvPr/>
          </p:nvSpPr>
          <p:spPr>
            <a:xfrm>
              <a:off x="114301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86" name="Google Shape;7186;p50"/>
            <p:cNvSpPr/>
            <p:nvPr/>
          </p:nvSpPr>
          <p:spPr>
            <a:xfrm>
              <a:off x="152402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87" name="Google Shape;7187;p50"/>
            <p:cNvSpPr/>
            <p:nvPr/>
          </p:nvSpPr>
          <p:spPr>
            <a:xfrm>
              <a:off x="190502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88" name="Google Shape;7188;p50"/>
            <p:cNvSpPr/>
            <p:nvPr/>
          </p:nvSpPr>
          <p:spPr>
            <a:xfrm>
              <a:off x="228603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89" name="Google Shape;7189;p50"/>
            <p:cNvSpPr/>
            <p:nvPr/>
          </p:nvSpPr>
          <p:spPr>
            <a:xfrm>
              <a:off x="266703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90" name="Google Shape;7190;p50"/>
            <p:cNvSpPr/>
            <p:nvPr/>
          </p:nvSpPr>
          <p:spPr>
            <a:xfrm>
              <a:off x="304804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91" name="Google Shape;7191;p50"/>
            <p:cNvSpPr/>
            <p:nvPr/>
          </p:nvSpPr>
          <p:spPr>
            <a:xfrm>
              <a:off x="342904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92" name="Google Shape;7192;p50"/>
            <p:cNvSpPr/>
            <p:nvPr/>
          </p:nvSpPr>
          <p:spPr>
            <a:xfrm>
              <a:off x="381005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93" name="Google Shape;7193;p50"/>
            <p:cNvSpPr/>
            <p:nvPr/>
          </p:nvSpPr>
          <p:spPr>
            <a:xfrm>
              <a:off x="419105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94" name="Google Shape;7194;p50"/>
            <p:cNvSpPr/>
            <p:nvPr/>
          </p:nvSpPr>
          <p:spPr>
            <a:xfrm>
              <a:off x="457206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95" name="Google Shape;7195;p50"/>
            <p:cNvSpPr/>
            <p:nvPr/>
          </p:nvSpPr>
          <p:spPr>
            <a:xfrm>
              <a:off x="495306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96" name="Google Shape;7196;p50"/>
            <p:cNvSpPr/>
            <p:nvPr/>
          </p:nvSpPr>
          <p:spPr>
            <a:xfrm>
              <a:off x="533407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97" name="Google Shape;7197;p50"/>
            <p:cNvSpPr/>
            <p:nvPr/>
          </p:nvSpPr>
          <p:spPr>
            <a:xfrm>
              <a:off x="571507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98" name="Google Shape;7198;p50"/>
            <p:cNvSpPr/>
            <p:nvPr/>
          </p:nvSpPr>
          <p:spPr>
            <a:xfrm>
              <a:off x="609608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99" name="Google Shape;7199;p50"/>
            <p:cNvSpPr/>
            <p:nvPr/>
          </p:nvSpPr>
          <p:spPr>
            <a:xfrm>
              <a:off x="647708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00" name="Google Shape;7200;p50"/>
            <p:cNvSpPr/>
            <p:nvPr/>
          </p:nvSpPr>
          <p:spPr>
            <a:xfrm>
              <a:off x="685809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01" name="Google Shape;7201;p50"/>
            <p:cNvSpPr/>
            <p:nvPr/>
          </p:nvSpPr>
          <p:spPr>
            <a:xfrm>
              <a:off x="723909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02" name="Google Shape;7202;p50"/>
            <p:cNvSpPr/>
            <p:nvPr/>
          </p:nvSpPr>
          <p:spPr>
            <a:xfrm>
              <a:off x="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03" name="Google Shape;7203;p50"/>
            <p:cNvSpPr/>
            <p:nvPr/>
          </p:nvSpPr>
          <p:spPr>
            <a:xfrm>
              <a:off x="38100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04" name="Google Shape;7204;p50"/>
            <p:cNvSpPr/>
            <p:nvPr/>
          </p:nvSpPr>
          <p:spPr>
            <a:xfrm>
              <a:off x="76201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05" name="Google Shape;7205;p50"/>
            <p:cNvSpPr/>
            <p:nvPr/>
          </p:nvSpPr>
          <p:spPr>
            <a:xfrm>
              <a:off x="114301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06" name="Google Shape;7206;p50"/>
            <p:cNvSpPr/>
            <p:nvPr/>
          </p:nvSpPr>
          <p:spPr>
            <a:xfrm>
              <a:off x="152402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07" name="Google Shape;7207;p50"/>
            <p:cNvSpPr/>
            <p:nvPr/>
          </p:nvSpPr>
          <p:spPr>
            <a:xfrm>
              <a:off x="190502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08" name="Google Shape;7208;p50"/>
            <p:cNvSpPr/>
            <p:nvPr/>
          </p:nvSpPr>
          <p:spPr>
            <a:xfrm>
              <a:off x="228603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09" name="Google Shape;7209;p50"/>
            <p:cNvSpPr/>
            <p:nvPr/>
          </p:nvSpPr>
          <p:spPr>
            <a:xfrm>
              <a:off x="266703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10" name="Google Shape;7210;p50"/>
            <p:cNvSpPr/>
            <p:nvPr/>
          </p:nvSpPr>
          <p:spPr>
            <a:xfrm>
              <a:off x="304804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11" name="Google Shape;7211;p50"/>
            <p:cNvSpPr/>
            <p:nvPr/>
          </p:nvSpPr>
          <p:spPr>
            <a:xfrm>
              <a:off x="342904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12" name="Google Shape;7212;p50"/>
            <p:cNvSpPr/>
            <p:nvPr/>
          </p:nvSpPr>
          <p:spPr>
            <a:xfrm>
              <a:off x="381005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13" name="Google Shape;7213;p50"/>
            <p:cNvSpPr/>
            <p:nvPr/>
          </p:nvSpPr>
          <p:spPr>
            <a:xfrm>
              <a:off x="419105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14" name="Google Shape;7214;p50"/>
            <p:cNvSpPr/>
            <p:nvPr/>
          </p:nvSpPr>
          <p:spPr>
            <a:xfrm>
              <a:off x="457206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15" name="Google Shape;7215;p50"/>
            <p:cNvSpPr/>
            <p:nvPr/>
          </p:nvSpPr>
          <p:spPr>
            <a:xfrm>
              <a:off x="495306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16" name="Google Shape;7216;p50"/>
            <p:cNvSpPr/>
            <p:nvPr/>
          </p:nvSpPr>
          <p:spPr>
            <a:xfrm>
              <a:off x="533407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17" name="Google Shape;7217;p50"/>
            <p:cNvSpPr/>
            <p:nvPr/>
          </p:nvSpPr>
          <p:spPr>
            <a:xfrm>
              <a:off x="571507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18" name="Google Shape;7218;p50"/>
            <p:cNvSpPr/>
            <p:nvPr/>
          </p:nvSpPr>
          <p:spPr>
            <a:xfrm>
              <a:off x="609608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19" name="Google Shape;7219;p50"/>
            <p:cNvSpPr/>
            <p:nvPr/>
          </p:nvSpPr>
          <p:spPr>
            <a:xfrm>
              <a:off x="647708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20" name="Google Shape;7220;p50"/>
            <p:cNvSpPr/>
            <p:nvPr/>
          </p:nvSpPr>
          <p:spPr>
            <a:xfrm>
              <a:off x="685809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21" name="Google Shape;7221;p50"/>
            <p:cNvSpPr/>
            <p:nvPr/>
          </p:nvSpPr>
          <p:spPr>
            <a:xfrm>
              <a:off x="723909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22" name="Google Shape;7222;p50"/>
            <p:cNvSpPr/>
            <p:nvPr/>
          </p:nvSpPr>
          <p:spPr>
            <a:xfrm>
              <a:off x="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23" name="Google Shape;7223;p50"/>
            <p:cNvSpPr/>
            <p:nvPr/>
          </p:nvSpPr>
          <p:spPr>
            <a:xfrm>
              <a:off x="38100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24" name="Google Shape;7224;p50"/>
            <p:cNvSpPr/>
            <p:nvPr/>
          </p:nvSpPr>
          <p:spPr>
            <a:xfrm>
              <a:off x="76201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25" name="Google Shape;7225;p50"/>
            <p:cNvSpPr/>
            <p:nvPr/>
          </p:nvSpPr>
          <p:spPr>
            <a:xfrm>
              <a:off x="114301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26" name="Google Shape;7226;p50"/>
            <p:cNvSpPr/>
            <p:nvPr/>
          </p:nvSpPr>
          <p:spPr>
            <a:xfrm>
              <a:off x="152402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27" name="Google Shape;7227;p50"/>
            <p:cNvSpPr/>
            <p:nvPr/>
          </p:nvSpPr>
          <p:spPr>
            <a:xfrm>
              <a:off x="190502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28" name="Google Shape;7228;p50"/>
            <p:cNvSpPr/>
            <p:nvPr/>
          </p:nvSpPr>
          <p:spPr>
            <a:xfrm>
              <a:off x="228603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29" name="Google Shape;7229;p50"/>
            <p:cNvSpPr/>
            <p:nvPr/>
          </p:nvSpPr>
          <p:spPr>
            <a:xfrm>
              <a:off x="266703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30" name="Google Shape;7230;p50"/>
            <p:cNvSpPr/>
            <p:nvPr/>
          </p:nvSpPr>
          <p:spPr>
            <a:xfrm>
              <a:off x="304804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31" name="Google Shape;7231;p50"/>
            <p:cNvSpPr/>
            <p:nvPr/>
          </p:nvSpPr>
          <p:spPr>
            <a:xfrm>
              <a:off x="342904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32" name="Google Shape;7232;p50"/>
            <p:cNvSpPr/>
            <p:nvPr/>
          </p:nvSpPr>
          <p:spPr>
            <a:xfrm>
              <a:off x="381005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33" name="Google Shape;7233;p50"/>
            <p:cNvSpPr/>
            <p:nvPr/>
          </p:nvSpPr>
          <p:spPr>
            <a:xfrm>
              <a:off x="419105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34" name="Google Shape;7234;p50"/>
            <p:cNvSpPr/>
            <p:nvPr/>
          </p:nvSpPr>
          <p:spPr>
            <a:xfrm>
              <a:off x="457206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35" name="Google Shape;7235;p50"/>
            <p:cNvSpPr/>
            <p:nvPr/>
          </p:nvSpPr>
          <p:spPr>
            <a:xfrm>
              <a:off x="495306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36" name="Google Shape;7236;p50"/>
            <p:cNvSpPr/>
            <p:nvPr/>
          </p:nvSpPr>
          <p:spPr>
            <a:xfrm>
              <a:off x="533407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37" name="Google Shape;7237;p50"/>
            <p:cNvSpPr/>
            <p:nvPr/>
          </p:nvSpPr>
          <p:spPr>
            <a:xfrm>
              <a:off x="571507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38" name="Google Shape;7238;p50"/>
            <p:cNvSpPr/>
            <p:nvPr/>
          </p:nvSpPr>
          <p:spPr>
            <a:xfrm>
              <a:off x="609608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39" name="Google Shape;7239;p50"/>
            <p:cNvSpPr/>
            <p:nvPr/>
          </p:nvSpPr>
          <p:spPr>
            <a:xfrm>
              <a:off x="647708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40" name="Google Shape;7240;p50"/>
            <p:cNvSpPr/>
            <p:nvPr/>
          </p:nvSpPr>
          <p:spPr>
            <a:xfrm>
              <a:off x="685809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41" name="Google Shape;7241;p50"/>
            <p:cNvSpPr/>
            <p:nvPr/>
          </p:nvSpPr>
          <p:spPr>
            <a:xfrm>
              <a:off x="723909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42" name="Google Shape;7242;p50"/>
            <p:cNvSpPr/>
            <p:nvPr/>
          </p:nvSpPr>
          <p:spPr>
            <a:xfrm>
              <a:off x="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43" name="Google Shape;7243;p50"/>
            <p:cNvSpPr/>
            <p:nvPr/>
          </p:nvSpPr>
          <p:spPr>
            <a:xfrm>
              <a:off x="38100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44" name="Google Shape;7244;p50"/>
            <p:cNvSpPr/>
            <p:nvPr/>
          </p:nvSpPr>
          <p:spPr>
            <a:xfrm>
              <a:off x="76201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45" name="Google Shape;7245;p50"/>
            <p:cNvSpPr/>
            <p:nvPr/>
          </p:nvSpPr>
          <p:spPr>
            <a:xfrm>
              <a:off x="114301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46" name="Google Shape;7246;p50"/>
            <p:cNvSpPr/>
            <p:nvPr/>
          </p:nvSpPr>
          <p:spPr>
            <a:xfrm>
              <a:off x="152402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47" name="Google Shape;7247;p50"/>
            <p:cNvSpPr/>
            <p:nvPr/>
          </p:nvSpPr>
          <p:spPr>
            <a:xfrm>
              <a:off x="190502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48" name="Google Shape;7248;p50"/>
            <p:cNvSpPr/>
            <p:nvPr/>
          </p:nvSpPr>
          <p:spPr>
            <a:xfrm>
              <a:off x="228603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49" name="Google Shape;7249;p50"/>
            <p:cNvSpPr/>
            <p:nvPr/>
          </p:nvSpPr>
          <p:spPr>
            <a:xfrm>
              <a:off x="266703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50" name="Google Shape;7250;p50"/>
            <p:cNvSpPr/>
            <p:nvPr/>
          </p:nvSpPr>
          <p:spPr>
            <a:xfrm>
              <a:off x="304804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51" name="Google Shape;7251;p50"/>
            <p:cNvSpPr/>
            <p:nvPr/>
          </p:nvSpPr>
          <p:spPr>
            <a:xfrm>
              <a:off x="342904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52" name="Google Shape;7252;p50"/>
            <p:cNvSpPr/>
            <p:nvPr/>
          </p:nvSpPr>
          <p:spPr>
            <a:xfrm>
              <a:off x="381005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53" name="Google Shape;7253;p50"/>
            <p:cNvSpPr/>
            <p:nvPr/>
          </p:nvSpPr>
          <p:spPr>
            <a:xfrm>
              <a:off x="419105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54" name="Google Shape;7254;p50"/>
            <p:cNvSpPr/>
            <p:nvPr/>
          </p:nvSpPr>
          <p:spPr>
            <a:xfrm>
              <a:off x="457206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55" name="Google Shape;7255;p50"/>
            <p:cNvSpPr/>
            <p:nvPr/>
          </p:nvSpPr>
          <p:spPr>
            <a:xfrm>
              <a:off x="495306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56" name="Google Shape;7256;p50"/>
            <p:cNvSpPr/>
            <p:nvPr/>
          </p:nvSpPr>
          <p:spPr>
            <a:xfrm>
              <a:off x="533407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57" name="Google Shape;7257;p50"/>
            <p:cNvSpPr/>
            <p:nvPr/>
          </p:nvSpPr>
          <p:spPr>
            <a:xfrm>
              <a:off x="571507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58" name="Google Shape;7258;p50"/>
            <p:cNvSpPr/>
            <p:nvPr/>
          </p:nvSpPr>
          <p:spPr>
            <a:xfrm>
              <a:off x="609608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59" name="Google Shape;7259;p50"/>
            <p:cNvSpPr/>
            <p:nvPr/>
          </p:nvSpPr>
          <p:spPr>
            <a:xfrm>
              <a:off x="647708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0" name="Google Shape;7260;p50"/>
            <p:cNvSpPr/>
            <p:nvPr/>
          </p:nvSpPr>
          <p:spPr>
            <a:xfrm>
              <a:off x="685809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1" name="Google Shape;7261;p50"/>
            <p:cNvSpPr/>
            <p:nvPr/>
          </p:nvSpPr>
          <p:spPr>
            <a:xfrm>
              <a:off x="723909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2" name="Google Shape;7262;p50"/>
            <p:cNvSpPr/>
            <p:nvPr/>
          </p:nvSpPr>
          <p:spPr>
            <a:xfrm>
              <a:off x="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3" name="Google Shape;7263;p50"/>
            <p:cNvSpPr/>
            <p:nvPr/>
          </p:nvSpPr>
          <p:spPr>
            <a:xfrm>
              <a:off x="38100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4" name="Google Shape;7264;p50"/>
            <p:cNvSpPr/>
            <p:nvPr/>
          </p:nvSpPr>
          <p:spPr>
            <a:xfrm>
              <a:off x="76201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5" name="Google Shape;7265;p50"/>
            <p:cNvSpPr/>
            <p:nvPr/>
          </p:nvSpPr>
          <p:spPr>
            <a:xfrm>
              <a:off x="114301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6" name="Google Shape;7266;p50"/>
            <p:cNvSpPr/>
            <p:nvPr/>
          </p:nvSpPr>
          <p:spPr>
            <a:xfrm>
              <a:off x="152402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7" name="Google Shape;7267;p50"/>
            <p:cNvSpPr/>
            <p:nvPr/>
          </p:nvSpPr>
          <p:spPr>
            <a:xfrm>
              <a:off x="190502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8" name="Google Shape;7268;p50"/>
            <p:cNvSpPr/>
            <p:nvPr/>
          </p:nvSpPr>
          <p:spPr>
            <a:xfrm>
              <a:off x="228603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9" name="Google Shape;7269;p50"/>
            <p:cNvSpPr/>
            <p:nvPr/>
          </p:nvSpPr>
          <p:spPr>
            <a:xfrm>
              <a:off x="266703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0" name="Google Shape;7270;p50"/>
            <p:cNvSpPr/>
            <p:nvPr/>
          </p:nvSpPr>
          <p:spPr>
            <a:xfrm>
              <a:off x="304804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1" name="Google Shape;7271;p50"/>
            <p:cNvSpPr/>
            <p:nvPr/>
          </p:nvSpPr>
          <p:spPr>
            <a:xfrm>
              <a:off x="342904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2" name="Google Shape;7272;p50"/>
            <p:cNvSpPr/>
            <p:nvPr/>
          </p:nvSpPr>
          <p:spPr>
            <a:xfrm>
              <a:off x="381005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3" name="Google Shape;7273;p50"/>
            <p:cNvSpPr/>
            <p:nvPr/>
          </p:nvSpPr>
          <p:spPr>
            <a:xfrm>
              <a:off x="419105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4" name="Google Shape;7274;p50"/>
            <p:cNvSpPr/>
            <p:nvPr/>
          </p:nvSpPr>
          <p:spPr>
            <a:xfrm>
              <a:off x="457206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5" name="Google Shape;7275;p50"/>
            <p:cNvSpPr/>
            <p:nvPr/>
          </p:nvSpPr>
          <p:spPr>
            <a:xfrm>
              <a:off x="495306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6" name="Google Shape;7276;p50"/>
            <p:cNvSpPr/>
            <p:nvPr/>
          </p:nvSpPr>
          <p:spPr>
            <a:xfrm>
              <a:off x="533407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7" name="Google Shape;7277;p50"/>
            <p:cNvSpPr/>
            <p:nvPr/>
          </p:nvSpPr>
          <p:spPr>
            <a:xfrm>
              <a:off x="571507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8" name="Google Shape;7278;p50"/>
            <p:cNvSpPr/>
            <p:nvPr/>
          </p:nvSpPr>
          <p:spPr>
            <a:xfrm>
              <a:off x="609608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9" name="Google Shape;7279;p50"/>
            <p:cNvSpPr/>
            <p:nvPr/>
          </p:nvSpPr>
          <p:spPr>
            <a:xfrm>
              <a:off x="647708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0" name="Google Shape;7280;p50"/>
            <p:cNvSpPr/>
            <p:nvPr/>
          </p:nvSpPr>
          <p:spPr>
            <a:xfrm>
              <a:off x="685809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1" name="Google Shape;7281;p50"/>
            <p:cNvSpPr/>
            <p:nvPr/>
          </p:nvSpPr>
          <p:spPr>
            <a:xfrm>
              <a:off x="723909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2" name="Google Shape;7282;p50"/>
            <p:cNvSpPr/>
            <p:nvPr/>
          </p:nvSpPr>
          <p:spPr>
            <a:xfrm>
              <a:off x="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3" name="Google Shape;7283;p50"/>
            <p:cNvSpPr/>
            <p:nvPr/>
          </p:nvSpPr>
          <p:spPr>
            <a:xfrm>
              <a:off x="38100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4" name="Google Shape;7284;p50"/>
            <p:cNvSpPr/>
            <p:nvPr/>
          </p:nvSpPr>
          <p:spPr>
            <a:xfrm>
              <a:off x="76201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5" name="Google Shape;7285;p50"/>
            <p:cNvSpPr/>
            <p:nvPr/>
          </p:nvSpPr>
          <p:spPr>
            <a:xfrm>
              <a:off x="114301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6" name="Google Shape;7286;p50"/>
            <p:cNvSpPr/>
            <p:nvPr/>
          </p:nvSpPr>
          <p:spPr>
            <a:xfrm>
              <a:off x="152402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7" name="Google Shape;7287;p50"/>
            <p:cNvSpPr/>
            <p:nvPr/>
          </p:nvSpPr>
          <p:spPr>
            <a:xfrm>
              <a:off x="190502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8" name="Google Shape;7288;p50"/>
            <p:cNvSpPr/>
            <p:nvPr/>
          </p:nvSpPr>
          <p:spPr>
            <a:xfrm>
              <a:off x="228603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9" name="Google Shape;7289;p50"/>
            <p:cNvSpPr/>
            <p:nvPr/>
          </p:nvSpPr>
          <p:spPr>
            <a:xfrm>
              <a:off x="266703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0" name="Google Shape;7290;p50"/>
            <p:cNvSpPr/>
            <p:nvPr/>
          </p:nvSpPr>
          <p:spPr>
            <a:xfrm>
              <a:off x="304804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1" name="Google Shape;7291;p50"/>
            <p:cNvSpPr/>
            <p:nvPr/>
          </p:nvSpPr>
          <p:spPr>
            <a:xfrm>
              <a:off x="342904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2" name="Google Shape;7292;p50"/>
            <p:cNvSpPr/>
            <p:nvPr/>
          </p:nvSpPr>
          <p:spPr>
            <a:xfrm>
              <a:off x="381005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3" name="Google Shape;7293;p50"/>
            <p:cNvSpPr/>
            <p:nvPr/>
          </p:nvSpPr>
          <p:spPr>
            <a:xfrm>
              <a:off x="419105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4" name="Google Shape;7294;p50"/>
            <p:cNvSpPr/>
            <p:nvPr/>
          </p:nvSpPr>
          <p:spPr>
            <a:xfrm>
              <a:off x="457206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5" name="Google Shape;7295;p50"/>
            <p:cNvSpPr/>
            <p:nvPr/>
          </p:nvSpPr>
          <p:spPr>
            <a:xfrm>
              <a:off x="495306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6" name="Google Shape;7296;p50"/>
            <p:cNvSpPr/>
            <p:nvPr/>
          </p:nvSpPr>
          <p:spPr>
            <a:xfrm>
              <a:off x="533407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7" name="Google Shape;7297;p50"/>
            <p:cNvSpPr/>
            <p:nvPr/>
          </p:nvSpPr>
          <p:spPr>
            <a:xfrm>
              <a:off x="571507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8" name="Google Shape;7298;p50"/>
            <p:cNvSpPr/>
            <p:nvPr/>
          </p:nvSpPr>
          <p:spPr>
            <a:xfrm>
              <a:off x="609608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9" name="Google Shape;7299;p50"/>
            <p:cNvSpPr/>
            <p:nvPr/>
          </p:nvSpPr>
          <p:spPr>
            <a:xfrm>
              <a:off x="647708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0" name="Google Shape;7300;p50"/>
            <p:cNvSpPr/>
            <p:nvPr/>
          </p:nvSpPr>
          <p:spPr>
            <a:xfrm>
              <a:off x="685809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1" name="Google Shape;7301;p50"/>
            <p:cNvSpPr/>
            <p:nvPr/>
          </p:nvSpPr>
          <p:spPr>
            <a:xfrm>
              <a:off x="723909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2" name="Google Shape;7302;p50"/>
            <p:cNvSpPr/>
            <p:nvPr/>
          </p:nvSpPr>
          <p:spPr>
            <a:xfrm>
              <a:off x="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3" name="Google Shape;7303;p50"/>
            <p:cNvSpPr/>
            <p:nvPr/>
          </p:nvSpPr>
          <p:spPr>
            <a:xfrm>
              <a:off x="38100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4" name="Google Shape;7304;p50"/>
            <p:cNvSpPr/>
            <p:nvPr/>
          </p:nvSpPr>
          <p:spPr>
            <a:xfrm>
              <a:off x="76201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5" name="Google Shape;7305;p50"/>
            <p:cNvSpPr/>
            <p:nvPr/>
          </p:nvSpPr>
          <p:spPr>
            <a:xfrm>
              <a:off x="114301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6" name="Google Shape;7306;p50"/>
            <p:cNvSpPr/>
            <p:nvPr/>
          </p:nvSpPr>
          <p:spPr>
            <a:xfrm>
              <a:off x="152402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7" name="Google Shape;7307;p50"/>
            <p:cNvSpPr/>
            <p:nvPr/>
          </p:nvSpPr>
          <p:spPr>
            <a:xfrm>
              <a:off x="190502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8" name="Google Shape;7308;p50"/>
            <p:cNvSpPr/>
            <p:nvPr/>
          </p:nvSpPr>
          <p:spPr>
            <a:xfrm>
              <a:off x="228603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9" name="Google Shape;7309;p50"/>
            <p:cNvSpPr/>
            <p:nvPr/>
          </p:nvSpPr>
          <p:spPr>
            <a:xfrm>
              <a:off x="266703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10" name="Google Shape;7310;p50"/>
            <p:cNvSpPr/>
            <p:nvPr/>
          </p:nvSpPr>
          <p:spPr>
            <a:xfrm>
              <a:off x="304804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11" name="Google Shape;7311;p50"/>
            <p:cNvSpPr/>
            <p:nvPr/>
          </p:nvSpPr>
          <p:spPr>
            <a:xfrm>
              <a:off x="342904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12" name="Google Shape;7312;p50"/>
            <p:cNvSpPr/>
            <p:nvPr/>
          </p:nvSpPr>
          <p:spPr>
            <a:xfrm>
              <a:off x="381005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13" name="Google Shape;7313;p50"/>
            <p:cNvSpPr/>
            <p:nvPr/>
          </p:nvSpPr>
          <p:spPr>
            <a:xfrm>
              <a:off x="419105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14" name="Google Shape;7314;p50"/>
            <p:cNvSpPr/>
            <p:nvPr/>
          </p:nvSpPr>
          <p:spPr>
            <a:xfrm>
              <a:off x="457206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15" name="Google Shape;7315;p50"/>
            <p:cNvSpPr/>
            <p:nvPr/>
          </p:nvSpPr>
          <p:spPr>
            <a:xfrm>
              <a:off x="495306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16" name="Google Shape;7316;p50"/>
            <p:cNvSpPr/>
            <p:nvPr/>
          </p:nvSpPr>
          <p:spPr>
            <a:xfrm>
              <a:off x="533407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17" name="Google Shape;7317;p50"/>
            <p:cNvSpPr/>
            <p:nvPr/>
          </p:nvSpPr>
          <p:spPr>
            <a:xfrm>
              <a:off x="571507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18" name="Google Shape;7318;p50"/>
            <p:cNvSpPr/>
            <p:nvPr/>
          </p:nvSpPr>
          <p:spPr>
            <a:xfrm>
              <a:off x="609608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19" name="Google Shape;7319;p50"/>
            <p:cNvSpPr/>
            <p:nvPr/>
          </p:nvSpPr>
          <p:spPr>
            <a:xfrm>
              <a:off x="647708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20" name="Google Shape;7320;p50"/>
            <p:cNvSpPr/>
            <p:nvPr/>
          </p:nvSpPr>
          <p:spPr>
            <a:xfrm>
              <a:off x="685809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21" name="Google Shape;7321;p50"/>
            <p:cNvSpPr/>
            <p:nvPr/>
          </p:nvSpPr>
          <p:spPr>
            <a:xfrm>
              <a:off x="723909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22" name="Google Shape;7322;p50"/>
            <p:cNvSpPr/>
            <p:nvPr/>
          </p:nvSpPr>
          <p:spPr>
            <a:xfrm>
              <a:off x="7620110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23" name="Google Shape;7323;p50"/>
            <p:cNvSpPr/>
            <p:nvPr/>
          </p:nvSpPr>
          <p:spPr>
            <a:xfrm>
              <a:off x="8001115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24" name="Google Shape;7324;p50"/>
            <p:cNvSpPr/>
            <p:nvPr/>
          </p:nvSpPr>
          <p:spPr>
            <a:xfrm>
              <a:off x="8382120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25" name="Google Shape;7325;p50"/>
            <p:cNvSpPr/>
            <p:nvPr/>
          </p:nvSpPr>
          <p:spPr>
            <a:xfrm>
              <a:off x="8763125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26" name="Google Shape;7326;p50"/>
            <p:cNvSpPr/>
            <p:nvPr/>
          </p:nvSpPr>
          <p:spPr>
            <a:xfrm>
              <a:off x="7620110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27" name="Google Shape;7327;p50"/>
            <p:cNvSpPr/>
            <p:nvPr/>
          </p:nvSpPr>
          <p:spPr>
            <a:xfrm>
              <a:off x="8001115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28" name="Google Shape;7328;p50"/>
            <p:cNvSpPr/>
            <p:nvPr/>
          </p:nvSpPr>
          <p:spPr>
            <a:xfrm>
              <a:off x="8382120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29" name="Google Shape;7329;p50"/>
            <p:cNvSpPr/>
            <p:nvPr/>
          </p:nvSpPr>
          <p:spPr>
            <a:xfrm>
              <a:off x="8763125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30" name="Google Shape;7330;p50"/>
            <p:cNvSpPr/>
            <p:nvPr/>
          </p:nvSpPr>
          <p:spPr>
            <a:xfrm>
              <a:off x="7620110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31" name="Google Shape;7331;p50"/>
            <p:cNvSpPr/>
            <p:nvPr/>
          </p:nvSpPr>
          <p:spPr>
            <a:xfrm>
              <a:off x="8001115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32" name="Google Shape;7332;p50"/>
            <p:cNvSpPr/>
            <p:nvPr/>
          </p:nvSpPr>
          <p:spPr>
            <a:xfrm>
              <a:off x="8382120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33" name="Google Shape;7333;p50"/>
            <p:cNvSpPr/>
            <p:nvPr/>
          </p:nvSpPr>
          <p:spPr>
            <a:xfrm>
              <a:off x="8763125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34" name="Google Shape;7334;p50"/>
            <p:cNvSpPr/>
            <p:nvPr/>
          </p:nvSpPr>
          <p:spPr>
            <a:xfrm>
              <a:off x="7620110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35" name="Google Shape;7335;p50"/>
            <p:cNvSpPr/>
            <p:nvPr/>
          </p:nvSpPr>
          <p:spPr>
            <a:xfrm>
              <a:off x="8001115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36" name="Google Shape;7336;p50"/>
            <p:cNvSpPr/>
            <p:nvPr/>
          </p:nvSpPr>
          <p:spPr>
            <a:xfrm>
              <a:off x="8382120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37" name="Google Shape;7337;p50"/>
            <p:cNvSpPr/>
            <p:nvPr/>
          </p:nvSpPr>
          <p:spPr>
            <a:xfrm>
              <a:off x="8763125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38" name="Google Shape;7338;p50"/>
            <p:cNvSpPr/>
            <p:nvPr/>
          </p:nvSpPr>
          <p:spPr>
            <a:xfrm>
              <a:off x="7620110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39" name="Google Shape;7339;p50"/>
            <p:cNvSpPr/>
            <p:nvPr/>
          </p:nvSpPr>
          <p:spPr>
            <a:xfrm>
              <a:off x="8001115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40" name="Google Shape;7340;p50"/>
            <p:cNvSpPr/>
            <p:nvPr/>
          </p:nvSpPr>
          <p:spPr>
            <a:xfrm>
              <a:off x="8382120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41" name="Google Shape;7341;p50"/>
            <p:cNvSpPr/>
            <p:nvPr/>
          </p:nvSpPr>
          <p:spPr>
            <a:xfrm>
              <a:off x="8763125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42" name="Google Shape;7342;p50"/>
            <p:cNvSpPr/>
            <p:nvPr/>
          </p:nvSpPr>
          <p:spPr>
            <a:xfrm>
              <a:off x="7620110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43" name="Google Shape;7343;p50"/>
            <p:cNvSpPr/>
            <p:nvPr/>
          </p:nvSpPr>
          <p:spPr>
            <a:xfrm>
              <a:off x="8001115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44" name="Google Shape;7344;p50"/>
            <p:cNvSpPr/>
            <p:nvPr/>
          </p:nvSpPr>
          <p:spPr>
            <a:xfrm>
              <a:off x="8382120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45" name="Google Shape;7345;p50"/>
            <p:cNvSpPr/>
            <p:nvPr/>
          </p:nvSpPr>
          <p:spPr>
            <a:xfrm>
              <a:off x="8763125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46" name="Google Shape;7346;p50"/>
            <p:cNvSpPr/>
            <p:nvPr/>
          </p:nvSpPr>
          <p:spPr>
            <a:xfrm>
              <a:off x="7620110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47" name="Google Shape;7347;p50"/>
            <p:cNvSpPr/>
            <p:nvPr/>
          </p:nvSpPr>
          <p:spPr>
            <a:xfrm>
              <a:off x="8001115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48" name="Google Shape;7348;p50"/>
            <p:cNvSpPr/>
            <p:nvPr/>
          </p:nvSpPr>
          <p:spPr>
            <a:xfrm>
              <a:off x="8382120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49" name="Google Shape;7349;p50"/>
            <p:cNvSpPr/>
            <p:nvPr/>
          </p:nvSpPr>
          <p:spPr>
            <a:xfrm>
              <a:off x="8763125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50" name="Google Shape;7350;p50"/>
            <p:cNvSpPr/>
            <p:nvPr/>
          </p:nvSpPr>
          <p:spPr>
            <a:xfrm>
              <a:off x="7620110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51" name="Google Shape;7351;p50"/>
            <p:cNvSpPr/>
            <p:nvPr/>
          </p:nvSpPr>
          <p:spPr>
            <a:xfrm>
              <a:off x="8001115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52" name="Google Shape;7352;p50"/>
            <p:cNvSpPr/>
            <p:nvPr/>
          </p:nvSpPr>
          <p:spPr>
            <a:xfrm>
              <a:off x="8382120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53" name="Google Shape;7353;p50"/>
            <p:cNvSpPr/>
            <p:nvPr/>
          </p:nvSpPr>
          <p:spPr>
            <a:xfrm>
              <a:off x="8763125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54" name="Google Shape;7354;p50"/>
            <p:cNvSpPr/>
            <p:nvPr/>
          </p:nvSpPr>
          <p:spPr>
            <a:xfrm>
              <a:off x="7620110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55" name="Google Shape;7355;p50"/>
            <p:cNvSpPr/>
            <p:nvPr/>
          </p:nvSpPr>
          <p:spPr>
            <a:xfrm>
              <a:off x="8001115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56" name="Google Shape;7356;p50"/>
            <p:cNvSpPr/>
            <p:nvPr/>
          </p:nvSpPr>
          <p:spPr>
            <a:xfrm>
              <a:off x="8382120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57" name="Google Shape;7357;p50"/>
            <p:cNvSpPr/>
            <p:nvPr/>
          </p:nvSpPr>
          <p:spPr>
            <a:xfrm>
              <a:off x="8763125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58" name="Google Shape;7358;p50"/>
            <p:cNvSpPr/>
            <p:nvPr/>
          </p:nvSpPr>
          <p:spPr>
            <a:xfrm>
              <a:off x="7620110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59" name="Google Shape;7359;p50"/>
            <p:cNvSpPr/>
            <p:nvPr/>
          </p:nvSpPr>
          <p:spPr>
            <a:xfrm>
              <a:off x="8001115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60" name="Google Shape;7360;p50"/>
            <p:cNvSpPr/>
            <p:nvPr/>
          </p:nvSpPr>
          <p:spPr>
            <a:xfrm>
              <a:off x="8382120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61" name="Google Shape;7361;p50"/>
            <p:cNvSpPr/>
            <p:nvPr/>
          </p:nvSpPr>
          <p:spPr>
            <a:xfrm>
              <a:off x="8763125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62" name="Google Shape;7362;p50"/>
            <p:cNvSpPr/>
            <p:nvPr/>
          </p:nvSpPr>
          <p:spPr>
            <a:xfrm>
              <a:off x="7620110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63" name="Google Shape;7363;p50"/>
            <p:cNvSpPr/>
            <p:nvPr/>
          </p:nvSpPr>
          <p:spPr>
            <a:xfrm>
              <a:off x="8001115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64" name="Google Shape;7364;p50"/>
            <p:cNvSpPr/>
            <p:nvPr/>
          </p:nvSpPr>
          <p:spPr>
            <a:xfrm>
              <a:off x="8382120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65" name="Google Shape;7365;p50"/>
            <p:cNvSpPr/>
            <p:nvPr/>
          </p:nvSpPr>
          <p:spPr>
            <a:xfrm>
              <a:off x="8763125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66" name="Google Shape;7366;p50"/>
            <p:cNvSpPr/>
            <p:nvPr/>
          </p:nvSpPr>
          <p:spPr>
            <a:xfrm>
              <a:off x="7620110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67" name="Google Shape;7367;p50"/>
            <p:cNvSpPr/>
            <p:nvPr/>
          </p:nvSpPr>
          <p:spPr>
            <a:xfrm>
              <a:off x="8001115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68" name="Google Shape;7368;p50"/>
            <p:cNvSpPr/>
            <p:nvPr/>
          </p:nvSpPr>
          <p:spPr>
            <a:xfrm>
              <a:off x="8382120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69" name="Google Shape;7369;p50"/>
            <p:cNvSpPr/>
            <p:nvPr/>
          </p:nvSpPr>
          <p:spPr>
            <a:xfrm>
              <a:off x="8763125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70" name="Google Shape;7370;p50"/>
            <p:cNvSpPr/>
            <p:nvPr/>
          </p:nvSpPr>
          <p:spPr>
            <a:xfrm>
              <a:off x="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71" name="Google Shape;7371;p50"/>
            <p:cNvSpPr/>
            <p:nvPr/>
          </p:nvSpPr>
          <p:spPr>
            <a:xfrm>
              <a:off x="38100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72" name="Google Shape;7372;p50"/>
            <p:cNvSpPr/>
            <p:nvPr/>
          </p:nvSpPr>
          <p:spPr>
            <a:xfrm>
              <a:off x="76201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73" name="Google Shape;7373;p50"/>
            <p:cNvSpPr/>
            <p:nvPr/>
          </p:nvSpPr>
          <p:spPr>
            <a:xfrm>
              <a:off x="114301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74" name="Google Shape;7374;p50"/>
            <p:cNvSpPr/>
            <p:nvPr/>
          </p:nvSpPr>
          <p:spPr>
            <a:xfrm>
              <a:off x="152402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75" name="Google Shape;7375;p50"/>
            <p:cNvSpPr/>
            <p:nvPr/>
          </p:nvSpPr>
          <p:spPr>
            <a:xfrm>
              <a:off x="190502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76" name="Google Shape;7376;p50"/>
            <p:cNvSpPr/>
            <p:nvPr/>
          </p:nvSpPr>
          <p:spPr>
            <a:xfrm>
              <a:off x="228603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77" name="Google Shape;7377;p50"/>
            <p:cNvSpPr/>
            <p:nvPr/>
          </p:nvSpPr>
          <p:spPr>
            <a:xfrm>
              <a:off x="266703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78" name="Google Shape;7378;p50"/>
            <p:cNvSpPr/>
            <p:nvPr/>
          </p:nvSpPr>
          <p:spPr>
            <a:xfrm>
              <a:off x="304804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79" name="Google Shape;7379;p50"/>
            <p:cNvSpPr/>
            <p:nvPr/>
          </p:nvSpPr>
          <p:spPr>
            <a:xfrm>
              <a:off x="342904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80" name="Google Shape;7380;p50"/>
            <p:cNvSpPr/>
            <p:nvPr/>
          </p:nvSpPr>
          <p:spPr>
            <a:xfrm>
              <a:off x="381005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81" name="Google Shape;7381;p50"/>
            <p:cNvSpPr/>
            <p:nvPr/>
          </p:nvSpPr>
          <p:spPr>
            <a:xfrm>
              <a:off x="419105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82" name="Google Shape;7382;p50"/>
            <p:cNvSpPr/>
            <p:nvPr/>
          </p:nvSpPr>
          <p:spPr>
            <a:xfrm>
              <a:off x="457206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83" name="Google Shape;7383;p50"/>
            <p:cNvSpPr/>
            <p:nvPr/>
          </p:nvSpPr>
          <p:spPr>
            <a:xfrm>
              <a:off x="495306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84" name="Google Shape;7384;p50"/>
            <p:cNvSpPr/>
            <p:nvPr/>
          </p:nvSpPr>
          <p:spPr>
            <a:xfrm>
              <a:off x="533407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85" name="Google Shape;7385;p50"/>
            <p:cNvSpPr/>
            <p:nvPr/>
          </p:nvSpPr>
          <p:spPr>
            <a:xfrm>
              <a:off x="571507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86" name="Google Shape;7386;p50"/>
            <p:cNvSpPr/>
            <p:nvPr/>
          </p:nvSpPr>
          <p:spPr>
            <a:xfrm>
              <a:off x="609608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87" name="Google Shape;7387;p50"/>
            <p:cNvSpPr/>
            <p:nvPr/>
          </p:nvSpPr>
          <p:spPr>
            <a:xfrm>
              <a:off x="647708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88" name="Google Shape;7388;p50"/>
            <p:cNvSpPr/>
            <p:nvPr/>
          </p:nvSpPr>
          <p:spPr>
            <a:xfrm>
              <a:off x="685809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89" name="Google Shape;7389;p50"/>
            <p:cNvSpPr/>
            <p:nvPr/>
          </p:nvSpPr>
          <p:spPr>
            <a:xfrm>
              <a:off x="723909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90" name="Google Shape;7390;p50"/>
            <p:cNvSpPr/>
            <p:nvPr/>
          </p:nvSpPr>
          <p:spPr>
            <a:xfrm>
              <a:off x="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91" name="Google Shape;7391;p50"/>
            <p:cNvSpPr/>
            <p:nvPr/>
          </p:nvSpPr>
          <p:spPr>
            <a:xfrm>
              <a:off x="38100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92" name="Google Shape;7392;p50"/>
            <p:cNvSpPr/>
            <p:nvPr/>
          </p:nvSpPr>
          <p:spPr>
            <a:xfrm>
              <a:off x="76201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93" name="Google Shape;7393;p50"/>
            <p:cNvSpPr/>
            <p:nvPr/>
          </p:nvSpPr>
          <p:spPr>
            <a:xfrm>
              <a:off x="114301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94" name="Google Shape;7394;p50"/>
            <p:cNvSpPr/>
            <p:nvPr/>
          </p:nvSpPr>
          <p:spPr>
            <a:xfrm>
              <a:off x="152402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95" name="Google Shape;7395;p50"/>
            <p:cNvSpPr/>
            <p:nvPr/>
          </p:nvSpPr>
          <p:spPr>
            <a:xfrm>
              <a:off x="190502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96" name="Google Shape;7396;p50"/>
            <p:cNvSpPr/>
            <p:nvPr/>
          </p:nvSpPr>
          <p:spPr>
            <a:xfrm>
              <a:off x="228603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97" name="Google Shape;7397;p50"/>
            <p:cNvSpPr/>
            <p:nvPr/>
          </p:nvSpPr>
          <p:spPr>
            <a:xfrm>
              <a:off x="266703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98" name="Google Shape;7398;p50"/>
            <p:cNvSpPr/>
            <p:nvPr/>
          </p:nvSpPr>
          <p:spPr>
            <a:xfrm>
              <a:off x="304804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99" name="Google Shape;7399;p50"/>
            <p:cNvSpPr/>
            <p:nvPr/>
          </p:nvSpPr>
          <p:spPr>
            <a:xfrm>
              <a:off x="342904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00" name="Google Shape;7400;p50"/>
            <p:cNvSpPr/>
            <p:nvPr/>
          </p:nvSpPr>
          <p:spPr>
            <a:xfrm>
              <a:off x="381005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01" name="Google Shape;7401;p50"/>
            <p:cNvSpPr/>
            <p:nvPr/>
          </p:nvSpPr>
          <p:spPr>
            <a:xfrm>
              <a:off x="419105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02" name="Google Shape;7402;p50"/>
            <p:cNvSpPr/>
            <p:nvPr/>
          </p:nvSpPr>
          <p:spPr>
            <a:xfrm>
              <a:off x="457206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03" name="Google Shape;7403;p50"/>
            <p:cNvSpPr/>
            <p:nvPr/>
          </p:nvSpPr>
          <p:spPr>
            <a:xfrm>
              <a:off x="495306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04" name="Google Shape;7404;p50"/>
            <p:cNvSpPr/>
            <p:nvPr/>
          </p:nvSpPr>
          <p:spPr>
            <a:xfrm>
              <a:off x="533407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05" name="Google Shape;7405;p50"/>
            <p:cNvSpPr/>
            <p:nvPr/>
          </p:nvSpPr>
          <p:spPr>
            <a:xfrm>
              <a:off x="571507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06" name="Google Shape;7406;p50"/>
            <p:cNvSpPr/>
            <p:nvPr/>
          </p:nvSpPr>
          <p:spPr>
            <a:xfrm>
              <a:off x="609608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07" name="Google Shape;7407;p50"/>
            <p:cNvSpPr/>
            <p:nvPr/>
          </p:nvSpPr>
          <p:spPr>
            <a:xfrm>
              <a:off x="647708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08" name="Google Shape;7408;p50"/>
            <p:cNvSpPr/>
            <p:nvPr/>
          </p:nvSpPr>
          <p:spPr>
            <a:xfrm>
              <a:off x="685809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09" name="Google Shape;7409;p50"/>
            <p:cNvSpPr/>
            <p:nvPr/>
          </p:nvSpPr>
          <p:spPr>
            <a:xfrm>
              <a:off x="723909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10" name="Google Shape;7410;p50"/>
            <p:cNvSpPr/>
            <p:nvPr/>
          </p:nvSpPr>
          <p:spPr>
            <a:xfrm>
              <a:off x="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11" name="Google Shape;7411;p50"/>
            <p:cNvSpPr/>
            <p:nvPr/>
          </p:nvSpPr>
          <p:spPr>
            <a:xfrm>
              <a:off x="38100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12" name="Google Shape;7412;p50"/>
            <p:cNvSpPr/>
            <p:nvPr/>
          </p:nvSpPr>
          <p:spPr>
            <a:xfrm>
              <a:off x="76201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13" name="Google Shape;7413;p50"/>
            <p:cNvSpPr/>
            <p:nvPr/>
          </p:nvSpPr>
          <p:spPr>
            <a:xfrm>
              <a:off x="114301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14" name="Google Shape;7414;p50"/>
            <p:cNvSpPr/>
            <p:nvPr/>
          </p:nvSpPr>
          <p:spPr>
            <a:xfrm>
              <a:off x="152402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15" name="Google Shape;7415;p50"/>
            <p:cNvSpPr/>
            <p:nvPr/>
          </p:nvSpPr>
          <p:spPr>
            <a:xfrm>
              <a:off x="190502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16" name="Google Shape;7416;p50"/>
            <p:cNvSpPr/>
            <p:nvPr/>
          </p:nvSpPr>
          <p:spPr>
            <a:xfrm>
              <a:off x="228603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17" name="Google Shape;7417;p50"/>
            <p:cNvSpPr/>
            <p:nvPr/>
          </p:nvSpPr>
          <p:spPr>
            <a:xfrm>
              <a:off x="266703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18" name="Google Shape;7418;p50"/>
            <p:cNvSpPr/>
            <p:nvPr/>
          </p:nvSpPr>
          <p:spPr>
            <a:xfrm>
              <a:off x="304804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19" name="Google Shape;7419;p50"/>
            <p:cNvSpPr/>
            <p:nvPr/>
          </p:nvSpPr>
          <p:spPr>
            <a:xfrm>
              <a:off x="342904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20" name="Google Shape;7420;p50"/>
            <p:cNvSpPr/>
            <p:nvPr/>
          </p:nvSpPr>
          <p:spPr>
            <a:xfrm>
              <a:off x="381005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21" name="Google Shape;7421;p50"/>
            <p:cNvSpPr/>
            <p:nvPr/>
          </p:nvSpPr>
          <p:spPr>
            <a:xfrm>
              <a:off x="419105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22" name="Google Shape;7422;p50"/>
            <p:cNvSpPr/>
            <p:nvPr/>
          </p:nvSpPr>
          <p:spPr>
            <a:xfrm>
              <a:off x="457206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23" name="Google Shape;7423;p50"/>
            <p:cNvSpPr/>
            <p:nvPr/>
          </p:nvSpPr>
          <p:spPr>
            <a:xfrm>
              <a:off x="495306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24" name="Google Shape;7424;p50"/>
            <p:cNvSpPr/>
            <p:nvPr/>
          </p:nvSpPr>
          <p:spPr>
            <a:xfrm>
              <a:off x="533407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25" name="Google Shape;7425;p50"/>
            <p:cNvSpPr/>
            <p:nvPr/>
          </p:nvSpPr>
          <p:spPr>
            <a:xfrm>
              <a:off x="571507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26" name="Google Shape;7426;p50"/>
            <p:cNvSpPr/>
            <p:nvPr/>
          </p:nvSpPr>
          <p:spPr>
            <a:xfrm>
              <a:off x="609608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27" name="Google Shape;7427;p50"/>
            <p:cNvSpPr/>
            <p:nvPr/>
          </p:nvSpPr>
          <p:spPr>
            <a:xfrm>
              <a:off x="647708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28" name="Google Shape;7428;p50"/>
            <p:cNvSpPr/>
            <p:nvPr/>
          </p:nvSpPr>
          <p:spPr>
            <a:xfrm>
              <a:off x="685809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29" name="Google Shape;7429;p50"/>
            <p:cNvSpPr/>
            <p:nvPr/>
          </p:nvSpPr>
          <p:spPr>
            <a:xfrm>
              <a:off x="723909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30" name="Google Shape;7430;p50"/>
            <p:cNvSpPr/>
            <p:nvPr/>
          </p:nvSpPr>
          <p:spPr>
            <a:xfrm>
              <a:off x="7620110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31" name="Google Shape;7431;p50"/>
            <p:cNvSpPr/>
            <p:nvPr/>
          </p:nvSpPr>
          <p:spPr>
            <a:xfrm>
              <a:off x="8001115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32" name="Google Shape;7432;p50"/>
            <p:cNvSpPr/>
            <p:nvPr/>
          </p:nvSpPr>
          <p:spPr>
            <a:xfrm>
              <a:off x="8382120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33" name="Google Shape;7433;p50"/>
            <p:cNvSpPr/>
            <p:nvPr/>
          </p:nvSpPr>
          <p:spPr>
            <a:xfrm>
              <a:off x="8763125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34" name="Google Shape;7434;p50"/>
            <p:cNvSpPr/>
            <p:nvPr/>
          </p:nvSpPr>
          <p:spPr>
            <a:xfrm>
              <a:off x="7620110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35" name="Google Shape;7435;p50"/>
            <p:cNvSpPr/>
            <p:nvPr/>
          </p:nvSpPr>
          <p:spPr>
            <a:xfrm>
              <a:off x="8001115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36" name="Google Shape;7436;p50"/>
            <p:cNvSpPr/>
            <p:nvPr/>
          </p:nvSpPr>
          <p:spPr>
            <a:xfrm>
              <a:off x="8382120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37" name="Google Shape;7437;p50"/>
            <p:cNvSpPr/>
            <p:nvPr/>
          </p:nvSpPr>
          <p:spPr>
            <a:xfrm>
              <a:off x="8763125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38" name="Google Shape;7438;p50"/>
            <p:cNvSpPr/>
            <p:nvPr/>
          </p:nvSpPr>
          <p:spPr>
            <a:xfrm>
              <a:off x="7620110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39" name="Google Shape;7439;p50"/>
            <p:cNvSpPr/>
            <p:nvPr/>
          </p:nvSpPr>
          <p:spPr>
            <a:xfrm>
              <a:off x="8001115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40" name="Google Shape;7440;p50"/>
            <p:cNvSpPr/>
            <p:nvPr/>
          </p:nvSpPr>
          <p:spPr>
            <a:xfrm>
              <a:off x="8382120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41" name="Google Shape;7441;p50"/>
            <p:cNvSpPr/>
            <p:nvPr/>
          </p:nvSpPr>
          <p:spPr>
            <a:xfrm>
              <a:off x="8763125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442" name="Google Shape;7442;p50"/>
          <p:cNvSpPr/>
          <p:nvPr/>
        </p:nvSpPr>
        <p:spPr>
          <a:xfrm flipH="1">
            <a:off x="0" y="0"/>
            <a:ext cx="9144000" cy="5143500"/>
          </a:xfrm>
          <a:prstGeom prst="rtTriangle">
            <a:avLst/>
          </a:prstGeom>
          <a:solidFill>
            <a:srgbClr val="005051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443" name="Google Shape;7443;p50"/>
          <p:cNvGrpSpPr/>
          <p:nvPr/>
        </p:nvGrpSpPr>
        <p:grpSpPr>
          <a:xfrm>
            <a:off x="553048" y="535000"/>
            <a:ext cx="8105852" cy="4302000"/>
            <a:chOff x="553048" y="535000"/>
            <a:chExt cx="8105852" cy="4302000"/>
          </a:xfrm>
        </p:grpSpPr>
        <p:sp>
          <p:nvSpPr>
            <p:cNvPr id="7444" name="Google Shape;7444;p50"/>
            <p:cNvSpPr/>
            <p:nvPr/>
          </p:nvSpPr>
          <p:spPr>
            <a:xfrm>
              <a:off x="942300" y="763600"/>
              <a:ext cx="7716600" cy="4073400"/>
            </a:xfrm>
            <a:prstGeom prst="roundRect">
              <a:avLst>
                <a:gd fmla="val 2480" name="adj"/>
              </a:avLst>
            </a:prstGeom>
            <a:solidFill>
              <a:srgbClr val="222828">
                <a:alpha val="2039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45" name="Google Shape;7445;p50"/>
            <p:cNvSpPr/>
            <p:nvPr/>
          </p:nvSpPr>
          <p:spPr>
            <a:xfrm>
              <a:off x="712275" y="535000"/>
              <a:ext cx="7716600" cy="4073400"/>
            </a:xfrm>
            <a:prstGeom prst="roundRect">
              <a:avLst>
                <a:gd fmla="val 248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46" name="Google Shape;7446;p50"/>
            <p:cNvSpPr/>
            <p:nvPr/>
          </p:nvSpPr>
          <p:spPr>
            <a:xfrm>
              <a:off x="848698" y="898261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5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5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47" name="Google Shape;7447;p50"/>
            <p:cNvSpPr/>
            <p:nvPr/>
          </p:nvSpPr>
          <p:spPr>
            <a:xfrm>
              <a:off x="553048" y="931482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19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8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7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48" name="Google Shape;7448;p50"/>
            <p:cNvSpPr/>
            <p:nvPr/>
          </p:nvSpPr>
          <p:spPr>
            <a:xfrm>
              <a:off x="848698" y="1332681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8"/>
                    <a:pt x="0" y="7608"/>
                  </a:cubicBezTo>
                  <a:cubicBezTo>
                    <a:pt x="0" y="11808"/>
                    <a:pt x="3404" y="15212"/>
                    <a:pt x="7604" y="15212"/>
                  </a:cubicBezTo>
                  <a:cubicBezTo>
                    <a:pt x="11804" y="15212"/>
                    <a:pt x="15209" y="11808"/>
                    <a:pt x="15209" y="7608"/>
                  </a:cubicBezTo>
                  <a:cubicBezTo>
                    <a:pt x="15209" y="3408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49" name="Google Shape;7449;p50"/>
            <p:cNvSpPr/>
            <p:nvPr/>
          </p:nvSpPr>
          <p:spPr>
            <a:xfrm>
              <a:off x="553048" y="1365902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71"/>
                    <a:pt x="0" y="1497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9"/>
                  </a:lnTo>
                  <a:cubicBezTo>
                    <a:pt x="23340" y="7948"/>
                    <a:pt x="21591" y="9042"/>
                    <a:pt x="19596" y="9042"/>
                  </a:cubicBezTo>
                  <a:lnTo>
                    <a:pt x="1493" y="9042"/>
                  </a:lnTo>
                  <a:cubicBezTo>
                    <a:pt x="671" y="9042"/>
                    <a:pt x="0" y="9709"/>
                    <a:pt x="0" y="10535"/>
                  </a:cubicBezTo>
                  <a:cubicBezTo>
                    <a:pt x="0" y="11361"/>
                    <a:pt x="671" y="12028"/>
                    <a:pt x="1493" y="12028"/>
                  </a:cubicBezTo>
                  <a:lnTo>
                    <a:pt x="19596" y="12028"/>
                  </a:lnTo>
                  <a:cubicBezTo>
                    <a:pt x="23370" y="12028"/>
                    <a:pt x="26327" y="9688"/>
                    <a:pt x="26327" y="6699"/>
                  </a:cubicBezTo>
                  <a:lnTo>
                    <a:pt x="26327" y="5330"/>
                  </a:lnTo>
                  <a:cubicBezTo>
                    <a:pt x="26327" y="2344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50" name="Google Shape;7450;p50"/>
            <p:cNvSpPr/>
            <p:nvPr/>
          </p:nvSpPr>
          <p:spPr>
            <a:xfrm>
              <a:off x="848698" y="1767184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4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4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51" name="Google Shape;7451;p50"/>
            <p:cNvSpPr/>
            <p:nvPr/>
          </p:nvSpPr>
          <p:spPr>
            <a:xfrm>
              <a:off x="553048" y="1800405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68"/>
                    <a:pt x="0" y="1493"/>
                  </a:cubicBezTo>
                  <a:cubicBezTo>
                    <a:pt x="0" y="2319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5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7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52" name="Google Shape;7452;p50"/>
            <p:cNvSpPr/>
            <p:nvPr/>
          </p:nvSpPr>
          <p:spPr>
            <a:xfrm>
              <a:off x="848698" y="2201603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5"/>
                    <a:pt x="0" y="7608"/>
                  </a:cubicBezTo>
                  <a:cubicBezTo>
                    <a:pt x="0" y="11808"/>
                    <a:pt x="3404" y="15212"/>
                    <a:pt x="7604" y="15212"/>
                  </a:cubicBezTo>
                  <a:cubicBezTo>
                    <a:pt x="11804" y="15212"/>
                    <a:pt x="15209" y="11808"/>
                    <a:pt x="15209" y="7608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53" name="Google Shape;7453;p50"/>
            <p:cNvSpPr/>
            <p:nvPr/>
          </p:nvSpPr>
          <p:spPr>
            <a:xfrm>
              <a:off x="553048" y="2234824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68"/>
                    <a:pt x="0" y="1494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9"/>
                  </a:lnTo>
                  <a:cubicBezTo>
                    <a:pt x="23340" y="7945"/>
                    <a:pt x="21591" y="9039"/>
                    <a:pt x="19596" y="9039"/>
                  </a:cubicBezTo>
                  <a:lnTo>
                    <a:pt x="1493" y="9039"/>
                  </a:lnTo>
                  <a:cubicBezTo>
                    <a:pt x="671" y="9039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9"/>
                  </a:cubicBezTo>
                  <a:lnTo>
                    <a:pt x="26327" y="5330"/>
                  </a:lnTo>
                  <a:cubicBezTo>
                    <a:pt x="26327" y="2341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54" name="Google Shape;7454;p50"/>
            <p:cNvSpPr/>
            <p:nvPr/>
          </p:nvSpPr>
          <p:spPr>
            <a:xfrm>
              <a:off x="848698" y="2636106"/>
              <a:ext cx="317374" cy="317374"/>
            </a:xfrm>
            <a:custGeom>
              <a:rect b="b" l="l" r="r" t="t"/>
              <a:pathLst>
                <a:path extrusionOk="0" h="15209" w="15209">
                  <a:moveTo>
                    <a:pt x="7604" y="0"/>
                  </a:moveTo>
                  <a:cubicBezTo>
                    <a:pt x="3404" y="0"/>
                    <a:pt x="0" y="3404"/>
                    <a:pt x="0" y="7604"/>
                  </a:cubicBezTo>
                  <a:cubicBezTo>
                    <a:pt x="0" y="11805"/>
                    <a:pt x="3404" y="15209"/>
                    <a:pt x="7604" y="15209"/>
                  </a:cubicBezTo>
                  <a:cubicBezTo>
                    <a:pt x="11804" y="15209"/>
                    <a:pt x="15209" y="11805"/>
                    <a:pt x="15209" y="7604"/>
                  </a:cubicBezTo>
                  <a:cubicBezTo>
                    <a:pt x="15209" y="3404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55" name="Google Shape;7455;p50"/>
            <p:cNvSpPr/>
            <p:nvPr/>
          </p:nvSpPr>
          <p:spPr>
            <a:xfrm>
              <a:off x="553048" y="2669265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71"/>
                    <a:pt x="0" y="1496"/>
                  </a:cubicBezTo>
                  <a:cubicBezTo>
                    <a:pt x="0" y="2322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8"/>
                  </a:lnTo>
                  <a:cubicBezTo>
                    <a:pt x="23340" y="7947"/>
                    <a:pt x="21591" y="9041"/>
                    <a:pt x="19596" y="9041"/>
                  </a:cubicBezTo>
                  <a:lnTo>
                    <a:pt x="1493" y="9041"/>
                  </a:lnTo>
                  <a:cubicBezTo>
                    <a:pt x="671" y="9041"/>
                    <a:pt x="0" y="9709"/>
                    <a:pt x="0" y="10534"/>
                  </a:cubicBezTo>
                  <a:cubicBezTo>
                    <a:pt x="0" y="11360"/>
                    <a:pt x="671" y="12028"/>
                    <a:pt x="1493" y="12028"/>
                  </a:cubicBezTo>
                  <a:lnTo>
                    <a:pt x="19596" y="12028"/>
                  </a:lnTo>
                  <a:cubicBezTo>
                    <a:pt x="23370" y="12028"/>
                    <a:pt x="26327" y="9688"/>
                    <a:pt x="26327" y="6698"/>
                  </a:cubicBezTo>
                  <a:lnTo>
                    <a:pt x="26327" y="5330"/>
                  </a:lnTo>
                  <a:cubicBezTo>
                    <a:pt x="26327" y="2343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56" name="Google Shape;7456;p50"/>
            <p:cNvSpPr/>
            <p:nvPr/>
          </p:nvSpPr>
          <p:spPr>
            <a:xfrm>
              <a:off x="848698" y="3070526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5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57" name="Google Shape;7457;p50"/>
            <p:cNvSpPr/>
            <p:nvPr/>
          </p:nvSpPr>
          <p:spPr>
            <a:xfrm>
              <a:off x="553048" y="3103747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20"/>
                    <a:pt x="671" y="2987"/>
                    <a:pt x="1493" y="2987"/>
                  </a:cubicBezTo>
                  <a:lnTo>
                    <a:pt x="19596" y="2987"/>
                  </a:lnTo>
                  <a:cubicBezTo>
                    <a:pt x="21591" y="2987"/>
                    <a:pt x="23340" y="4081"/>
                    <a:pt x="23340" y="5330"/>
                  </a:cubicBezTo>
                  <a:lnTo>
                    <a:pt x="23340" y="6696"/>
                  </a:lnTo>
                  <a:cubicBezTo>
                    <a:pt x="23340" y="7945"/>
                    <a:pt x="21591" y="9039"/>
                    <a:pt x="19596" y="9039"/>
                  </a:cubicBezTo>
                  <a:lnTo>
                    <a:pt x="1493" y="9039"/>
                  </a:lnTo>
                  <a:cubicBezTo>
                    <a:pt x="671" y="9039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6"/>
                  </a:cubicBezTo>
                  <a:lnTo>
                    <a:pt x="26327" y="5330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58" name="Google Shape;7458;p50"/>
            <p:cNvSpPr/>
            <p:nvPr/>
          </p:nvSpPr>
          <p:spPr>
            <a:xfrm>
              <a:off x="848698" y="3504966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7"/>
                    <a:pt x="0" y="7607"/>
                  </a:cubicBezTo>
                  <a:cubicBezTo>
                    <a:pt x="0" y="11807"/>
                    <a:pt x="3404" y="15212"/>
                    <a:pt x="7604" y="15212"/>
                  </a:cubicBezTo>
                  <a:cubicBezTo>
                    <a:pt x="11804" y="15212"/>
                    <a:pt x="15209" y="11807"/>
                    <a:pt x="15209" y="7607"/>
                  </a:cubicBezTo>
                  <a:cubicBezTo>
                    <a:pt x="15209" y="3407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59" name="Google Shape;7459;p50"/>
            <p:cNvSpPr/>
            <p:nvPr/>
          </p:nvSpPr>
          <p:spPr>
            <a:xfrm>
              <a:off x="553048" y="3538167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72"/>
                    <a:pt x="0" y="1497"/>
                  </a:cubicBezTo>
                  <a:cubicBezTo>
                    <a:pt x="0" y="2320"/>
                    <a:pt x="671" y="2991"/>
                    <a:pt x="1493" y="2991"/>
                  </a:cubicBezTo>
                  <a:lnTo>
                    <a:pt x="19596" y="2991"/>
                  </a:lnTo>
                  <a:cubicBezTo>
                    <a:pt x="21591" y="2991"/>
                    <a:pt x="23340" y="4085"/>
                    <a:pt x="23340" y="5331"/>
                  </a:cubicBezTo>
                  <a:lnTo>
                    <a:pt x="23340" y="6699"/>
                  </a:lnTo>
                  <a:cubicBezTo>
                    <a:pt x="23340" y="7948"/>
                    <a:pt x="21591" y="9042"/>
                    <a:pt x="19596" y="9042"/>
                  </a:cubicBezTo>
                  <a:lnTo>
                    <a:pt x="1493" y="9042"/>
                  </a:lnTo>
                  <a:cubicBezTo>
                    <a:pt x="671" y="9042"/>
                    <a:pt x="0" y="9710"/>
                    <a:pt x="0" y="10535"/>
                  </a:cubicBezTo>
                  <a:cubicBezTo>
                    <a:pt x="0" y="11361"/>
                    <a:pt x="671" y="12029"/>
                    <a:pt x="1493" y="12029"/>
                  </a:cubicBezTo>
                  <a:lnTo>
                    <a:pt x="19596" y="12029"/>
                  </a:lnTo>
                  <a:cubicBezTo>
                    <a:pt x="23370" y="12029"/>
                    <a:pt x="26327" y="9689"/>
                    <a:pt x="26327" y="6699"/>
                  </a:cubicBezTo>
                  <a:lnTo>
                    <a:pt x="26327" y="5331"/>
                  </a:lnTo>
                  <a:cubicBezTo>
                    <a:pt x="26327" y="2344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60" name="Google Shape;7460;p50"/>
            <p:cNvSpPr/>
            <p:nvPr/>
          </p:nvSpPr>
          <p:spPr>
            <a:xfrm>
              <a:off x="848698" y="3939449"/>
              <a:ext cx="317374" cy="317395"/>
            </a:xfrm>
            <a:custGeom>
              <a:rect b="b" l="l" r="r" t="t"/>
              <a:pathLst>
                <a:path extrusionOk="0" h="15210" w="15209">
                  <a:moveTo>
                    <a:pt x="7604" y="1"/>
                  </a:moveTo>
                  <a:cubicBezTo>
                    <a:pt x="3404" y="1"/>
                    <a:pt x="0" y="3405"/>
                    <a:pt x="0" y="7605"/>
                  </a:cubicBezTo>
                  <a:cubicBezTo>
                    <a:pt x="0" y="11805"/>
                    <a:pt x="3404" y="15209"/>
                    <a:pt x="7604" y="15209"/>
                  </a:cubicBezTo>
                  <a:cubicBezTo>
                    <a:pt x="11804" y="15209"/>
                    <a:pt x="15209" y="11805"/>
                    <a:pt x="15209" y="7605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61" name="Google Shape;7461;p50"/>
            <p:cNvSpPr/>
            <p:nvPr/>
          </p:nvSpPr>
          <p:spPr>
            <a:xfrm>
              <a:off x="553048" y="3972670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5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462" name="Google Shape;7462;p50"/>
          <p:cNvSpPr txBox="1"/>
          <p:nvPr>
            <p:ph type="title"/>
          </p:nvPr>
        </p:nvSpPr>
        <p:spPr>
          <a:xfrm>
            <a:off x="1270650" y="629375"/>
            <a:ext cx="7020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9pPr>
          </a:lstStyle>
          <a:p/>
        </p:txBody>
      </p:sp>
      <p:sp>
        <p:nvSpPr>
          <p:cNvPr id="7463" name="Google Shape;7463;p50"/>
          <p:cNvSpPr txBox="1"/>
          <p:nvPr>
            <p:ph idx="1" type="subTitle"/>
          </p:nvPr>
        </p:nvSpPr>
        <p:spPr>
          <a:xfrm>
            <a:off x="1270650" y="1202075"/>
            <a:ext cx="70200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b="1">
                <a:solidFill>
                  <a:schemeClr val="accent2"/>
                </a:solidFill>
                <a:highlight>
                  <a:schemeClr val="lt2"/>
                </a:highlight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b="1">
                <a:solidFill>
                  <a:schemeClr val="accent2"/>
                </a:solidFill>
                <a:highlight>
                  <a:schemeClr val="lt2"/>
                </a:highlight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b="1">
                <a:solidFill>
                  <a:schemeClr val="accent2"/>
                </a:solidFill>
                <a:highlight>
                  <a:schemeClr val="lt2"/>
                </a:highlight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b="1">
                <a:solidFill>
                  <a:schemeClr val="accent2"/>
                </a:solidFill>
                <a:highlight>
                  <a:schemeClr val="lt2"/>
                </a:highlight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b="1">
                <a:solidFill>
                  <a:schemeClr val="accent2"/>
                </a:solidFill>
                <a:highlight>
                  <a:schemeClr val="lt2"/>
                </a:highlight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b="1">
                <a:solidFill>
                  <a:schemeClr val="accent2"/>
                </a:solidFill>
                <a:highlight>
                  <a:schemeClr val="lt2"/>
                </a:highlight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b="1">
                <a:solidFill>
                  <a:schemeClr val="accent2"/>
                </a:solidFill>
                <a:highlight>
                  <a:schemeClr val="lt2"/>
                </a:highlight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b="1">
                <a:solidFill>
                  <a:schemeClr val="accent2"/>
                </a:solidFill>
                <a:highlight>
                  <a:schemeClr val="lt2"/>
                </a:highlight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b="1">
                <a:solidFill>
                  <a:schemeClr val="accent2"/>
                </a:solidFill>
                <a:highlight>
                  <a:schemeClr val="lt2"/>
                </a:highlight>
              </a:defRPr>
            </a:lvl9pPr>
          </a:lstStyle>
          <a:p/>
        </p:txBody>
      </p:sp>
      <p:sp>
        <p:nvSpPr>
          <p:cNvPr id="7464" name="Google Shape;7464;p50"/>
          <p:cNvSpPr txBox="1"/>
          <p:nvPr>
            <p:ph idx="2" type="subTitle"/>
          </p:nvPr>
        </p:nvSpPr>
        <p:spPr>
          <a:xfrm>
            <a:off x="1270650" y="1514375"/>
            <a:ext cx="7020000" cy="29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65" name="Google Shape;7465;p50"/>
          <p:cNvSpPr/>
          <p:nvPr/>
        </p:nvSpPr>
        <p:spPr>
          <a:xfrm>
            <a:off x="8428900" y="1041975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0"/>
                </a:moveTo>
                <a:lnTo>
                  <a:pt x="0" y="25897"/>
                </a:lnTo>
                <a:cubicBezTo>
                  <a:pt x="3176" y="25897"/>
                  <a:pt x="5749" y="23323"/>
                  <a:pt x="5749" y="20147"/>
                </a:cubicBezTo>
                <a:lnTo>
                  <a:pt x="5749" y="5752"/>
                </a:lnTo>
                <a:cubicBezTo>
                  <a:pt x="5749" y="2576"/>
                  <a:pt x="3176" y="0"/>
                  <a:pt x="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66" name="Google Shape;7466;p50"/>
          <p:cNvSpPr/>
          <p:nvPr/>
        </p:nvSpPr>
        <p:spPr>
          <a:xfrm>
            <a:off x="8428900" y="2620900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0"/>
                </a:moveTo>
                <a:lnTo>
                  <a:pt x="0" y="25897"/>
                </a:lnTo>
                <a:cubicBezTo>
                  <a:pt x="3176" y="25897"/>
                  <a:pt x="5749" y="23323"/>
                  <a:pt x="5749" y="20148"/>
                </a:cubicBezTo>
                <a:lnTo>
                  <a:pt x="5749" y="5752"/>
                </a:lnTo>
                <a:cubicBezTo>
                  <a:pt x="5749" y="2577"/>
                  <a:pt x="3176" y="0"/>
                  <a:pt x="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67" name="Google Shape;7467;p50"/>
          <p:cNvSpPr/>
          <p:nvPr/>
        </p:nvSpPr>
        <p:spPr>
          <a:xfrm>
            <a:off x="8428900" y="1811900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0"/>
                </a:moveTo>
                <a:lnTo>
                  <a:pt x="0" y="25897"/>
                </a:lnTo>
                <a:cubicBezTo>
                  <a:pt x="3176" y="25897"/>
                  <a:pt x="5749" y="23320"/>
                  <a:pt x="5749" y="20147"/>
                </a:cubicBezTo>
                <a:lnTo>
                  <a:pt x="5749" y="5749"/>
                </a:lnTo>
                <a:cubicBezTo>
                  <a:pt x="5749" y="2574"/>
                  <a:pt x="3176" y="0"/>
                  <a:pt x="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68" name="Google Shape;7468;p50"/>
          <p:cNvSpPr/>
          <p:nvPr/>
        </p:nvSpPr>
        <p:spPr>
          <a:xfrm>
            <a:off x="8428900" y="3454000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1"/>
                </a:moveTo>
                <a:lnTo>
                  <a:pt x="0" y="25897"/>
                </a:lnTo>
                <a:cubicBezTo>
                  <a:pt x="3176" y="25897"/>
                  <a:pt x="5749" y="23323"/>
                  <a:pt x="5749" y="20148"/>
                </a:cubicBezTo>
                <a:lnTo>
                  <a:pt x="5749" y="5752"/>
                </a:lnTo>
                <a:cubicBezTo>
                  <a:pt x="5749" y="2577"/>
                  <a:pt x="3176" y="1"/>
                  <a:pt x="0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3_1_1">
    <p:bg>
      <p:bgPr>
        <a:solidFill>
          <a:schemeClr val="lt1"/>
        </a:solidFill>
      </p:bgPr>
    </p:bg>
    <p:spTree>
      <p:nvGrpSpPr>
        <p:cNvPr id="7469" name="Shape 7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70" name="Google Shape;7470;p51"/>
          <p:cNvGrpSpPr/>
          <p:nvPr/>
        </p:nvGrpSpPr>
        <p:grpSpPr>
          <a:xfrm>
            <a:off x="0" y="0"/>
            <a:ext cx="9144125" cy="5143391"/>
            <a:chOff x="0" y="0"/>
            <a:chExt cx="9144125" cy="5143391"/>
          </a:xfrm>
        </p:grpSpPr>
        <p:sp>
          <p:nvSpPr>
            <p:cNvPr id="7471" name="Google Shape;7471;p51"/>
            <p:cNvSpPr/>
            <p:nvPr/>
          </p:nvSpPr>
          <p:spPr>
            <a:xfrm>
              <a:off x="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72" name="Google Shape;7472;p51"/>
            <p:cNvSpPr/>
            <p:nvPr/>
          </p:nvSpPr>
          <p:spPr>
            <a:xfrm>
              <a:off x="38100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73" name="Google Shape;7473;p51"/>
            <p:cNvSpPr/>
            <p:nvPr/>
          </p:nvSpPr>
          <p:spPr>
            <a:xfrm>
              <a:off x="76201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74" name="Google Shape;7474;p51"/>
            <p:cNvSpPr/>
            <p:nvPr/>
          </p:nvSpPr>
          <p:spPr>
            <a:xfrm>
              <a:off x="114301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75" name="Google Shape;7475;p51"/>
            <p:cNvSpPr/>
            <p:nvPr/>
          </p:nvSpPr>
          <p:spPr>
            <a:xfrm>
              <a:off x="152402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76" name="Google Shape;7476;p51"/>
            <p:cNvSpPr/>
            <p:nvPr/>
          </p:nvSpPr>
          <p:spPr>
            <a:xfrm>
              <a:off x="190502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77" name="Google Shape;7477;p51"/>
            <p:cNvSpPr/>
            <p:nvPr/>
          </p:nvSpPr>
          <p:spPr>
            <a:xfrm>
              <a:off x="228603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78" name="Google Shape;7478;p51"/>
            <p:cNvSpPr/>
            <p:nvPr/>
          </p:nvSpPr>
          <p:spPr>
            <a:xfrm>
              <a:off x="266703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79" name="Google Shape;7479;p51"/>
            <p:cNvSpPr/>
            <p:nvPr/>
          </p:nvSpPr>
          <p:spPr>
            <a:xfrm>
              <a:off x="304804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80" name="Google Shape;7480;p51"/>
            <p:cNvSpPr/>
            <p:nvPr/>
          </p:nvSpPr>
          <p:spPr>
            <a:xfrm>
              <a:off x="342904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81" name="Google Shape;7481;p51"/>
            <p:cNvSpPr/>
            <p:nvPr/>
          </p:nvSpPr>
          <p:spPr>
            <a:xfrm>
              <a:off x="381005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82" name="Google Shape;7482;p51"/>
            <p:cNvSpPr/>
            <p:nvPr/>
          </p:nvSpPr>
          <p:spPr>
            <a:xfrm>
              <a:off x="419105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83" name="Google Shape;7483;p51"/>
            <p:cNvSpPr/>
            <p:nvPr/>
          </p:nvSpPr>
          <p:spPr>
            <a:xfrm>
              <a:off x="457206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84" name="Google Shape;7484;p51"/>
            <p:cNvSpPr/>
            <p:nvPr/>
          </p:nvSpPr>
          <p:spPr>
            <a:xfrm>
              <a:off x="495306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85" name="Google Shape;7485;p51"/>
            <p:cNvSpPr/>
            <p:nvPr/>
          </p:nvSpPr>
          <p:spPr>
            <a:xfrm>
              <a:off x="533407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86" name="Google Shape;7486;p51"/>
            <p:cNvSpPr/>
            <p:nvPr/>
          </p:nvSpPr>
          <p:spPr>
            <a:xfrm>
              <a:off x="571507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87" name="Google Shape;7487;p51"/>
            <p:cNvSpPr/>
            <p:nvPr/>
          </p:nvSpPr>
          <p:spPr>
            <a:xfrm>
              <a:off x="609608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88" name="Google Shape;7488;p51"/>
            <p:cNvSpPr/>
            <p:nvPr/>
          </p:nvSpPr>
          <p:spPr>
            <a:xfrm>
              <a:off x="647708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89" name="Google Shape;7489;p51"/>
            <p:cNvSpPr/>
            <p:nvPr/>
          </p:nvSpPr>
          <p:spPr>
            <a:xfrm>
              <a:off x="685809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90" name="Google Shape;7490;p51"/>
            <p:cNvSpPr/>
            <p:nvPr/>
          </p:nvSpPr>
          <p:spPr>
            <a:xfrm>
              <a:off x="723909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91" name="Google Shape;7491;p51"/>
            <p:cNvSpPr/>
            <p:nvPr/>
          </p:nvSpPr>
          <p:spPr>
            <a:xfrm>
              <a:off x="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92" name="Google Shape;7492;p51"/>
            <p:cNvSpPr/>
            <p:nvPr/>
          </p:nvSpPr>
          <p:spPr>
            <a:xfrm>
              <a:off x="38100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93" name="Google Shape;7493;p51"/>
            <p:cNvSpPr/>
            <p:nvPr/>
          </p:nvSpPr>
          <p:spPr>
            <a:xfrm>
              <a:off x="76201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94" name="Google Shape;7494;p51"/>
            <p:cNvSpPr/>
            <p:nvPr/>
          </p:nvSpPr>
          <p:spPr>
            <a:xfrm>
              <a:off x="114301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95" name="Google Shape;7495;p51"/>
            <p:cNvSpPr/>
            <p:nvPr/>
          </p:nvSpPr>
          <p:spPr>
            <a:xfrm>
              <a:off x="152402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96" name="Google Shape;7496;p51"/>
            <p:cNvSpPr/>
            <p:nvPr/>
          </p:nvSpPr>
          <p:spPr>
            <a:xfrm>
              <a:off x="190502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97" name="Google Shape;7497;p51"/>
            <p:cNvSpPr/>
            <p:nvPr/>
          </p:nvSpPr>
          <p:spPr>
            <a:xfrm>
              <a:off x="228603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98" name="Google Shape;7498;p51"/>
            <p:cNvSpPr/>
            <p:nvPr/>
          </p:nvSpPr>
          <p:spPr>
            <a:xfrm>
              <a:off x="266703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99" name="Google Shape;7499;p51"/>
            <p:cNvSpPr/>
            <p:nvPr/>
          </p:nvSpPr>
          <p:spPr>
            <a:xfrm>
              <a:off x="304804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00" name="Google Shape;7500;p51"/>
            <p:cNvSpPr/>
            <p:nvPr/>
          </p:nvSpPr>
          <p:spPr>
            <a:xfrm>
              <a:off x="342904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01" name="Google Shape;7501;p51"/>
            <p:cNvSpPr/>
            <p:nvPr/>
          </p:nvSpPr>
          <p:spPr>
            <a:xfrm>
              <a:off x="381005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02" name="Google Shape;7502;p51"/>
            <p:cNvSpPr/>
            <p:nvPr/>
          </p:nvSpPr>
          <p:spPr>
            <a:xfrm>
              <a:off x="419105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03" name="Google Shape;7503;p51"/>
            <p:cNvSpPr/>
            <p:nvPr/>
          </p:nvSpPr>
          <p:spPr>
            <a:xfrm>
              <a:off x="457206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04" name="Google Shape;7504;p51"/>
            <p:cNvSpPr/>
            <p:nvPr/>
          </p:nvSpPr>
          <p:spPr>
            <a:xfrm>
              <a:off x="495306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05" name="Google Shape;7505;p51"/>
            <p:cNvSpPr/>
            <p:nvPr/>
          </p:nvSpPr>
          <p:spPr>
            <a:xfrm>
              <a:off x="533407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06" name="Google Shape;7506;p51"/>
            <p:cNvSpPr/>
            <p:nvPr/>
          </p:nvSpPr>
          <p:spPr>
            <a:xfrm>
              <a:off x="571507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07" name="Google Shape;7507;p51"/>
            <p:cNvSpPr/>
            <p:nvPr/>
          </p:nvSpPr>
          <p:spPr>
            <a:xfrm>
              <a:off x="609608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08" name="Google Shape;7508;p51"/>
            <p:cNvSpPr/>
            <p:nvPr/>
          </p:nvSpPr>
          <p:spPr>
            <a:xfrm>
              <a:off x="647708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09" name="Google Shape;7509;p51"/>
            <p:cNvSpPr/>
            <p:nvPr/>
          </p:nvSpPr>
          <p:spPr>
            <a:xfrm>
              <a:off x="685809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10" name="Google Shape;7510;p51"/>
            <p:cNvSpPr/>
            <p:nvPr/>
          </p:nvSpPr>
          <p:spPr>
            <a:xfrm>
              <a:off x="723909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11" name="Google Shape;7511;p51"/>
            <p:cNvSpPr/>
            <p:nvPr/>
          </p:nvSpPr>
          <p:spPr>
            <a:xfrm>
              <a:off x="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12" name="Google Shape;7512;p51"/>
            <p:cNvSpPr/>
            <p:nvPr/>
          </p:nvSpPr>
          <p:spPr>
            <a:xfrm>
              <a:off x="38100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13" name="Google Shape;7513;p51"/>
            <p:cNvSpPr/>
            <p:nvPr/>
          </p:nvSpPr>
          <p:spPr>
            <a:xfrm>
              <a:off x="76201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14" name="Google Shape;7514;p51"/>
            <p:cNvSpPr/>
            <p:nvPr/>
          </p:nvSpPr>
          <p:spPr>
            <a:xfrm>
              <a:off x="114301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15" name="Google Shape;7515;p51"/>
            <p:cNvSpPr/>
            <p:nvPr/>
          </p:nvSpPr>
          <p:spPr>
            <a:xfrm>
              <a:off x="152402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16" name="Google Shape;7516;p51"/>
            <p:cNvSpPr/>
            <p:nvPr/>
          </p:nvSpPr>
          <p:spPr>
            <a:xfrm>
              <a:off x="190502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17" name="Google Shape;7517;p51"/>
            <p:cNvSpPr/>
            <p:nvPr/>
          </p:nvSpPr>
          <p:spPr>
            <a:xfrm>
              <a:off x="228603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18" name="Google Shape;7518;p51"/>
            <p:cNvSpPr/>
            <p:nvPr/>
          </p:nvSpPr>
          <p:spPr>
            <a:xfrm>
              <a:off x="266703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19" name="Google Shape;7519;p51"/>
            <p:cNvSpPr/>
            <p:nvPr/>
          </p:nvSpPr>
          <p:spPr>
            <a:xfrm>
              <a:off x="304804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20" name="Google Shape;7520;p51"/>
            <p:cNvSpPr/>
            <p:nvPr/>
          </p:nvSpPr>
          <p:spPr>
            <a:xfrm>
              <a:off x="342904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21" name="Google Shape;7521;p51"/>
            <p:cNvSpPr/>
            <p:nvPr/>
          </p:nvSpPr>
          <p:spPr>
            <a:xfrm>
              <a:off x="381005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22" name="Google Shape;7522;p51"/>
            <p:cNvSpPr/>
            <p:nvPr/>
          </p:nvSpPr>
          <p:spPr>
            <a:xfrm>
              <a:off x="419105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23" name="Google Shape;7523;p51"/>
            <p:cNvSpPr/>
            <p:nvPr/>
          </p:nvSpPr>
          <p:spPr>
            <a:xfrm>
              <a:off x="457206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24" name="Google Shape;7524;p51"/>
            <p:cNvSpPr/>
            <p:nvPr/>
          </p:nvSpPr>
          <p:spPr>
            <a:xfrm>
              <a:off x="495306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25" name="Google Shape;7525;p51"/>
            <p:cNvSpPr/>
            <p:nvPr/>
          </p:nvSpPr>
          <p:spPr>
            <a:xfrm>
              <a:off x="533407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26" name="Google Shape;7526;p51"/>
            <p:cNvSpPr/>
            <p:nvPr/>
          </p:nvSpPr>
          <p:spPr>
            <a:xfrm>
              <a:off x="571507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27" name="Google Shape;7527;p51"/>
            <p:cNvSpPr/>
            <p:nvPr/>
          </p:nvSpPr>
          <p:spPr>
            <a:xfrm>
              <a:off x="609608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28" name="Google Shape;7528;p51"/>
            <p:cNvSpPr/>
            <p:nvPr/>
          </p:nvSpPr>
          <p:spPr>
            <a:xfrm>
              <a:off x="647708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29" name="Google Shape;7529;p51"/>
            <p:cNvSpPr/>
            <p:nvPr/>
          </p:nvSpPr>
          <p:spPr>
            <a:xfrm>
              <a:off x="685809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30" name="Google Shape;7530;p51"/>
            <p:cNvSpPr/>
            <p:nvPr/>
          </p:nvSpPr>
          <p:spPr>
            <a:xfrm>
              <a:off x="723909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31" name="Google Shape;7531;p51"/>
            <p:cNvSpPr/>
            <p:nvPr/>
          </p:nvSpPr>
          <p:spPr>
            <a:xfrm>
              <a:off x="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32" name="Google Shape;7532;p51"/>
            <p:cNvSpPr/>
            <p:nvPr/>
          </p:nvSpPr>
          <p:spPr>
            <a:xfrm>
              <a:off x="38100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33" name="Google Shape;7533;p51"/>
            <p:cNvSpPr/>
            <p:nvPr/>
          </p:nvSpPr>
          <p:spPr>
            <a:xfrm>
              <a:off x="76201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34" name="Google Shape;7534;p51"/>
            <p:cNvSpPr/>
            <p:nvPr/>
          </p:nvSpPr>
          <p:spPr>
            <a:xfrm>
              <a:off x="114301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35" name="Google Shape;7535;p51"/>
            <p:cNvSpPr/>
            <p:nvPr/>
          </p:nvSpPr>
          <p:spPr>
            <a:xfrm>
              <a:off x="152402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36" name="Google Shape;7536;p51"/>
            <p:cNvSpPr/>
            <p:nvPr/>
          </p:nvSpPr>
          <p:spPr>
            <a:xfrm>
              <a:off x="190502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37" name="Google Shape;7537;p51"/>
            <p:cNvSpPr/>
            <p:nvPr/>
          </p:nvSpPr>
          <p:spPr>
            <a:xfrm>
              <a:off x="228603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38" name="Google Shape;7538;p51"/>
            <p:cNvSpPr/>
            <p:nvPr/>
          </p:nvSpPr>
          <p:spPr>
            <a:xfrm>
              <a:off x="266703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39" name="Google Shape;7539;p51"/>
            <p:cNvSpPr/>
            <p:nvPr/>
          </p:nvSpPr>
          <p:spPr>
            <a:xfrm>
              <a:off x="304804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40" name="Google Shape;7540;p51"/>
            <p:cNvSpPr/>
            <p:nvPr/>
          </p:nvSpPr>
          <p:spPr>
            <a:xfrm>
              <a:off x="342904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41" name="Google Shape;7541;p51"/>
            <p:cNvSpPr/>
            <p:nvPr/>
          </p:nvSpPr>
          <p:spPr>
            <a:xfrm>
              <a:off x="381005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42" name="Google Shape;7542;p51"/>
            <p:cNvSpPr/>
            <p:nvPr/>
          </p:nvSpPr>
          <p:spPr>
            <a:xfrm>
              <a:off x="419105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43" name="Google Shape;7543;p51"/>
            <p:cNvSpPr/>
            <p:nvPr/>
          </p:nvSpPr>
          <p:spPr>
            <a:xfrm>
              <a:off x="457206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44" name="Google Shape;7544;p51"/>
            <p:cNvSpPr/>
            <p:nvPr/>
          </p:nvSpPr>
          <p:spPr>
            <a:xfrm>
              <a:off x="495306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45" name="Google Shape;7545;p51"/>
            <p:cNvSpPr/>
            <p:nvPr/>
          </p:nvSpPr>
          <p:spPr>
            <a:xfrm>
              <a:off x="533407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46" name="Google Shape;7546;p51"/>
            <p:cNvSpPr/>
            <p:nvPr/>
          </p:nvSpPr>
          <p:spPr>
            <a:xfrm>
              <a:off x="571507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47" name="Google Shape;7547;p51"/>
            <p:cNvSpPr/>
            <p:nvPr/>
          </p:nvSpPr>
          <p:spPr>
            <a:xfrm>
              <a:off x="609608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48" name="Google Shape;7548;p51"/>
            <p:cNvSpPr/>
            <p:nvPr/>
          </p:nvSpPr>
          <p:spPr>
            <a:xfrm>
              <a:off x="647708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49" name="Google Shape;7549;p51"/>
            <p:cNvSpPr/>
            <p:nvPr/>
          </p:nvSpPr>
          <p:spPr>
            <a:xfrm>
              <a:off x="685809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50" name="Google Shape;7550;p51"/>
            <p:cNvSpPr/>
            <p:nvPr/>
          </p:nvSpPr>
          <p:spPr>
            <a:xfrm>
              <a:off x="723909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51" name="Google Shape;7551;p51"/>
            <p:cNvSpPr/>
            <p:nvPr/>
          </p:nvSpPr>
          <p:spPr>
            <a:xfrm>
              <a:off x="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52" name="Google Shape;7552;p51"/>
            <p:cNvSpPr/>
            <p:nvPr/>
          </p:nvSpPr>
          <p:spPr>
            <a:xfrm>
              <a:off x="38100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53" name="Google Shape;7553;p51"/>
            <p:cNvSpPr/>
            <p:nvPr/>
          </p:nvSpPr>
          <p:spPr>
            <a:xfrm>
              <a:off x="76201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54" name="Google Shape;7554;p51"/>
            <p:cNvSpPr/>
            <p:nvPr/>
          </p:nvSpPr>
          <p:spPr>
            <a:xfrm>
              <a:off x="114301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55" name="Google Shape;7555;p51"/>
            <p:cNvSpPr/>
            <p:nvPr/>
          </p:nvSpPr>
          <p:spPr>
            <a:xfrm>
              <a:off x="152402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56" name="Google Shape;7556;p51"/>
            <p:cNvSpPr/>
            <p:nvPr/>
          </p:nvSpPr>
          <p:spPr>
            <a:xfrm>
              <a:off x="190502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57" name="Google Shape;7557;p51"/>
            <p:cNvSpPr/>
            <p:nvPr/>
          </p:nvSpPr>
          <p:spPr>
            <a:xfrm>
              <a:off x="228603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58" name="Google Shape;7558;p51"/>
            <p:cNvSpPr/>
            <p:nvPr/>
          </p:nvSpPr>
          <p:spPr>
            <a:xfrm>
              <a:off x="266703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59" name="Google Shape;7559;p51"/>
            <p:cNvSpPr/>
            <p:nvPr/>
          </p:nvSpPr>
          <p:spPr>
            <a:xfrm>
              <a:off x="304804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60" name="Google Shape;7560;p51"/>
            <p:cNvSpPr/>
            <p:nvPr/>
          </p:nvSpPr>
          <p:spPr>
            <a:xfrm>
              <a:off x="342904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61" name="Google Shape;7561;p51"/>
            <p:cNvSpPr/>
            <p:nvPr/>
          </p:nvSpPr>
          <p:spPr>
            <a:xfrm>
              <a:off x="381005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62" name="Google Shape;7562;p51"/>
            <p:cNvSpPr/>
            <p:nvPr/>
          </p:nvSpPr>
          <p:spPr>
            <a:xfrm>
              <a:off x="419105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63" name="Google Shape;7563;p51"/>
            <p:cNvSpPr/>
            <p:nvPr/>
          </p:nvSpPr>
          <p:spPr>
            <a:xfrm>
              <a:off x="457206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64" name="Google Shape;7564;p51"/>
            <p:cNvSpPr/>
            <p:nvPr/>
          </p:nvSpPr>
          <p:spPr>
            <a:xfrm>
              <a:off x="495306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65" name="Google Shape;7565;p51"/>
            <p:cNvSpPr/>
            <p:nvPr/>
          </p:nvSpPr>
          <p:spPr>
            <a:xfrm>
              <a:off x="533407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66" name="Google Shape;7566;p51"/>
            <p:cNvSpPr/>
            <p:nvPr/>
          </p:nvSpPr>
          <p:spPr>
            <a:xfrm>
              <a:off x="571507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67" name="Google Shape;7567;p51"/>
            <p:cNvSpPr/>
            <p:nvPr/>
          </p:nvSpPr>
          <p:spPr>
            <a:xfrm>
              <a:off x="609608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68" name="Google Shape;7568;p51"/>
            <p:cNvSpPr/>
            <p:nvPr/>
          </p:nvSpPr>
          <p:spPr>
            <a:xfrm>
              <a:off x="647708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69" name="Google Shape;7569;p51"/>
            <p:cNvSpPr/>
            <p:nvPr/>
          </p:nvSpPr>
          <p:spPr>
            <a:xfrm>
              <a:off x="685809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70" name="Google Shape;7570;p51"/>
            <p:cNvSpPr/>
            <p:nvPr/>
          </p:nvSpPr>
          <p:spPr>
            <a:xfrm>
              <a:off x="723909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71" name="Google Shape;7571;p51"/>
            <p:cNvSpPr/>
            <p:nvPr/>
          </p:nvSpPr>
          <p:spPr>
            <a:xfrm>
              <a:off x="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72" name="Google Shape;7572;p51"/>
            <p:cNvSpPr/>
            <p:nvPr/>
          </p:nvSpPr>
          <p:spPr>
            <a:xfrm>
              <a:off x="38100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73" name="Google Shape;7573;p51"/>
            <p:cNvSpPr/>
            <p:nvPr/>
          </p:nvSpPr>
          <p:spPr>
            <a:xfrm>
              <a:off x="76201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74" name="Google Shape;7574;p51"/>
            <p:cNvSpPr/>
            <p:nvPr/>
          </p:nvSpPr>
          <p:spPr>
            <a:xfrm>
              <a:off x="114301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75" name="Google Shape;7575;p51"/>
            <p:cNvSpPr/>
            <p:nvPr/>
          </p:nvSpPr>
          <p:spPr>
            <a:xfrm>
              <a:off x="152402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76" name="Google Shape;7576;p51"/>
            <p:cNvSpPr/>
            <p:nvPr/>
          </p:nvSpPr>
          <p:spPr>
            <a:xfrm>
              <a:off x="190502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77" name="Google Shape;7577;p51"/>
            <p:cNvSpPr/>
            <p:nvPr/>
          </p:nvSpPr>
          <p:spPr>
            <a:xfrm>
              <a:off x="228603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78" name="Google Shape;7578;p51"/>
            <p:cNvSpPr/>
            <p:nvPr/>
          </p:nvSpPr>
          <p:spPr>
            <a:xfrm>
              <a:off x="266703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79" name="Google Shape;7579;p51"/>
            <p:cNvSpPr/>
            <p:nvPr/>
          </p:nvSpPr>
          <p:spPr>
            <a:xfrm>
              <a:off x="304804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80" name="Google Shape;7580;p51"/>
            <p:cNvSpPr/>
            <p:nvPr/>
          </p:nvSpPr>
          <p:spPr>
            <a:xfrm>
              <a:off x="342904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81" name="Google Shape;7581;p51"/>
            <p:cNvSpPr/>
            <p:nvPr/>
          </p:nvSpPr>
          <p:spPr>
            <a:xfrm>
              <a:off x="381005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82" name="Google Shape;7582;p51"/>
            <p:cNvSpPr/>
            <p:nvPr/>
          </p:nvSpPr>
          <p:spPr>
            <a:xfrm>
              <a:off x="419105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83" name="Google Shape;7583;p51"/>
            <p:cNvSpPr/>
            <p:nvPr/>
          </p:nvSpPr>
          <p:spPr>
            <a:xfrm>
              <a:off x="457206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84" name="Google Shape;7584;p51"/>
            <p:cNvSpPr/>
            <p:nvPr/>
          </p:nvSpPr>
          <p:spPr>
            <a:xfrm>
              <a:off x="495306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85" name="Google Shape;7585;p51"/>
            <p:cNvSpPr/>
            <p:nvPr/>
          </p:nvSpPr>
          <p:spPr>
            <a:xfrm>
              <a:off x="533407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86" name="Google Shape;7586;p51"/>
            <p:cNvSpPr/>
            <p:nvPr/>
          </p:nvSpPr>
          <p:spPr>
            <a:xfrm>
              <a:off x="571507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87" name="Google Shape;7587;p51"/>
            <p:cNvSpPr/>
            <p:nvPr/>
          </p:nvSpPr>
          <p:spPr>
            <a:xfrm>
              <a:off x="609608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88" name="Google Shape;7588;p51"/>
            <p:cNvSpPr/>
            <p:nvPr/>
          </p:nvSpPr>
          <p:spPr>
            <a:xfrm>
              <a:off x="647708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89" name="Google Shape;7589;p51"/>
            <p:cNvSpPr/>
            <p:nvPr/>
          </p:nvSpPr>
          <p:spPr>
            <a:xfrm>
              <a:off x="685809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90" name="Google Shape;7590;p51"/>
            <p:cNvSpPr/>
            <p:nvPr/>
          </p:nvSpPr>
          <p:spPr>
            <a:xfrm>
              <a:off x="723909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91" name="Google Shape;7591;p51"/>
            <p:cNvSpPr/>
            <p:nvPr/>
          </p:nvSpPr>
          <p:spPr>
            <a:xfrm>
              <a:off x="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92" name="Google Shape;7592;p51"/>
            <p:cNvSpPr/>
            <p:nvPr/>
          </p:nvSpPr>
          <p:spPr>
            <a:xfrm>
              <a:off x="38100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93" name="Google Shape;7593;p51"/>
            <p:cNvSpPr/>
            <p:nvPr/>
          </p:nvSpPr>
          <p:spPr>
            <a:xfrm>
              <a:off x="76201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94" name="Google Shape;7594;p51"/>
            <p:cNvSpPr/>
            <p:nvPr/>
          </p:nvSpPr>
          <p:spPr>
            <a:xfrm>
              <a:off x="114301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95" name="Google Shape;7595;p51"/>
            <p:cNvSpPr/>
            <p:nvPr/>
          </p:nvSpPr>
          <p:spPr>
            <a:xfrm>
              <a:off x="152402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96" name="Google Shape;7596;p51"/>
            <p:cNvSpPr/>
            <p:nvPr/>
          </p:nvSpPr>
          <p:spPr>
            <a:xfrm>
              <a:off x="190502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97" name="Google Shape;7597;p51"/>
            <p:cNvSpPr/>
            <p:nvPr/>
          </p:nvSpPr>
          <p:spPr>
            <a:xfrm>
              <a:off x="228603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98" name="Google Shape;7598;p51"/>
            <p:cNvSpPr/>
            <p:nvPr/>
          </p:nvSpPr>
          <p:spPr>
            <a:xfrm>
              <a:off x="266703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99" name="Google Shape;7599;p51"/>
            <p:cNvSpPr/>
            <p:nvPr/>
          </p:nvSpPr>
          <p:spPr>
            <a:xfrm>
              <a:off x="304804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00" name="Google Shape;7600;p51"/>
            <p:cNvSpPr/>
            <p:nvPr/>
          </p:nvSpPr>
          <p:spPr>
            <a:xfrm>
              <a:off x="342904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01" name="Google Shape;7601;p51"/>
            <p:cNvSpPr/>
            <p:nvPr/>
          </p:nvSpPr>
          <p:spPr>
            <a:xfrm>
              <a:off x="381005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02" name="Google Shape;7602;p51"/>
            <p:cNvSpPr/>
            <p:nvPr/>
          </p:nvSpPr>
          <p:spPr>
            <a:xfrm>
              <a:off x="419105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03" name="Google Shape;7603;p51"/>
            <p:cNvSpPr/>
            <p:nvPr/>
          </p:nvSpPr>
          <p:spPr>
            <a:xfrm>
              <a:off x="457206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04" name="Google Shape;7604;p51"/>
            <p:cNvSpPr/>
            <p:nvPr/>
          </p:nvSpPr>
          <p:spPr>
            <a:xfrm>
              <a:off x="495306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05" name="Google Shape;7605;p51"/>
            <p:cNvSpPr/>
            <p:nvPr/>
          </p:nvSpPr>
          <p:spPr>
            <a:xfrm>
              <a:off x="533407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06" name="Google Shape;7606;p51"/>
            <p:cNvSpPr/>
            <p:nvPr/>
          </p:nvSpPr>
          <p:spPr>
            <a:xfrm>
              <a:off x="571507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07" name="Google Shape;7607;p51"/>
            <p:cNvSpPr/>
            <p:nvPr/>
          </p:nvSpPr>
          <p:spPr>
            <a:xfrm>
              <a:off x="609608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08" name="Google Shape;7608;p51"/>
            <p:cNvSpPr/>
            <p:nvPr/>
          </p:nvSpPr>
          <p:spPr>
            <a:xfrm>
              <a:off x="647708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09" name="Google Shape;7609;p51"/>
            <p:cNvSpPr/>
            <p:nvPr/>
          </p:nvSpPr>
          <p:spPr>
            <a:xfrm>
              <a:off x="685809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10" name="Google Shape;7610;p51"/>
            <p:cNvSpPr/>
            <p:nvPr/>
          </p:nvSpPr>
          <p:spPr>
            <a:xfrm>
              <a:off x="723909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11" name="Google Shape;7611;p51"/>
            <p:cNvSpPr/>
            <p:nvPr/>
          </p:nvSpPr>
          <p:spPr>
            <a:xfrm>
              <a:off x="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12" name="Google Shape;7612;p51"/>
            <p:cNvSpPr/>
            <p:nvPr/>
          </p:nvSpPr>
          <p:spPr>
            <a:xfrm>
              <a:off x="38100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13" name="Google Shape;7613;p51"/>
            <p:cNvSpPr/>
            <p:nvPr/>
          </p:nvSpPr>
          <p:spPr>
            <a:xfrm>
              <a:off x="76201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14" name="Google Shape;7614;p51"/>
            <p:cNvSpPr/>
            <p:nvPr/>
          </p:nvSpPr>
          <p:spPr>
            <a:xfrm>
              <a:off x="114301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15" name="Google Shape;7615;p51"/>
            <p:cNvSpPr/>
            <p:nvPr/>
          </p:nvSpPr>
          <p:spPr>
            <a:xfrm>
              <a:off x="152402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16" name="Google Shape;7616;p51"/>
            <p:cNvSpPr/>
            <p:nvPr/>
          </p:nvSpPr>
          <p:spPr>
            <a:xfrm>
              <a:off x="190502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17" name="Google Shape;7617;p51"/>
            <p:cNvSpPr/>
            <p:nvPr/>
          </p:nvSpPr>
          <p:spPr>
            <a:xfrm>
              <a:off x="228603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18" name="Google Shape;7618;p51"/>
            <p:cNvSpPr/>
            <p:nvPr/>
          </p:nvSpPr>
          <p:spPr>
            <a:xfrm>
              <a:off x="266703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19" name="Google Shape;7619;p51"/>
            <p:cNvSpPr/>
            <p:nvPr/>
          </p:nvSpPr>
          <p:spPr>
            <a:xfrm>
              <a:off x="304804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20" name="Google Shape;7620;p51"/>
            <p:cNvSpPr/>
            <p:nvPr/>
          </p:nvSpPr>
          <p:spPr>
            <a:xfrm>
              <a:off x="342904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21" name="Google Shape;7621;p51"/>
            <p:cNvSpPr/>
            <p:nvPr/>
          </p:nvSpPr>
          <p:spPr>
            <a:xfrm>
              <a:off x="381005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22" name="Google Shape;7622;p51"/>
            <p:cNvSpPr/>
            <p:nvPr/>
          </p:nvSpPr>
          <p:spPr>
            <a:xfrm>
              <a:off x="419105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23" name="Google Shape;7623;p51"/>
            <p:cNvSpPr/>
            <p:nvPr/>
          </p:nvSpPr>
          <p:spPr>
            <a:xfrm>
              <a:off x="457206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24" name="Google Shape;7624;p51"/>
            <p:cNvSpPr/>
            <p:nvPr/>
          </p:nvSpPr>
          <p:spPr>
            <a:xfrm>
              <a:off x="495306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25" name="Google Shape;7625;p51"/>
            <p:cNvSpPr/>
            <p:nvPr/>
          </p:nvSpPr>
          <p:spPr>
            <a:xfrm>
              <a:off x="533407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26" name="Google Shape;7626;p51"/>
            <p:cNvSpPr/>
            <p:nvPr/>
          </p:nvSpPr>
          <p:spPr>
            <a:xfrm>
              <a:off x="571507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27" name="Google Shape;7627;p51"/>
            <p:cNvSpPr/>
            <p:nvPr/>
          </p:nvSpPr>
          <p:spPr>
            <a:xfrm>
              <a:off x="609608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28" name="Google Shape;7628;p51"/>
            <p:cNvSpPr/>
            <p:nvPr/>
          </p:nvSpPr>
          <p:spPr>
            <a:xfrm>
              <a:off x="647708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29" name="Google Shape;7629;p51"/>
            <p:cNvSpPr/>
            <p:nvPr/>
          </p:nvSpPr>
          <p:spPr>
            <a:xfrm>
              <a:off x="685809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30" name="Google Shape;7630;p51"/>
            <p:cNvSpPr/>
            <p:nvPr/>
          </p:nvSpPr>
          <p:spPr>
            <a:xfrm>
              <a:off x="723909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31" name="Google Shape;7631;p51"/>
            <p:cNvSpPr/>
            <p:nvPr/>
          </p:nvSpPr>
          <p:spPr>
            <a:xfrm>
              <a:off x="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32" name="Google Shape;7632;p51"/>
            <p:cNvSpPr/>
            <p:nvPr/>
          </p:nvSpPr>
          <p:spPr>
            <a:xfrm>
              <a:off x="38100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33" name="Google Shape;7633;p51"/>
            <p:cNvSpPr/>
            <p:nvPr/>
          </p:nvSpPr>
          <p:spPr>
            <a:xfrm>
              <a:off x="76201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34" name="Google Shape;7634;p51"/>
            <p:cNvSpPr/>
            <p:nvPr/>
          </p:nvSpPr>
          <p:spPr>
            <a:xfrm>
              <a:off x="114301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35" name="Google Shape;7635;p51"/>
            <p:cNvSpPr/>
            <p:nvPr/>
          </p:nvSpPr>
          <p:spPr>
            <a:xfrm>
              <a:off x="152402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36" name="Google Shape;7636;p51"/>
            <p:cNvSpPr/>
            <p:nvPr/>
          </p:nvSpPr>
          <p:spPr>
            <a:xfrm>
              <a:off x="190502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37" name="Google Shape;7637;p51"/>
            <p:cNvSpPr/>
            <p:nvPr/>
          </p:nvSpPr>
          <p:spPr>
            <a:xfrm>
              <a:off x="228603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38" name="Google Shape;7638;p51"/>
            <p:cNvSpPr/>
            <p:nvPr/>
          </p:nvSpPr>
          <p:spPr>
            <a:xfrm>
              <a:off x="266703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39" name="Google Shape;7639;p51"/>
            <p:cNvSpPr/>
            <p:nvPr/>
          </p:nvSpPr>
          <p:spPr>
            <a:xfrm>
              <a:off x="304804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40" name="Google Shape;7640;p51"/>
            <p:cNvSpPr/>
            <p:nvPr/>
          </p:nvSpPr>
          <p:spPr>
            <a:xfrm>
              <a:off x="342904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41" name="Google Shape;7641;p51"/>
            <p:cNvSpPr/>
            <p:nvPr/>
          </p:nvSpPr>
          <p:spPr>
            <a:xfrm>
              <a:off x="381005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42" name="Google Shape;7642;p51"/>
            <p:cNvSpPr/>
            <p:nvPr/>
          </p:nvSpPr>
          <p:spPr>
            <a:xfrm>
              <a:off x="419105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43" name="Google Shape;7643;p51"/>
            <p:cNvSpPr/>
            <p:nvPr/>
          </p:nvSpPr>
          <p:spPr>
            <a:xfrm>
              <a:off x="457206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44" name="Google Shape;7644;p51"/>
            <p:cNvSpPr/>
            <p:nvPr/>
          </p:nvSpPr>
          <p:spPr>
            <a:xfrm>
              <a:off x="495306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45" name="Google Shape;7645;p51"/>
            <p:cNvSpPr/>
            <p:nvPr/>
          </p:nvSpPr>
          <p:spPr>
            <a:xfrm>
              <a:off x="533407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46" name="Google Shape;7646;p51"/>
            <p:cNvSpPr/>
            <p:nvPr/>
          </p:nvSpPr>
          <p:spPr>
            <a:xfrm>
              <a:off x="571507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47" name="Google Shape;7647;p51"/>
            <p:cNvSpPr/>
            <p:nvPr/>
          </p:nvSpPr>
          <p:spPr>
            <a:xfrm>
              <a:off x="609608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48" name="Google Shape;7648;p51"/>
            <p:cNvSpPr/>
            <p:nvPr/>
          </p:nvSpPr>
          <p:spPr>
            <a:xfrm>
              <a:off x="647708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49" name="Google Shape;7649;p51"/>
            <p:cNvSpPr/>
            <p:nvPr/>
          </p:nvSpPr>
          <p:spPr>
            <a:xfrm>
              <a:off x="685809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50" name="Google Shape;7650;p51"/>
            <p:cNvSpPr/>
            <p:nvPr/>
          </p:nvSpPr>
          <p:spPr>
            <a:xfrm>
              <a:off x="723909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51" name="Google Shape;7651;p51"/>
            <p:cNvSpPr/>
            <p:nvPr/>
          </p:nvSpPr>
          <p:spPr>
            <a:xfrm>
              <a:off x="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52" name="Google Shape;7652;p51"/>
            <p:cNvSpPr/>
            <p:nvPr/>
          </p:nvSpPr>
          <p:spPr>
            <a:xfrm>
              <a:off x="38100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53" name="Google Shape;7653;p51"/>
            <p:cNvSpPr/>
            <p:nvPr/>
          </p:nvSpPr>
          <p:spPr>
            <a:xfrm>
              <a:off x="76201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54" name="Google Shape;7654;p51"/>
            <p:cNvSpPr/>
            <p:nvPr/>
          </p:nvSpPr>
          <p:spPr>
            <a:xfrm>
              <a:off x="114301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55" name="Google Shape;7655;p51"/>
            <p:cNvSpPr/>
            <p:nvPr/>
          </p:nvSpPr>
          <p:spPr>
            <a:xfrm>
              <a:off x="152402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56" name="Google Shape;7656;p51"/>
            <p:cNvSpPr/>
            <p:nvPr/>
          </p:nvSpPr>
          <p:spPr>
            <a:xfrm>
              <a:off x="190502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57" name="Google Shape;7657;p51"/>
            <p:cNvSpPr/>
            <p:nvPr/>
          </p:nvSpPr>
          <p:spPr>
            <a:xfrm>
              <a:off x="228603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58" name="Google Shape;7658;p51"/>
            <p:cNvSpPr/>
            <p:nvPr/>
          </p:nvSpPr>
          <p:spPr>
            <a:xfrm>
              <a:off x="266703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59" name="Google Shape;7659;p51"/>
            <p:cNvSpPr/>
            <p:nvPr/>
          </p:nvSpPr>
          <p:spPr>
            <a:xfrm>
              <a:off x="304804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60" name="Google Shape;7660;p51"/>
            <p:cNvSpPr/>
            <p:nvPr/>
          </p:nvSpPr>
          <p:spPr>
            <a:xfrm>
              <a:off x="342904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61" name="Google Shape;7661;p51"/>
            <p:cNvSpPr/>
            <p:nvPr/>
          </p:nvSpPr>
          <p:spPr>
            <a:xfrm>
              <a:off x="381005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62" name="Google Shape;7662;p51"/>
            <p:cNvSpPr/>
            <p:nvPr/>
          </p:nvSpPr>
          <p:spPr>
            <a:xfrm>
              <a:off x="419105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63" name="Google Shape;7663;p51"/>
            <p:cNvSpPr/>
            <p:nvPr/>
          </p:nvSpPr>
          <p:spPr>
            <a:xfrm>
              <a:off x="457206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64" name="Google Shape;7664;p51"/>
            <p:cNvSpPr/>
            <p:nvPr/>
          </p:nvSpPr>
          <p:spPr>
            <a:xfrm>
              <a:off x="495306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65" name="Google Shape;7665;p51"/>
            <p:cNvSpPr/>
            <p:nvPr/>
          </p:nvSpPr>
          <p:spPr>
            <a:xfrm>
              <a:off x="533407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66" name="Google Shape;7666;p51"/>
            <p:cNvSpPr/>
            <p:nvPr/>
          </p:nvSpPr>
          <p:spPr>
            <a:xfrm>
              <a:off x="571507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67" name="Google Shape;7667;p51"/>
            <p:cNvSpPr/>
            <p:nvPr/>
          </p:nvSpPr>
          <p:spPr>
            <a:xfrm>
              <a:off x="609608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68" name="Google Shape;7668;p51"/>
            <p:cNvSpPr/>
            <p:nvPr/>
          </p:nvSpPr>
          <p:spPr>
            <a:xfrm>
              <a:off x="647708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69" name="Google Shape;7669;p51"/>
            <p:cNvSpPr/>
            <p:nvPr/>
          </p:nvSpPr>
          <p:spPr>
            <a:xfrm>
              <a:off x="685809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70" name="Google Shape;7670;p51"/>
            <p:cNvSpPr/>
            <p:nvPr/>
          </p:nvSpPr>
          <p:spPr>
            <a:xfrm>
              <a:off x="723909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71" name="Google Shape;7671;p51"/>
            <p:cNvSpPr/>
            <p:nvPr/>
          </p:nvSpPr>
          <p:spPr>
            <a:xfrm>
              <a:off x="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72" name="Google Shape;7672;p51"/>
            <p:cNvSpPr/>
            <p:nvPr/>
          </p:nvSpPr>
          <p:spPr>
            <a:xfrm>
              <a:off x="38100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73" name="Google Shape;7673;p51"/>
            <p:cNvSpPr/>
            <p:nvPr/>
          </p:nvSpPr>
          <p:spPr>
            <a:xfrm>
              <a:off x="76201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74" name="Google Shape;7674;p51"/>
            <p:cNvSpPr/>
            <p:nvPr/>
          </p:nvSpPr>
          <p:spPr>
            <a:xfrm>
              <a:off x="114301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75" name="Google Shape;7675;p51"/>
            <p:cNvSpPr/>
            <p:nvPr/>
          </p:nvSpPr>
          <p:spPr>
            <a:xfrm>
              <a:off x="152402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76" name="Google Shape;7676;p51"/>
            <p:cNvSpPr/>
            <p:nvPr/>
          </p:nvSpPr>
          <p:spPr>
            <a:xfrm>
              <a:off x="190502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77" name="Google Shape;7677;p51"/>
            <p:cNvSpPr/>
            <p:nvPr/>
          </p:nvSpPr>
          <p:spPr>
            <a:xfrm>
              <a:off x="228603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78" name="Google Shape;7678;p51"/>
            <p:cNvSpPr/>
            <p:nvPr/>
          </p:nvSpPr>
          <p:spPr>
            <a:xfrm>
              <a:off x="266703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79" name="Google Shape;7679;p51"/>
            <p:cNvSpPr/>
            <p:nvPr/>
          </p:nvSpPr>
          <p:spPr>
            <a:xfrm>
              <a:off x="304804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80" name="Google Shape;7680;p51"/>
            <p:cNvSpPr/>
            <p:nvPr/>
          </p:nvSpPr>
          <p:spPr>
            <a:xfrm>
              <a:off x="342904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81" name="Google Shape;7681;p51"/>
            <p:cNvSpPr/>
            <p:nvPr/>
          </p:nvSpPr>
          <p:spPr>
            <a:xfrm>
              <a:off x="381005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82" name="Google Shape;7682;p51"/>
            <p:cNvSpPr/>
            <p:nvPr/>
          </p:nvSpPr>
          <p:spPr>
            <a:xfrm>
              <a:off x="419105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83" name="Google Shape;7683;p51"/>
            <p:cNvSpPr/>
            <p:nvPr/>
          </p:nvSpPr>
          <p:spPr>
            <a:xfrm>
              <a:off x="457206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84" name="Google Shape;7684;p51"/>
            <p:cNvSpPr/>
            <p:nvPr/>
          </p:nvSpPr>
          <p:spPr>
            <a:xfrm>
              <a:off x="495306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85" name="Google Shape;7685;p51"/>
            <p:cNvSpPr/>
            <p:nvPr/>
          </p:nvSpPr>
          <p:spPr>
            <a:xfrm>
              <a:off x="533407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86" name="Google Shape;7686;p51"/>
            <p:cNvSpPr/>
            <p:nvPr/>
          </p:nvSpPr>
          <p:spPr>
            <a:xfrm>
              <a:off x="571507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87" name="Google Shape;7687;p51"/>
            <p:cNvSpPr/>
            <p:nvPr/>
          </p:nvSpPr>
          <p:spPr>
            <a:xfrm>
              <a:off x="609608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88" name="Google Shape;7688;p51"/>
            <p:cNvSpPr/>
            <p:nvPr/>
          </p:nvSpPr>
          <p:spPr>
            <a:xfrm>
              <a:off x="647708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89" name="Google Shape;7689;p51"/>
            <p:cNvSpPr/>
            <p:nvPr/>
          </p:nvSpPr>
          <p:spPr>
            <a:xfrm>
              <a:off x="685809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90" name="Google Shape;7690;p51"/>
            <p:cNvSpPr/>
            <p:nvPr/>
          </p:nvSpPr>
          <p:spPr>
            <a:xfrm>
              <a:off x="723909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91" name="Google Shape;7691;p51"/>
            <p:cNvSpPr/>
            <p:nvPr/>
          </p:nvSpPr>
          <p:spPr>
            <a:xfrm>
              <a:off x="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92" name="Google Shape;7692;p51"/>
            <p:cNvSpPr/>
            <p:nvPr/>
          </p:nvSpPr>
          <p:spPr>
            <a:xfrm>
              <a:off x="38100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93" name="Google Shape;7693;p51"/>
            <p:cNvSpPr/>
            <p:nvPr/>
          </p:nvSpPr>
          <p:spPr>
            <a:xfrm>
              <a:off x="76201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94" name="Google Shape;7694;p51"/>
            <p:cNvSpPr/>
            <p:nvPr/>
          </p:nvSpPr>
          <p:spPr>
            <a:xfrm>
              <a:off x="114301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95" name="Google Shape;7695;p51"/>
            <p:cNvSpPr/>
            <p:nvPr/>
          </p:nvSpPr>
          <p:spPr>
            <a:xfrm>
              <a:off x="152402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96" name="Google Shape;7696;p51"/>
            <p:cNvSpPr/>
            <p:nvPr/>
          </p:nvSpPr>
          <p:spPr>
            <a:xfrm>
              <a:off x="190502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97" name="Google Shape;7697;p51"/>
            <p:cNvSpPr/>
            <p:nvPr/>
          </p:nvSpPr>
          <p:spPr>
            <a:xfrm>
              <a:off x="228603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98" name="Google Shape;7698;p51"/>
            <p:cNvSpPr/>
            <p:nvPr/>
          </p:nvSpPr>
          <p:spPr>
            <a:xfrm>
              <a:off x="266703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99" name="Google Shape;7699;p51"/>
            <p:cNvSpPr/>
            <p:nvPr/>
          </p:nvSpPr>
          <p:spPr>
            <a:xfrm>
              <a:off x="304804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00" name="Google Shape;7700;p51"/>
            <p:cNvSpPr/>
            <p:nvPr/>
          </p:nvSpPr>
          <p:spPr>
            <a:xfrm>
              <a:off x="342904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01" name="Google Shape;7701;p51"/>
            <p:cNvSpPr/>
            <p:nvPr/>
          </p:nvSpPr>
          <p:spPr>
            <a:xfrm>
              <a:off x="381005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02" name="Google Shape;7702;p51"/>
            <p:cNvSpPr/>
            <p:nvPr/>
          </p:nvSpPr>
          <p:spPr>
            <a:xfrm>
              <a:off x="419105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03" name="Google Shape;7703;p51"/>
            <p:cNvSpPr/>
            <p:nvPr/>
          </p:nvSpPr>
          <p:spPr>
            <a:xfrm>
              <a:off x="457206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04" name="Google Shape;7704;p51"/>
            <p:cNvSpPr/>
            <p:nvPr/>
          </p:nvSpPr>
          <p:spPr>
            <a:xfrm>
              <a:off x="495306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05" name="Google Shape;7705;p51"/>
            <p:cNvSpPr/>
            <p:nvPr/>
          </p:nvSpPr>
          <p:spPr>
            <a:xfrm>
              <a:off x="533407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06" name="Google Shape;7706;p51"/>
            <p:cNvSpPr/>
            <p:nvPr/>
          </p:nvSpPr>
          <p:spPr>
            <a:xfrm>
              <a:off x="571507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07" name="Google Shape;7707;p51"/>
            <p:cNvSpPr/>
            <p:nvPr/>
          </p:nvSpPr>
          <p:spPr>
            <a:xfrm>
              <a:off x="609608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08" name="Google Shape;7708;p51"/>
            <p:cNvSpPr/>
            <p:nvPr/>
          </p:nvSpPr>
          <p:spPr>
            <a:xfrm>
              <a:off x="647708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09" name="Google Shape;7709;p51"/>
            <p:cNvSpPr/>
            <p:nvPr/>
          </p:nvSpPr>
          <p:spPr>
            <a:xfrm>
              <a:off x="685809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10" name="Google Shape;7710;p51"/>
            <p:cNvSpPr/>
            <p:nvPr/>
          </p:nvSpPr>
          <p:spPr>
            <a:xfrm>
              <a:off x="723909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11" name="Google Shape;7711;p51"/>
            <p:cNvSpPr/>
            <p:nvPr/>
          </p:nvSpPr>
          <p:spPr>
            <a:xfrm>
              <a:off x="7620110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12" name="Google Shape;7712;p51"/>
            <p:cNvSpPr/>
            <p:nvPr/>
          </p:nvSpPr>
          <p:spPr>
            <a:xfrm>
              <a:off x="8001115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13" name="Google Shape;7713;p51"/>
            <p:cNvSpPr/>
            <p:nvPr/>
          </p:nvSpPr>
          <p:spPr>
            <a:xfrm>
              <a:off x="8382120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14" name="Google Shape;7714;p51"/>
            <p:cNvSpPr/>
            <p:nvPr/>
          </p:nvSpPr>
          <p:spPr>
            <a:xfrm>
              <a:off x="8763125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15" name="Google Shape;7715;p51"/>
            <p:cNvSpPr/>
            <p:nvPr/>
          </p:nvSpPr>
          <p:spPr>
            <a:xfrm>
              <a:off x="7620110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16" name="Google Shape;7716;p51"/>
            <p:cNvSpPr/>
            <p:nvPr/>
          </p:nvSpPr>
          <p:spPr>
            <a:xfrm>
              <a:off x="8001115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17" name="Google Shape;7717;p51"/>
            <p:cNvSpPr/>
            <p:nvPr/>
          </p:nvSpPr>
          <p:spPr>
            <a:xfrm>
              <a:off x="8382120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18" name="Google Shape;7718;p51"/>
            <p:cNvSpPr/>
            <p:nvPr/>
          </p:nvSpPr>
          <p:spPr>
            <a:xfrm>
              <a:off x="8763125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19" name="Google Shape;7719;p51"/>
            <p:cNvSpPr/>
            <p:nvPr/>
          </p:nvSpPr>
          <p:spPr>
            <a:xfrm>
              <a:off x="7620110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20" name="Google Shape;7720;p51"/>
            <p:cNvSpPr/>
            <p:nvPr/>
          </p:nvSpPr>
          <p:spPr>
            <a:xfrm>
              <a:off x="8001115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21" name="Google Shape;7721;p51"/>
            <p:cNvSpPr/>
            <p:nvPr/>
          </p:nvSpPr>
          <p:spPr>
            <a:xfrm>
              <a:off x="8382120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22" name="Google Shape;7722;p51"/>
            <p:cNvSpPr/>
            <p:nvPr/>
          </p:nvSpPr>
          <p:spPr>
            <a:xfrm>
              <a:off x="8763125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23" name="Google Shape;7723;p51"/>
            <p:cNvSpPr/>
            <p:nvPr/>
          </p:nvSpPr>
          <p:spPr>
            <a:xfrm>
              <a:off x="7620110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24" name="Google Shape;7724;p51"/>
            <p:cNvSpPr/>
            <p:nvPr/>
          </p:nvSpPr>
          <p:spPr>
            <a:xfrm>
              <a:off x="8001115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25" name="Google Shape;7725;p51"/>
            <p:cNvSpPr/>
            <p:nvPr/>
          </p:nvSpPr>
          <p:spPr>
            <a:xfrm>
              <a:off x="8382120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26" name="Google Shape;7726;p51"/>
            <p:cNvSpPr/>
            <p:nvPr/>
          </p:nvSpPr>
          <p:spPr>
            <a:xfrm>
              <a:off x="8763125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27" name="Google Shape;7727;p51"/>
            <p:cNvSpPr/>
            <p:nvPr/>
          </p:nvSpPr>
          <p:spPr>
            <a:xfrm>
              <a:off x="7620110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28" name="Google Shape;7728;p51"/>
            <p:cNvSpPr/>
            <p:nvPr/>
          </p:nvSpPr>
          <p:spPr>
            <a:xfrm>
              <a:off x="8001115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29" name="Google Shape;7729;p51"/>
            <p:cNvSpPr/>
            <p:nvPr/>
          </p:nvSpPr>
          <p:spPr>
            <a:xfrm>
              <a:off x="8382120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30" name="Google Shape;7730;p51"/>
            <p:cNvSpPr/>
            <p:nvPr/>
          </p:nvSpPr>
          <p:spPr>
            <a:xfrm>
              <a:off x="8763125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31" name="Google Shape;7731;p51"/>
            <p:cNvSpPr/>
            <p:nvPr/>
          </p:nvSpPr>
          <p:spPr>
            <a:xfrm>
              <a:off x="7620110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32" name="Google Shape;7732;p51"/>
            <p:cNvSpPr/>
            <p:nvPr/>
          </p:nvSpPr>
          <p:spPr>
            <a:xfrm>
              <a:off x="8001115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33" name="Google Shape;7733;p51"/>
            <p:cNvSpPr/>
            <p:nvPr/>
          </p:nvSpPr>
          <p:spPr>
            <a:xfrm>
              <a:off x="8382120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34" name="Google Shape;7734;p51"/>
            <p:cNvSpPr/>
            <p:nvPr/>
          </p:nvSpPr>
          <p:spPr>
            <a:xfrm>
              <a:off x="8763125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35" name="Google Shape;7735;p51"/>
            <p:cNvSpPr/>
            <p:nvPr/>
          </p:nvSpPr>
          <p:spPr>
            <a:xfrm>
              <a:off x="7620110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36" name="Google Shape;7736;p51"/>
            <p:cNvSpPr/>
            <p:nvPr/>
          </p:nvSpPr>
          <p:spPr>
            <a:xfrm>
              <a:off x="8001115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37" name="Google Shape;7737;p51"/>
            <p:cNvSpPr/>
            <p:nvPr/>
          </p:nvSpPr>
          <p:spPr>
            <a:xfrm>
              <a:off x="8382120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38" name="Google Shape;7738;p51"/>
            <p:cNvSpPr/>
            <p:nvPr/>
          </p:nvSpPr>
          <p:spPr>
            <a:xfrm>
              <a:off x="8763125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39" name="Google Shape;7739;p51"/>
            <p:cNvSpPr/>
            <p:nvPr/>
          </p:nvSpPr>
          <p:spPr>
            <a:xfrm>
              <a:off x="7620110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40" name="Google Shape;7740;p51"/>
            <p:cNvSpPr/>
            <p:nvPr/>
          </p:nvSpPr>
          <p:spPr>
            <a:xfrm>
              <a:off x="8001115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41" name="Google Shape;7741;p51"/>
            <p:cNvSpPr/>
            <p:nvPr/>
          </p:nvSpPr>
          <p:spPr>
            <a:xfrm>
              <a:off x="8382120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42" name="Google Shape;7742;p51"/>
            <p:cNvSpPr/>
            <p:nvPr/>
          </p:nvSpPr>
          <p:spPr>
            <a:xfrm>
              <a:off x="8763125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43" name="Google Shape;7743;p51"/>
            <p:cNvSpPr/>
            <p:nvPr/>
          </p:nvSpPr>
          <p:spPr>
            <a:xfrm>
              <a:off x="7620110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44" name="Google Shape;7744;p51"/>
            <p:cNvSpPr/>
            <p:nvPr/>
          </p:nvSpPr>
          <p:spPr>
            <a:xfrm>
              <a:off x="8001115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45" name="Google Shape;7745;p51"/>
            <p:cNvSpPr/>
            <p:nvPr/>
          </p:nvSpPr>
          <p:spPr>
            <a:xfrm>
              <a:off x="8382120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46" name="Google Shape;7746;p51"/>
            <p:cNvSpPr/>
            <p:nvPr/>
          </p:nvSpPr>
          <p:spPr>
            <a:xfrm>
              <a:off x="8763125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47" name="Google Shape;7747;p51"/>
            <p:cNvSpPr/>
            <p:nvPr/>
          </p:nvSpPr>
          <p:spPr>
            <a:xfrm>
              <a:off x="7620110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48" name="Google Shape;7748;p51"/>
            <p:cNvSpPr/>
            <p:nvPr/>
          </p:nvSpPr>
          <p:spPr>
            <a:xfrm>
              <a:off x="8001115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49" name="Google Shape;7749;p51"/>
            <p:cNvSpPr/>
            <p:nvPr/>
          </p:nvSpPr>
          <p:spPr>
            <a:xfrm>
              <a:off x="8382120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50" name="Google Shape;7750;p51"/>
            <p:cNvSpPr/>
            <p:nvPr/>
          </p:nvSpPr>
          <p:spPr>
            <a:xfrm>
              <a:off x="8763125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51" name="Google Shape;7751;p51"/>
            <p:cNvSpPr/>
            <p:nvPr/>
          </p:nvSpPr>
          <p:spPr>
            <a:xfrm>
              <a:off x="7620110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52" name="Google Shape;7752;p51"/>
            <p:cNvSpPr/>
            <p:nvPr/>
          </p:nvSpPr>
          <p:spPr>
            <a:xfrm>
              <a:off x="8001115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53" name="Google Shape;7753;p51"/>
            <p:cNvSpPr/>
            <p:nvPr/>
          </p:nvSpPr>
          <p:spPr>
            <a:xfrm>
              <a:off x="8382120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54" name="Google Shape;7754;p51"/>
            <p:cNvSpPr/>
            <p:nvPr/>
          </p:nvSpPr>
          <p:spPr>
            <a:xfrm>
              <a:off x="8763125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55" name="Google Shape;7755;p51"/>
            <p:cNvSpPr/>
            <p:nvPr/>
          </p:nvSpPr>
          <p:spPr>
            <a:xfrm>
              <a:off x="7620110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56" name="Google Shape;7756;p51"/>
            <p:cNvSpPr/>
            <p:nvPr/>
          </p:nvSpPr>
          <p:spPr>
            <a:xfrm>
              <a:off x="8001115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57" name="Google Shape;7757;p51"/>
            <p:cNvSpPr/>
            <p:nvPr/>
          </p:nvSpPr>
          <p:spPr>
            <a:xfrm>
              <a:off x="8382120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58" name="Google Shape;7758;p51"/>
            <p:cNvSpPr/>
            <p:nvPr/>
          </p:nvSpPr>
          <p:spPr>
            <a:xfrm>
              <a:off x="8763125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59" name="Google Shape;7759;p51"/>
            <p:cNvSpPr/>
            <p:nvPr/>
          </p:nvSpPr>
          <p:spPr>
            <a:xfrm>
              <a:off x="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60" name="Google Shape;7760;p51"/>
            <p:cNvSpPr/>
            <p:nvPr/>
          </p:nvSpPr>
          <p:spPr>
            <a:xfrm>
              <a:off x="38100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61" name="Google Shape;7761;p51"/>
            <p:cNvSpPr/>
            <p:nvPr/>
          </p:nvSpPr>
          <p:spPr>
            <a:xfrm>
              <a:off x="76201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62" name="Google Shape;7762;p51"/>
            <p:cNvSpPr/>
            <p:nvPr/>
          </p:nvSpPr>
          <p:spPr>
            <a:xfrm>
              <a:off x="114301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63" name="Google Shape;7763;p51"/>
            <p:cNvSpPr/>
            <p:nvPr/>
          </p:nvSpPr>
          <p:spPr>
            <a:xfrm>
              <a:off x="152402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64" name="Google Shape;7764;p51"/>
            <p:cNvSpPr/>
            <p:nvPr/>
          </p:nvSpPr>
          <p:spPr>
            <a:xfrm>
              <a:off x="190502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65" name="Google Shape;7765;p51"/>
            <p:cNvSpPr/>
            <p:nvPr/>
          </p:nvSpPr>
          <p:spPr>
            <a:xfrm>
              <a:off x="228603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66" name="Google Shape;7766;p51"/>
            <p:cNvSpPr/>
            <p:nvPr/>
          </p:nvSpPr>
          <p:spPr>
            <a:xfrm>
              <a:off x="266703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67" name="Google Shape;7767;p51"/>
            <p:cNvSpPr/>
            <p:nvPr/>
          </p:nvSpPr>
          <p:spPr>
            <a:xfrm>
              <a:off x="304804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68" name="Google Shape;7768;p51"/>
            <p:cNvSpPr/>
            <p:nvPr/>
          </p:nvSpPr>
          <p:spPr>
            <a:xfrm>
              <a:off x="342904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69" name="Google Shape;7769;p51"/>
            <p:cNvSpPr/>
            <p:nvPr/>
          </p:nvSpPr>
          <p:spPr>
            <a:xfrm>
              <a:off x="381005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70" name="Google Shape;7770;p51"/>
            <p:cNvSpPr/>
            <p:nvPr/>
          </p:nvSpPr>
          <p:spPr>
            <a:xfrm>
              <a:off x="419105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71" name="Google Shape;7771;p51"/>
            <p:cNvSpPr/>
            <p:nvPr/>
          </p:nvSpPr>
          <p:spPr>
            <a:xfrm>
              <a:off x="457206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72" name="Google Shape;7772;p51"/>
            <p:cNvSpPr/>
            <p:nvPr/>
          </p:nvSpPr>
          <p:spPr>
            <a:xfrm>
              <a:off x="495306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73" name="Google Shape;7773;p51"/>
            <p:cNvSpPr/>
            <p:nvPr/>
          </p:nvSpPr>
          <p:spPr>
            <a:xfrm>
              <a:off x="533407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74" name="Google Shape;7774;p51"/>
            <p:cNvSpPr/>
            <p:nvPr/>
          </p:nvSpPr>
          <p:spPr>
            <a:xfrm>
              <a:off x="571507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75" name="Google Shape;7775;p51"/>
            <p:cNvSpPr/>
            <p:nvPr/>
          </p:nvSpPr>
          <p:spPr>
            <a:xfrm>
              <a:off x="609608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76" name="Google Shape;7776;p51"/>
            <p:cNvSpPr/>
            <p:nvPr/>
          </p:nvSpPr>
          <p:spPr>
            <a:xfrm>
              <a:off x="647708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77" name="Google Shape;7777;p51"/>
            <p:cNvSpPr/>
            <p:nvPr/>
          </p:nvSpPr>
          <p:spPr>
            <a:xfrm>
              <a:off x="685809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78" name="Google Shape;7778;p51"/>
            <p:cNvSpPr/>
            <p:nvPr/>
          </p:nvSpPr>
          <p:spPr>
            <a:xfrm>
              <a:off x="723909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79" name="Google Shape;7779;p51"/>
            <p:cNvSpPr/>
            <p:nvPr/>
          </p:nvSpPr>
          <p:spPr>
            <a:xfrm>
              <a:off x="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80" name="Google Shape;7780;p51"/>
            <p:cNvSpPr/>
            <p:nvPr/>
          </p:nvSpPr>
          <p:spPr>
            <a:xfrm>
              <a:off x="38100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81" name="Google Shape;7781;p51"/>
            <p:cNvSpPr/>
            <p:nvPr/>
          </p:nvSpPr>
          <p:spPr>
            <a:xfrm>
              <a:off x="76201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82" name="Google Shape;7782;p51"/>
            <p:cNvSpPr/>
            <p:nvPr/>
          </p:nvSpPr>
          <p:spPr>
            <a:xfrm>
              <a:off x="114301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83" name="Google Shape;7783;p51"/>
            <p:cNvSpPr/>
            <p:nvPr/>
          </p:nvSpPr>
          <p:spPr>
            <a:xfrm>
              <a:off x="152402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84" name="Google Shape;7784;p51"/>
            <p:cNvSpPr/>
            <p:nvPr/>
          </p:nvSpPr>
          <p:spPr>
            <a:xfrm>
              <a:off x="190502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85" name="Google Shape;7785;p51"/>
            <p:cNvSpPr/>
            <p:nvPr/>
          </p:nvSpPr>
          <p:spPr>
            <a:xfrm>
              <a:off x="228603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86" name="Google Shape;7786;p51"/>
            <p:cNvSpPr/>
            <p:nvPr/>
          </p:nvSpPr>
          <p:spPr>
            <a:xfrm>
              <a:off x="266703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87" name="Google Shape;7787;p51"/>
            <p:cNvSpPr/>
            <p:nvPr/>
          </p:nvSpPr>
          <p:spPr>
            <a:xfrm>
              <a:off x="304804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88" name="Google Shape;7788;p51"/>
            <p:cNvSpPr/>
            <p:nvPr/>
          </p:nvSpPr>
          <p:spPr>
            <a:xfrm>
              <a:off x="342904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89" name="Google Shape;7789;p51"/>
            <p:cNvSpPr/>
            <p:nvPr/>
          </p:nvSpPr>
          <p:spPr>
            <a:xfrm>
              <a:off x="381005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90" name="Google Shape;7790;p51"/>
            <p:cNvSpPr/>
            <p:nvPr/>
          </p:nvSpPr>
          <p:spPr>
            <a:xfrm>
              <a:off x="419105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91" name="Google Shape;7791;p51"/>
            <p:cNvSpPr/>
            <p:nvPr/>
          </p:nvSpPr>
          <p:spPr>
            <a:xfrm>
              <a:off x="457206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92" name="Google Shape;7792;p51"/>
            <p:cNvSpPr/>
            <p:nvPr/>
          </p:nvSpPr>
          <p:spPr>
            <a:xfrm>
              <a:off x="495306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93" name="Google Shape;7793;p51"/>
            <p:cNvSpPr/>
            <p:nvPr/>
          </p:nvSpPr>
          <p:spPr>
            <a:xfrm>
              <a:off x="533407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94" name="Google Shape;7794;p51"/>
            <p:cNvSpPr/>
            <p:nvPr/>
          </p:nvSpPr>
          <p:spPr>
            <a:xfrm>
              <a:off x="571507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95" name="Google Shape;7795;p51"/>
            <p:cNvSpPr/>
            <p:nvPr/>
          </p:nvSpPr>
          <p:spPr>
            <a:xfrm>
              <a:off x="609608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96" name="Google Shape;7796;p51"/>
            <p:cNvSpPr/>
            <p:nvPr/>
          </p:nvSpPr>
          <p:spPr>
            <a:xfrm>
              <a:off x="647708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97" name="Google Shape;7797;p51"/>
            <p:cNvSpPr/>
            <p:nvPr/>
          </p:nvSpPr>
          <p:spPr>
            <a:xfrm>
              <a:off x="685809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98" name="Google Shape;7798;p51"/>
            <p:cNvSpPr/>
            <p:nvPr/>
          </p:nvSpPr>
          <p:spPr>
            <a:xfrm>
              <a:off x="723909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99" name="Google Shape;7799;p51"/>
            <p:cNvSpPr/>
            <p:nvPr/>
          </p:nvSpPr>
          <p:spPr>
            <a:xfrm>
              <a:off x="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00" name="Google Shape;7800;p51"/>
            <p:cNvSpPr/>
            <p:nvPr/>
          </p:nvSpPr>
          <p:spPr>
            <a:xfrm>
              <a:off x="38100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01" name="Google Shape;7801;p51"/>
            <p:cNvSpPr/>
            <p:nvPr/>
          </p:nvSpPr>
          <p:spPr>
            <a:xfrm>
              <a:off x="76201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02" name="Google Shape;7802;p51"/>
            <p:cNvSpPr/>
            <p:nvPr/>
          </p:nvSpPr>
          <p:spPr>
            <a:xfrm>
              <a:off x="114301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03" name="Google Shape;7803;p51"/>
            <p:cNvSpPr/>
            <p:nvPr/>
          </p:nvSpPr>
          <p:spPr>
            <a:xfrm>
              <a:off x="152402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04" name="Google Shape;7804;p51"/>
            <p:cNvSpPr/>
            <p:nvPr/>
          </p:nvSpPr>
          <p:spPr>
            <a:xfrm>
              <a:off x="190502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05" name="Google Shape;7805;p51"/>
            <p:cNvSpPr/>
            <p:nvPr/>
          </p:nvSpPr>
          <p:spPr>
            <a:xfrm>
              <a:off x="228603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06" name="Google Shape;7806;p51"/>
            <p:cNvSpPr/>
            <p:nvPr/>
          </p:nvSpPr>
          <p:spPr>
            <a:xfrm>
              <a:off x="266703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07" name="Google Shape;7807;p51"/>
            <p:cNvSpPr/>
            <p:nvPr/>
          </p:nvSpPr>
          <p:spPr>
            <a:xfrm>
              <a:off x="304804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08" name="Google Shape;7808;p51"/>
            <p:cNvSpPr/>
            <p:nvPr/>
          </p:nvSpPr>
          <p:spPr>
            <a:xfrm>
              <a:off x="342904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09" name="Google Shape;7809;p51"/>
            <p:cNvSpPr/>
            <p:nvPr/>
          </p:nvSpPr>
          <p:spPr>
            <a:xfrm>
              <a:off x="381005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10" name="Google Shape;7810;p51"/>
            <p:cNvSpPr/>
            <p:nvPr/>
          </p:nvSpPr>
          <p:spPr>
            <a:xfrm>
              <a:off x="419105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11" name="Google Shape;7811;p51"/>
            <p:cNvSpPr/>
            <p:nvPr/>
          </p:nvSpPr>
          <p:spPr>
            <a:xfrm>
              <a:off x="457206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12" name="Google Shape;7812;p51"/>
            <p:cNvSpPr/>
            <p:nvPr/>
          </p:nvSpPr>
          <p:spPr>
            <a:xfrm>
              <a:off x="495306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13" name="Google Shape;7813;p51"/>
            <p:cNvSpPr/>
            <p:nvPr/>
          </p:nvSpPr>
          <p:spPr>
            <a:xfrm>
              <a:off x="533407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14" name="Google Shape;7814;p51"/>
            <p:cNvSpPr/>
            <p:nvPr/>
          </p:nvSpPr>
          <p:spPr>
            <a:xfrm>
              <a:off x="571507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15" name="Google Shape;7815;p51"/>
            <p:cNvSpPr/>
            <p:nvPr/>
          </p:nvSpPr>
          <p:spPr>
            <a:xfrm>
              <a:off x="609608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16" name="Google Shape;7816;p51"/>
            <p:cNvSpPr/>
            <p:nvPr/>
          </p:nvSpPr>
          <p:spPr>
            <a:xfrm>
              <a:off x="647708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17" name="Google Shape;7817;p51"/>
            <p:cNvSpPr/>
            <p:nvPr/>
          </p:nvSpPr>
          <p:spPr>
            <a:xfrm>
              <a:off x="685809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18" name="Google Shape;7818;p51"/>
            <p:cNvSpPr/>
            <p:nvPr/>
          </p:nvSpPr>
          <p:spPr>
            <a:xfrm>
              <a:off x="723909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19" name="Google Shape;7819;p51"/>
            <p:cNvSpPr/>
            <p:nvPr/>
          </p:nvSpPr>
          <p:spPr>
            <a:xfrm>
              <a:off x="7620110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20" name="Google Shape;7820;p51"/>
            <p:cNvSpPr/>
            <p:nvPr/>
          </p:nvSpPr>
          <p:spPr>
            <a:xfrm>
              <a:off x="8001115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21" name="Google Shape;7821;p51"/>
            <p:cNvSpPr/>
            <p:nvPr/>
          </p:nvSpPr>
          <p:spPr>
            <a:xfrm>
              <a:off x="8382120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22" name="Google Shape;7822;p51"/>
            <p:cNvSpPr/>
            <p:nvPr/>
          </p:nvSpPr>
          <p:spPr>
            <a:xfrm>
              <a:off x="8763125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23" name="Google Shape;7823;p51"/>
            <p:cNvSpPr/>
            <p:nvPr/>
          </p:nvSpPr>
          <p:spPr>
            <a:xfrm>
              <a:off x="7620110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24" name="Google Shape;7824;p51"/>
            <p:cNvSpPr/>
            <p:nvPr/>
          </p:nvSpPr>
          <p:spPr>
            <a:xfrm>
              <a:off x="8001115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25" name="Google Shape;7825;p51"/>
            <p:cNvSpPr/>
            <p:nvPr/>
          </p:nvSpPr>
          <p:spPr>
            <a:xfrm>
              <a:off x="8382120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26" name="Google Shape;7826;p51"/>
            <p:cNvSpPr/>
            <p:nvPr/>
          </p:nvSpPr>
          <p:spPr>
            <a:xfrm>
              <a:off x="8763125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27" name="Google Shape;7827;p51"/>
            <p:cNvSpPr/>
            <p:nvPr/>
          </p:nvSpPr>
          <p:spPr>
            <a:xfrm>
              <a:off x="7620110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28" name="Google Shape;7828;p51"/>
            <p:cNvSpPr/>
            <p:nvPr/>
          </p:nvSpPr>
          <p:spPr>
            <a:xfrm>
              <a:off x="8001115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29" name="Google Shape;7829;p51"/>
            <p:cNvSpPr/>
            <p:nvPr/>
          </p:nvSpPr>
          <p:spPr>
            <a:xfrm>
              <a:off x="8382120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30" name="Google Shape;7830;p51"/>
            <p:cNvSpPr/>
            <p:nvPr/>
          </p:nvSpPr>
          <p:spPr>
            <a:xfrm>
              <a:off x="8763125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831" name="Google Shape;7831;p51"/>
          <p:cNvSpPr/>
          <p:nvPr/>
        </p:nvSpPr>
        <p:spPr>
          <a:xfrm flipH="1">
            <a:off x="0" y="0"/>
            <a:ext cx="9144000" cy="5143500"/>
          </a:xfrm>
          <a:prstGeom prst="rtTriangle">
            <a:avLst/>
          </a:prstGeom>
          <a:solidFill>
            <a:srgbClr val="005051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832" name="Google Shape;7832;p51"/>
          <p:cNvGrpSpPr/>
          <p:nvPr/>
        </p:nvGrpSpPr>
        <p:grpSpPr>
          <a:xfrm>
            <a:off x="553048" y="535000"/>
            <a:ext cx="8105852" cy="4302000"/>
            <a:chOff x="553048" y="535000"/>
            <a:chExt cx="8105852" cy="4302000"/>
          </a:xfrm>
        </p:grpSpPr>
        <p:sp>
          <p:nvSpPr>
            <p:cNvPr id="7833" name="Google Shape;7833;p51"/>
            <p:cNvSpPr/>
            <p:nvPr/>
          </p:nvSpPr>
          <p:spPr>
            <a:xfrm>
              <a:off x="942300" y="763600"/>
              <a:ext cx="7716600" cy="4073400"/>
            </a:xfrm>
            <a:prstGeom prst="roundRect">
              <a:avLst>
                <a:gd fmla="val 2480" name="adj"/>
              </a:avLst>
            </a:prstGeom>
            <a:solidFill>
              <a:srgbClr val="222828">
                <a:alpha val="2039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34" name="Google Shape;7834;p51"/>
            <p:cNvSpPr/>
            <p:nvPr/>
          </p:nvSpPr>
          <p:spPr>
            <a:xfrm>
              <a:off x="712275" y="535000"/>
              <a:ext cx="7716600" cy="4073400"/>
            </a:xfrm>
            <a:prstGeom prst="roundRect">
              <a:avLst>
                <a:gd fmla="val 248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35" name="Google Shape;7835;p51"/>
            <p:cNvSpPr/>
            <p:nvPr/>
          </p:nvSpPr>
          <p:spPr>
            <a:xfrm>
              <a:off x="848698" y="898261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5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5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36" name="Google Shape;7836;p51"/>
            <p:cNvSpPr/>
            <p:nvPr/>
          </p:nvSpPr>
          <p:spPr>
            <a:xfrm>
              <a:off x="553048" y="931482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19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8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7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37" name="Google Shape;7837;p51"/>
            <p:cNvSpPr/>
            <p:nvPr/>
          </p:nvSpPr>
          <p:spPr>
            <a:xfrm>
              <a:off x="848698" y="1332681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8"/>
                    <a:pt x="0" y="7608"/>
                  </a:cubicBezTo>
                  <a:cubicBezTo>
                    <a:pt x="0" y="11808"/>
                    <a:pt x="3404" y="15212"/>
                    <a:pt x="7604" y="15212"/>
                  </a:cubicBezTo>
                  <a:cubicBezTo>
                    <a:pt x="11804" y="15212"/>
                    <a:pt x="15209" y="11808"/>
                    <a:pt x="15209" y="7608"/>
                  </a:cubicBezTo>
                  <a:cubicBezTo>
                    <a:pt x="15209" y="3408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38" name="Google Shape;7838;p51"/>
            <p:cNvSpPr/>
            <p:nvPr/>
          </p:nvSpPr>
          <p:spPr>
            <a:xfrm>
              <a:off x="553048" y="1365902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71"/>
                    <a:pt x="0" y="1497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9"/>
                  </a:lnTo>
                  <a:cubicBezTo>
                    <a:pt x="23340" y="7948"/>
                    <a:pt x="21591" y="9042"/>
                    <a:pt x="19596" y="9042"/>
                  </a:cubicBezTo>
                  <a:lnTo>
                    <a:pt x="1493" y="9042"/>
                  </a:lnTo>
                  <a:cubicBezTo>
                    <a:pt x="671" y="9042"/>
                    <a:pt x="0" y="9709"/>
                    <a:pt x="0" y="10535"/>
                  </a:cubicBezTo>
                  <a:cubicBezTo>
                    <a:pt x="0" y="11361"/>
                    <a:pt x="671" y="12028"/>
                    <a:pt x="1493" y="12028"/>
                  </a:cubicBezTo>
                  <a:lnTo>
                    <a:pt x="19596" y="12028"/>
                  </a:lnTo>
                  <a:cubicBezTo>
                    <a:pt x="23370" y="12028"/>
                    <a:pt x="26327" y="9688"/>
                    <a:pt x="26327" y="6699"/>
                  </a:cubicBezTo>
                  <a:lnTo>
                    <a:pt x="26327" y="5330"/>
                  </a:lnTo>
                  <a:cubicBezTo>
                    <a:pt x="26327" y="2344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39" name="Google Shape;7839;p51"/>
            <p:cNvSpPr/>
            <p:nvPr/>
          </p:nvSpPr>
          <p:spPr>
            <a:xfrm>
              <a:off x="848698" y="1767184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4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4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40" name="Google Shape;7840;p51"/>
            <p:cNvSpPr/>
            <p:nvPr/>
          </p:nvSpPr>
          <p:spPr>
            <a:xfrm>
              <a:off x="553048" y="1800405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68"/>
                    <a:pt x="0" y="1493"/>
                  </a:cubicBezTo>
                  <a:cubicBezTo>
                    <a:pt x="0" y="2319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5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7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41" name="Google Shape;7841;p51"/>
            <p:cNvSpPr/>
            <p:nvPr/>
          </p:nvSpPr>
          <p:spPr>
            <a:xfrm>
              <a:off x="848698" y="2201603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5"/>
                    <a:pt x="0" y="7608"/>
                  </a:cubicBezTo>
                  <a:cubicBezTo>
                    <a:pt x="0" y="11808"/>
                    <a:pt x="3404" y="15212"/>
                    <a:pt x="7604" y="15212"/>
                  </a:cubicBezTo>
                  <a:cubicBezTo>
                    <a:pt x="11804" y="15212"/>
                    <a:pt x="15209" y="11808"/>
                    <a:pt x="15209" y="7608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42" name="Google Shape;7842;p51"/>
            <p:cNvSpPr/>
            <p:nvPr/>
          </p:nvSpPr>
          <p:spPr>
            <a:xfrm>
              <a:off x="553048" y="2234824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68"/>
                    <a:pt x="0" y="1494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9"/>
                  </a:lnTo>
                  <a:cubicBezTo>
                    <a:pt x="23340" y="7945"/>
                    <a:pt x="21591" y="9039"/>
                    <a:pt x="19596" y="9039"/>
                  </a:cubicBezTo>
                  <a:lnTo>
                    <a:pt x="1493" y="9039"/>
                  </a:lnTo>
                  <a:cubicBezTo>
                    <a:pt x="671" y="9039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9"/>
                  </a:cubicBezTo>
                  <a:lnTo>
                    <a:pt x="26327" y="5330"/>
                  </a:lnTo>
                  <a:cubicBezTo>
                    <a:pt x="26327" y="2341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43" name="Google Shape;7843;p51"/>
            <p:cNvSpPr/>
            <p:nvPr/>
          </p:nvSpPr>
          <p:spPr>
            <a:xfrm>
              <a:off x="848698" y="2636106"/>
              <a:ext cx="317374" cy="317374"/>
            </a:xfrm>
            <a:custGeom>
              <a:rect b="b" l="l" r="r" t="t"/>
              <a:pathLst>
                <a:path extrusionOk="0" h="15209" w="15209">
                  <a:moveTo>
                    <a:pt x="7604" y="0"/>
                  </a:moveTo>
                  <a:cubicBezTo>
                    <a:pt x="3404" y="0"/>
                    <a:pt x="0" y="3404"/>
                    <a:pt x="0" y="7604"/>
                  </a:cubicBezTo>
                  <a:cubicBezTo>
                    <a:pt x="0" y="11805"/>
                    <a:pt x="3404" y="15209"/>
                    <a:pt x="7604" y="15209"/>
                  </a:cubicBezTo>
                  <a:cubicBezTo>
                    <a:pt x="11804" y="15209"/>
                    <a:pt x="15209" y="11805"/>
                    <a:pt x="15209" y="7604"/>
                  </a:cubicBezTo>
                  <a:cubicBezTo>
                    <a:pt x="15209" y="3404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44" name="Google Shape;7844;p51"/>
            <p:cNvSpPr/>
            <p:nvPr/>
          </p:nvSpPr>
          <p:spPr>
            <a:xfrm>
              <a:off x="553048" y="2669265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71"/>
                    <a:pt x="0" y="1496"/>
                  </a:cubicBezTo>
                  <a:cubicBezTo>
                    <a:pt x="0" y="2322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8"/>
                  </a:lnTo>
                  <a:cubicBezTo>
                    <a:pt x="23340" y="7947"/>
                    <a:pt x="21591" y="9041"/>
                    <a:pt x="19596" y="9041"/>
                  </a:cubicBezTo>
                  <a:lnTo>
                    <a:pt x="1493" y="9041"/>
                  </a:lnTo>
                  <a:cubicBezTo>
                    <a:pt x="671" y="9041"/>
                    <a:pt x="0" y="9709"/>
                    <a:pt x="0" y="10534"/>
                  </a:cubicBezTo>
                  <a:cubicBezTo>
                    <a:pt x="0" y="11360"/>
                    <a:pt x="671" y="12028"/>
                    <a:pt x="1493" y="12028"/>
                  </a:cubicBezTo>
                  <a:lnTo>
                    <a:pt x="19596" y="12028"/>
                  </a:lnTo>
                  <a:cubicBezTo>
                    <a:pt x="23370" y="12028"/>
                    <a:pt x="26327" y="9688"/>
                    <a:pt x="26327" y="6698"/>
                  </a:cubicBezTo>
                  <a:lnTo>
                    <a:pt x="26327" y="5330"/>
                  </a:lnTo>
                  <a:cubicBezTo>
                    <a:pt x="26327" y="2343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45" name="Google Shape;7845;p51"/>
            <p:cNvSpPr/>
            <p:nvPr/>
          </p:nvSpPr>
          <p:spPr>
            <a:xfrm>
              <a:off x="848698" y="3070526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5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46" name="Google Shape;7846;p51"/>
            <p:cNvSpPr/>
            <p:nvPr/>
          </p:nvSpPr>
          <p:spPr>
            <a:xfrm>
              <a:off x="553048" y="3103747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20"/>
                    <a:pt x="671" y="2987"/>
                    <a:pt x="1493" y="2987"/>
                  </a:cubicBezTo>
                  <a:lnTo>
                    <a:pt x="19596" y="2987"/>
                  </a:lnTo>
                  <a:cubicBezTo>
                    <a:pt x="21591" y="2987"/>
                    <a:pt x="23340" y="4081"/>
                    <a:pt x="23340" y="5330"/>
                  </a:cubicBezTo>
                  <a:lnTo>
                    <a:pt x="23340" y="6696"/>
                  </a:lnTo>
                  <a:cubicBezTo>
                    <a:pt x="23340" y="7945"/>
                    <a:pt x="21591" y="9039"/>
                    <a:pt x="19596" y="9039"/>
                  </a:cubicBezTo>
                  <a:lnTo>
                    <a:pt x="1493" y="9039"/>
                  </a:lnTo>
                  <a:cubicBezTo>
                    <a:pt x="671" y="9039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6"/>
                  </a:cubicBezTo>
                  <a:lnTo>
                    <a:pt x="26327" y="5330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47" name="Google Shape;7847;p51"/>
            <p:cNvSpPr/>
            <p:nvPr/>
          </p:nvSpPr>
          <p:spPr>
            <a:xfrm>
              <a:off x="848698" y="3504966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7"/>
                    <a:pt x="0" y="7607"/>
                  </a:cubicBezTo>
                  <a:cubicBezTo>
                    <a:pt x="0" y="11807"/>
                    <a:pt x="3404" y="15212"/>
                    <a:pt x="7604" y="15212"/>
                  </a:cubicBezTo>
                  <a:cubicBezTo>
                    <a:pt x="11804" y="15212"/>
                    <a:pt x="15209" y="11807"/>
                    <a:pt x="15209" y="7607"/>
                  </a:cubicBezTo>
                  <a:cubicBezTo>
                    <a:pt x="15209" y="3407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48" name="Google Shape;7848;p51"/>
            <p:cNvSpPr/>
            <p:nvPr/>
          </p:nvSpPr>
          <p:spPr>
            <a:xfrm>
              <a:off x="553048" y="3538167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72"/>
                    <a:pt x="0" y="1497"/>
                  </a:cubicBezTo>
                  <a:cubicBezTo>
                    <a:pt x="0" y="2320"/>
                    <a:pt x="671" y="2991"/>
                    <a:pt x="1493" y="2991"/>
                  </a:cubicBezTo>
                  <a:lnTo>
                    <a:pt x="19596" y="2991"/>
                  </a:lnTo>
                  <a:cubicBezTo>
                    <a:pt x="21591" y="2991"/>
                    <a:pt x="23340" y="4085"/>
                    <a:pt x="23340" y="5331"/>
                  </a:cubicBezTo>
                  <a:lnTo>
                    <a:pt x="23340" y="6699"/>
                  </a:lnTo>
                  <a:cubicBezTo>
                    <a:pt x="23340" y="7948"/>
                    <a:pt x="21591" y="9042"/>
                    <a:pt x="19596" y="9042"/>
                  </a:cubicBezTo>
                  <a:lnTo>
                    <a:pt x="1493" y="9042"/>
                  </a:lnTo>
                  <a:cubicBezTo>
                    <a:pt x="671" y="9042"/>
                    <a:pt x="0" y="9710"/>
                    <a:pt x="0" y="10535"/>
                  </a:cubicBezTo>
                  <a:cubicBezTo>
                    <a:pt x="0" y="11361"/>
                    <a:pt x="671" y="12029"/>
                    <a:pt x="1493" y="12029"/>
                  </a:cubicBezTo>
                  <a:lnTo>
                    <a:pt x="19596" y="12029"/>
                  </a:lnTo>
                  <a:cubicBezTo>
                    <a:pt x="23370" y="12029"/>
                    <a:pt x="26327" y="9689"/>
                    <a:pt x="26327" y="6699"/>
                  </a:cubicBezTo>
                  <a:lnTo>
                    <a:pt x="26327" y="5331"/>
                  </a:lnTo>
                  <a:cubicBezTo>
                    <a:pt x="26327" y="2344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49" name="Google Shape;7849;p51"/>
            <p:cNvSpPr/>
            <p:nvPr/>
          </p:nvSpPr>
          <p:spPr>
            <a:xfrm>
              <a:off x="848698" y="3939449"/>
              <a:ext cx="317374" cy="317395"/>
            </a:xfrm>
            <a:custGeom>
              <a:rect b="b" l="l" r="r" t="t"/>
              <a:pathLst>
                <a:path extrusionOk="0" h="15210" w="15209">
                  <a:moveTo>
                    <a:pt x="7604" y="1"/>
                  </a:moveTo>
                  <a:cubicBezTo>
                    <a:pt x="3404" y="1"/>
                    <a:pt x="0" y="3405"/>
                    <a:pt x="0" y="7605"/>
                  </a:cubicBezTo>
                  <a:cubicBezTo>
                    <a:pt x="0" y="11805"/>
                    <a:pt x="3404" y="15209"/>
                    <a:pt x="7604" y="15209"/>
                  </a:cubicBezTo>
                  <a:cubicBezTo>
                    <a:pt x="11804" y="15209"/>
                    <a:pt x="15209" y="11805"/>
                    <a:pt x="15209" y="7605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50" name="Google Shape;7850;p51"/>
            <p:cNvSpPr/>
            <p:nvPr/>
          </p:nvSpPr>
          <p:spPr>
            <a:xfrm>
              <a:off x="553048" y="3972670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5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851" name="Google Shape;7851;p51"/>
          <p:cNvSpPr txBox="1"/>
          <p:nvPr>
            <p:ph type="title"/>
          </p:nvPr>
        </p:nvSpPr>
        <p:spPr>
          <a:xfrm>
            <a:off x="1270650" y="629375"/>
            <a:ext cx="7020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9pPr>
          </a:lstStyle>
          <a:p/>
        </p:txBody>
      </p:sp>
      <p:sp>
        <p:nvSpPr>
          <p:cNvPr id="7852" name="Google Shape;7852;p51"/>
          <p:cNvSpPr txBox="1"/>
          <p:nvPr>
            <p:ph idx="1" type="subTitle"/>
          </p:nvPr>
        </p:nvSpPr>
        <p:spPr>
          <a:xfrm>
            <a:off x="1270650" y="1202075"/>
            <a:ext cx="70200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b="1">
                <a:solidFill>
                  <a:schemeClr val="accent2"/>
                </a:solidFill>
                <a:highlight>
                  <a:schemeClr val="lt2"/>
                </a:highlight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b="1">
                <a:solidFill>
                  <a:schemeClr val="accent2"/>
                </a:solidFill>
                <a:highlight>
                  <a:schemeClr val="lt2"/>
                </a:highlight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b="1">
                <a:solidFill>
                  <a:schemeClr val="accent2"/>
                </a:solidFill>
                <a:highlight>
                  <a:schemeClr val="lt2"/>
                </a:highlight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b="1">
                <a:solidFill>
                  <a:schemeClr val="accent2"/>
                </a:solidFill>
                <a:highlight>
                  <a:schemeClr val="lt2"/>
                </a:highlight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b="1">
                <a:solidFill>
                  <a:schemeClr val="accent2"/>
                </a:solidFill>
                <a:highlight>
                  <a:schemeClr val="lt2"/>
                </a:highlight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b="1">
                <a:solidFill>
                  <a:schemeClr val="accent2"/>
                </a:solidFill>
                <a:highlight>
                  <a:schemeClr val="lt2"/>
                </a:highlight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b="1">
                <a:solidFill>
                  <a:schemeClr val="accent2"/>
                </a:solidFill>
                <a:highlight>
                  <a:schemeClr val="lt2"/>
                </a:highlight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b="1">
                <a:solidFill>
                  <a:schemeClr val="accent2"/>
                </a:solidFill>
                <a:highlight>
                  <a:schemeClr val="lt2"/>
                </a:highlight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b="1">
                <a:solidFill>
                  <a:schemeClr val="accent2"/>
                </a:solidFill>
                <a:highlight>
                  <a:schemeClr val="lt2"/>
                </a:highlight>
              </a:defRPr>
            </a:lvl9pPr>
          </a:lstStyle>
          <a:p/>
        </p:txBody>
      </p:sp>
      <p:sp>
        <p:nvSpPr>
          <p:cNvPr id="7853" name="Google Shape;7853;p51"/>
          <p:cNvSpPr txBox="1"/>
          <p:nvPr>
            <p:ph idx="2" type="subTitle"/>
          </p:nvPr>
        </p:nvSpPr>
        <p:spPr>
          <a:xfrm>
            <a:off x="1270650" y="1514375"/>
            <a:ext cx="7020000" cy="29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54" name="Google Shape;7854;p51"/>
          <p:cNvSpPr/>
          <p:nvPr/>
        </p:nvSpPr>
        <p:spPr>
          <a:xfrm>
            <a:off x="8428900" y="1041975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0"/>
                </a:moveTo>
                <a:lnTo>
                  <a:pt x="0" y="25897"/>
                </a:lnTo>
                <a:cubicBezTo>
                  <a:pt x="3176" y="25897"/>
                  <a:pt x="5749" y="23323"/>
                  <a:pt x="5749" y="20147"/>
                </a:cubicBezTo>
                <a:lnTo>
                  <a:pt x="5749" y="5752"/>
                </a:lnTo>
                <a:cubicBezTo>
                  <a:pt x="5749" y="2576"/>
                  <a:pt x="3176" y="0"/>
                  <a:pt x="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55" name="Google Shape;7855;p51"/>
          <p:cNvSpPr/>
          <p:nvPr/>
        </p:nvSpPr>
        <p:spPr>
          <a:xfrm>
            <a:off x="8428900" y="2620900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0"/>
                </a:moveTo>
                <a:lnTo>
                  <a:pt x="0" y="25897"/>
                </a:lnTo>
                <a:cubicBezTo>
                  <a:pt x="3176" y="25897"/>
                  <a:pt x="5749" y="23323"/>
                  <a:pt x="5749" y="20148"/>
                </a:cubicBezTo>
                <a:lnTo>
                  <a:pt x="5749" y="5752"/>
                </a:lnTo>
                <a:cubicBezTo>
                  <a:pt x="5749" y="2577"/>
                  <a:pt x="3176" y="0"/>
                  <a:pt x="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56" name="Google Shape;7856;p51"/>
          <p:cNvSpPr/>
          <p:nvPr/>
        </p:nvSpPr>
        <p:spPr>
          <a:xfrm>
            <a:off x="8428900" y="1811900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0"/>
                </a:moveTo>
                <a:lnTo>
                  <a:pt x="0" y="25897"/>
                </a:lnTo>
                <a:cubicBezTo>
                  <a:pt x="3176" y="25897"/>
                  <a:pt x="5749" y="23320"/>
                  <a:pt x="5749" y="20147"/>
                </a:cubicBezTo>
                <a:lnTo>
                  <a:pt x="5749" y="5749"/>
                </a:lnTo>
                <a:cubicBezTo>
                  <a:pt x="5749" y="2574"/>
                  <a:pt x="3176" y="0"/>
                  <a:pt x="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57" name="Google Shape;7857;p51"/>
          <p:cNvSpPr/>
          <p:nvPr/>
        </p:nvSpPr>
        <p:spPr>
          <a:xfrm>
            <a:off x="8428900" y="3454000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1"/>
                </a:moveTo>
                <a:lnTo>
                  <a:pt x="0" y="25897"/>
                </a:lnTo>
                <a:cubicBezTo>
                  <a:pt x="3176" y="25897"/>
                  <a:pt x="5749" y="23323"/>
                  <a:pt x="5749" y="20148"/>
                </a:cubicBezTo>
                <a:lnTo>
                  <a:pt x="5749" y="5752"/>
                </a:lnTo>
                <a:cubicBezTo>
                  <a:pt x="5749" y="2577"/>
                  <a:pt x="3176" y="1"/>
                  <a:pt x="0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3_1_1_1">
    <p:bg>
      <p:bgPr>
        <a:solidFill>
          <a:schemeClr val="lt1"/>
        </a:solidFill>
      </p:bgPr>
    </p:bg>
    <p:spTree>
      <p:nvGrpSpPr>
        <p:cNvPr id="7858" name="Shape 7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59" name="Google Shape;7859;p52"/>
          <p:cNvGrpSpPr/>
          <p:nvPr/>
        </p:nvGrpSpPr>
        <p:grpSpPr>
          <a:xfrm>
            <a:off x="0" y="0"/>
            <a:ext cx="9144125" cy="5143391"/>
            <a:chOff x="0" y="0"/>
            <a:chExt cx="9144125" cy="5143391"/>
          </a:xfrm>
        </p:grpSpPr>
        <p:sp>
          <p:nvSpPr>
            <p:cNvPr id="7860" name="Google Shape;7860;p52"/>
            <p:cNvSpPr/>
            <p:nvPr/>
          </p:nvSpPr>
          <p:spPr>
            <a:xfrm>
              <a:off x="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61" name="Google Shape;7861;p52"/>
            <p:cNvSpPr/>
            <p:nvPr/>
          </p:nvSpPr>
          <p:spPr>
            <a:xfrm>
              <a:off x="38100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62" name="Google Shape;7862;p52"/>
            <p:cNvSpPr/>
            <p:nvPr/>
          </p:nvSpPr>
          <p:spPr>
            <a:xfrm>
              <a:off x="76201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63" name="Google Shape;7863;p52"/>
            <p:cNvSpPr/>
            <p:nvPr/>
          </p:nvSpPr>
          <p:spPr>
            <a:xfrm>
              <a:off x="114301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64" name="Google Shape;7864;p52"/>
            <p:cNvSpPr/>
            <p:nvPr/>
          </p:nvSpPr>
          <p:spPr>
            <a:xfrm>
              <a:off x="152402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65" name="Google Shape;7865;p52"/>
            <p:cNvSpPr/>
            <p:nvPr/>
          </p:nvSpPr>
          <p:spPr>
            <a:xfrm>
              <a:off x="190502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66" name="Google Shape;7866;p52"/>
            <p:cNvSpPr/>
            <p:nvPr/>
          </p:nvSpPr>
          <p:spPr>
            <a:xfrm>
              <a:off x="228603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67" name="Google Shape;7867;p52"/>
            <p:cNvSpPr/>
            <p:nvPr/>
          </p:nvSpPr>
          <p:spPr>
            <a:xfrm>
              <a:off x="266703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68" name="Google Shape;7868;p52"/>
            <p:cNvSpPr/>
            <p:nvPr/>
          </p:nvSpPr>
          <p:spPr>
            <a:xfrm>
              <a:off x="304804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69" name="Google Shape;7869;p52"/>
            <p:cNvSpPr/>
            <p:nvPr/>
          </p:nvSpPr>
          <p:spPr>
            <a:xfrm>
              <a:off x="342904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70" name="Google Shape;7870;p52"/>
            <p:cNvSpPr/>
            <p:nvPr/>
          </p:nvSpPr>
          <p:spPr>
            <a:xfrm>
              <a:off x="381005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71" name="Google Shape;7871;p52"/>
            <p:cNvSpPr/>
            <p:nvPr/>
          </p:nvSpPr>
          <p:spPr>
            <a:xfrm>
              <a:off x="419105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72" name="Google Shape;7872;p52"/>
            <p:cNvSpPr/>
            <p:nvPr/>
          </p:nvSpPr>
          <p:spPr>
            <a:xfrm>
              <a:off x="457206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73" name="Google Shape;7873;p52"/>
            <p:cNvSpPr/>
            <p:nvPr/>
          </p:nvSpPr>
          <p:spPr>
            <a:xfrm>
              <a:off x="495306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74" name="Google Shape;7874;p52"/>
            <p:cNvSpPr/>
            <p:nvPr/>
          </p:nvSpPr>
          <p:spPr>
            <a:xfrm>
              <a:off x="533407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75" name="Google Shape;7875;p52"/>
            <p:cNvSpPr/>
            <p:nvPr/>
          </p:nvSpPr>
          <p:spPr>
            <a:xfrm>
              <a:off x="571507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76" name="Google Shape;7876;p52"/>
            <p:cNvSpPr/>
            <p:nvPr/>
          </p:nvSpPr>
          <p:spPr>
            <a:xfrm>
              <a:off x="609608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77" name="Google Shape;7877;p52"/>
            <p:cNvSpPr/>
            <p:nvPr/>
          </p:nvSpPr>
          <p:spPr>
            <a:xfrm>
              <a:off x="647708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78" name="Google Shape;7878;p52"/>
            <p:cNvSpPr/>
            <p:nvPr/>
          </p:nvSpPr>
          <p:spPr>
            <a:xfrm>
              <a:off x="685809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79" name="Google Shape;7879;p52"/>
            <p:cNvSpPr/>
            <p:nvPr/>
          </p:nvSpPr>
          <p:spPr>
            <a:xfrm>
              <a:off x="723909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80" name="Google Shape;7880;p52"/>
            <p:cNvSpPr/>
            <p:nvPr/>
          </p:nvSpPr>
          <p:spPr>
            <a:xfrm>
              <a:off x="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81" name="Google Shape;7881;p52"/>
            <p:cNvSpPr/>
            <p:nvPr/>
          </p:nvSpPr>
          <p:spPr>
            <a:xfrm>
              <a:off x="38100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82" name="Google Shape;7882;p52"/>
            <p:cNvSpPr/>
            <p:nvPr/>
          </p:nvSpPr>
          <p:spPr>
            <a:xfrm>
              <a:off x="76201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83" name="Google Shape;7883;p52"/>
            <p:cNvSpPr/>
            <p:nvPr/>
          </p:nvSpPr>
          <p:spPr>
            <a:xfrm>
              <a:off x="114301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84" name="Google Shape;7884;p52"/>
            <p:cNvSpPr/>
            <p:nvPr/>
          </p:nvSpPr>
          <p:spPr>
            <a:xfrm>
              <a:off x="152402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85" name="Google Shape;7885;p52"/>
            <p:cNvSpPr/>
            <p:nvPr/>
          </p:nvSpPr>
          <p:spPr>
            <a:xfrm>
              <a:off x="190502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86" name="Google Shape;7886;p52"/>
            <p:cNvSpPr/>
            <p:nvPr/>
          </p:nvSpPr>
          <p:spPr>
            <a:xfrm>
              <a:off x="228603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87" name="Google Shape;7887;p52"/>
            <p:cNvSpPr/>
            <p:nvPr/>
          </p:nvSpPr>
          <p:spPr>
            <a:xfrm>
              <a:off x="266703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88" name="Google Shape;7888;p52"/>
            <p:cNvSpPr/>
            <p:nvPr/>
          </p:nvSpPr>
          <p:spPr>
            <a:xfrm>
              <a:off x="304804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89" name="Google Shape;7889;p52"/>
            <p:cNvSpPr/>
            <p:nvPr/>
          </p:nvSpPr>
          <p:spPr>
            <a:xfrm>
              <a:off x="342904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90" name="Google Shape;7890;p52"/>
            <p:cNvSpPr/>
            <p:nvPr/>
          </p:nvSpPr>
          <p:spPr>
            <a:xfrm>
              <a:off x="381005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91" name="Google Shape;7891;p52"/>
            <p:cNvSpPr/>
            <p:nvPr/>
          </p:nvSpPr>
          <p:spPr>
            <a:xfrm>
              <a:off x="419105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92" name="Google Shape;7892;p52"/>
            <p:cNvSpPr/>
            <p:nvPr/>
          </p:nvSpPr>
          <p:spPr>
            <a:xfrm>
              <a:off x="457206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93" name="Google Shape;7893;p52"/>
            <p:cNvSpPr/>
            <p:nvPr/>
          </p:nvSpPr>
          <p:spPr>
            <a:xfrm>
              <a:off x="495306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94" name="Google Shape;7894;p52"/>
            <p:cNvSpPr/>
            <p:nvPr/>
          </p:nvSpPr>
          <p:spPr>
            <a:xfrm>
              <a:off x="533407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95" name="Google Shape;7895;p52"/>
            <p:cNvSpPr/>
            <p:nvPr/>
          </p:nvSpPr>
          <p:spPr>
            <a:xfrm>
              <a:off x="571507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96" name="Google Shape;7896;p52"/>
            <p:cNvSpPr/>
            <p:nvPr/>
          </p:nvSpPr>
          <p:spPr>
            <a:xfrm>
              <a:off x="609608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97" name="Google Shape;7897;p52"/>
            <p:cNvSpPr/>
            <p:nvPr/>
          </p:nvSpPr>
          <p:spPr>
            <a:xfrm>
              <a:off x="647708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98" name="Google Shape;7898;p52"/>
            <p:cNvSpPr/>
            <p:nvPr/>
          </p:nvSpPr>
          <p:spPr>
            <a:xfrm>
              <a:off x="685809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99" name="Google Shape;7899;p52"/>
            <p:cNvSpPr/>
            <p:nvPr/>
          </p:nvSpPr>
          <p:spPr>
            <a:xfrm>
              <a:off x="723909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00" name="Google Shape;7900;p52"/>
            <p:cNvSpPr/>
            <p:nvPr/>
          </p:nvSpPr>
          <p:spPr>
            <a:xfrm>
              <a:off x="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01" name="Google Shape;7901;p52"/>
            <p:cNvSpPr/>
            <p:nvPr/>
          </p:nvSpPr>
          <p:spPr>
            <a:xfrm>
              <a:off x="38100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02" name="Google Shape;7902;p52"/>
            <p:cNvSpPr/>
            <p:nvPr/>
          </p:nvSpPr>
          <p:spPr>
            <a:xfrm>
              <a:off x="76201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03" name="Google Shape;7903;p52"/>
            <p:cNvSpPr/>
            <p:nvPr/>
          </p:nvSpPr>
          <p:spPr>
            <a:xfrm>
              <a:off x="114301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04" name="Google Shape;7904;p52"/>
            <p:cNvSpPr/>
            <p:nvPr/>
          </p:nvSpPr>
          <p:spPr>
            <a:xfrm>
              <a:off x="152402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05" name="Google Shape;7905;p52"/>
            <p:cNvSpPr/>
            <p:nvPr/>
          </p:nvSpPr>
          <p:spPr>
            <a:xfrm>
              <a:off x="190502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06" name="Google Shape;7906;p52"/>
            <p:cNvSpPr/>
            <p:nvPr/>
          </p:nvSpPr>
          <p:spPr>
            <a:xfrm>
              <a:off x="228603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07" name="Google Shape;7907;p52"/>
            <p:cNvSpPr/>
            <p:nvPr/>
          </p:nvSpPr>
          <p:spPr>
            <a:xfrm>
              <a:off x="266703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08" name="Google Shape;7908;p52"/>
            <p:cNvSpPr/>
            <p:nvPr/>
          </p:nvSpPr>
          <p:spPr>
            <a:xfrm>
              <a:off x="304804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09" name="Google Shape;7909;p52"/>
            <p:cNvSpPr/>
            <p:nvPr/>
          </p:nvSpPr>
          <p:spPr>
            <a:xfrm>
              <a:off x="342904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10" name="Google Shape;7910;p52"/>
            <p:cNvSpPr/>
            <p:nvPr/>
          </p:nvSpPr>
          <p:spPr>
            <a:xfrm>
              <a:off x="381005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11" name="Google Shape;7911;p52"/>
            <p:cNvSpPr/>
            <p:nvPr/>
          </p:nvSpPr>
          <p:spPr>
            <a:xfrm>
              <a:off x="419105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12" name="Google Shape;7912;p52"/>
            <p:cNvSpPr/>
            <p:nvPr/>
          </p:nvSpPr>
          <p:spPr>
            <a:xfrm>
              <a:off x="457206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13" name="Google Shape;7913;p52"/>
            <p:cNvSpPr/>
            <p:nvPr/>
          </p:nvSpPr>
          <p:spPr>
            <a:xfrm>
              <a:off x="495306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14" name="Google Shape;7914;p52"/>
            <p:cNvSpPr/>
            <p:nvPr/>
          </p:nvSpPr>
          <p:spPr>
            <a:xfrm>
              <a:off x="533407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15" name="Google Shape;7915;p52"/>
            <p:cNvSpPr/>
            <p:nvPr/>
          </p:nvSpPr>
          <p:spPr>
            <a:xfrm>
              <a:off x="571507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16" name="Google Shape;7916;p52"/>
            <p:cNvSpPr/>
            <p:nvPr/>
          </p:nvSpPr>
          <p:spPr>
            <a:xfrm>
              <a:off x="609608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17" name="Google Shape;7917;p52"/>
            <p:cNvSpPr/>
            <p:nvPr/>
          </p:nvSpPr>
          <p:spPr>
            <a:xfrm>
              <a:off x="647708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18" name="Google Shape;7918;p52"/>
            <p:cNvSpPr/>
            <p:nvPr/>
          </p:nvSpPr>
          <p:spPr>
            <a:xfrm>
              <a:off x="685809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19" name="Google Shape;7919;p52"/>
            <p:cNvSpPr/>
            <p:nvPr/>
          </p:nvSpPr>
          <p:spPr>
            <a:xfrm>
              <a:off x="723909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20" name="Google Shape;7920;p52"/>
            <p:cNvSpPr/>
            <p:nvPr/>
          </p:nvSpPr>
          <p:spPr>
            <a:xfrm>
              <a:off x="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21" name="Google Shape;7921;p52"/>
            <p:cNvSpPr/>
            <p:nvPr/>
          </p:nvSpPr>
          <p:spPr>
            <a:xfrm>
              <a:off x="38100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22" name="Google Shape;7922;p52"/>
            <p:cNvSpPr/>
            <p:nvPr/>
          </p:nvSpPr>
          <p:spPr>
            <a:xfrm>
              <a:off x="76201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23" name="Google Shape;7923;p52"/>
            <p:cNvSpPr/>
            <p:nvPr/>
          </p:nvSpPr>
          <p:spPr>
            <a:xfrm>
              <a:off x="114301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24" name="Google Shape;7924;p52"/>
            <p:cNvSpPr/>
            <p:nvPr/>
          </p:nvSpPr>
          <p:spPr>
            <a:xfrm>
              <a:off x="152402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25" name="Google Shape;7925;p52"/>
            <p:cNvSpPr/>
            <p:nvPr/>
          </p:nvSpPr>
          <p:spPr>
            <a:xfrm>
              <a:off x="190502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26" name="Google Shape;7926;p52"/>
            <p:cNvSpPr/>
            <p:nvPr/>
          </p:nvSpPr>
          <p:spPr>
            <a:xfrm>
              <a:off x="228603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27" name="Google Shape;7927;p52"/>
            <p:cNvSpPr/>
            <p:nvPr/>
          </p:nvSpPr>
          <p:spPr>
            <a:xfrm>
              <a:off x="266703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28" name="Google Shape;7928;p52"/>
            <p:cNvSpPr/>
            <p:nvPr/>
          </p:nvSpPr>
          <p:spPr>
            <a:xfrm>
              <a:off x="304804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29" name="Google Shape;7929;p52"/>
            <p:cNvSpPr/>
            <p:nvPr/>
          </p:nvSpPr>
          <p:spPr>
            <a:xfrm>
              <a:off x="342904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30" name="Google Shape;7930;p52"/>
            <p:cNvSpPr/>
            <p:nvPr/>
          </p:nvSpPr>
          <p:spPr>
            <a:xfrm>
              <a:off x="381005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31" name="Google Shape;7931;p52"/>
            <p:cNvSpPr/>
            <p:nvPr/>
          </p:nvSpPr>
          <p:spPr>
            <a:xfrm>
              <a:off x="419105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32" name="Google Shape;7932;p52"/>
            <p:cNvSpPr/>
            <p:nvPr/>
          </p:nvSpPr>
          <p:spPr>
            <a:xfrm>
              <a:off x="457206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33" name="Google Shape;7933;p52"/>
            <p:cNvSpPr/>
            <p:nvPr/>
          </p:nvSpPr>
          <p:spPr>
            <a:xfrm>
              <a:off x="495306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34" name="Google Shape;7934;p52"/>
            <p:cNvSpPr/>
            <p:nvPr/>
          </p:nvSpPr>
          <p:spPr>
            <a:xfrm>
              <a:off x="533407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35" name="Google Shape;7935;p52"/>
            <p:cNvSpPr/>
            <p:nvPr/>
          </p:nvSpPr>
          <p:spPr>
            <a:xfrm>
              <a:off x="571507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36" name="Google Shape;7936;p52"/>
            <p:cNvSpPr/>
            <p:nvPr/>
          </p:nvSpPr>
          <p:spPr>
            <a:xfrm>
              <a:off x="609608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37" name="Google Shape;7937;p52"/>
            <p:cNvSpPr/>
            <p:nvPr/>
          </p:nvSpPr>
          <p:spPr>
            <a:xfrm>
              <a:off x="647708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38" name="Google Shape;7938;p52"/>
            <p:cNvSpPr/>
            <p:nvPr/>
          </p:nvSpPr>
          <p:spPr>
            <a:xfrm>
              <a:off x="685809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39" name="Google Shape;7939;p52"/>
            <p:cNvSpPr/>
            <p:nvPr/>
          </p:nvSpPr>
          <p:spPr>
            <a:xfrm>
              <a:off x="723909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40" name="Google Shape;7940;p52"/>
            <p:cNvSpPr/>
            <p:nvPr/>
          </p:nvSpPr>
          <p:spPr>
            <a:xfrm>
              <a:off x="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41" name="Google Shape;7941;p52"/>
            <p:cNvSpPr/>
            <p:nvPr/>
          </p:nvSpPr>
          <p:spPr>
            <a:xfrm>
              <a:off x="38100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42" name="Google Shape;7942;p52"/>
            <p:cNvSpPr/>
            <p:nvPr/>
          </p:nvSpPr>
          <p:spPr>
            <a:xfrm>
              <a:off x="76201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43" name="Google Shape;7943;p52"/>
            <p:cNvSpPr/>
            <p:nvPr/>
          </p:nvSpPr>
          <p:spPr>
            <a:xfrm>
              <a:off x="114301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44" name="Google Shape;7944;p52"/>
            <p:cNvSpPr/>
            <p:nvPr/>
          </p:nvSpPr>
          <p:spPr>
            <a:xfrm>
              <a:off x="152402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45" name="Google Shape;7945;p52"/>
            <p:cNvSpPr/>
            <p:nvPr/>
          </p:nvSpPr>
          <p:spPr>
            <a:xfrm>
              <a:off x="190502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46" name="Google Shape;7946;p52"/>
            <p:cNvSpPr/>
            <p:nvPr/>
          </p:nvSpPr>
          <p:spPr>
            <a:xfrm>
              <a:off x="228603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47" name="Google Shape;7947;p52"/>
            <p:cNvSpPr/>
            <p:nvPr/>
          </p:nvSpPr>
          <p:spPr>
            <a:xfrm>
              <a:off x="266703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48" name="Google Shape;7948;p52"/>
            <p:cNvSpPr/>
            <p:nvPr/>
          </p:nvSpPr>
          <p:spPr>
            <a:xfrm>
              <a:off x="304804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49" name="Google Shape;7949;p52"/>
            <p:cNvSpPr/>
            <p:nvPr/>
          </p:nvSpPr>
          <p:spPr>
            <a:xfrm>
              <a:off x="342904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50" name="Google Shape;7950;p52"/>
            <p:cNvSpPr/>
            <p:nvPr/>
          </p:nvSpPr>
          <p:spPr>
            <a:xfrm>
              <a:off x="381005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51" name="Google Shape;7951;p52"/>
            <p:cNvSpPr/>
            <p:nvPr/>
          </p:nvSpPr>
          <p:spPr>
            <a:xfrm>
              <a:off x="419105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52" name="Google Shape;7952;p52"/>
            <p:cNvSpPr/>
            <p:nvPr/>
          </p:nvSpPr>
          <p:spPr>
            <a:xfrm>
              <a:off x="457206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53" name="Google Shape;7953;p52"/>
            <p:cNvSpPr/>
            <p:nvPr/>
          </p:nvSpPr>
          <p:spPr>
            <a:xfrm>
              <a:off x="495306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54" name="Google Shape;7954;p52"/>
            <p:cNvSpPr/>
            <p:nvPr/>
          </p:nvSpPr>
          <p:spPr>
            <a:xfrm>
              <a:off x="533407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55" name="Google Shape;7955;p52"/>
            <p:cNvSpPr/>
            <p:nvPr/>
          </p:nvSpPr>
          <p:spPr>
            <a:xfrm>
              <a:off x="571507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56" name="Google Shape;7956;p52"/>
            <p:cNvSpPr/>
            <p:nvPr/>
          </p:nvSpPr>
          <p:spPr>
            <a:xfrm>
              <a:off x="609608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57" name="Google Shape;7957;p52"/>
            <p:cNvSpPr/>
            <p:nvPr/>
          </p:nvSpPr>
          <p:spPr>
            <a:xfrm>
              <a:off x="647708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58" name="Google Shape;7958;p52"/>
            <p:cNvSpPr/>
            <p:nvPr/>
          </p:nvSpPr>
          <p:spPr>
            <a:xfrm>
              <a:off x="685809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59" name="Google Shape;7959;p52"/>
            <p:cNvSpPr/>
            <p:nvPr/>
          </p:nvSpPr>
          <p:spPr>
            <a:xfrm>
              <a:off x="723909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60" name="Google Shape;7960;p52"/>
            <p:cNvSpPr/>
            <p:nvPr/>
          </p:nvSpPr>
          <p:spPr>
            <a:xfrm>
              <a:off x="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61" name="Google Shape;7961;p52"/>
            <p:cNvSpPr/>
            <p:nvPr/>
          </p:nvSpPr>
          <p:spPr>
            <a:xfrm>
              <a:off x="38100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62" name="Google Shape;7962;p52"/>
            <p:cNvSpPr/>
            <p:nvPr/>
          </p:nvSpPr>
          <p:spPr>
            <a:xfrm>
              <a:off x="76201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63" name="Google Shape;7963;p52"/>
            <p:cNvSpPr/>
            <p:nvPr/>
          </p:nvSpPr>
          <p:spPr>
            <a:xfrm>
              <a:off x="114301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64" name="Google Shape;7964;p52"/>
            <p:cNvSpPr/>
            <p:nvPr/>
          </p:nvSpPr>
          <p:spPr>
            <a:xfrm>
              <a:off x="152402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65" name="Google Shape;7965;p52"/>
            <p:cNvSpPr/>
            <p:nvPr/>
          </p:nvSpPr>
          <p:spPr>
            <a:xfrm>
              <a:off x="190502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66" name="Google Shape;7966;p52"/>
            <p:cNvSpPr/>
            <p:nvPr/>
          </p:nvSpPr>
          <p:spPr>
            <a:xfrm>
              <a:off x="228603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67" name="Google Shape;7967;p52"/>
            <p:cNvSpPr/>
            <p:nvPr/>
          </p:nvSpPr>
          <p:spPr>
            <a:xfrm>
              <a:off x="266703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68" name="Google Shape;7968;p52"/>
            <p:cNvSpPr/>
            <p:nvPr/>
          </p:nvSpPr>
          <p:spPr>
            <a:xfrm>
              <a:off x="304804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69" name="Google Shape;7969;p52"/>
            <p:cNvSpPr/>
            <p:nvPr/>
          </p:nvSpPr>
          <p:spPr>
            <a:xfrm>
              <a:off x="342904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70" name="Google Shape;7970;p52"/>
            <p:cNvSpPr/>
            <p:nvPr/>
          </p:nvSpPr>
          <p:spPr>
            <a:xfrm>
              <a:off x="381005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71" name="Google Shape;7971;p52"/>
            <p:cNvSpPr/>
            <p:nvPr/>
          </p:nvSpPr>
          <p:spPr>
            <a:xfrm>
              <a:off x="419105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72" name="Google Shape;7972;p52"/>
            <p:cNvSpPr/>
            <p:nvPr/>
          </p:nvSpPr>
          <p:spPr>
            <a:xfrm>
              <a:off x="457206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73" name="Google Shape;7973;p52"/>
            <p:cNvSpPr/>
            <p:nvPr/>
          </p:nvSpPr>
          <p:spPr>
            <a:xfrm>
              <a:off x="495306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74" name="Google Shape;7974;p52"/>
            <p:cNvSpPr/>
            <p:nvPr/>
          </p:nvSpPr>
          <p:spPr>
            <a:xfrm>
              <a:off x="533407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75" name="Google Shape;7975;p52"/>
            <p:cNvSpPr/>
            <p:nvPr/>
          </p:nvSpPr>
          <p:spPr>
            <a:xfrm>
              <a:off x="571507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76" name="Google Shape;7976;p52"/>
            <p:cNvSpPr/>
            <p:nvPr/>
          </p:nvSpPr>
          <p:spPr>
            <a:xfrm>
              <a:off x="609608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77" name="Google Shape;7977;p52"/>
            <p:cNvSpPr/>
            <p:nvPr/>
          </p:nvSpPr>
          <p:spPr>
            <a:xfrm>
              <a:off x="647708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78" name="Google Shape;7978;p52"/>
            <p:cNvSpPr/>
            <p:nvPr/>
          </p:nvSpPr>
          <p:spPr>
            <a:xfrm>
              <a:off x="685809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79" name="Google Shape;7979;p52"/>
            <p:cNvSpPr/>
            <p:nvPr/>
          </p:nvSpPr>
          <p:spPr>
            <a:xfrm>
              <a:off x="723909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80" name="Google Shape;7980;p52"/>
            <p:cNvSpPr/>
            <p:nvPr/>
          </p:nvSpPr>
          <p:spPr>
            <a:xfrm>
              <a:off x="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81" name="Google Shape;7981;p52"/>
            <p:cNvSpPr/>
            <p:nvPr/>
          </p:nvSpPr>
          <p:spPr>
            <a:xfrm>
              <a:off x="38100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82" name="Google Shape;7982;p52"/>
            <p:cNvSpPr/>
            <p:nvPr/>
          </p:nvSpPr>
          <p:spPr>
            <a:xfrm>
              <a:off x="76201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83" name="Google Shape;7983;p52"/>
            <p:cNvSpPr/>
            <p:nvPr/>
          </p:nvSpPr>
          <p:spPr>
            <a:xfrm>
              <a:off x="114301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84" name="Google Shape;7984;p52"/>
            <p:cNvSpPr/>
            <p:nvPr/>
          </p:nvSpPr>
          <p:spPr>
            <a:xfrm>
              <a:off x="152402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85" name="Google Shape;7985;p52"/>
            <p:cNvSpPr/>
            <p:nvPr/>
          </p:nvSpPr>
          <p:spPr>
            <a:xfrm>
              <a:off x="190502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86" name="Google Shape;7986;p52"/>
            <p:cNvSpPr/>
            <p:nvPr/>
          </p:nvSpPr>
          <p:spPr>
            <a:xfrm>
              <a:off x="228603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87" name="Google Shape;7987;p52"/>
            <p:cNvSpPr/>
            <p:nvPr/>
          </p:nvSpPr>
          <p:spPr>
            <a:xfrm>
              <a:off x="266703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88" name="Google Shape;7988;p52"/>
            <p:cNvSpPr/>
            <p:nvPr/>
          </p:nvSpPr>
          <p:spPr>
            <a:xfrm>
              <a:off x="304804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89" name="Google Shape;7989;p52"/>
            <p:cNvSpPr/>
            <p:nvPr/>
          </p:nvSpPr>
          <p:spPr>
            <a:xfrm>
              <a:off x="342904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90" name="Google Shape;7990;p52"/>
            <p:cNvSpPr/>
            <p:nvPr/>
          </p:nvSpPr>
          <p:spPr>
            <a:xfrm>
              <a:off x="381005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91" name="Google Shape;7991;p52"/>
            <p:cNvSpPr/>
            <p:nvPr/>
          </p:nvSpPr>
          <p:spPr>
            <a:xfrm>
              <a:off x="419105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92" name="Google Shape;7992;p52"/>
            <p:cNvSpPr/>
            <p:nvPr/>
          </p:nvSpPr>
          <p:spPr>
            <a:xfrm>
              <a:off x="457206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93" name="Google Shape;7993;p52"/>
            <p:cNvSpPr/>
            <p:nvPr/>
          </p:nvSpPr>
          <p:spPr>
            <a:xfrm>
              <a:off x="495306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94" name="Google Shape;7994;p52"/>
            <p:cNvSpPr/>
            <p:nvPr/>
          </p:nvSpPr>
          <p:spPr>
            <a:xfrm>
              <a:off x="533407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95" name="Google Shape;7995;p52"/>
            <p:cNvSpPr/>
            <p:nvPr/>
          </p:nvSpPr>
          <p:spPr>
            <a:xfrm>
              <a:off x="571507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96" name="Google Shape;7996;p52"/>
            <p:cNvSpPr/>
            <p:nvPr/>
          </p:nvSpPr>
          <p:spPr>
            <a:xfrm>
              <a:off x="609608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97" name="Google Shape;7997;p52"/>
            <p:cNvSpPr/>
            <p:nvPr/>
          </p:nvSpPr>
          <p:spPr>
            <a:xfrm>
              <a:off x="647708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98" name="Google Shape;7998;p52"/>
            <p:cNvSpPr/>
            <p:nvPr/>
          </p:nvSpPr>
          <p:spPr>
            <a:xfrm>
              <a:off x="685809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99" name="Google Shape;7999;p52"/>
            <p:cNvSpPr/>
            <p:nvPr/>
          </p:nvSpPr>
          <p:spPr>
            <a:xfrm>
              <a:off x="723909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00" name="Google Shape;8000;p52"/>
            <p:cNvSpPr/>
            <p:nvPr/>
          </p:nvSpPr>
          <p:spPr>
            <a:xfrm>
              <a:off x="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01" name="Google Shape;8001;p52"/>
            <p:cNvSpPr/>
            <p:nvPr/>
          </p:nvSpPr>
          <p:spPr>
            <a:xfrm>
              <a:off x="38100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02" name="Google Shape;8002;p52"/>
            <p:cNvSpPr/>
            <p:nvPr/>
          </p:nvSpPr>
          <p:spPr>
            <a:xfrm>
              <a:off x="76201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03" name="Google Shape;8003;p52"/>
            <p:cNvSpPr/>
            <p:nvPr/>
          </p:nvSpPr>
          <p:spPr>
            <a:xfrm>
              <a:off x="114301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04" name="Google Shape;8004;p52"/>
            <p:cNvSpPr/>
            <p:nvPr/>
          </p:nvSpPr>
          <p:spPr>
            <a:xfrm>
              <a:off x="152402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05" name="Google Shape;8005;p52"/>
            <p:cNvSpPr/>
            <p:nvPr/>
          </p:nvSpPr>
          <p:spPr>
            <a:xfrm>
              <a:off x="190502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06" name="Google Shape;8006;p52"/>
            <p:cNvSpPr/>
            <p:nvPr/>
          </p:nvSpPr>
          <p:spPr>
            <a:xfrm>
              <a:off x="228603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07" name="Google Shape;8007;p52"/>
            <p:cNvSpPr/>
            <p:nvPr/>
          </p:nvSpPr>
          <p:spPr>
            <a:xfrm>
              <a:off x="266703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08" name="Google Shape;8008;p52"/>
            <p:cNvSpPr/>
            <p:nvPr/>
          </p:nvSpPr>
          <p:spPr>
            <a:xfrm>
              <a:off x="304804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09" name="Google Shape;8009;p52"/>
            <p:cNvSpPr/>
            <p:nvPr/>
          </p:nvSpPr>
          <p:spPr>
            <a:xfrm>
              <a:off x="342904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10" name="Google Shape;8010;p52"/>
            <p:cNvSpPr/>
            <p:nvPr/>
          </p:nvSpPr>
          <p:spPr>
            <a:xfrm>
              <a:off x="381005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11" name="Google Shape;8011;p52"/>
            <p:cNvSpPr/>
            <p:nvPr/>
          </p:nvSpPr>
          <p:spPr>
            <a:xfrm>
              <a:off x="419105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12" name="Google Shape;8012;p52"/>
            <p:cNvSpPr/>
            <p:nvPr/>
          </p:nvSpPr>
          <p:spPr>
            <a:xfrm>
              <a:off x="457206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13" name="Google Shape;8013;p52"/>
            <p:cNvSpPr/>
            <p:nvPr/>
          </p:nvSpPr>
          <p:spPr>
            <a:xfrm>
              <a:off x="495306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14" name="Google Shape;8014;p52"/>
            <p:cNvSpPr/>
            <p:nvPr/>
          </p:nvSpPr>
          <p:spPr>
            <a:xfrm>
              <a:off x="533407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15" name="Google Shape;8015;p52"/>
            <p:cNvSpPr/>
            <p:nvPr/>
          </p:nvSpPr>
          <p:spPr>
            <a:xfrm>
              <a:off x="571507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16" name="Google Shape;8016;p52"/>
            <p:cNvSpPr/>
            <p:nvPr/>
          </p:nvSpPr>
          <p:spPr>
            <a:xfrm>
              <a:off x="609608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17" name="Google Shape;8017;p52"/>
            <p:cNvSpPr/>
            <p:nvPr/>
          </p:nvSpPr>
          <p:spPr>
            <a:xfrm>
              <a:off x="647708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18" name="Google Shape;8018;p52"/>
            <p:cNvSpPr/>
            <p:nvPr/>
          </p:nvSpPr>
          <p:spPr>
            <a:xfrm>
              <a:off x="685809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19" name="Google Shape;8019;p52"/>
            <p:cNvSpPr/>
            <p:nvPr/>
          </p:nvSpPr>
          <p:spPr>
            <a:xfrm>
              <a:off x="723909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20" name="Google Shape;8020;p52"/>
            <p:cNvSpPr/>
            <p:nvPr/>
          </p:nvSpPr>
          <p:spPr>
            <a:xfrm>
              <a:off x="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21" name="Google Shape;8021;p52"/>
            <p:cNvSpPr/>
            <p:nvPr/>
          </p:nvSpPr>
          <p:spPr>
            <a:xfrm>
              <a:off x="38100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22" name="Google Shape;8022;p52"/>
            <p:cNvSpPr/>
            <p:nvPr/>
          </p:nvSpPr>
          <p:spPr>
            <a:xfrm>
              <a:off x="76201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23" name="Google Shape;8023;p52"/>
            <p:cNvSpPr/>
            <p:nvPr/>
          </p:nvSpPr>
          <p:spPr>
            <a:xfrm>
              <a:off x="114301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24" name="Google Shape;8024;p52"/>
            <p:cNvSpPr/>
            <p:nvPr/>
          </p:nvSpPr>
          <p:spPr>
            <a:xfrm>
              <a:off x="152402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25" name="Google Shape;8025;p52"/>
            <p:cNvSpPr/>
            <p:nvPr/>
          </p:nvSpPr>
          <p:spPr>
            <a:xfrm>
              <a:off x="190502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26" name="Google Shape;8026;p52"/>
            <p:cNvSpPr/>
            <p:nvPr/>
          </p:nvSpPr>
          <p:spPr>
            <a:xfrm>
              <a:off x="228603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27" name="Google Shape;8027;p52"/>
            <p:cNvSpPr/>
            <p:nvPr/>
          </p:nvSpPr>
          <p:spPr>
            <a:xfrm>
              <a:off x="266703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28" name="Google Shape;8028;p52"/>
            <p:cNvSpPr/>
            <p:nvPr/>
          </p:nvSpPr>
          <p:spPr>
            <a:xfrm>
              <a:off x="304804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29" name="Google Shape;8029;p52"/>
            <p:cNvSpPr/>
            <p:nvPr/>
          </p:nvSpPr>
          <p:spPr>
            <a:xfrm>
              <a:off x="342904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30" name="Google Shape;8030;p52"/>
            <p:cNvSpPr/>
            <p:nvPr/>
          </p:nvSpPr>
          <p:spPr>
            <a:xfrm>
              <a:off x="381005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31" name="Google Shape;8031;p52"/>
            <p:cNvSpPr/>
            <p:nvPr/>
          </p:nvSpPr>
          <p:spPr>
            <a:xfrm>
              <a:off x="419105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32" name="Google Shape;8032;p52"/>
            <p:cNvSpPr/>
            <p:nvPr/>
          </p:nvSpPr>
          <p:spPr>
            <a:xfrm>
              <a:off x="457206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33" name="Google Shape;8033;p52"/>
            <p:cNvSpPr/>
            <p:nvPr/>
          </p:nvSpPr>
          <p:spPr>
            <a:xfrm>
              <a:off x="495306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34" name="Google Shape;8034;p52"/>
            <p:cNvSpPr/>
            <p:nvPr/>
          </p:nvSpPr>
          <p:spPr>
            <a:xfrm>
              <a:off x="533407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35" name="Google Shape;8035;p52"/>
            <p:cNvSpPr/>
            <p:nvPr/>
          </p:nvSpPr>
          <p:spPr>
            <a:xfrm>
              <a:off x="571507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36" name="Google Shape;8036;p52"/>
            <p:cNvSpPr/>
            <p:nvPr/>
          </p:nvSpPr>
          <p:spPr>
            <a:xfrm>
              <a:off x="609608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37" name="Google Shape;8037;p52"/>
            <p:cNvSpPr/>
            <p:nvPr/>
          </p:nvSpPr>
          <p:spPr>
            <a:xfrm>
              <a:off x="647708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38" name="Google Shape;8038;p52"/>
            <p:cNvSpPr/>
            <p:nvPr/>
          </p:nvSpPr>
          <p:spPr>
            <a:xfrm>
              <a:off x="685809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39" name="Google Shape;8039;p52"/>
            <p:cNvSpPr/>
            <p:nvPr/>
          </p:nvSpPr>
          <p:spPr>
            <a:xfrm>
              <a:off x="723909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40" name="Google Shape;8040;p52"/>
            <p:cNvSpPr/>
            <p:nvPr/>
          </p:nvSpPr>
          <p:spPr>
            <a:xfrm>
              <a:off x="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41" name="Google Shape;8041;p52"/>
            <p:cNvSpPr/>
            <p:nvPr/>
          </p:nvSpPr>
          <p:spPr>
            <a:xfrm>
              <a:off x="38100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42" name="Google Shape;8042;p52"/>
            <p:cNvSpPr/>
            <p:nvPr/>
          </p:nvSpPr>
          <p:spPr>
            <a:xfrm>
              <a:off x="76201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43" name="Google Shape;8043;p52"/>
            <p:cNvSpPr/>
            <p:nvPr/>
          </p:nvSpPr>
          <p:spPr>
            <a:xfrm>
              <a:off x="114301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44" name="Google Shape;8044;p52"/>
            <p:cNvSpPr/>
            <p:nvPr/>
          </p:nvSpPr>
          <p:spPr>
            <a:xfrm>
              <a:off x="152402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45" name="Google Shape;8045;p52"/>
            <p:cNvSpPr/>
            <p:nvPr/>
          </p:nvSpPr>
          <p:spPr>
            <a:xfrm>
              <a:off x="190502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46" name="Google Shape;8046;p52"/>
            <p:cNvSpPr/>
            <p:nvPr/>
          </p:nvSpPr>
          <p:spPr>
            <a:xfrm>
              <a:off x="228603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47" name="Google Shape;8047;p52"/>
            <p:cNvSpPr/>
            <p:nvPr/>
          </p:nvSpPr>
          <p:spPr>
            <a:xfrm>
              <a:off x="266703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48" name="Google Shape;8048;p52"/>
            <p:cNvSpPr/>
            <p:nvPr/>
          </p:nvSpPr>
          <p:spPr>
            <a:xfrm>
              <a:off x="304804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49" name="Google Shape;8049;p52"/>
            <p:cNvSpPr/>
            <p:nvPr/>
          </p:nvSpPr>
          <p:spPr>
            <a:xfrm>
              <a:off x="342904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50" name="Google Shape;8050;p52"/>
            <p:cNvSpPr/>
            <p:nvPr/>
          </p:nvSpPr>
          <p:spPr>
            <a:xfrm>
              <a:off x="381005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51" name="Google Shape;8051;p52"/>
            <p:cNvSpPr/>
            <p:nvPr/>
          </p:nvSpPr>
          <p:spPr>
            <a:xfrm>
              <a:off x="419105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52" name="Google Shape;8052;p52"/>
            <p:cNvSpPr/>
            <p:nvPr/>
          </p:nvSpPr>
          <p:spPr>
            <a:xfrm>
              <a:off x="457206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53" name="Google Shape;8053;p52"/>
            <p:cNvSpPr/>
            <p:nvPr/>
          </p:nvSpPr>
          <p:spPr>
            <a:xfrm>
              <a:off x="495306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54" name="Google Shape;8054;p52"/>
            <p:cNvSpPr/>
            <p:nvPr/>
          </p:nvSpPr>
          <p:spPr>
            <a:xfrm>
              <a:off x="533407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55" name="Google Shape;8055;p52"/>
            <p:cNvSpPr/>
            <p:nvPr/>
          </p:nvSpPr>
          <p:spPr>
            <a:xfrm>
              <a:off x="571507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56" name="Google Shape;8056;p52"/>
            <p:cNvSpPr/>
            <p:nvPr/>
          </p:nvSpPr>
          <p:spPr>
            <a:xfrm>
              <a:off x="609608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57" name="Google Shape;8057;p52"/>
            <p:cNvSpPr/>
            <p:nvPr/>
          </p:nvSpPr>
          <p:spPr>
            <a:xfrm>
              <a:off x="647708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58" name="Google Shape;8058;p52"/>
            <p:cNvSpPr/>
            <p:nvPr/>
          </p:nvSpPr>
          <p:spPr>
            <a:xfrm>
              <a:off x="685809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59" name="Google Shape;8059;p52"/>
            <p:cNvSpPr/>
            <p:nvPr/>
          </p:nvSpPr>
          <p:spPr>
            <a:xfrm>
              <a:off x="723909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60" name="Google Shape;8060;p52"/>
            <p:cNvSpPr/>
            <p:nvPr/>
          </p:nvSpPr>
          <p:spPr>
            <a:xfrm>
              <a:off x="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61" name="Google Shape;8061;p52"/>
            <p:cNvSpPr/>
            <p:nvPr/>
          </p:nvSpPr>
          <p:spPr>
            <a:xfrm>
              <a:off x="38100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62" name="Google Shape;8062;p52"/>
            <p:cNvSpPr/>
            <p:nvPr/>
          </p:nvSpPr>
          <p:spPr>
            <a:xfrm>
              <a:off x="76201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63" name="Google Shape;8063;p52"/>
            <p:cNvSpPr/>
            <p:nvPr/>
          </p:nvSpPr>
          <p:spPr>
            <a:xfrm>
              <a:off x="114301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64" name="Google Shape;8064;p52"/>
            <p:cNvSpPr/>
            <p:nvPr/>
          </p:nvSpPr>
          <p:spPr>
            <a:xfrm>
              <a:off x="152402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65" name="Google Shape;8065;p52"/>
            <p:cNvSpPr/>
            <p:nvPr/>
          </p:nvSpPr>
          <p:spPr>
            <a:xfrm>
              <a:off x="190502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66" name="Google Shape;8066;p52"/>
            <p:cNvSpPr/>
            <p:nvPr/>
          </p:nvSpPr>
          <p:spPr>
            <a:xfrm>
              <a:off x="228603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67" name="Google Shape;8067;p52"/>
            <p:cNvSpPr/>
            <p:nvPr/>
          </p:nvSpPr>
          <p:spPr>
            <a:xfrm>
              <a:off x="266703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68" name="Google Shape;8068;p52"/>
            <p:cNvSpPr/>
            <p:nvPr/>
          </p:nvSpPr>
          <p:spPr>
            <a:xfrm>
              <a:off x="304804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69" name="Google Shape;8069;p52"/>
            <p:cNvSpPr/>
            <p:nvPr/>
          </p:nvSpPr>
          <p:spPr>
            <a:xfrm>
              <a:off x="342904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70" name="Google Shape;8070;p52"/>
            <p:cNvSpPr/>
            <p:nvPr/>
          </p:nvSpPr>
          <p:spPr>
            <a:xfrm>
              <a:off x="381005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71" name="Google Shape;8071;p52"/>
            <p:cNvSpPr/>
            <p:nvPr/>
          </p:nvSpPr>
          <p:spPr>
            <a:xfrm>
              <a:off x="419105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72" name="Google Shape;8072;p52"/>
            <p:cNvSpPr/>
            <p:nvPr/>
          </p:nvSpPr>
          <p:spPr>
            <a:xfrm>
              <a:off x="457206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73" name="Google Shape;8073;p52"/>
            <p:cNvSpPr/>
            <p:nvPr/>
          </p:nvSpPr>
          <p:spPr>
            <a:xfrm>
              <a:off x="495306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74" name="Google Shape;8074;p52"/>
            <p:cNvSpPr/>
            <p:nvPr/>
          </p:nvSpPr>
          <p:spPr>
            <a:xfrm>
              <a:off x="533407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75" name="Google Shape;8075;p52"/>
            <p:cNvSpPr/>
            <p:nvPr/>
          </p:nvSpPr>
          <p:spPr>
            <a:xfrm>
              <a:off x="571507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76" name="Google Shape;8076;p52"/>
            <p:cNvSpPr/>
            <p:nvPr/>
          </p:nvSpPr>
          <p:spPr>
            <a:xfrm>
              <a:off x="609608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77" name="Google Shape;8077;p52"/>
            <p:cNvSpPr/>
            <p:nvPr/>
          </p:nvSpPr>
          <p:spPr>
            <a:xfrm>
              <a:off x="647708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78" name="Google Shape;8078;p52"/>
            <p:cNvSpPr/>
            <p:nvPr/>
          </p:nvSpPr>
          <p:spPr>
            <a:xfrm>
              <a:off x="685809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79" name="Google Shape;8079;p52"/>
            <p:cNvSpPr/>
            <p:nvPr/>
          </p:nvSpPr>
          <p:spPr>
            <a:xfrm>
              <a:off x="723909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80" name="Google Shape;8080;p52"/>
            <p:cNvSpPr/>
            <p:nvPr/>
          </p:nvSpPr>
          <p:spPr>
            <a:xfrm>
              <a:off x="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81" name="Google Shape;8081;p52"/>
            <p:cNvSpPr/>
            <p:nvPr/>
          </p:nvSpPr>
          <p:spPr>
            <a:xfrm>
              <a:off x="38100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82" name="Google Shape;8082;p52"/>
            <p:cNvSpPr/>
            <p:nvPr/>
          </p:nvSpPr>
          <p:spPr>
            <a:xfrm>
              <a:off x="76201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83" name="Google Shape;8083;p52"/>
            <p:cNvSpPr/>
            <p:nvPr/>
          </p:nvSpPr>
          <p:spPr>
            <a:xfrm>
              <a:off x="114301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84" name="Google Shape;8084;p52"/>
            <p:cNvSpPr/>
            <p:nvPr/>
          </p:nvSpPr>
          <p:spPr>
            <a:xfrm>
              <a:off x="152402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85" name="Google Shape;8085;p52"/>
            <p:cNvSpPr/>
            <p:nvPr/>
          </p:nvSpPr>
          <p:spPr>
            <a:xfrm>
              <a:off x="190502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86" name="Google Shape;8086;p52"/>
            <p:cNvSpPr/>
            <p:nvPr/>
          </p:nvSpPr>
          <p:spPr>
            <a:xfrm>
              <a:off x="228603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87" name="Google Shape;8087;p52"/>
            <p:cNvSpPr/>
            <p:nvPr/>
          </p:nvSpPr>
          <p:spPr>
            <a:xfrm>
              <a:off x="266703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88" name="Google Shape;8088;p52"/>
            <p:cNvSpPr/>
            <p:nvPr/>
          </p:nvSpPr>
          <p:spPr>
            <a:xfrm>
              <a:off x="304804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89" name="Google Shape;8089;p52"/>
            <p:cNvSpPr/>
            <p:nvPr/>
          </p:nvSpPr>
          <p:spPr>
            <a:xfrm>
              <a:off x="342904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90" name="Google Shape;8090;p52"/>
            <p:cNvSpPr/>
            <p:nvPr/>
          </p:nvSpPr>
          <p:spPr>
            <a:xfrm>
              <a:off x="381005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91" name="Google Shape;8091;p52"/>
            <p:cNvSpPr/>
            <p:nvPr/>
          </p:nvSpPr>
          <p:spPr>
            <a:xfrm>
              <a:off x="419105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92" name="Google Shape;8092;p52"/>
            <p:cNvSpPr/>
            <p:nvPr/>
          </p:nvSpPr>
          <p:spPr>
            <a:xfrm>
              <a:off x="457206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93" name="Google Shape;8093;p52"/>
            <p:cNvSpPr/>
            <p:nvPr/>
          </p:nvSpPr>
          <p:spPr>
            <a:xfrm>
              <a:off x="495306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94" name="Google Shape;8094;p52"/>
            <p:cNvSpPr/>
            <p:nvPr/>
          </p:nvSpPr>
          <p:spPr>
            <a:xfrm>
              <a:off x="533407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95" name="Google Shape;8095;p52"/>
            <p:cNvSpPr/>
            <p:nvPr/>
          </p:nvSpPr>
          <p:spPr>
            <a:xfrm>
              <a:off x="571507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96" name="Google Shape;8096;p52"/>
            <p:cNvSpPr/>
            <p:nvPr/>
          </p:nvSpPr>
          <p:spPr>
            <a:xfrm>
              <a:off x="609608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97" name="Google Shape;8097;p52"/>
            <p:cNvSpPr/>
            <p:nvPr/>
          </p:nvSpPr>
          <p:spPr>
            <a:xfrm>
              <a:off x="647708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98" name="Google Shape;8098;p52"/>
            <p:cNvSpPr/>
            <p:nvPr/>
          </p:nvSpPr>
          <p:spPr>
            <a:xfrm>
              <a:off x="685809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99" name="Google Shape;8099;p52"/>
            <p:cNvSpPr/>
            <p:nvPr/>
          </p:nvSpPr>
          <p:spPr>
            <a:xfrm>
              <a:off x="723909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00" name="Google Shape;8100;p52"/>
            <p:cNvSpPr/>
            <p:nvPr/>
          </p:nvSpPr>
          <p:spPr>
            <a:xfrm>
              <a:off x="7620110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01" name="Google Shape;8101;p52"/>
            <p:cNvSpPr/>
            <p:nvPr/>
          </p:nvSpPr>
          <p:spPr>
            <a:xfrm>
              <a:off x="8001115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02" name="Google Shape;8102;p52"/>
            <p:cNvSpPr/>
            <p:nvPr/>
          </p:nvSpPr>
          <p:spPr>
            <a:xfrm>
              <a:off x="8382120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03" name="Google Shape;8103;p52"/>
            <p:cNvSpPr/>
            <p:nvPr/>
          </p:nvSpPr>
          <p:spPr>
            <a:xfrm>
              <a:off x="8763125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04" name="Google Shape;8104;p52"/>
            <p:cNvSpPr/>
            <p:nvPr/>
          </p:nvSpPr>
          <p:spPr>
            <a:xfrm>
              <a:off x="7620110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05" name="Google Shape;8105;p52"/>
            <p:cNvSpPr/>
            <p:nvPr/>
          </p:nvSpPr>
          <p:spPr>
            <a:xfrm>
              <a:off x="8001115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06" name="Google Shape;8106;p52"/>
            <p:cNvSpPr/>
            <p:nvPr/>
          </p:nvSpPr>
          <p:spPr>
            <a:xfrm>
              <a:off x="8382120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07" name="Google Shape;8107;p52"/>
            <p:cNvSpPr/>
            <p:nvPr/>
          </p:nvSpPr>
          <p:spPr>
            <a:xfrm>
              <a:off x="8763125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08" name="Google Shape;8108;p52"/>
            <p:cNvSpPr/>
            <p:nvPr/>
          </p:nvSpPr>
          <p:spPr>
            <a:xfrm>
              <a:off x="7620110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09" name="Google Shape;8109;p52"/>
            <p:cNvSpPr/>
            <p:nvPr/>
          </p:nvSpPr>
          <p:spPr>
            <a:xfrm>
              <a:off x="8001115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10" name="Google Shape;8110;p52"/>
            <p:cNvSpPr/>
            <p:nvPr/>
          </p:nvSpPr>
          <p:spPr>
            <a:xfrm>
              <a:off x="8382120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11" name="Google Shape;8111;p52"/>
            <p:cNvSpPr/>
            <p:nvPr/>
          </p:nvSpPr>
          <p:spPr>
            <a:xfrm>
              <a:off x="8763125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12" name="Google Shape;8112;p52"/>
            <p:cNvSpPr/>
            <p:nvPr/>
          </p:nvSpPr>
          <p:spPr>
            <a:xfrm>
              <a:off x="7620110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13" name="Google Shape;8113;p52"/>
            <p:cNvSpPr/>
            <p:nvPr/>
          </p:nvSpPr>
          <p:spPr>
            <a:xfrm>
              <a:off x="8001115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14" name="Google Shape;8114;p52"/>
            <p:cNvSpPr/>
            <p:nvPr/>
          </p:nvSpPr>
          <p:spPr>
            <a:xfrm>
              <a:off x="8382120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15" name="Google Shape;8115;p52"/>
            <p:cNvSpPr/>
            <p:nvPr/>
          </p:nvSpPr>
          <p:spPr>
            <a:xfrm>
              <a:off x="8763125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16" name="Google Shape;8116;p52"/>
            <p:cNvSpPr/>
            <p:nvPr/>
          </p:nvSpPr>
          <p:spPr>
            <a:xfrm>
              <a:off x="7620110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17" name="Google Shape;8117;p52"/>
            <p:cNvSpPr/>
            <p:nvPr/>
          </p:nvSpPr>
          <p:spPr>
            <a:xfrm>
              <a:off x="8001115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18" name="Google Shape;8118;p52"/>
            <p:cNvSpPr/>
            <p:nvPr/>
          </p:nvSpPr>
          <p:spPr>
            <a:xfrm>
              <a:off x="8382120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19" name="Google Shape;8119;p52"/>
            <p:cNvSpPr/>
            <p:nvPr/>
          </p:nvSpPr>
          <p:spPr>
            <a:xfrm>
              <a:off x="8763125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0" name="Google Shape;8120;p52"/>
            <p:cNvSpPr/>
            <p:nvPr/>
          </p:nvSpPr>
          <p:spPr>
            <a:xfrm>
              <a:off x="7620110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1" name="Google Shape;8121;p52"/>
            <p:cNvSpPr/>
            <p:nvPr/>
          </p:nvSpPr>
          <p:spPr>
            <a:xfrm>
              <a:off x="8001115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2" name="Google Shape;8122;p52"/>
            <p:cNvSpPr/>
            <p:nvPr/>
          </p:nvSpPr>
          <p:spPr>
            <a:xfrm>
              <a:off x="8382120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3" name="Google Shape;8123;p52"/>
            <p:cNvSpPr/>
            <p:nvPr/>
          </p:nvSpPr>
          <p:spPr>
            <a:xfrm>
              <a:off x="8763125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4" name="Google Shape;8124;p52"/>
            <p:cNvSpPr/>
            <p:nvPr/>
          </p:nvSpPr>
          <p:spPr>
            <a:xfrm>
              <a:off x="7620110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5" name="Google Shape;8125;p52"/>
            <p:cNvSpPr/>
            <p:nvPr/>
          </p:nvSpPr>
          <p:spPr>
            <a:xfrm>
              <a:off x="8001115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6" name="Google Shape;8126;p52"/>
            <p:cNvSpPr/>
            <p:nvPr/>
          </p:nvSpPr>
          <p:spPr>
            <a:xfrm>
              <a:off x="8382120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7" name="Google Shape;8127;p52"/>
            <p:cNvSpPr/>
            <p:nvPr/>
          </p:nvSpPr>
          <p:spPr>
            <a:xfrm>
              <a:off x="8763125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8" name="Google Shape;8128;p52"/>
            <p:cNvSpPr/>
            <p:nvPr/>
          </p:nvSpPr>
          <p:spPr>
            <a:xfrm>
              <a:off x="7620110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9" name="Google Shape;8129;p52"/>
            <p:cNvSpPr/>
            <p:nvPr/>
          </p:nvSpPr>
          <p:spPr>
            <a:xfrm>
              <a:off x="8001115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0" name="Google Shape;8130;p52"/>
            <p:cNvSpPr/>
            <p:nvPr/>
          </p:nvSpPr>
          <p:spPr>
            <a:xfrm>
              <a:off x="8382120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1" name="Google Shape;8131;p52"/>
            <p:cNvSpPr/>
            <p:nvPr/>
          </p:nvSpPr>
          <p:spPr>
            <a:xfrm>
              <a:off x="8763125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2" name="Google Shape;8132;p52"/>
            <p:cNvSpPr/>
            <p:nvPr/>
          </p:nvSpPr>
          <p:spPr>
            <a:xfrm>
              <a:off x="7620110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3" name="Google Shape;8133;p52"/>
            <p:cNvSpPr/>
            <p:nvPr/>
          </p:nvSpPr>
          <p:spPr>
            <a:xfrm>
              <a:off x="8001115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4" name="Google Shape;8134;p52"/>
            <p:cNvSpPr/>
            <p:nvPr/>
          </p:nvSpPr>
          <p:spPr>
            <a:xfrm>
              <a:off x="8382120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5" name="Google Shape;8135;p52"/>
            <p:cNvSpPr/>
            <p:nvPr/>
          </p:nvSpPr>
          <p:spPr>
            <a:xfrm>
              <a:off x="8763125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6" name="Google Shape;8136;p52"/>
            <p:cNvSpPr/>
            <p:nvPr/>
          </p:nvSpPr>
          <p:spPr>
            <a:xfrm>
              <a:off x="7620110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7" name="Google Shape;8137;p52"/>
            <p:cNvSpPr/>
            <p:nvPr/>
          </p:nvSpPr>
          <p:spPr>
            <a:xfrm>
              <a:off x="8001115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8" name="Google Shape;8138;p52"/>
            <p:cNvSpPr/>
            <p:nvPr/>
          </p:nvSpPr>
          <p:spPr>
            <a:xfrm>
              <a:off x="8382120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9" name="Google Shape;8139;p52"/>
            <p:cNvSpPr/>
            <p:nvPr/>
          </p:nvSpPr>
          <p:spPr>
            <a:xfrm>
              <a:off x="8763125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40" name="Google Shape;8140;p52"/>
            <p:cNvSpPr/>
            <p:nvPr/>
          </p:nvSpPr>
          <p:spPr>
            <a:xfrm>
              <a:off x="7620110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41" name="Google Shape;8141;p52"/>
            <p:cNvSpPr/>
            <p:nvPr/>
          </p:nvSpPr>
          <p:spPr>
            <a:xfrm>
              <a:off x="8001115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42" name="Google Shape;8142;p52"/>
            <p:cNvSpPr/>
            <p:nvPr/>
          </p:nvSpPr>
          <p:spPr>
            <a:xfrm>
              <a:off x="8382120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43" name="Google Shape;8143;p52"/>
            <p:cNvSpPr/>
            <p:nvPr/>
          </p:nvSpPr>
          <p:spPr>
            <a:xfrm>
              <a:off x="8763125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44" name="Google Shape;8144;p52"/>
            <p:cNvSpPr/>
            <p:nvPr/>
          </p:nvSpPr>
          <p:spPr>
            <a:xfrm>
              <a:off x="7620110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45" name="Google Shape;8145;p52"/>
            <p:cNvSpPr/>
            <p:nvPr/>
          </p:nvSpPr>
          <p:spPr>
            <a:xfrm>
              <a:off x="8001115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46" name="Google Shape;8146;p52"/>
            <p:cNvSpPr/>
            <p:nvPr/>
          </p:nvSpPr>
          <p:spPr>
            <a:xfrm>
              <a:off x="8382120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47" name="Google Shape;8147;p52"/>
            <p:cNvSpPr/>
            <p:nvPr/>
          </p:nvSpPr>
          <p:spPr>
            <a:xfrm>
              <a:off x="8763125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48" name="Google Shape;8148;p52"/>
            <p:cNvSpPr/>
            <p:nvPr/>
          </p:nvSpPr>
          <p:spPr>
            <a:xfrm>
              <a:off x="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49" name="Google Shape;8149;p52"/>
            <p:cNvSpPr/>
            <p:nvPr/>
          </p:nvSpPr>
          <p:spPr>
            <a:xfrm>
              <a:off x="38100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50" name="Google Shape;8150;p52"/>
            <p:cNvSpPr/>
            <p:nvPr/>
          </p:nvSpPr>
          <p:spPr>
            <a:xfrm>
              <a:off x="76201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51" name="Google Shape;8151;p52"/>
            <p:cNvSpPr/>
            <p:nvPr/>
          </p:nvSpPr>
          <p:spPr>
            <a:xfrm>
              <a:off x="114301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52" name="Google Shape;8152;p52"/>
            <p:cNvSpPr/>
            <p:nvPr/>
          </p:nvSpPr>
          <p:spPr>
            <a:xfrm>
              <a:off x="152402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53" name="Google Shape;8153;p52"/>
            <p:cNvSpPr/>
            <p:nvPr/>
          </p:nvSpPr>
          <p:spPr>
            <a:xfrm>
              <a:off x="190502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54" name="Google Shape;8154;p52"/>
            <p:cNvSpPr/>
            <p:nvPr/>
          </p:nvSpPr>
          <p:spPr>
            <a:xfrm>
              <a:off x="228603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55" name="Google Shape;8155;p52"/>
            <p:cNvSpPr/>
            <p:nvPr/>
          </p:nvSpPr>
          <p:spPr>
            <a:xfrm>
              <a:off x="266703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56" name="Google Shape;8156;p52"/>
            <p:cNvSpPr/>
            <p:nvPr/>
          </p:nvSpPr>
          <p:spPr>
            <a:xfrm>
              <a:off x="304804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57" name="Google Shape;8157;p52"/>
            <p:cNvSpPr/>
            <p:nvPr/>
          </p:nvSpPr>
          <p:spPr>
            <a:xfrm>
              <a:off x="342904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58" name="Google Shape;8158;p52"/>
            <p:cNvSpPr/>
            <p:nvPr/>
          </p:nvSpPr>
          <p:spPr>
            <a:xfrm>
              <a:off x="381005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59" name="Google Shape;8159;p52"/>
            <p:cNvSpPr/>
            <p:nvPr/>
          </p:nvSpPr>
          <p:spPr>
            <a:xfrm>
              <a:off x="419105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60" name="Google Shape;8160;p52"/>
            <p:cNvSpPr/>
            <p:nvPr/>
          </p:nvSpPr>
          <p:spPr>
            <a:xfrm>
              <a:off x="457206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61" name="Google Shape;8161;p52"/>
            <p:cNvSpPr/>
            <p:nvPr/>
          </p:nvSpPr>
          <p:spPr>
            <a:xfrm>
              <a:off x="495306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62" name="Google Shape;8162;p52"/>
            <p:cNvSpPr/>
            <p:nvPr/>
          </p:nvSpPr>
          <p:spPr>
            <a:xfrm>
              <a:off x="533407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63" name="Google Shape;8163;p52"/>
            <p:cNvSpPr/>
            <p:nvPr/>
          </p:nvSpPr>
          <p:spPr>
            <a:xfrm>
              <a:off x="571507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64" name="Google Shape;8164;p52"/>
            <p:cNvSpPr/>
            <p:nvPr/>
          </p:nvSpPr>
          <p:spPr>
            <a:xfrm>
              <a:off x="609608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65" name="Google Shape;8165;p52"/>
            <p:cNvSpPr/>
            <p:nvPr/>
          </p:nvSpPr>
          <p:spPr>
            <a:xfrm>
              <a:off x="647708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66" name="Google Shape;8166;p52"/>
            <p:cNvSpPr/>
            <p:nvPr/>
          </p:nvSpPr>
          <p:spPr>
            <a:xfrm>
              <a:off x="685809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67" name="Google Shape;8167;p52"/>
            <p:cNvSpPr/>
            <p:nvPr/>
          </p:nvSpPr>
          <p:spPr>
            <a:xfrm>
              <a:off x="723909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68" name="Google Shape;8168;p52"/>
            <p:cNvSpPr/>
            <p:nvPr/>
          </p:nvSpPr>
          <p:spPr>
            <a:xfrm>
              <a:off x="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69" name="Google Shape;8169;p52"/>
            <p:cNvSpPr/>
            <p:nvPr/>
          </p:nvSpPr>
          <p:spPr>
            <a:xfrm>
              <a:off x="38100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70" name="Google Shape;8170;p52"/>
            <p:cNvSpPr/>
            <p:nvPr/>
          </p:nvSpPr>
          <p:spPr>
            <a:xfrm>
              <a:off x="76201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71" name="Google Shape;8171;p52"/>
            <p:cNvSpPr/>
            <p:nvPr/>
          </p:nvSpPr>
          <p:spPr>
            <a:xfrm>
              <a:off x="114301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72" name="Google Shape;8172;p52"/>
            <p:cNvSpPr/>
            <p:nvPr/>
          </p:nvSpPr>
          <p:spPr>
            <a:xfrm>
              <a:off x="152402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73" name="Google Shape;8173;p52"/>
            <p:cNvSpPr/>
            <p:nvPr/>
          </p:nvSpPr>
          <p:spPr>
            <a:xfrm>
              <a:off x="190502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74" name="Google Shape;8174;p52"/>
            <p:cNvSpPr/>
            <p:nvPr/>
          </p:nvSpPr>
          <p:spPr>
            <a:xfrm>
              <a:off x="228603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75" name="Google Shape;8175;p52"/>
            <p:cNvSpPr/>
            <p:nvPr/>
          </p:nvSpPr>
          <p:spPr>
            <a:xfrm>
              <a:off x="266703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76" name="Google Shape;8176;p52"/>
            <p:cNvSpPr/>
            <p:nvPr/>
          </p:nvSpPr>
          <p:spPr>
            <a:xfrm>
              <a:off x="304804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77" name="Google Shape;8177;p52"/>
            <p:cNvSpPr/>
            <p:nvPr/>
          </p:nvSpPr>
          <p:spPr>
            <a:xfrm>
              <a:off x="342904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78" name="Google Shape;8178;p52"/>
            <p:cNvSpPr/>
            <p:nvPr/>
          </p:nvSpPr>
          <p:spPr>
            <a:xfrm>
              <a:off x="381005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79" name="Google Shape;8179;p52"/>
            <p:cNvSpPr/>
            <p:nvPr/>
          </p:nvSpPr>
          <p:spPr>
            <a:xfrm>
              <a:off x="419105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80" name="Google Shape;8180;p52"/>
            <p:cNvSpPr/>
            <p:nvPr/>
          </p:nvSpPr>
          <p:spPr>
            <a:xfrm>
              <a:off x="457206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81" name="Google Shape;8181;p52"/>
            <p:cNvSpPr/>
            <p:nvPr/>
          </p:nvSpPr>
          <p:spPr>
            <a:xfrm>
              <a:off x="495306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82" name="Google Shape;8182;p52"/>
            <p:cNvSpPr/>
            <p:nvPr/>
          </p:nvSpPr>
          <p:spPr>
            <a:xfrm>
              <a:off x="533407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83" name="Google Shape;8183;p52"/>
            <p:cNvSpPr/>
            <p:nvPr/>
          </p:nvSpPr>
          <p:spPr>
            <a:xfrm>
              <a:off x="571507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84" name="Google Shape;8184;p52"/>
            <p:cNvSpPr/>
            <p:nvPr/>
          </p:nvSpPr>
          <p:spPr>
            <a:xfrm>
              <a:off x="609608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85" name="Google Shape;8185;p52"/>
            <p:cNvSpPr/>
            <p:nvPr/>
          </p:nvSpPr>
          <p:spPr>
            <a:xfrm>
              <a:off x="647708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86" name="Google Shape;8186;p52"/>
            <p:cNvSpPr/>
            <p:nvPr/>
          </p:nvSpPr>
          <p:spPr>
            <a:xfrm>
              <a:off x="685809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87" name="Google Shape;8187;p52"/>
            <p:cNvSpPr/>
            <p:nvPr/>
          </p:nvSpPr>
          <p:spPr>
            <a:xfrm>
              <a:off x="723909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88" name="Google Shape;8188;p52"/>
            <p:cNvSpPr/>
            <p:nvPr/>
          </p:nvSpPr>
          <p:spPr>
            <a:xfrm>
              <a:off x="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89" name="Google Shape;8189;p52"/>
            <p:cNvSpPr/>
            <p:nvPr/>
          </p:nvSpPr>
          <p:spPr>
            <a:xfrm>
              <a:off x="38100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90" name="Google Shape;8190;p52"/>
            <p:cNvSpPr/>
            <p:nvPr/>
          </p:nvSpPr>
          <p:spPr>
            <a:xfrm>
              <a:off x="76201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91" name="Google Shape;8191;p52"/>
            <p:cNvSpPr/>
            <p:nvPr/>
          </p:nvSpPr>
          <p:spPr>
            <a:xfrm>
              <a:off x="114301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92" name="Google Shape;8192;p52"/>
            <p:cNvSpPr/>
            <p:nvPr/>
          </p:nvSpPr>
          <p:spPr>
            <a:xfrm>
              <a:off x="152402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93" name="Google Shape;8193;p52"/>
            <p:cNvSpPr/>
            <p:nvPr/>
          </p:nvSpPr>
          <p:spPr>
            <a:xfrm>
              <a:off x="190502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94" name="Google Shape;8194;p52"/>
            <p:cNvSpPr/>
            <p:nvPr/>
          </p:nvSpPr>
          <p:spPr>
            <a:xfrm>
              <a:off x="228603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95" name="Google Shape;8195;p52"/>
            <p:cNvSpPr/>
            <p:nvPr/>
          </p:nvSpPr>
          <p:spPr>
            <a:xfrm>
              <a:off x="266703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96" name="Google Shape;8196;p52"/>
            <p:cNvSpPr/>
            <p:nvPr/>
          </p:nvSpPr>
          <p:spPr>
            <a:xfrm>
              <a:off x="304804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97" name="Google Shape;8197;p52"/>
            <p:cNvSpPr/>
            <p:nvPr/>
          </p:nvSpPr>
          <p:spPr>
            <a:xfrm>
              <a:off x="342904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98" name="Google Shape;8198;p52"/>
            <p:cNvSpPr/>
            <p:nvPr/>
          </p:nvSpPr>
          <p:spPr>
            <a:xfrm>
              <a:off x="381005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99" name="Google Shape;8199;p52"/>
            <p:cNvSpPr/>
            <p:nvPr/>
          </p:nvSpPr>
          <p:spPr>
            <a:xfrm>
              <a:off x="419105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00" name="Google Shape;8200;p52"/>
            <p:cNvSpPr/>
            <p:nvPr/>
          </p:nvSpPr>
          <p:spPr>
            <a:xfrm>
              <a:off x="457206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01" name="Google Shape;8201;p52"/>
            <p:cNvSpPr/>
            <p:nvPr/>
          </p:nvSpPr>
          <p:spPr>
            <a:xfrm>
              <a:off x="495306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02" name="Google Shape;8202;p52"/>
            <p:cNvSpPr/>
            <p:nvPr/>
          </p:nvSpPr>
          <p:spPr>
            <a:xfrm>
              <a:off x="533407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03" name="Google Shape;8203;p52"/>
            <p:cNvSpPr/>
            <p:nvPr/>
          </p:nvSpPr>
          <p:spPr>
            <a:xfrm>
              <a:off x="571507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04" name="Google Shape;8204;p52"/>
            <p:cNvSpPr/>
            <p:nvPr/>
          </p:nvSpPr>
          <p:spPr>
            <a:xfrm>
              <a:off x="609608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05" name="Google Shape;8205;p52"/>
            <p:cNvSpPr/>
            <p:nvPr/>
          </p:nvSpPr>
          <p:spPr>
            <a:xfrm>
              <a:off x="647708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06" name="Google Shape;8206;p52"/>
            <p:cNvSpPr/>
            <p:nvPr/>
          </p:nvSpPr>
          <p:spPr>
            <a:xfrm>
              <a:off x="685809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07" name="Google Shape;8207;p52"/>
            <p:cNvSpPr/>
            <p:nvPr/>
          </p:nvSpPr>
          <p:spPr>
            <a:xfrm>
              <a:off x="723909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08" name="Google Shape;8208;p52"/>
            <p:cNvSpPr/>
            <p:nvPr/>
          </p:nvSpPr>
          <p:spPr>
            <a:xfrm>
              <a:off x="7620110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09" name="Google Shape;8209;p52"/>
            <p:cNvSpPr/>
            <p:nvPr/>
          </p:nvSpPr>
          <p:spPr>
            <a:xfrm>
              <a:off x="8001115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10" name="Google Shape;8210;p52"/>
            <p:cNvSpPr/>
            <p:nvPr/>
          </p:nvSpPr>
          <p:spPr>
            <a:xfrm>
              <a:off x="8382120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11" name="Google Shape;8211;p52"/>
            <p:cNvSpPr/>
            <p:nvPr/>
          </p:nvSpPr>
          <p:spPr>
            <a:xfrm>
              <a:off x="8763125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12" name="Google Shape;8212;p52"/>
            <p:cNvSpPr/>
            <p:nvPr/>
          </p:nvSpPr>
          <p:spPr>
            <a:xfrm>
              <a:off x="7620110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13" name="Google Shape;8213;p52"/>
            <p:cNvSpPr/>
            <p:nvPr/>
          </p:nvSpPr>
          <p:spPr>
            <a:xfrm>
              <a:off x="8001115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14" name="Google Shape;8214;p52"/>
            <p:cNvSpPr/>
            <p:nvPr/>
          </p:nvSpPr>
          <p:spPr>
            <a:xfrm>
              <a:off x="8382120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15" name="Google Shape;8215;p52"/>
            <p:cNvSpPr/>
            <p:nvPr/>
          </p:nvSpPr>
          <p:spPr>
            <a:xfrm>
              <a:off x="8763125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16" name="Google Shape;8216;p52"/>
            <p:cNvSpPr/>
            <p:nvPr/>
          </p:nvSpPr>
          <p:spPr>
            <a:xfrm>
              <a:off x="7620110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17" name="Google Shape;8217;p52"/>
            <p:cNvSpPr/>
            <p:nvPr/>
          </p:nvSpPr>
          <p:spPr>
            <a:xfrm>
              <a:off x="8001115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18" name="Google Shape;8218;p52"/>
            <p:cNvSpPr/>
            <p:nvPr/>
          </p:nvSpPr>
          <p:spPr>
            <a:xfrm>
              <a:off x="8382120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19" name="Google Shape;8219;p52"/>
            <p:cNvSpPr/>
            <p:nvPr/>
          </p:nvSpPr>
          <p:spPr>
            <a:xfrm>
              <a:off x="8763125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220" name="Google Shape;8220;p52"/>
          <p:cNvSpPr/>
          <p:nvPr/>
        </p:nvSpPr>
        <p:spPr>
          <a:xfrm flipH="1">
            <a:off x="0" y="0"/>
            <a:ext cx="9144000" cy="5143500"/>
          </a:xfrm>
          <a:prstGeom prst="rtTriangle">
            <a:avLst/>
          </a:prstGeom>
          <a:solidFill>
            <a:srgbClr val="005051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221" name="Google Shape;8221;p52"/>
          <p:cNvGrpSpPr/>
          <p:nvPr/>
        </p:nvGrpSpPr>
        <p:grpSpPr>
          <a:xfrm>
            <a:off x="553048" y="535000"/>
            <a:ext cx="8105852" cy="4302000"/>
            <a:chOff x="553048" y="535000"/>
            <a:chExt cx="8105852" cy="4302000"/>
          </a:xfrm>
        </p:grpSpPr>
        <p:sp>
          <p:nvSpPr>
            <p:cNvPr id="8222" name="Google Shape;8222;p52"/>
            <p:cNvSpPr/>
            <p:nvPr/>
          </p:nvSpPr>
          <p:spPr>
            <a:xfrm>
              <a:off x="942300" y="763600"/>
              <a:ext cx="7716600" cy="4073400"/>
            </a:xfrm>
            <a:prstGeom prst="roundRect">
              <a:avLst>
                <a:gd fmla="val 2480" name="adj"/>
              </a:avLst>
            </a:prstGeom>
            <a:solidFill>
              <a:srgbClr val="222828">
                <a:alpha val="2039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23" name="Google Shape;8223;p52"/>
            <p:cNvSpPr/>
            <p:nvPr/>
          </p:nvSpPr>
          <p:spPr>
            <a:xfrm>
              <a:off x="712275" y="535000"/>
              <a:ext cx="7716600" cy="4073400"/>
            </a:xfrm>
            <a:prstGeom prst="roundRect">
              <a:avLst>
                <a:gd fmla="val 248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24" name="Google Shape;8224;p52"/>
            <p:cNvSpPr/>
            <p:nvPr/>
          </p:nvSpPr>
          <p:spPr>
            <a:xfrm>
              <a:off x="848698" y="898261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5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5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25" name="Google Shape;8225;p52"/>
            <p:cNvSpPr/>
            <p:nvPr/>
          </p:nvSpPr>
          <p:spPr>
            <a:xfrm>
              <a:off x="553048" y="931482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19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8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7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26" name="Google Shape;8226;p52"/>
            <p:cNvSpPr/>
            <p:nvPr/>
          </p:nvSpPr>
          <p:spPr>
            <a:xfrm>
              <a:off x="848698" y="1332681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8"/>
                    <a:pt x="0" y="7608"/>
                  </a:cubicBezTo>
                  <a:cubicBezTo>
                    <a:pt x="0" y="11808"/>
                    <a:pt x="3404" y="15212"/>
                    <a:pt x="7604" y="15212"/>
                  </a:cubicBezTo>
                  <a:cubicBezTo>
                    <a:pt x="11804" y="15212"/>
                    <a:pt x="15209" y="11808"/>
                    <a:pt x="15209" y="7608"/>
                  </a:cubicBezTo>
                  <a:cubicBezTo>
                    <a:pt x="15209" y="3408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27" name="Google Shape;8227;p52"/>
            <p:cNvSpPr/>
            <p:nvPr/>
          </p:nvSpPr>
          <p:spPr>
            <a:xfrm>
              <a:off x="553048" y="1365902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71"/>
                    <a:pt x="0" y="1497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9"/>
                  </a:lnTo>
                  <a:cubicBezTo>
                    <a:pt x="23340" y="7948"/>
                    <a:pt x="21591" y="9042"/>
                    <a:pt x="19596" y="9042"/>
                  </a:cubicBezTo>
                  <a:lnTo>
                    <a:pt x="1493" y="9042"/>
                  </a:lnTo>
                  <a:cubicBezTo>
                    <a:pt x="671" y="9042"/>
                    <a:pt x="0" y="9709"/>
                    <a:pt x="0" y="10535"/>
                  </a:cubicBezTo>
                  <a:cubicBezTo>
                    <a:pt x="0" y="11361"/>
                    <a:pt x="671" y="12028"/>
                    <a:pt x="1493" y="12028"/>
                  </a:cubicBezTo>
                  <a:lnTo>
                    <a:pt x="19596" y="12028"/>
                  </a:lnTo>
                  <a:cubicBezTo>
                    <a:pt x="23370" y="12028"/>
                    <a:pt x="26327" y="9688"/>
                    <a:pt x="26327" y="6699"/>
                  </a:cubicBezTo>
                  <a:lnTo>
                    <a:pt x="26327" y="5330"/>
                  </a:lnTo>
                  <a:cubicBezTo>
                    <a:pt x="26327" y="2344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28" name="Google Shape;8228;p52"/>
            <p:cNvSpPr/>
            <p:nvPr/>
          </p:nvSpPr>
          <p:spPr>
            <a:xfrm>
              <a:off x="848698" y="1767184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4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4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29" name="Google Shape;8229;p52"/>
            <p:cNvSpPr/>
            <p:nvPr/>
          </p:nvSpPr>
          <p:spPr>
            <a:xfrm>
              <a:off x="553048" y="1800405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68"/>
                    <a:pt x="0" y="1493"/>
                  </a:cubicBezTo>
                  <a:cubicBezTo>
                    <a:pt x="0" y="2319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5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7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30" name="Google Shape;8230;p52"/>
            <p:cNvSpPr/>
            <p:nvPr/>
          </p:nvSpPr>
          <p:spPr>
            <a:xfrm>
              <a:off x="848698" y="2201603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5"/>
                    <a:pt x="0" y="7608"/>
                  </a:cubicBezTo>
                  <a:cubicBezTo>
                    <a:pt x="0" y="11808"/>
                    <a:pt x="3404" y="15212"/>
                    <a:pt x="7604" y="15212"/>
                  </a:cubicBezTo>
                  <a:cubicBezTo>
                    <a:pt x="11804" y="15212"/>
                    <a:pt x="15209" y="11808"/>
                    <a:pt x="15209" y="7608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31" name="Google Shape;8231;p52"/>
            <p:cNvSpPr/>
            <p:nvPr/>
          </p:nvSpPr>
          <p:spPr>
            <a:xfrm>
              <a:off x="553048" y="2234824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68"/>
                    <a:pt x="0" y="1494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9"/>
                  </a:lnTo>
                  <a:cubicBezTo>
                    <a:pt x="23340" y="7945"/>
                    <a:pt x="21591" y="9039"/>
                    <a:pt x="19596" y="9039"/>
                  </a:cubicBezTo>
                  <a:lnTo>
                    <a:pt x="1493" y="9039"/>
                  </a:lnTo>
                  <a:cubicBezTo>
                    <a:pt x="671" y="9039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9"/>
                  </a:cubicBezTo>
                  <a:lnTo>
                    <a:pt x="26327" y="5330"/>
                  </a:lnTo>
                  <a:cubicBezTo>
                    <a:pt x="26327" y="2341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32" name="Google Shape;8232;p52"/>
            <p:cNvSpPr/>
            <p:nvPr/>
          </p:nvSpPr>
          <p:spPr>
            <a:xfrm>
              <a:off x="848698" y="2636106"/>
              <a:ext cx="317374" cy="317374"/>
            </a:xfrm>
            <a:custGeom>
              <a:rect b="b" l="l" r="r" t="t"/>
              <a:pathLst>
                <a:path extrusionOk="0" h="15209" w="15209">
                  <a:moveTo>
                    <a:pt x="7604" y="0"/>
                  </a:moveTo>
                  <a:cubicBezTo>
                    <a:pt x="3404" y="0"/>
                    <a:pt x="0" y="3404"/>
                    <a:pt x="0" y="7604"/>
                  </a:cubicBezTo>
                  <a:cubicBezTo>
                    <a:pt x="0" y="11805"/>
                    <a:pt x="3404" y="15209"/>
                    <a:pt x="7604" y="15209"/>
                  </a:cubicBezTo>
                  <a:cubicBezTo>
                    <a:pt x="11804" y="15209"/>
                    <a:pt x="15209" y="11805"/>
                    <a:pt x="15209" y="7604"/>
                  </a:cubicBezTo>
                  <a:cubicBezTo>
                    <a:pt x="15209" y="3404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33" name="Google Shape;8233;p52"/>
            <p:cNvSpPr/>
            <p:nvPr/>
          </p:nvSpPr>
          <p:spPr>
            <a:xfrm>
              <a:off x="553048" y="2669265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71"/>
                    <a:pt x="0" y="1496"/>
                  </a:cubicBezTo>
                  <a:cubicBezTo>
                    <a:pt x="0" y="2322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8"/>
                  </a:lnTo>
                  <a:cubicBezTo>
                    <a:pt x="23340" y="7947"/>
                    <a:pt x="21591" y="9041"/>
                    <a:pt x="19596" y="9041"/>
                  </a:cubicBezTo>
                  <a:lnTo>
                    <a:pt x="1493" y="9041"/>
                  </a:lnTo>
                  <a:cubicBezTo>
                    <a:pt x="671" y="9041"/>
                    <a:pt x="0" y="9709"/>
                    <a:pt x="0" y="10534"/>
                  </a:cubicBezTo>
                  <a:cubicBezTo>
                    <a:pt x="0" y="11360"/>
                    <a:pt x="671" y="12028"/>
                    <a:pt x="1493" y="12028"/>
                  </a:cubicBezTo>
                  <a:lnTo>
                    <a:pt x="19596" y="12028"/>
                  </a:lnTo>
                  <a:cubicBezTo>
                    <a:pt x="23370" y="12028"/>
                    <a:pt x="26327" y="9688"/>
                    <a:pt x="26327" y="6698"/>
                  </a:cubicBezTo>
                  <a:lnTo>
                    <a:pt x="26327" y="5330"/>
                  </a:lnTo>
                  <a:cubicBezTo>
                    <a:pt x="26327" y="2343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34" name="Google Shape;8234;p52"/>
            <p:cNvSpPr/>
            <p:nvPr/>
          </p:nvSpPr>
          <p:spPr>
            <a:xfrm>
              <a:off x="848698" y="3070526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5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35" name="Google Shape;8235;p52"/>
            <p:cNvSpPr/>
            <p:nvPr/>
          </p:nvSpPr>
          <p:spPr>
            <a:xfrm>
              <a:off x="553048" y="3103747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20"/>
                    <a:pt x="671" y="2987"/>
                    <a:pt x="1493" y="2987"/>
                  </a:cubicBezTo>
                  <a:lnTo>
                    <a:pt x="19596" y="2987"/>
                  </a:lnTo>
                  <a:cubicBezTo>
                    <a:pt x="21591" y="2987"/>
                    <a:pt x="23340" y="4081"/>
                    <a:pt x="23340" y="5330"/>
                  </a:cubicBezTo>
                  <a:lnTo>
                    <a:pt x="23340" y="6696"/>
                  </a:lnTo>
                  <a:cubicBezTo>
                    <a:pt x="23340" y="7945"/>
                    <a:pt x="21591" y="9039"/>
                    <a:pt x="19596" y="9039"/>
                  </a:cubicBezTo>
                  <a:lnTo>
                    <a:pt x="1493" y="9039"/>
                  </a:lnTo>
                  <a:cubicBezTo>
                    <a:pt x="671" y="9039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6"/>
                  </a:cubicBezTo>
                  <a:lnTo>
                    <a:pt x="26327" y="5330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36" name="Google Shape;8236;p52"/>
            <p:cNvSpPr/>
            <p:nvPr/>
          </p:nvSpPr>
          <p:spPr>
            <a:xfrm>
              <a:off x="848698" y="3504966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7"/>
                    <a:pt x="0" y="7607"/>
                  </a:cubicBezTo>
                  <a:cubicBezTo>
                    <a:pt x="0" y="11807"/>
                    <a:pt x="3404" y="15212"/>
                    <a:pt x="7604" y="15212"/>
                  </a:cubicBezTo>
                  <a:cubicBezTo>
                    <a:pt x="11804" y="15212"/>
                    <a:pt x="15209" y="11807"/>
                    <a:pt x="15209" y="7607"/>
                  </a:cubicBezTo>
                  <a:cubicBezTo>
                    <a:pt x="15209" y="3407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37" name="Google Shape;8237;p52"/>
            <p:cNvSpPr/>
            <p:nvPr/>
          </p:nvSpPr>
          <p:spPr>
            <a:xfrm>
              <a:off x="553048" y="3538167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72"/>
                    <a:pt x="0" y="1497"/>
                  </a:cubicBezTo>
                  <a:cubicBezTo>
                    <a:pt x="0" y="2320"/>
                    <a:pt x="671" y="2991"/>
                    <a:pt x="1493" y="2991"/>
                  </a:cubicBezTo>
                  <a:lnTo>
                    <a:pt x="19596" y="2991"/>
                  </a:lnTo>
                  <a:cubicBezTo>
                    <a:pt x="21591" y="2991"/>
                    <a:pt x="23340" y="4085"/>
                    <a:pt x="23340" y="5331"/>
                  </a:cubicBezTo>
                  <a:lnTo>
                    <a:pt x="23340" y="6699"/>
                  </a:lnTo>
                  <a:cubicBezTo>
                    <a:pt x="23340" y="7948"/>
                    <a:pt x="21591" y="9042"/>
                    <a:pt x="19596" y="9042"/>
                  </a:cubicBezTo>
                  <a:lnTo>
                    <a:pt x="1493" y="9042"/>
                  </a:lnTo>
                  <a:cubicBezTo>
                    <a:pt x="671" y="9042"/>
                    <a:pt x="0" y="9710"/>
                    <a:pt x="0" y="10535"/>
                  </a:cubicBezTo>
                  <a:cubicBezTo>
                    <a:pt x="0" y="11361"/>
                    <a:pt x="671" y="12029"/>
                    <a:pt x="1493" y="12029"/>
                  </a:cubicBezTo>
                  <a:lnTo>
                    <a:pt x="19596" y="12029"/>
                  </a:lnTo>
                  <a:cubicBezTo>
                    <a:pt x="23370" y="12029"/>
                    <a:pt x="26327" y="9689"/>
                    <a:pt x="26327" y="6699"/>
                  </a:cubicBezTo>
                  <a:lnTo>
                    <a:pt x="26327" y="5331"/>
                  </a:lnTo>
                  <a:cubicBezTo>
                    <a:pt x="26327" y="2344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38" name="Google Shape;8238;p52"/>
            <p:cNvSpPr/>
            <p:nvPr/>
          </p:nvSpPr>
          <p:spPr>
            <a:xfrm>
              <a:off x="848698" y="3939449"/>
              <a:ext cx="317374" cy="317395"/>
            </a:xfrm>
            <a:custGeom>
              <a:rect b="b" l="l" r="r" t="t"/>
              <a:pathLst>
                <a:path extrusionOk="0" h="15210" w="15209">
                  <a:moveTo>
                    <a:pt x="7604" y="1"/>
                  </a:moveTo>
                  <a:cubicBezTo>
                    <a:pt x="3404" y="1"/>
                    <a:pt x="0" y="3405"/>
                    <a:pt x="0" y="7605"/>
                  </a:cubicBezTo>
                  <a:cubicBezTo>
                    <a:pt x="0" y="11805"/>
                    <a:pt x="3404" y="15209"/>
                    <a:pt x="7604" y="15209"/>
                  </a:cubicBezTo>
                  <a:cubicBezTo>
                    <a:pt x="11804" y="15209"/>
                    <a:pt x="15209" y="11805"/>
                    <a:pt x="15209" y="7605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39" name="Google Shape;8239;p52"/>
            <p:cNvSpPr/>
            <p:nvPr/>
          </p:nvSpPr>
          <p:spPr>
            <a:xfrm>
              <a:off x="553048" y="3972670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5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240" name="Google Shape;8240;p52"/>
          <p:cNvSpPr txBox="1"/>
          <p:nvPr>
            <p:ph type="title"/>
          </p:nvPr>
        </p:nvSpPr>
        <p:spPr>
          <a:xfrm>
            <a:off x="1270650" y="629375"/>
            <a:ext cx="7020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9pPr>
          </a:lstStyle>
          <a:p/>
        </p:txBody>
      </p:sp>
      <p:sp>
        <p:nvSpPr>
          <p:cNvPr id="8241" name="Google Shape;8241;p52"/>
          <p:cNvSpPr txBox="1"/>
          <p:nvPr>
            <p:ph idx="1" type="subTitle"/>
          </p:nvPr>
        </p:nvSpPr>
        <p:spPr>
          <a:xfrm>
            <a:off x="1270650" y="1202075"/>
            <a:ext cx="70200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b="1">
                <a:solidFill>
                  <a:schemeClr val="accent2"/>
                </a:solidFill>
                <a:highlight>
                  <a:schemeClr val="lt2"/>
                </a:highlight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b="1">
                <a:solidFill>
                  <a:schemeClr val="accent2"/>
                </a:solidFill>
                <a:highlight>
                  <a:schemeClr val="lt2"/>
                </a:highlight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b="1">
                <a:solidFill>
                  <a:schemeClr val="accent2"/>
                </a:solidFill>
                <a:highlight>
                  <a:schemeClr val="lt2"/>
                </a:highlight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b="1">
                <a:solidFill>
                  <a:schemeClr val="accent2"/>
                </a:solidFill>
                <a:highlight>
                  <a:schemeClr val="lt2"/>
                </a:highlight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b="1">
                <a:solidFill>
                  <a:schemeClr val="accent2"/>
                </a:solidFill>
                <a:highlight>
                  <a:schemeClr val="lt2"/>
                </a:highlight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b="1">
                <a:solidFill>
                  <a:schemeClr val="accent2"/>
                </a:solidFill>
                <a:highlight>
                  <a:schemeClr val="lt2"/>
                </a:highlight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b="1">
                <a:solidFill>
                  <a:schemeClr val="accent2"/>
                </a:solidFill>
                <a:highlight>
                  <a:schemeClr val="lt2"/>
                </a:highlight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b="1">
                <a:solidFill>
                  <a:schemeClr val="accent2"/>
                </a:solidFill>
                <a:highlight>
                  <a:schemeClr val="lt2"/>
                </a:highlight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b="1">
                <a:solidFill>
                  <a:schemeClr val="accent2"/>
                </a:solidFill>
                <a:highlight>
                  <a:schemeClr val="lt2"/>
                </a:highlight>
              </a:defRPr>
            </a:lvl9pPr>
          </a:lstStyle>
          <a:p/>
        </p:txBody>
      </p:sp>
      <p:sp>
        <p:nvSpPr>
          <p:cNvPr id="8242" name="Google Shape;8242;p52"/>
          <p:cNvSpPr txBox="1"/>
          <p:nvPr>
            <p:ph idx="2" type="subTitle"/>
          </p:nvPr>
        </p:nvSpPr>
        <p:spPr>
          <a:xfrm>
            <a:off x="1270650" y="1514375"/>
            <a:ext cx="7020000" cy="29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43" name="Google Shape;8243;p52"/>
          <p:cNvSpPr/>
          <p:nvPr/>
        </p:nvSpPr>
        <p:spPr>
          <a:xfrm>
            <a:off x="8428900" y="1041975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0"/>
                </a:moveTo>
                <a:lnTo>
                  <a:pt x="0" y="25897"/>
                </a:lnTo>
                <a:cubicBezTo>
                  <a:pt x="3176" y="25897"/>
                  <a:pt x="5749" y="23323"/>
                  <a:pt x="5749" y="20147"/>
                </a:cubicBezTo>
                <a:lnTo>
                  <a:pt x="5749" y="5752"/>
                </a:lnTo>
                <a:cubicBezTo>
                  <a:pt x="5749" y="2576"/>
                  <a:pt x="3176" y="0"/>
                  <a:pt x="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44" name="Google Shape;8244;p52"/>
          <p:cNvSpPr/>
          <p:nvPr/>
        </p:nvSpPr>
        <p:spPr>
          <a:xfrm>
            <a:off x="8428900" y="2620900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0"/>
                </a:moveTo>
                <a:lnTo>
                  <a:pt x="0" y="25897"/>
                </a:lnTo>
                <a:cubicBezTo>
                  <a:pt x="3176" y="25897"/>
                  <a:pt x="5749" y="23323"/>
                  <a:pt x="5749" y="20148"/>
                </a:cubicBezTo>
                <a:lnTo>
                  <a:pt x="5749" y="5752"/>
                </a:lnTo>
                <a:cubicBezTo>
                  <a:pt x="5749" y="2577"/>
                  <a:pt x="3176" y="0"/>
                  <a:pt x="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45" name="Google Shape;8245;p52"/>
          <p:cNvSpPr/>
          <p:nvPr/>
        </p:nvSpPr>
        <p:spPr>
          <a:xfrm>
            <a:off x="8428900" y="1811900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0"/>
                </a:moveTo>
                <a:lnTo>
                  <a:pt x="0" y="25897"/>
                </a:lnTo>
                <a:cubicBezTo>
                  <a:pt x="3176" y="25897"/>
                  <a:pt x="5749" y="23320"/>
                  <a:pt x="5749" y="20147"/>
                </a:cubicBezTo>
                <a:lnTo>
                  <a:pt x="5749" y="5749"/>
                </a:lnTo>
                <a:cubicBezTo>
                  <a:pt x="5749" y="2574"/>
                  <a:pt x="3176" y="0"/>
                  <a:pt x="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46" name="Google Shape;8246;p52"/>
          <p:cNvSpPr/>
          <p:nvPr/>
        </p:nvSpPr>
        <p:spPr>
          <a:xfrm>
            <a:off x="8428900" y="3454000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1"/>
                </a:moveTo>
                <a:lnTo>
                  <a:pt x="0" y="25897"/>
                </a:lnTo>
                <a:cubicBezTo>
                  <a:pt x="3176" y="25897"/>
                  <a:pt x="5749" y="23323"/>
                  <a:pt x="5749" y="20148"/>
                </a:cubicBezTo>
                <a:lnTo>
                  <a:pt x="5749" y="5752"/>
                </a:lnTo>
                <a:cubicBezTo>
                  <a:pt x="5749" y="2577"/>
                  <a:pt x="3176" y="1"/>
                  <a:pt x="0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">
    <p:bg>
      <p:bgPr>
        <a:solidFill>
          <a:schemeClr val="lt1"/>
        </a:solidFill>
      </p:bgPr>
    </p:bg>
    <p:spTree>
      <p:nvGrpSpPr>
        <p:cNvPr id="8247" name="Shape 8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48" name="Google Shape;8248;p53"/>
          <p:cNvGrpSpPr/>
          <p:nvPr/>
        </p:nvGrpSpPr>
        <p:grpSpPr>
          <a:xfrm>
            <a:off x="0" y="0"/>
            <a:ext cx="9144125" cy="5143391"/>
            <a:chOff x="0" y="0"/>
            <a:chExt cx="9144125" cy="5143391"/>
          </a:xfrm>
        </p:grpSpPr>
        <p:sp>
          <p:nvSpPr>
            <p:cNvPr id="8249" name="Google Shape;8249;p53"/>
            <p:cNvSpPr/>
            <p:nvPr/>
          </p:nvSpPr>
          <p:spPr>
            <a:xfrm>
              <a:off x="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50" name="Google Shape;8250;p53"/>
            <p:cNvSpPr/>
            <p:nvPr/>
          </p:nvSpPr>
          <p:spPr>
            <a:xfrm>
              <a:off x="38100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51" name="Google Shape;8251;p53"/>
            <p:cNvSpPr/>
            <p:nvPr/>
          </p:nvSpPr>
          <p:spPr>
            <a:xfrm>
              <a:off x="76201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52" name="Google Shape;8252;p53"/>
            <p:cNvSpPr/>
            <p:nvPr/>
          </p:nvSpPr>
          <p:spPr>
            <a:xfrm>
              <a:off x="114301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53" name="Google Shape;8253;p53"/>
            <p:cNvSpPr/>
            <p:nvPr/>
          </p:nvSpPr>
          <p:spPr>
            <a:xfrm>
              <a:off x="152402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54" name="Google Shape;8254;p53"/>
            <p:cNvSpPr/>
            <p:nvPr/>
          </p:nvSpPr>
          <p:spPr>
            <a:xfrm>
              <a:off x="190502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55" name="Google Shape;8255;p53"/>
            <p:cNvSpPr/>
            <p:nvPr/>
          </p:nvSpPr>
          <p:spPr>
            <a:xfrm>
              <a:off x="228603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56" name="Google Shape;8256;p53"/>
            <p:cNvSpPr/>
            <p:nvPr/>
          </p:nvSpPr>
          <p:spPr>
            <a:xfrm>
              <a:off x="266703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57" name="Google Shape;8257;p53"/>
            <p:cNvSpPr/>
            <p:nvPr/>
          </p:nvSpPr>
          <p:spPr>
            <a:xfrm>
              <a:off x="304804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58" name="Google Shape;8258;p53"/>
            <p:cNvSpPr/>
            <p:nvPr/>
          </p:nvSpPr>
          <p:spPr>
            <a:xfrm>
              <a:off x="342904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59" name="Google Shape;8259;p53"/>
            <p:cNvSpPr/>
            <p:nvPr/>
          </p:nvSpPr>
          <p:spPr>
            <a:xfrm>
              <a:off x="381005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60" name="Google Shape;8260;p53"/>
            <p:cNvSpPr/>
            <p:nvPr/>
          </p:nvSpPr>
          <p:spPr>
            <a:xfrm>
              <a:off x="419105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61" name="Google Shape;8261;p53"/>
            <p:cNvSpPr/>
            <p:nvPr/>
          </p:nvSpPr>
          <p:spPr>
            <a:xfrm>
              <a:off x="457206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62" name="Google Shape;8262;p53"/>
            <p:cNvSpPr/>
            <p:nvPr/>
          </p:nvSpPr>
          <p:spPr>
            <a:xfrm>
              <a:off x="495306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63" name="Google Shape;8263;p53"/>
            <p:cNvSpPr/>
            <p:nvPr/>
          </p:nvSpPr>
          <p:spPr>
            <a:xfrm>
              <a:off x="533407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64" name="Google Shape;8264;p53"/>
            <p:cNvSpPr/>
            <p:nvPr/>
          </p:nvSpPr>
          <p:spPr>
            <a:xfrm>
              <a:off x="571507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65" name="Google Shape;8265;p53"/>
            <p:cNvSpPr/>
            <p:nvPr/>
          </p:nvSpPr>
          <p:spPr>
            <a:xfrm>
              <a:off x="609608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66" name="Google Shape;8266;p53"/>
            <p:cNvSpPr/>
            <p:nvPr/>
          </p:nvSpPr>
          <p:spPr>
            <a:xfrm>
              <a:off x="647708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67" name="Google Shape;8267;p53"/>
            <p:cNvSpPr/>
            <p:nvPr/>
          </p:nvSpPr>
          <p:spPr>
            <a:xfrm>
              <a:off x="685809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68" name="Google Shape;8268;p53"/>
            <p:cNvSpPr/>
            <p:nvPr/>
          </p:nvSpPr>
          <p:spPr>
            <a:xfrm>
              <a:off x="723909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69" name="Google Shape;8269;p53"/>
            <p:cNvSpPr/>
            <p:nvPr/>
          </p:nvSpPr>
          <p:spPr>
            <a:xfrm>
              <a:off x="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70" name="Google Shape;8270;p53"/>
            <p:cNvSpPr/>
            <p:nvPr/>
          </p:nvSpPr>
          <p:spPr>
            <a:xfrm>
              <a:off x="38100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71" name="Google Shape;8271;p53"/>
            <p:cNvSpPr/>
            <p:nvPr/>
          </p:nvSpPr>
          <p:spPr>
            <a:xfrm>
              <a:off x="76201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72" name="Google Shape;8272;p53"/>
            <p:cNvSpPr/>
            <p:nvPr/>
          </p:nvSpPr>
          <p:spPr>
            <a:xfrm>
              <a:off x="114301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73" name="Google Shape;8273;p53"/>
            <p:cNvSpPr/>
            <p:nvPr/>
          </p:nvSpPr>
          <p:spPr>
            <a:xfrm>
              <a:off x="152402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74" name="Google Shape;8274;p53"/>
            <p:cNvSpPr/>
            <p:nvPr/>
          </p:nvSpPr>
          <p:spPr>
            <a:xfrm>
              <a:off x="190502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75" name="Google Shape;8275;p53"/>
            <p:cNvSpPr/>
            <p:nvPr/>
          </p:nvSpPr>
          <p:spPr>
            <a:xfrm>
              <a:off x="228603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76" name="Google Shape;8276;p53"/>
            <p:cNvSpPr/>
            <p:nvPr/>
          </p:nvSpPr>
          <p:spPr>
            <a:xfrm>
              <a:off x="266703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77" name="Google Shape;8277;p53"/>
            <p:cNvSpPr/>
            <p:nvPr/>
          </p:nvSpPr>
          <p:spPr>
            <a:xfrm>
              <a:off x="304804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78" name="Google Shape;8278;p53"/>
            <p:cNvSpPr/>
            <p:nvPr/>
          </p:nvSpPr>
          <p:spPr>
            <a:xfrm>
              <a:off x="342904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79" name="Google Shape;8279;p53"/>
            <p:cNvSpPr/>
            <p:nvPr/>
          </p:nvSpPr>
          <p:spPr>
            <a:xfrm>
              <a:off x="381005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0" name="Google Shape;8280;p53"/>
            <p:cNvSpPr/>
            <p:nvPr/>
          </p:nvSpPr>
          <p:spPr>
            <a:xfrm>
              <a:off x="419105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1" name="Google Shape;8281;p53"/>
            <p:cNvSpPr/>
            <p:nvPr/>
          </p:nvSpPr>
          <p:spPr>
            <a:xfrm>
              <a:off x="457206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2" name="Google Shape;8282;p53"/>
            <p:cNvSpPr/>
            <p:nvPr/>
          </p:nvSpPr>
          <p:spPr>
            <a:xfrm>
              <a:off x="495306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3" name="Google Shape;8283;p53"/>
            <p:cNvSpPr/>
            <p:nvPr/>
          </p:nvSpPr>
          <p:spPr>
            <a:xfrm>
              <a:off x="533407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4" name="Google Shape;8284;p53"/>
            <p:cNvSpPr/>
            <p:nvPr/>
          </p:nvSpPr>
          <p:spPr>
            <a:xfrm>
              <a:off x="571507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5" name="Google Shape;8285;p53"/>
            <p:cNvSpPr/>
            <p:nvPr/>
          </p:nvSpPr>
          <p:spPr>
            <a:xfrm>
              <a:off x="609608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6" name="Google Shape;8286;p53"/>
            <p:cNvSpPr/>
            <p:nvPr/>
          </p:nvSpPr>
          <p:spPr>
            <a:xfrm>
              <a:off x="647708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7" name="Google Shape;8287;p53"/>
            <p:cNvSpPr/>
            <p:nvPr/>
          </p:nvSpPr>
          <p:spPr>
            <a:xfrm>
              <a:off x="685809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8" name="Google Shape;8288;p53"/>
            <p:cNvSpPr/>
            <p:nvPr/>
          </p:nvSpPr>
          <p:spPr>
            <a:xfrm>
              <a:off x="723909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9" name="Google Shape;8289;p53"/>
            <p:cNvSpPr/>
            <p:nvPr/>
          </p:nvSpPr>
          <p:spPr>
            <a:xfrm>
              <a:off x="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90" name="Google Shape;8290;p53"/>
            <p:cNvSpPr/>
            <p:nvPr/>
          </p:nvSpPr>
          <p:spPr>
            <a:xfrm>
              <a:off x="38100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91" name="Google Shape;8291;p53"/>
            <p:cNvSpPr/>
            <p:nvPr/>
          </p:nvSpPr>
          <p:spPr>
            <a:xfrm>
              <a:off x="76201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92" name="Google Shape;8292;p53"/>
            <p:cNvSpPr/>
            <p:nvPr/>
          </p:nvSpPr>
          <p:spPr>
            <a:xfrm>
              <a:off x="114301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93" name="Google Shape;8293;p53"/>
            <p:cNvSpPr/>
            <p:nvPr/>
          </p:nvSpPr>
          <p:spPr>
            <a:xfrm>
              <a:off x="152402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94" name="Google Shape;8294;p53"/>
            <p:cNvSpPr/>
            <p:nvPr/>
          </p:nvSpPr>
          <p:spPr>
            <a:xfrm>
              <a:off x="190502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95" name="Google Shape;8295;p53"/>
            <p:cNvSpPr/>
            <p:nvPr/>
          </p:nvSpPr>
          <p:spPr>
            <a:xfrm>
              <a:off x="228603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96" name="Google Shape;8296;p53"/>
            <p:cNvSpPr/>
            <p:nvPr/>
          </p:nvSpPr>
          <p:spPr>
            <a:xfrm>
              <a:off x="266703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97" name="Google Shape;8297;p53"/>
            <p:cNvSpPr/>
            <p:nvPr/>
          </p:nvSpPr>
          <p:spPr>
            <a:xfrm>
              <a:off x="304804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98" name="Google Shape;8298;p53"/>
            <p:cNvSpPr/>
            <p:nvPr/>
          </p:nvSpPr>
          <p:spPr>
            <a:xfrm>
              <a:off x="342904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99" name="Google Shape;8299;p53"/>
            <p:cNvSpPr/>
            <p:nvPr/>
          </p:nvSpPr>
          <p:spPr>
            <a:xfrm>
              <a:off x="381005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00" name="Google Shape;8300;p53"/>
            <p:cNvSpPr/>
            <p:nvPr/>
          </p:nvSpPr>
          <p:spPr>
            <a:xfrm>
              <a:off x="419105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01" name="Google Shape;8301;p53"/>
            <p:cNvSpPr/>
            <p:nvPr/>
          </p:nvSpPr>
          <p:spPr>
            <a:xfrm>
              <a:off x="457206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02" name="Google Shape;8302;p53"/>
            <p:cNvSpPr/>
            <p:nvPr/>
          </p:nvSpPr>
          <p:spPr>
            <a:xfrm>
              <a:off x="495306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03" name="Google Shape;8303;p53"/>
            <p:cNvSpPr/>
            <p:nvPr/>
          </p:nvSpPr>
          <p:spPr>
            <a:xfrm>
              <a:off x="533407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04" name="Google Shape;8304;p53"/>
            <p:cNvSpPr/>
            <p:nvPr/>
          </p:nvSpPr>
          <p:spPr>
            <a:xfrm>
              <a:off x="571507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05" name="Google Shape;8305;p53"/>
            <p:cNvSpPr/>
            <p:nvPr/>
          </p:nvSpPr>
          <p:spPr>
            <a:xfrm>
              <a:off x="609608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06" name="Google Shape;8306;p53"/>
            <p:cNvSpPr/>
            <p:nvPr/>
          </p:nvSpPr>
          <p:spPr>
            <a:xfrm>
              <a:off x="647708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07" name="Google Shape;8307;p53"/>
            <p:cNvSpPr/>
            <p:nvPr/>
          </p:nvSpPr>
          <p:spPr>
            <a:xfrm>
              <a:off x="685809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08" name="Google Shape;8308;p53"/>
            <p:cNvSpPr/>
            <p:nvPr/>
          </p:nvSpPr>
          <p:spPr>
            <a:xfrm>
              <a:off x="723909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09" name="Google Shape;8309;p53"/>
            <p:cNvSpPr/>
            <p:nvPr/>
          </p:nvSpPr>
          <p:spPr>
            <a:xfrm>
              <a:off x="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10" name="Google Shape;8310;p53"/>
            <p:cNvSpPr/>
            <p:nvPr/>
          </p:nvSpPr>
          <p:spPr>
            <a:xfrm>
              <a:off x="38100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11" name="Google Shape;8311;p53"/>
            <p:cNvSpPr/>
            <p:nvPr/>
          </p:nvSpPr>
          <p:spPr>
            <a:xfrm>
              <a:off x="76201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12" name="Google Shape;8312;p53"/>
            <p:cNvSpPr/>
            <p:nvPr/>
          </p:nvSpPr>
          <p:spPr>
            <a:xfrm>
              <a:off x="114301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13" name="Google Shape;8313;p53"/>
            <p:cNvSpPr/>
            <p:nvPr/>
          </p:nvSpPr>
          <p:spPr>
            <a:xfrm>
              <a:off x="152402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14" name="Google Shape;8314;p53"/>
            <p:cNvSpPr/>
            <p:nvPr/>
          </p:nvSpPr>
          <p:spPr>
            <a:xfrm>
              <a:off x="190502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15" name="Google Shape;8315;p53"/>
            <p:cNvSpPr/>
            <p:nvPr/>
          </p:nvSpPr>
          <p:spPr>
            <a:xfrm>
              <a:off x="228603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16" name="Google Shape;8316;p53"/>
            <p:cNvSpPr/>
            <p:nvPr/>
          </p:nvSpPr>
          <p:spPr>
            <a:xfrm>
              <a:off x="266703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17" name="Google Shape;8317;p53"/>
            <p:cNvSpPr/>
            <p:nvPr/>
          </p:nvSpPr>
          <p:spPr>
            <a:xfrm>
              <a:off x="304804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18" name="Google Shape;8318;p53"/>
            <p:cNvSpPr/>
            <p:nvPr/>
          </p:nvSpPr>
          <p:spPr>
            <a:xfrm>
              <a:off x="342904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19" name="Google Shape;8319;p53"/>
            <p:cNvSpPr/>
            <p:nvPr/>
          </p:nvSpPr>
          <p:spPr>
            <a:xfrm>
              <a:off x="381005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20" name="Google Shape;8320;p53"/>
            <p:cNvSpPr/>
            <p:nvPr/>
          </p:nvSpPr>
          <p:spPr>
            <a:xfrm>
              <a:off x="419105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21" name="Google Shape;8321;p53"/>
            <p:cNvSpPr/>
            <p:nvPr/>
          </p:nvSpPr>
          <p:spPr>
            <a:xfrm>
              <a:off x="457206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22" name="Google Shape;8322;p53"/>
            <p:cNvSpPr/>
            <p:nvPr/>
          </p:nvSpPr>
          <p:spPr>
            <a:xfrm>
              <a:off x="495306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23" name="Google Shape;8323;p53"/>
            <p:cNvSpPr/>
            <p:nvPr/>
          </p:nvSpPr>
          <p:spPr>
            <a:xfrm>
              <a:off x="533407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24" name="Google Shape;8324;p53"/>
            <p:cNvSpPr/>
            <p:nvPr/>
          </p:nvSpPr>
          <p:spPr>
            <a:xfrm>
              <a:off x="571507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25" name="Google Shape;8325;p53"/>
            <p:cNvSpPr/>
            <p:nvPr/>
          </p:nvSpPr>
          <p:spPr>
            <a:xfrm>
              <a:off x="609608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26" name="Google Shape;8326;p53"/>
            <p:cNvSpPr/>
            <p:nvPr/>
          </p:nvSpPr>
          <p:spPr>
            <a:xfrm>
              <a:off x="647708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27" name="Google Shape;8327;p53"/>
            <p:cNvSpPr/>
            <p:nvPr/>
          </p:nvSpPr>
          <p:spPr>
            <a:xfrm>
              <a:off x="685809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28" name="Google Shape;8328;p53"/>
            <p:cNvSpPr/>
            <p:nvPr/>
          </p:nvSpPr>
          <p:spPr>
            <a:xfrm>
              <a:off x="723909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29" name="Google Shape;8329;p53"/>
            <p:cNvSpPr/>
            <p:nvPr/>
          </p:nvSpPr>
          <p:spPr>
            <a:xfrm>
              <a:off x="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30" name="Google Shape;8330;p53"/>
            <p:cNvSpPr/>
            <p:nvPr/>
          </p:nvSpPr>
          <p:spPr>
            <a:xfrm>
              <a:off x="38100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31" name="Google Shape;8331;p53"/>
            <p:cNvSpPr/>
            <p:nvPr/>
          </p:nvSpPr>
          <p:spPr>
            <a:xfrm>
              <a:off x="76201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32" name="Google Shape;8332;p53"/>
            <p:cNvSpPr/>
            <p:nvPr/>
          </p:nvSpPr>
          <p:spPr>
            <a:xfrm>
              <a:off x="114301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33" name="Google Shape;8333;p53"/>
            <p:cNvSpPr/>
            <p:nvPr/>
          </p:nvSpPr>
          <p:spPr>
            <a:xfrm>
              <a:off x="152402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34" name="Google Shape;8334;p53"/>
            <p:cNvSpPr/>
            <p:nvPr/>
          </p:nvSpPr>
          <p:spPr>
            <a:xfrm>
              <a:off x="190502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35" name="Google Shape;8335;p53"/>
            <p:cNvSpPr/>
            <p:nvPr/>
          </p:nvSpPr>
          <p:spPr>
            <a:xfrm>
              <a:off x="228603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36" name="Google Shape;8336;p53"/>
            <p:cNvSpPr/>
            <p:nvPr/>
          </p:nvSpPr>
          <p:spPr>
            <a:xfrm>
              <a:off x="266703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37" name="Google Shape;8337;p53"/>
            <p:cNvSpPr/>
            <p:nvPr/>
          </p:nvSpPr>
          <p:spPr>
            <a:xfrm>
              <a:off x="304804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38" name="Google Shape;8338;p53"/>
            <p:cNvSpPr/>
            <p:nvPr/>
          </p:nvSpPr>
          <p:spPr>
            <a:xfrm>
              <a:off x="342904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39" name="Google Shape;8339;p53"/>
            <p:cNvSpPr/>
            <p:nvPr/>
          </p:nvSpPr>
          <p:spPr>
            <a:xfrm>
              <a:off x="381005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40" name="Google Shape;8340;p53"/>
            <p:cNvSpPr/>
            <p:nvPr/>
          </p:nvSpPr>
          <p:spPr>
            <a:xfrm>
              <a:off x="419105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41" name="Google Shape;8341;p53"/>
            <p:cNvSpPr/>
            <p:nvPr/>
          </p:nvSpPr>
          <p:spPr>
            <a:xfrm>
              <a:off x="457206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42" name="Google Shape;8342;p53"/>
            <p:cNvSpPr/>
            <p:nvPr/>
          </p:nvSpPr>
          <p:spPr>
            <a:xfrm>
              <a:off x="495306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43" name="Google Shape;8343;p53"/>
            <p:cNvSpPr/>
            <p:nvPr/>
          </p:nvSpPr>
          <p:spPr>
            <a:xfrm>
              <a:off x="533407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44" name="Google Shape;8344;p53"/>
            <p:cNvSpPr/>
            <p:nvPr/>
          </p:nvSpPr>
          <p:spPr>
            <a:xfrm>
              <a:off x="571507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45" name="Google Shape;8345;p53"/>
            <p:cNvSpPr/>
            <p:nvPr/>
          </p:nvSpPr>
          <p:spPr>
            <a:xfrm>
              <a:off x="609608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46" name="Google Shape;8346;p53"/>
            <p:cNvSpPr/>
            <p:nvPr/>
          </p:nvSpPr>
          <p:spPr>
            <a:xfrm>
              <a:off x="647708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47" name="Google Shape;8347;p53"/>
            <p:cNvSpPr/>
            <p:nvPr/>
          </p:nvSpPr>
          <p:spPr>
            <a:xfrm>
              <a:off x="685809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48" name="Google Shape;8348;p53"/>
            <p:cNvSpPr/>
            <p:nvPr/>
          </p:nvSpPr>
          <p:spPr>
            <a:xfrm>
              <a:off x="723909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49" name="Google Shape;8349;p53"/>
            <p:cNvSpPr/>
            <p:nvPr/>
          </p:nvSpPr>
          <p:spPr>
            <a:xfrm>
              <a:off x="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50" name="Google Shape;8350;p53"/>
            <p:cNvSpPr/>
            <p:nvPr/>
          </p:nvSpPr>
          <p:spPr>
            <a:xfrm>
              <a:off x="38100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51" name="Google Shape;8351;p53"/>
            <p:cNvSpPr/>
            <p:nvPr/>
          </p:nvSpPr>
          <p:spPr>
            <a:xfrm>
              <a:off x="76201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52" name="Google Shape;8352;p53"/>
            <p:cNvSpPr/>
            <p:nvPr/>
          </p:nvSpPr>
          <p:spPr>
            <a:xfrm>
              <a:off x="114301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53" name="Google Shape;8353;p53"/>
            <p:cNvSpPr/>
            <p:nvPr/>
          </p:nvSpPr>
          <p:spPr>
            <a:xfrm>
              <a:off x="152402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54" name="Google Shape;8354;p53"/>
            <p:cNvSpPr/>
            <p:nvPr/>
          </p:nvSpPr>
          <p:spPr>
            <a:xfrm>
              <a:off x="190502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55" name="Google Shape;8355;p53"/>
            <p:cNvSpPr/>
            <p:nvPr/>
          </p:nvSpPr>
          <p:spPr>
            <a:xfrm>
              <a:off x="228603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56" name="Google Shape;8356;p53"/>
            <p:cNvSpPr/>
            <p:nvPr/>
          </p:nvSpPr>
          <p:spPr>
            <a:xfrm>
              <a:off x="266703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57" name="Google Shape;8357;p53"/>
            <p:cNvSpPr/>
            <p:nvPr/>
          </p:nvSpPr>
          <p:spPr>
            <a:xfrm>
              <a:off x="304804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58" name="Google Shape;8358;p53"/>
            <p:cNvSpPr/>
            <p:nvPr/>
          </p:nvSpPr>
          <p:spPr>
            <a:xfrm>
              <a:off x="342904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59" name="Google Shape;8359;p53"/>
            <p:cNvSpPr/>
            <p:nvPr/>
          </p:nvSpPr>
          <p:spPr>
            <a:xfrm>
              <a:off x="381005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60" name="Google Shape;8360;p53"/>
            <p:cNvSpPr/>
            <p:nvPr/>
          </p:nvSpPr>
          <p:spPr>
            <a:xfrm>
              <a:off x="419105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61" name="Google Shape;8361;p53"/>
            <p:cNvSpPr/>
            <p:nvPr/>
          </p:nvSpPr>
          <p:spPr>
            <a:xfrm>
              <a:off x="457206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62" name="Google Shape;8362;p53"/>
            <p:cNvSpPr/>
            <p:nvPr/>
          </p:nvSpPr>
          <p:spPr>
            <a:xfrm>
              <a:off x="495306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63" name="Google Shape;8363;p53"/>
            <p:cNvSpPr/>
            <p:nvPr/>
          </p:nvSpPr>
          <p:spPr>
            <a:xfrm>
              <a:off x="533407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64" name="Google Shape;8364;p53"/>
            <p:cNvSpPr/>
            <p:nvPr/>
          </p:nvSpPr>
          <p:spPr>
            <a:xfrm>
              <a:off x="571507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65" name="Google Shape;8365;p53"/>
            <p:cNvSpPr/>
            <p:nvPr/>
          </p:nvSpPr>
          <p:spPr>
            <a:xfrm>
              <a:off x="609608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66" name="Google Shape;8366;p53"/>
            <p:cNvSpPr/>
            <p:nvPr/>
          </p:nvSpPr>
          <p:spPr>
            <a:xfrm>
              <a:off x="647708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67" name="Google Shape;8367;p53"/>
            <p:cNvSpPr/>
            <p:nvPr/>
          </p:nvSpPr>
          <p:spPr>
            <a:xfrm>
              <a:off x="685809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68" name="Google Shape;8368;p53"/>
            <p:cNvSpPr/>
            <p:nvPr/>
          </p:nvSpPr>
          <p:spPr>
            <a:xfrm>
              <a:off x="723909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69" name="Google Shape;8369;p53"/>
            <p:cNvSpPr/>
            <p:nvPr/>
          </p:nvSpPr>
          <p:spPr>
            <a:xfrm>
              <a:off x="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70" name="Google Shape;8370;p53"/>
            <p:cNvSpPr/>
            <p:nvPr/>
          </p:nvSpPr>
          <p:spPr>
            <a:xfrm>
              <a:off x="38100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71" name="Google Shape;8371;p53"/>
            <p:cNvSpPr/>
            <p:nvPr/>
          </p:nvSpPr>
          <p:spPr>
            <a:xfrm>
              <a:off x="76201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72" name="Google Shape;8372;p53"/>
            <p:cNvSpPr/>
            <p:nvPr/>
          </p:nvSpPr>
          <p:spPr>
            <a:xfrm>
              <a:off x="114301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73" name="Google Shape;8373;p53"/>
            <p:cNvSpPr/>
            <p:nvPr/>
          </p:nvSpPr>
          <p:spPr>
            <a:xfrm>
              <a:off x="152402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74" name="Google Shape;8374;p53"/>
            <p:cNvSpPr/>
            <p:nvPr/>
          </p:nvSpPr>
          <p:spPr>
            <a:xfrm>
              <a:off x="190502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75" name="Google Shape;8375;p53"/>
            <p:cNvSpPr/>
            <p:nvPr/>
          </p:nvSpPr>
          <p:spPr>
            <a:xfrm>
              <a:off x="228603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76" name="Google Shape;8376;p53"/>
            <p:cNvSpPr/>
            <p:nvPr/>
          </p:nvSpPr>
          <p:spPr>
            <a:xfrm>
              <a:off x="266703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77" name="Google Shape;8377;p53"/>
            <p:cNvSpPr/>
            <p:nvPr/>
          </p:nvSpPr>
          <p:spPr>
            <a:xfrm>
              <a:off x="304804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78" name="Google Shape;8378;p53"/>
            <p:cNvSpPr/>
            <p:nvPr/>
          </p:nvSpPr>
          <p:spPr>
            <a:xfrm>
              <a:off x="342904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79" name="Google Shape;8379;p53"/>
            <p:cNvSpPr/>
            <p:nvPr/>
          </p:nvSpPr>
          <p:spPr>
            <a:xfrm>
              <a:off x="381005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80" name="Google Shape;8380;p53"/>
            <p:cNvSpPr/>
            <p:nvPr/>
          </p:nvSpPr>
          <p:spPr>
            <a:xfrm>
              <a:off x="419105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81" name="Google Shape;8381;p53"/>
            <p:cNvSpPr/>
            <p:nvPr/>
          </p:nvSpPr>
          <p:spPr>
            <a:xfrm>
              <a:off x="457206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82" name="Google Shape;8382;p53"/>
            <p:cNvSpPr/>
            <p:nvPr/>
          </p:nvSpPr>
          <p:spPr>
            <a:xfrm>
              <a:off x="495306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83" name="Google Shape;8383;p53"/>
            <p:cNvSpPr/>
            <p:nvPr/>
          </p:nvSpPr>
          <p:spPr>
            <a:xfrm>
              <a:off x="533407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84" name="Google Shape;8384;p53"/>
            <p:cNvSpPr/>
            <p:nvPr/>
          </p:nvSpPr>
          <p:spPr>
            <a:xfrm>
              <a:off x="571507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85" name="Google Shape;8385;p53"/>
            <p:cNvSpPr/>
            <p:nvPr/>
          </p:nvSpPr>
          <p:spPr>
            <a:xfrm>
              <a:off x="609608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86" name="Google Shape;8386;p53"/>
            <p:cNvSpPr/>
            <p:nvPr/>
          </p:nvSpPr>
          <p:spPr>
            <a:xfrm>
              <a:off x="647708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87" name="Google Shape;8387;p53"/>
            <p:cNvSpPr/>
            <p:nvPr/>
          </p:nvSpPr>
          <p:spPr>
            <a:xfrm>
              <a:off x="685809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88" name="Google Shape;8388;p53"/>
            <p:cNvSpPr/>
            <p:nvPr/>
          </p:nvSpPr>
          <p:spPr>
            <a:xfrm>
              <a:off x="723909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89" name="Google Shape;8389;p53"/>
            <p:cNvSpPr/>
            <p:nvPr/>
          </p:nvSpPr>
          <p:spPr>
            <a:xfrm>
              <a:off x="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90" name="Google Shape;8390;p53"/>
            <p:cNvSpPr/>
            <p:nvPr/>
          </p:nvSpPr>
          <p:spPr>
            <a:xfrm>
              <a:off x="38100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91" name="Google Shape;8391;p53"/>
            <p:cNvSpPr/>
            <p:nvPr/>
          </p:nvSpPr>
          <p:spPr>
            <a:xfrm>
              <a:off x="76201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92" name="Google Shape;8392;p53"/>
            <p:cNvSpPr/>
            <p:nvPr/>
          </p:nvSpPr>
          <p:spPr>
            <a:xfrm>
              <a:off x="114301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93" name="Google Shape;8393;p53"/>
            <p:cNvSpPr/>
            <p:nvPr/>
          </p:nvSpPr>
          <p:spPr>
            <a:xfrm>
              <a:off x="152402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94" name="Google Shape;8394;p53"/>
            <p:cNvSpPr/>
            <p:nvPr/>
          </p:nvSpPr>
          <p:spPr>
            <a:xfrm>
              <a:off x="190502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95" name="Google Shape;8395;p53"/>
            <p:cNvSpPr/>
            <p:nvPr/>
          </p:nvSpPr>
          <p:spPr>
            <a:xfrm>
              <a:off x="228603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96" name="Google Shape;8396;p53"/>
            <p:cNvSpPr/>
            <p:nvPr/>
          </p:nvSpPr>
          <p:spPr>
            <a:xfrm>
              <a:off x="266703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97" name="Google Shape;8397;p53"/>
            <p:cNvSpPr/>
            <p:nvPr/>
          </p:nvSpPr>
          <p:spPr>
            <a:xfrm>
              <a:off x="304804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98" name="Google Shape;8398;p53"/>
            <p:cNvSpPr/>
            <p:nvPr/>
          </p:nvSpPr>
          <p:spPr>
            <a:xfrm>
              <a:off x="342904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99" name="Google Shape;8399;p53"/>
            <p:cNvSpPr/>
            <p:nvPr/>
          </p:nvSpPr>
          <p:spPr>
            <a:xfrm>
              <a:off x="381005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00" name="Google Shape;8400;p53"/>
            <p:cNvSpPr/>
            <p:nvPr/>
          </p:nvSpPr>
          <p:spPr>
            <a:xfrm>
              <a:off x="419105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01" name="Google Shape;8401;p53"/>
            <p:cNvSpPr/>
            <p:nvPr/>
          </p:nvSpPr>
          <p:spPr>
            <a:xfrm>
              <a:off x="457206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02" name="Google Shape;8402;p53"/>
            <p:cNvSpPr/>
            <p:nvPr/>
          </p:nvSpPr>
          <p:spPr>
            <a:xfrm>
              <a:off x="495306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03" name="Google Shape;8403;p53"/>
            <p:cNvSpPr/>
            <p:nvPr/>
          </p:nvSpPr>
          <p:spPr>
            <a:xfrm>
              <a:off x="533407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04" name="Google Shape;8404;p53"/>
            <p:cNvSpPr/>
            <p:nvPr/>
          </p:nvSpPr>
          <p:spPr>
            <a:xfrm>
              <a:off x="571507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05" name="Google Shape;8405;p53"/>
            <p:cNvSpPr/>
            <p:nvPr/>
          </p:nvSpPr>
          <p:spPr>
            <a:xfrm>
              <a:off x="609608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06" name="Google Shape;8406;p53"/>
            <p:cNvSpPr/>
            <p:nvPr/>
          </p:nvSpPr>
          <p:spPr>
            <a:xfrm>
              <a:off x="647708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07" name="Google Shape;8407;p53"/>
            <p:cNvSpPr/>
            <p:nvPr/>
          </p:nvSpPr>
          <p:spPr>
            <a:xfrm>
              <a:off x="685809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08" name="Google Shape;8408;p53"/>
            <p:cNvSpPr/>
            <p:nvPr/>
          </p:nvSpPr>
          <p:spPr>
            <a:xfrm>
              <a:off x="723909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09" name="Google Shape;8409;p53"/>
            <p:cNvSpPr/>
            <p:nvPr/>
          </p:nvSpPr>
          <p:spPr>
            <a:xfrm>
              <a:off x="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10" name="Google Shape;8410;p53"/>
            <p:cNvSpPr/>
            <p:nvPr/>
          </p:nvSpPr>
          <p:spPr>
            <a:xfrm>
              <a:off x="38100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11" name="Google Shape;8411;p53"/>
            <p:cNvSpPr/>
            <p:nvPr/>
          </p:nvSpPr>
          <p:spPr>
            <a:xfrm>
              <a:off x="76201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12" name="Google Shape;8412;p53"/>
            <p:cNvSpPr/>
            <p:nvPr/>
          </p:nvSpPr>
          <p:spPr>
            <a:xfrm>
              <a:off x="114301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13" name="Google Shape;8413;p53"/>
            <p:cNvSpPr/>
            <p:nvPr/>
          </p:nvSpPr>
          <p:spPr>
            <a:xfrm>
              <a:off x="152402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14" name="Google Shape;8414;p53"/>
            <p:cNvSpPr/>
            <p:nvPr/>
          </p:nvSpPr>
          <p:spPr>
            <a:xfrm>
              <a:off x="190502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15" name="Google Shape;8415;p53"/>
            <p:cNvSpPr/>
            <p:nvPr/>
          </p:nvSpPr>
          <p:spPr>
            <a:xfrm>
              <a:off x="228603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16" name="Google Shape;8416;p53"/>
            <p:cNvSpPr/>
            <p:nvPr/>
          </p:nvSpPr>
          <p:spPr>
            <a:xfrm>
              <a:off x="266703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17" name="Google Shape;8417;p53"/>
            <p:cNvSpPr/>
            <p:nvPr/>
          </p:nvSpPr>
          <p:spPr>
            <a:xfrm>
              <a:off x="304804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18" name="Google Shape;8418;p53"/>
            <p:cNvSpPr/>
            <p:nvPr/>
          </p:nvSpPr>
          <p:spPr>
            <a:xfrm>
              <a:off x="342904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19" name="Google Shape;8419;p53"/>
            <p:cNvSpPr/>
            <p:nvPr/>
          </p:nvSpPr>
          <p:spPr>
            <a:xfrm>
              <a:off x="381005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20" name="Google Shape;8420;p53"/>
            <p:cNvSpPr/>
            <p:nvPr/>
          </p:nvSpPr>
          <p:spPr>
            <a:xfrm>
              <a:off x="419105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21" name="Google Shape;8421;p53"/>
            <p:cNvSpPr/>
            <p:nvPr/>
          </p:nvSpPr>
          <p:spPr>
            <a:xfrm>
              <a:off x="457206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22" name="Google Shape;8422;p53"/>
            <p:cNvSpPr/>
            <p:nvPr/>
          </p:nvSpPr>
          <p:spPr>
            <a:xfrm>
              <a:off x="495306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23" name="Google Shape;8423;p53"/>
            <p:cNvSpPr/>
            <p:nvPr/>
          </p:nvSpPr>
          <p:spPr>
            <a:xfrm>
              <a:off x="533407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24" name="Google Shape;8424;p53"/>
            <p:cNvSpPr/>
            <p:nvPr/>
          </p:nvSpPr>
          <p:spPr>
            <a:xfrm>
              <a:off x="571507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25" name="Google Shape;8425;p53"/>
            <p:cNvSpPr/>
            <p:nvPr/>
          </p:nvSpPr>
          <p:spPr>
            <a:xfrm>
              <a:off x="609608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26" name="Google Shape;8426;p53"/>
            <p:cNvSpPr/>
            <p:nvPr/>
          </p:nvSpPr>
          <p:spPr>
            <a:xfrm>
              <a:off x="647708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27" name="Google Shape;8427;p53"/>
            <p:cNvSpPr/>
            <p:nvPr/>
          </p:nvSpPr>
          <p:spPr>
            <a:xfrm>
              <a:off x="685809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28" name="Google Shape;8428;p53"/>
            <p:cNvSpPr/>
            <p:nvPr/>
          </p:nvSpPr>
          <p:spPr>
            <a:xfrm>
              <a:off x="723909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29" name="Google Shape;8429;p53"/>
            <p:cNvSpPr/>
            <p:nvPr/>
          </p:nvSpPr>
          <p:spPr>
            <a:xfrm>
              <a:off x="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30" name="Google Shape;8430;p53"/>
            <p:cNvSpPr/>
            <p:nvPr/>
          </p:nvSpPr>
          <p:spPr>
            <a:xfrm>
              <a:off x="38100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31" name="Google Shape;8431;p53"/>
            <p:cNvSpPr/>
            <p:nvPr/>
          </p:nvSpPr>
          <p:spPr>
            <a:xfrm>
              <a:off x="76201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32" name="Google Shape;8432;p53"/>
            <p:cNvSpPr/>
            <p:nvPr/>
          </p:nvSpPr>
          <p:spPr>
            <a:xfrm>
              <a:off x="114301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33" name="Google Shape;8433;p53"/>
            <p:cNvSpPr/>
            <p:nvPr/>
          </p:nvSpPr>
          <p:spPr>
            <a:xfrm>
              <a:off x="152402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34" name="Google Shape;8434;p53"/>
            <p:cNvSpPr/>
            <p:nvPr/>
          </p:nvSpPr>
          <p:spPr>
            <a:xfrm>
              <a:off x="190502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35" name="Google Shape;8435;p53"/>
            <p:cNvSpPr/>
            <p:nvPr/>
          </p:nvSpPr>
          <p:spPr>
            <a:xfrm>
              <a:off x="228603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36" name="Google Shape;8436;p53"/>
            <p:cNvSpPr/>
            <p:nvPr/>
          </p:nvSpPr>
          <p:spPr>
            <a:xfrm>
              <a:off x="266703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37" name="Google Shape;8437;p53"/>
            <p:cNvSpPr/>
            <p:nvPr/>
          </p:nvSpPr>
          <p:spPr>
            <a:xfrm>
              <a:off x="304804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38" name="Google Shape;8438;p53"/>
            <p:cNvSpPr/>
            <p:nvPr/>
          </p:nvSpPr>
          <p:spPr>
            <a:xfrm>
              <a:off x="342904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39" name="Google Shape;8439;p53"/>
            <p:cNvSpPr/>
            <p:nvPr/>
          </p:nvSpPr>
          <p:spPr>
            <a:xfrm>
              <a:off x="381005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40" name="Google Shape;8440;p53"/>
            <p:cNvSpPr/>
            <p:nvPr/>
          </p:nvSpPr>
          <p:spPr>
            <a:xfrm>
              <a:off x="419105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41" name="Google Shape;8441;p53"/>
            <p:cNvSpPr/>
            <p:nvPr/>
          </p:nvSpPr>
          <p:spPr>
            <a:xfrm>
              <a:off x="457206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42" name="Google Shape;8442;p53"/>
            <p:cNvSpPr/>
            <p:nvPr/>
          </p:nvSpPr>
          <p:spPr>
            <a:xfrm>
              <a:off x="495306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43" name="Google Shape;8443;p53"/>
            <p:cNvSpPr/>
            <p:nvPr/>
          </p:nvSpPr>
          <p:spPr>
            <a:xfrm>
              <a:off x="533407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44" name="Google Shape;8444;p53"/>
            <p:cNvSpPr/>
            <p:nvPr/>
          </p:nvSpPr>
          <p:spPr>
            <a:xfrm>
              <a:off x="571507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45" name="Google Shape;8445;p53"/>
            <p:cNvSpPr/>
            <p:nvPr/>
          </p:nvSpPr>
          <p:spPr>
            <a:xfrm>
              <a:off x="609608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46" name="Google Shape;8446;p53"/>
            <p:cNvSpPr/>
            <p:nvPr/>
          </p:nvSpPr>
          <p:spPr>
            <a:xfrm>
              <a:off x="647708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47" name="Google Shape;8447;p53"/>
            <p:cNvSpPr/>
            <p:nvPr/>
          </p:nvSpPr>
          <p:spPr>
            <a:xfrm>
              <a:off x="685809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48" name="Google Shape;8448;p53"/>
            <p:cNvSpPr/>
            <p:nvPr/>
          </p:nvSpPr>
          <p:spPr>
            <a:xfrm>
              <a:off x="723909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49" name="Google Shape;8449;p53"/>
            <p:cNvSpPr/>
            <p:nvPr/>
          </p:nvSpPr>
          <p:spPr>
            <a:xfrm>
              <a:off x="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50" name="Google Shape;8450;p53"/>
            <p:cNvSpPr/>
            <p:nvPr/>
          </p:nvSpPr>
          <p:spPr>
            <a:xfrm>
              <a:off x="38100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51" name="Google Shape;8451;p53"/>
            <p:cNvSpPr/>
            <p:nvPr/>
          </p:nvSpPr>
          <p:spPr>
            <a:xfrm>
              <a:off x="76201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52" name="Google Shape;8452;p53"/>
            <p:cNvSpPr/>
            <p:nvPr/>
          </p:nvSpPr>
          <p:spPr>
            <a:xfrm>
              <a:off x="114301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53" name="Google Shape;8453;p53"/>
            <p:cNvSpPr/>
            <p:nvPr/>
          </p:nvSpPr>
          <p:spPr>
            <a:xfrm>
              <a:off x="152402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54" name="Google Shape;8454;p53"/>
            <p:cNvSpPr/>
            <p:nvPr/>
          </p:nvSpPr>
          <p:spPr>
            <a:xfrm>
              <a:off x="190502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55" name="Google Shape;8455;p53"/>
            <p:cNvSpPr/>
            <p:nvPr/>
          </p:nvSpPr>
          <p:spPr>
            <a:xfrm>
              <a:off x="228603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56" name="Google Shape;8456;p53"/>
            <p:cNvSpPr/>
            <p:nvPr/>
          </p:nvSpPr>
          <p:spPr>
            <a:xfrm>
              <a:off x="266703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57" name="Google Shape;8457;p53"/>
            <p:cNvSpPr/>
            <p:nvPr/>
          </p:nvSpPr>
          <p:spPr>
            <a:xfrm>
              <a:off x="304804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58" name="Google Shape;8458;p53"/>
            <p:cNvSpPr/>
            <p:nvPr/>
          </p:nvSpPr>
          <p:spPr>
            <a:xfrm>
              <a:off x="342904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59" name="Google Shape;8459;p53"/>
            <p:cNvSpPr/>
            <p:nvPr/>
          </p:nvSpPr>
          <p:spPr>
            <a:xfrm>
              <a:off x="381005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60" name="Google Shape;8460;p53"/>
            <p:cNvSpPr/>
            <p:nvPr/>
          </p:nvSpPr>
          <p:spPr>
            <a:xfrm>
              <a:off x="419105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61" name="Google Shape;8461;p53"/>
            <p:cNvSpPr/>
            <p:nvPr/>
          </p:nvSpPr>
          <p:spPr>
            <a:xfrm>
              <a:off x="457206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62" name="Google Shape;8462;p53"/>
            <p:cNvSpPr/>
            <p:nvPr/>
          </p:nvSpPr>
          <p:spPr>
            <a:xfrm>
              <a:off x="495306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63" name="Google Shape;8463;p53"/>
            <p:cNvSpPr/>
            <p:nvPr/>
          </p:nvSpPr>
          <p:spPr>
            <a:xfrm>
              <a:off x="533407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64" name="Google Shape;8464;p53"/>
            <p:cNvSpPr/>
            <p:nvPr/>
          </p:nvSpPr>
          <p:spPr>
            <a:xfrm>
              <a:off x="571507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65" name="Google Shape;8465;p53"/>
            <p:cNvSpPr/>
            <p:nvPr/>
          </p:nvSpPr>
          <p:spPr>
            <a:xfrm>
              <a:off x="609608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66" name="Google Shape;8466;p53"/>
            <p:cNvSpPr/>
            <p:nvPr/>
          </p:nvSpPr>
          <p:spPr>
            <a:xfrm>
              <a:off x="647708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67" name="Google Shape;8467;p53"/>
            <p:cNvSpPr/>
            <p:nvPr/>
          </p:nvSpPr>
          <p:spPr>
            <a:xfrm>
              <a:off x="685809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68" name="Google Shape;8468;p53"/>
            <p:cNvSpPr/>
            <p:nvPr/>
          </p:nvSpPr>
          <p:spPr>
            <a:xfrm>
              <a:off x="723909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69" name="Google Shape;8469;p53"/>
            <p:cNvSpPr/>
            <p:nvPr/>
          </p:nvSpPr>
          <p:spPr>
            <a:xfrm>
              <a:off x="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70" name="Google Shape;8470;p53"/>
            <p:cNvSpPr/>
            <p:nvPr/>
          </p:nvSpPr>
          <p:spPr>
            <a:xfrm>
              <a:off x="38100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71" name="Google Shape;8471;p53"/>
            <p:cNvSpPr/>
            <p:nvPr/>
          </p:nvSpPr>
          <p:spPr>
            <a:xfrm>
              <a:off x="76201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72" name="Google Shape;8472;p53"/>
            <p:cNvSpPr/>
            <p:nvPr/>
          </p:nvSpPr>
          <p:spPr>
            <a:xfrm>
              <a:off x="114301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73" name="Google Shape;8473;p53"/>
            <p:cNvSpPr/>
            <p:nvPr/>
          </p:nvSpPr>
          <p:spPr>
            <a:xfrm>
              <a:off x="152402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74" name="Google Shape;8474;p53"/>
            <p:cNvSpPr/>
            <p:nvPr/>
          </p:nvSpPr>
          <p:spPr>
            <a:xfrm>
              <a:off x="190502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75" name="Google Shape;8475;p53"/>
            <p:cNvSpPr/>
            <p:nvPr/>
          </p:nvSpPr>
          <p:spPr>
            <a:xfrm>
              <a:off x="228603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76" name="Google Shape;8476;p53"/>
            <p:cNvSpPr/>
            <p:nvPr/>
          </p:nvSpPr>
          <p:spPr>
            <a:xfrm>
              <a:off x="266703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77" name="Google Shape;8477;p53"/>
            <p:cNvSpPr/>
            <p:nvPr/>
          </p:nvSpPr>
          <p:spPr>
            <a:xfrm>
              <a:off x="304804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78" name="Google Shape;8478;p53"/>
            <p:cNvSpPr/>
            <p:nvPr/>
          </p:nvSpPr>
          <p:spPr>
            <a:xfrm>
              <a:off x="342904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79" name="Google Shape;8479;p53"/>
            <p:cNvSpPr/>
            <p:nvPr/>
          </p:nvSpPr>
          <p:spPr>
            <a:xfrm>
              <a:off x="381005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80" name="Google Shape;8480;p53"/>
            <p:cNvSpPr/>
            <p:nvPr/>
          </p:nvSpPr>
          <p:spPr>
            <a:xfrm>
              <a:off x="419105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81" name="Google Shape;8481;p53"/>
            <p:cNvSpPr/>
            <p:nvPr/>
          </p:nvSpPr>
          <p:spPr>
            <a:xfrm>
              <a:off x="457206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82" name="Google Shape;8482;p53"/>
            <p:cNvSpPr/>
            <p:nvPr/>
          </p:nvSpPr>
          <p:spPr>
            <a:xfrm>
              <a:off x="495306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83" name="Google Shape;8483;p53"/>
            <p:cNvSpPr/>
            <p:nvPr/>
          </p:nvSpPr>
          <p:spPr>
            <a:xfrm>
              <a:off x="533407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84" name="Google Shape;8484;p53"/>
            <p:cNvSpPr/>
            <p:nvPr/>
          </p:nvSpPr>
          <p:spPr>
            <a:xfrm>
              <a:off x="571507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85" name="Google Shape;8485;p53"/>
            <p:cNvSpPr/>
            <p:nvPr/>
          </p:nvSpPr>
          <p:spPr>
            <a:xfrm>
              <a:off x="609608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86" name="Google Shape;8486;p53"/>
            <p:cNvSpPr/>
            <p:nvPr/>
          </p:nvSpPr>
          <p:spPr>
            <a:xfrm>
              <a:off x="647708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87" name="Google Shape;8487;p53"/>
            <p:cNvSpPr/>
            <p:nvPr/>
          </p:nvSpPr>
          <p:spPr>
            <a:xfrm>
              <a:off x="685809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88" name="Google Shape;8488;p53"/>
            <p:cNvSpPr/>
            <p:nvPr/>
          </p:nvSpPr>
          <p:spPr>
            <a:xfrm>
              <a:off x="723909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89" name="Google Shape;8489;p53"/>
            <p:cNvSpPr/>
            <p:nvPr/>
          </p:nvSpPr>
          <p:spPr>
            <a:xfrm>
              <a:off x="7620110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90" name="Google Shape;8490;p53"/>
            <p:cNvSpPr/>
            <p:nvPr/>
          </p:nvSpPr>
          <p:spPr>
            <a:xfrm>
              <a:off x="8001115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91" name="Google Shape;8491;p53"/>
            <p:cNvSpPr/>
            <p:nvPr/>
          </p:nvSpPr>
          <p:spPr>
            <a:xfrm>
              <a:off x="8382120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92" name="Google Shape;8492;p53"/>
            <p:cNvSpPr/>
            <p:nvPr/>
          </p:nvSpPr>
          <p:spPr>
            <a:xfrm>
              <a:off x="8763125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93" name="Google Shape;8493;p53"/>
            <p:cNvSpPr/>
            <p:nvPr/>
          </p:nvSpPr>
          <p:spPr>
            <a:xfrm>
              <a:off x="7620110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94" name="Google Shape;8494;p53"/>
            <p:cNvSpPr/>
            <p:nvPr/>
          </p:nvSpPr>
          <p:spPr>
            <a:xfrm>
              <a:off x="8001115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95" name="Google Shape;8495;p53"/>
            <p:cNvSpPr/>
            <p:nvPr/>
          </p:nvSpPr>
          <p:spPr>
            <a:xfrm>
              <a:off x="8382120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96" name="Google Shape;8496;p53"/>
            <p:cNvSpPr/>
            <p:nvPr/>
          </p:nvSpPr>
          <p:spPr>
            <a:xfrm>
              <a:off x="8763125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97" name="Google Shape;8497;p53"/>
            <p:cNvSpPr/>
            <p:nvPr/>
          </p:nvSpPr>
          <p:spPr>
            <a:xfrm>
              <a:off x="7620110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98" name="Google Shape;8498;p53"/>
            <p:cNvSpPr/>
            <p:nvPr/>
          </p:nvSpPr>
          <p:spPr>
            <a:xfrm>
              <a:off x="8001115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99" name="Google Shape;8499;p53"/>
            <p:cNvSpPr/>
            <p:nvPr/>
          </p:nvSpPr>
          <p:spPr>
            <a:xfrm>
              <a:off x="8382120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00" name="Google Shape;8500;p53"/>
            <p:cNvSpPr/>
            <p:nvPr/>
          </p:nvSpPr>
          <p:spPr>
            <a:xfrm>
              <a:off x="8763125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01" name="Google Shape;8501;p53"/>
            <p:cNvSpPr/>
            <p:nvPr/>
          </p:nvSpPr>
          <p:spPr>
            <a:xfrm>
              <a:off x="7620110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02" name="Google Shape;8502;p53"/>
            <p:cNvSpPr/>
            <p:nvPr/>
          </p:nvSpPr>
          <p:spPr>
            <a:xfrm>
              <a:off x="8001115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03" name="Google Shape;8503;p53"/>
            <p:cNvSpPr/>
            <p:nvPr/>
          </p:nvSpPr>
          <p:spPr>
            <a:xfrm>
              <a:off x="8382120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04" name="Google Shape;8504;p53"/>
            <p:cNvSpPr/>
            <p:nvPr/>
          </p:nvSpPr>
          <p:spPr>
            <a:xfrm>
              <a:off x="8763125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05" name="Google Shape;8505;p53"/>
            <p:cNvSpPr/>
            <p:nvPr/>
          </p:nvSpPr>
          <p:spPr>
            <a:xfrm>
              <a:off x="7620110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06" name="Google Shape;8506;p53"/>
            <p:cNvSpPr/>
            <p:nvPr/>
          </p:nvSpPr>
          <p:spPr>
            <a:xfrm>
              <a:off x="8001115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07" name="Google Shape;8507;p53"/>
            <p:cNvSpPr/>
            <p:nvPr/>
          </p:nvSpPr>
          <p:spPr>
            <a:xfrm>
              <a:off x="8382120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08" name="Google Shape;8508;p53"/>
            <p:cNvSpPr/>
            <p:nvPr/>
          </p:nvSpPr>
          <p:spPr>
            <a:xfrm>
              <a:off x="8763125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09" name="Google Shape;8509;p53"/>
            <p:cNvSpPr/>
            <p:nvPr/>
          </p:nvSpPr>
          <p:spPr>
            <a:xfrm>
              <a:off x="7620110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10" name="Google Shape;8510;p53"/>
            <p:cNvSpPr/>
            <p:nvPr/>
          </p:nvSpPr>
          <p:spPr>
            <a:xfrm>
              <a:off x="8001115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11" name="Google Shape;8511;p53"/>
            <p:cNvSpPr/>
            <p:nvPr/>
          </p:nvSpPr>
          <p:spPr>
            <a:xfrm>
              <a:off x="8382120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12" name="Google Shape;8512;p53"/>
            <p:cNvSpPr/>
            <p:nvPr/>
          </p:nvSpPr>
          <p:spPr>
            <a:xfrm>
              <a:off x="8763125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13" name="Google Shape;8513;p53"/>
            <p:cNvSpPr/>
            <p:nvPr/>
          </p:nvSpPr>
          <p:spPr>
            <a:xfrm>
              <a:off x="7620110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14" name="Google Shape;8514;p53"/>
            <p:cNvSpPr/>
            <p:nvPr/>
          </p:nvSpPr>
          <p:spPr>
            <a:xfrm>
              <a:off x="8001115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15" name="Google Shape;8515;p53"/>
            <p:cNvSpPr/>
            <p:nvPr/>
          </p:nvSpPr>
          <p:spPr>
            <a:xfrm>
              <a:off x="8382120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16" name="Google Shape;8516;p53"/>
            <p:cNvSpPr/>
            <p:nvPr/>
          </p:nvSpPr>
          <p:spPr>
            <a:xfrm>
              <a:off x="8763125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17" name="Google Shape;8517;p53"/>
            <p:cNvSpPr/>
            <p:nvPr/>
          </p:nvSpPr>
          <p:spPr>
            <a:xfrm>
              <a:off x="7620110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18" name="Google Shape;8518;p53"/>
            <p:cNvSpPr/>
            <p:nvPr/>
          </p:nvSpPr>
          <p:spPr>
            <a:xfrm>
              <a:off x="8001115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19" name="Google Shape;8519;p53"/>
            <p:cNvSpPr/>
            <p:nvPr/>
          </p:nvSpPr>
          <p:spPr>
            <a:xfrm>
              <a:off x="8382120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20" name="Google Shape;8520;p53"/>
            <p:cNvSpPr/>
            <p:nvPr/>
          </p:nvSpPr>
          <p:spPr>
            <a:xfrm>
              <a:off x="8763125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21" name="Google Shape;8521;p53"/>
            <p:cNvSpPr/>
            <p:nvPr/>
          </p:nvSpPr>
          <p:spPr>
            <a:xfrm>
              <a:off x="7620110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22" name="Google Shape;8522;p53"/>
            <p:cNvSpPr/>
            <p:nvPr/>
          </p:nvSpPr>
          <p:spPr>
            <a:xfrm>
              <a:off x="8001115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23" name="Google Shape;8523;p53"/>
            <p:cNvSpPr/>
            <p:nvPr/>
          </p:nvSpPr>
          <p:spPr>
            <a:xfrm>
              <a:off x="8382120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24" name="Google Shape;8524;p53"/>
            <p:cNvSpPr/>
            <p:nvPr/>
          </p:nvSpPr>
          <p:spPr>
            <a:xfrm>
              <a:off x="8763125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25" name="Google Shape;8525;p53"/>
            <p:cNvSpPr/>
            <p:nvPr/>
          </p:nvSpPr>
          <p:spPr>
            <a:xfrm>
              <a:off x="7620110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26" name="Google Shape;8526;p53"/>
            <p:cNvSpPr/>
            <p:nvPr/>
          </p:nvSpPr>
          <p:spPr>
            <a:xfrm>
              <a:off x="8001115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27" name="Google Shape;8527;p53"/>
            <p:cNvSpPr/>
            <p:nvPr/>
          </p:nvSpPr>
          <p:spPr>
            <a:xfrm>
              <a:off x="8382120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28" name="Google Shape;8528;p53"/>
            <p:cNvSpPr/>
            <p:nvPr/>
          </p:nvSpPr>
          <p:spPr>
            <a:xfrm>
              <a:off x="8763125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29" name="Google Shape;8529;p53"/>
            <p:cNvSpPr/>
            <p:nvPr/>
          </p:nvSpPr>
          <p:spPr>
            <a:xfrm>
              <a:off x="7620110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30" name="Google Shape;8530;p53"/>
            <p:cNvSpPr/>
            <p:nvPr/>
          </p:nvSpPr>
          <p:spPr>
            <a:xfrm>
              <a:off x="8001115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31" name="Google Shape;8531;p53"/>
            <p:cNvSpPr/>
            <p:nvPr/>
          </p:nvSpPr>
          <p:spPr>
            <a:xfrm>
              <a:off x="8382120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32" name="Google Shape;8532;p53"/>
            <p:cNvSpPr/>
            <p:nvPr/>
          </p:nvSpPr>
          <p:spPr>
            <a:xfrm>
              <a:off x="8763125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33" name="Google Shape;8533;p53"/>
            <p:cNvSpPr/>
            <p:nvPr/>
          </p:nvSpPr>
          <p:spPr>
            <a:xfrm>
              <a:off x="7620110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34" name="Google Shape;8534;p53"/>
            <p:cNvSpPr/>
            <p:nvPr/>
          </p:nvSpPr>
          <p:spPr>
            <a:xfrm>
              <a:off x="8001115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35" name="Google Shape;8535;p53"/>
            <p:cNvSpPr/>
            <p:nvPr/>
          </p:nvSpPr>
          <p:spPr>
            <a:xfrm>
              <a:off x="8382120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36" name="Google Shape;8536;p53"/>
            <p:cNvSpPr/>
            <p:nvPr/>
          </p:nvSpPr>
          <p:spPr>
            <a:xfrm>
              <a:off x="8763125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37" name="Google Shape;8537;p53"/>
            <p:cNvSpPr/>
            <p:nvPr/>
          </p:nvSpPr>
          <p:spPr>
            <a:xfrm>
              <a:off x="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38" name="Google Shape;8538;p53"/>
            <p:cNvSpPr/>
            <p:nvPr/>
          </p:nvSpPr>
          <p:spPr>
            <a:xfrm>
              <a:off x="38100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39" name="Google Shape;8539;p53"/>
            <p:cNvSpPr/>
            <p:nvPr/>
          </p:nvSpPr>
          <p:spPr>
            <a:xfrm>
              <a:off x="76201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40" name="Google Shape;8540;p53"/>
            <p:cNvSpPr/>
            <p:nvPr/>
          </p:nvSpPr>
          <p:spPr>
            <a:xfrm>
              <a:off x="114301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41" name="Google Shape;8541;p53"/>
            <p:cNvSpPr/>
            <p:nvPr/>
          </p:nvSpPr>
          <p:spPr>
            <a:xfrm>
              <a:off x="152402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42" name="Google Shape;8542;p53"/>
            <p:cNvSpPr/>
            <p:nvPr/>
          </p:nvSpPr>
          <p:spPr>
            <a:xfrm>
              <a:off x="190502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43" name="Google Shape;8543;p53"/>
            <p:cNvSpPr/>
            <p:nvPr/>
          </p:nvSpPr>
          <p:spPr>
            <a:xfrm>
              <a:off x="228603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44" name="Google Shape;8544;p53"/>
            <p:cNvSpPr/>
            <p:nvPr/>
          </p:nvSpPr>
          <p:spPr>
            <a:xfrm>
              <a:off x="266703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45" name="Google Shape;8545;p53"/>
            <p:cNvSpPr/>
            <p:nvPr/>
          </p:nvSpPr>
          <p:spPr>
            <a:xfrm>
              <a:off x="304804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46" name="Google Shape;8546;p53"/>
            <p:cNvSpPr/>
            <p:nvPr/>
          </p:nvSpPr>
          <p:spPr>
            <a:xfrm>
              <a:off x="342904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47" name="Google Shape;8547;p53"/>
            <p:cNvSpPr/>
            <p:nvPr/>
          </p:nvSpPr>
          <p:spPr>
            <a:xfrm>
              <a:off x="381005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48" name="Google Shape;8548;p53"/>
            <p:cNvSpPr/>
            <p:nvPr/>
          </p:nvSpPr>
          <p:spPr>
            <a:xfrm>
              <a:off x="419105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49" name="Google Shape;8549;p53"/>
            <p:cNvSpPr/>
            <p:nvPr/>
          </p:nvSpPr>
          <p:spPr>
            <a:xfrm>
              <a:off x="457206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50" name="Google Shape;8550;p53"/>
            <p:cNvSpPr/>
            <p:nvPr/>
          </p:nvSpPr>
          <p:spPr>
            <a:xfrm>
              <a:off x="495306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51" name="Google Shape;8551;p53"/>
            <p:cNvSpPr/>
            <p:nvPr/>
          </p:nvSpPr>
          <p:spPr>
            <a:xfrm>
              <a:off x="533407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52" name="Google Shape;8552;p53"/>
            <p:cNvSpPr/>
            <p:nvPr/>
          </p:nvSpPr>
          <p:spPr>
            <a:xfrm>
              <a:off x="571507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53" name="Google Shape;8553;p53"/>
            <p:cNvSpPr/>
            <p:nvPr/>
          </p:nvSpPr>
          <p:spPr>
            <a:xfrm>
              <a:off x="609608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54" name="Google Shape;8554;p53"/>
            <p:cNvSpPr/>
            <p:nvPr/>
          </p:nvSpPr>
          <p:spPr>
            <a:xfrm>
              <a:off x="647708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55" name="Google Shape;8555;p53"/>
            <p:cNvSpPr/>
            <p:nvPr/>
          </p:nvSpPr>
          <p:spPr>
            <a:xfrm>
              <a:off x="685809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56" name="Google Shape;8556;p53"/>
            <p:cNvSpPr/>
            <p:nvPr/>
          </p:nvSpPr>
          <p:spPr>
            <a:xfrm>
              <a:off x="723909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57" name="Google Shape;8557;p53"/>
            <p:cNvSpPr/>
            <p:nvPr/>
          </p:nvSpPr>
          <p:spPr>
            <a:xfrm>
              <a:off x="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58" name="Google Shape;8558;p53"/>
            <p:cNvSpPr/>
            <p:nvPr/>
          </p:nvSpPr>
          <p:spPr>
            <a:xfrm>
              <a:off x="38100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59" name="Google Shape;8559;p53"/>
            <p:cNvSpPr/>
            <p:nvPr/>
          </p:nvSpPr>
          <p:spPr>
            <a:xfrm>
              <a:off x="76201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60" name="Google Shape;8560;p53"/>
            <p:cNvSpPr/>
            <p:nvPr/>
          </p:nvSpPr>
          <p:spPr>
            <a:xfrm>
              <a:off x="114301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61" name="Google Shape;8561;p53"/>
            <p:cNvSpPr/>
            <p:nvPr/>
          </p:nvSpPr>
          <p:spPr>
            <a:xfrm>
              <a:off x="152402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62" name="Google Shape;8562;p53"/>
            <p:cNvSpPr/>
            <p:nvPr/>
          </p:nvSpPr>
          <p:spPr>
            <a:xfrm>
              <a:off x="190502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63" name="Google Shape;8563;p53"/>
            <p:cNvSpPr/>
            <p:nvPr/>
          </p:nvSpPr>
          <p:spPr>
            <a:xfrm>
              <a:off x="228603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64" name="Google Shape;8564;p53"/>
            <p:cNvSpPr/>
            <p:nvPr/>
          </p:nvSpPr>
          <p:spPr>
            <a:xfrm>
              <a:off x="266703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65" name="Google Shape;8565;p53"/>
            <p:cNvSpPr/>
            <p:nvPr/>
          </p:nvSpPr>
          <p:spPr>
            <a:xfrm>
              <a:off x="304804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66" name="Google Shape;8566;p53"/>
            <p:cNvSpPr/>
            <p:nvPr/>
          </p:nvSpPr>
          <p:spPr>
            <a:xfrm>
              <a:off x="342904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67" name="Google Shape;8567;p53"/>
            <p:cNvSpPr/>
            <p:nvPr/>
          </p:nvSpPr>
          <p:spPr>
            <a:xfrm>
              <a:off x="381005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68" name="Google Shape;8568;p53"/>
            <p:cNvSpPr/>
            <p:nvPr/>
          </p:nvSpPr>
          <p:spPr>
            <a:xfrm>
              <a:off x="419105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69" name="Google Shape;8569;p53"/>
            <p:cNvSpPr/>
            <p:nvPr/>
          </p:nvSpPr>
          <p:spPr>
            <a:xfrm>
              <a:off x="457206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70" name="Google Shape;8570;p53"/>
            <p:cNvSpPr/>
            <p:nvPr/>
          </p:nvSpPr>
          <p:spPr>
            <a:xfrm>
              <a:off x="495306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71" name="Google Shape;8571;p53"/>
            <p:cNvSpPr/>
            <p:nvPr/>
          </p:nvSpPr>
          <p:spPr>
            <a:xfrm>
              <a:off x="533407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72" name="Google Shape;8572;p53"/>
            <p:cNvSpPr/>
            <p:nvPr/>
          </p:nvSpPr>
          <p:spPr>
            <a:xfrm>
              <a:off x="571507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73" name="Google Shape;8573;p53"/>
            <p:cNvSpPr/>
            <p:nvPr/>
          </p:nvSpPr>
          <p:spPr>
            <a:xfrm>
              <a:off x="609608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74" name="Google Shape;8574;p53"/>
            <p:cNvSpPr/>
            <p:nvPr/>
          </p:nvSpPr>
          <p:spPr>
            <a:xfrm>
              <a:off x="647708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75" name="Google Shape;8575;p53"/>
            <p:cNvSpPr/>
            <p:nvPr/>
          </p:nvSpPr>
          <p:spPr>
            <a:xfrm>
              <a:off x="685809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76" name="Google Shape;8576;p53"/>
            <p:cNvSpPr/>
            <p:nvPr/>
          </p:nvSpPr>
          <p:spPr>
            <a:xfrm>
              <a:off x="723909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77" name="Google Shape;8577;p53"/>
            <p:cNvSpPr/>
            <p:nvPr/>
          </p:nvSpPr>
          <p:spPr>
            <a:xfrm>
              <a:off x="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78" name="Google Shape;8578;p53"/>
            <p:cNvSpPr/>
            <p:nvPr/>
          </p:nvSpPr>
          <p:spPr>
            <a:xfrm>
              <a:off x="38100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79" name="Google Shape;8579;p53"/>
            <p:cNvSpPr/>
            <p:nvPr/>
          </p:nvSpPr>
          <p:spPr>
            <a:xfrm>
              <a:off x="76201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80" name="Google Shape;8580;p53"/>
            <p:cNvSpPr/>
            <p:nvPr/>
          </p:nvSpPr>
          <p:spPr>
            <a:xfrm>
              <a:off x="114301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81" name="Google Shape;8581;p53"/>
            <p:cNvSpPr/>
            <p:nvPr/>
          </p:nvSpPr>
          <p:spPr>
            <a:xfrm>
              <a:off x="152402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82" name="Google Shape;8582;p53"/>
            <p:cNvSpPr/>
            <p:nvPr/>
          </p:nvSpPr>
          <p:spPr>
            <a:xfrm>
              <a:off x="190502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83" name="Google Shape;8583;p53"/>
            <p:cNvSpPr/>
            <p:nvPr/>
          </p:nvSpPr>
          <p:spPr>
            <a:xfrm>
              <a:off x="228603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84" name="Google Shape;8584;p53"/>
            <p:cNvSpPr/>
            <p:nvPr/>
          </p:nvSpPr>
          <p:spPr>
            <a:xfrm>
              <a:off x="266703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85" name="Google Shape;8585;p53"/>
            <p:cNvSpPr/>
            <p:nvPr/>
          </p:nvSpPr>
          <p:spPr>
            <a:xfrm>
              <a:off x="304804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86" name="Google Shape;8586;p53"/>
            <p:cNvSpPr/>
            <p:nvPr/>
          </p:nvSpPr>
          <p:spPr>
            <a:xfrm>
              <a:off x="342904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87" name="Google Shape;8587;p53"/>
            <p:cNvSpPr/>
            <p:nvPr/>
          </p:nvSpPr>
          <p:spPr>
            <a:xfrm>
              <a:off x="381005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88" name="Google Shape;8588;p53"/>
            <p:cNvSpPr/>
            <p:nvPr/>
          </p:nvSpPr>
          <p:spPr>
            <a:xfrm>
              <a:off x="419105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89" name="Google Shape;8589;p53"/>
            <p:cNvSpPr/>
            <p:nvPr/>
          </p:nvSpPr>
          <p:spPr>
            <a:xfrm>
              <a:off x="457206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90" name="Google Shape;8590;p53"/>
            <p:cNvSpPr/>
            <p:nvPr/>
          </p:nvSpPr>
          <p:spPr>
            <a:xfrm>
              <a:off x="495306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91" name="Google Shape;8591;p53"/>
            <p:cNvSpPr/>
            <p:nvPr/>
          </p:nvSpPr>
          <p:spPr>
            <a:xfrm>
              <a:off x="533407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92" name="Google Shape;8592;p53"/>
            <p:cNvSpPr/>
            <p:nvPr/>
          </p:nvSpPr>
          <p:spPr>
            <a:xfrm>
              <a:off x="571507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93" name="Google Shape;8593;p53"/>
            <p:cNvSpPr/>
            <p:nvPr/>
          </p:nvSpPr>
          <p:spPr>
            <a:xfrm>
              <a:off x="609608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94" name="Google Shape;8594;p53"/>
            <p:cNvSpPr/>
            <p:nvPr/>
          </p:nvSpPr>
          <p:spPr>
            <a:xfrm>
              <a:off x="647708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95" name="Google Shape;8595;p53"/>
            <p:cNvSpPr/>
            <p:nvPr/>
          </p:nvSpPr>
          <p:spPr>
            <a:xfrm>
              <a:off x="685809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96" name="Google Shape;8596;p53"/>
            <p:cNvSpPr/>
            <p:nvPr/>
          </p:nvSpPr>
          <p:spPr>
            <a:xfrm>
              <a:off x="723909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97" name="Google Shape;8597;p53"/>
            <p:cNvSpPr/>
            <p:nvPr/>
          </p:nvSpPr>
          <p:spPr>
            <a:xfrm>
              <a:off x="7620110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98" name="Google Shape;8598;p53"/>
            <p:cNvSpPr/>
            <p:nvPr/>
          </p:nvSpPr>
          <p:spPr>
            <a:xfrm>
              <a:off x="8001115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99" name="Google Shape;8599;p53"/>
            <p:cNvSpPr/>
            <p:nvPr/>
          </p:nvSpPr>
          <p:spPr>
            <a:xfrm>
              <a:off x="8382120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00" name="Google Shape;8600;p53"/>
            <p:cNvSpPr/>
            <p:nvPr/>
          </p:nvSpPr>
          <p:spPr>
            <a:xfrm>
              <a:off x="8763125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01" name="Google Shape;8601;p53"/>
            <p:cNvSpPr/>
            <p:nvPr/>
          </p:nvSpPr>
          <p:spPr>
            <a:xfrm>
              <a:off x="7620110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02" name="Google Shape;8602;p53"/>
            <p:cNvSpPr/>
            <p:nvPr/>
          </p:nvSpPr>
          <p:spPr>
            <a:xfrm>
              <a:off x="8001115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03" name="Google Shape;8603;p53"/>
            <p:cNvSpPr/>
            <p:nvPr/>
          </p:nvSpPr>
          <p:spPr>
            <a:xfrm>
              <a:off x="8382120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04" name="Google Shape;8604;p53"/>
            <p:cNvSpPr/>
            <p:nvPr/>
          </p:nvSpPr>
          <p:spPr>
            <a:xfrm>
              <a:off x="8763125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05" name="Google Shape;8605;p53"/>
            <p:cNvSpPr/>
            <p:nvPr/>
          </p:nvSpPr>
          <p:spPr>
            <a:xfrm>
              <a:off x="7620110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06" name="Google Shape;8606;p53"/>
            <p:cNvSpPr/>
            <p:nvPr/>
          </p:nvSpPr>
          <p:spPr>
            <a:xfrm>
              <a:off x="8001115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07" name="Google Shape;8607;p53"/>
            <p:cNvSpPr/>
            <p:nvPr/>
          </p:nvSpPr>
          <p:spPr>
            <a:xfrm>
              <a:off x="8382120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08" name="Google Shape;8608;p53"/>
            <p:cNvSpPr/>
            <p:nvPr/>
          </p:nvSpPr>
          <p:spPr>
            <a:xfrm>
              <a:off x="8763125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609" name="Google Shape;8609;p53"/>
          <p:cNvSpPr/>
          <p:nvPr/>
        </p:nvSpPr>
        <p:spPr>
          <a:xfrm flipH="1">
            <a:off x="0" y="0"/>
            <a:ext cx="9144000" cy="5143500"/>
          </a:xfrm>
          <a:prstGeom prst="rtTriangle">
            <a:avLst/>
          </a:prstGeom>
          <a:solidFill>
            <a:srgbClr val="005051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610" name="Google Shape;8610;p53"/>
          <p:cNvGrpSpPr/>
          <p:nvPr/>
        </p:nvGrpSpPr>
        <p:grpSpPr>
          <a:xfrm>
            <a:off x="553048" y="535000"/>
            <a:ext cx="8105852" cy="4302000"/>
            <a:chOff x="553048" y="535000"/>
            <a:chExt cx="8105852" cy="4302000"/>
          </a:xfrm>
        </p:grpSpPr>
        <p:sp>
          <p:nvSpPr>
            <p:cNvPr id="8611" name="Google Shape;8611;p53"/>
            <p:cNvSpPr/>
            <p:nvPr/>
          </p:nvSpPr>
          <p:spPr>
            <a:xfrm>
              <a:off x="942300" y="763600"/>
              <a:ext cx="7716600" cy="4073400"/>
            </a:xfrm>
            <a:prstGeom prst="roundRect">
              <a:avLst>
                <a:gd fmla="val 2480" name="adj"/>
              </a:avLst>
            </a:prstGeom>
            <a:solidFill>
              <a:srgbClr val="222828">
                <a:alpha val="2039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12" name="Google Shape;8612;p53"/>
            <p:cNvSpPr/>
            <p:nvPr/>
          </p:nvSpPr>
          <p:spPr>
            <a:xfrm>
              <a:off x="712275" y="535000"/>
              <a:ext cx="7716600" cy="4073400"/>
            </a:xfrm>
            <a:prstGeom prst="roundRect">
              <a:avLst>
                <a:gd fmla="val 248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13" name="Google Shape;8613;p53"/>
            <p:cNvSpPr/>
            <p:nvPr/>
          </p:nvSpPr>
          <p:spPr>
            <a:xfrm>
              <a:off x="848698" y="898261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5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5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14" name="Google Shape;8614;p53"/>
            <p:cNvSpPr/>
            <p:nvPr/>
          </p:nvSpPr>
          <p:spPr>
            <a:xfrm>
              <a:off x="553048" y="931482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19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8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7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15" name="Google Shape;8615;p53"/>
            <p:cNvSpPr/>
            <p:nvPr/>
          </p:nvSpPr>
          <p:spPr>
            <a:xfrm>
              <a:off x="848698" y="1332681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8"/>
                    <a:pt x="0" y="7608"/>
                  </a:cubicBezTo>
                  <a:cubicBezTo>
                    <a:pt x="0" y="11808"/>
                    <a:pt x="3404" y="15212"/>
                    <a:pt x="7604" y="15212"/>
                  </a:cubicBezTo>
                  <a:cubicBezTo>
                    <a:pt x="11804" y="15212"/>
                    <a:pt x="15209" y="11808"/>
                    <a:pt x="15209" y="7608"/>
                  </a:cubicBezTo>
                  <a:cubicBezTo>
                    <a:pt x="15209" y="3408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16" name="Google Shape;8616;p53"/>
            <p:cNvSpPr/>
            <p:nvPr/>
          </p:nvSpPr>
          <p:spPr>
            <a:xfrm>
              <a:off x="553048" y="1365902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71"/>
                    <a:pt x="0" y="1497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9"/>
                  </a:lnTo>
                  <a:cubicBezTo>
                    <a:pt x="23340" y="7948"/>
                    <a:pt x="21591" y="9042"/>
                    <a:pt x="19596" y="9042"/>
                  </a:cubicBezTo>
                  <a:lnTo>
                    <a:pt x="1493" y="9042"/>
                  </a:lnTo>
                  <a:cubicBezTo>
                    <a:pt x="671" y="9042"/>
                    <a:pt x="0" y="9709"/>
                    <a:pt x="0" y="10535"/>
                  </a:cubicBezTo>
                  <a:cubicBezTo>
                    <a:pt x="0" y="11361"/>
                    <a:pt x="671" y="12028"/>
                    <a:pt x="1493" y="12028"/>
                  </a:cubicBezTo>
                  <a:lnTo>
                    <a:pt x="19596" y="12028"/>
                  </a:lnTo>
                  <a:cubicBezTo>
                    <a:pt x="23370" y="12028"/>
                    <a:pt x="26327" y="9688"/>
                    <a:pt x="26327" y="6699"/>
                  </a:cubicBezTo>
                  <a:lnTo>
                    <a:pt x="26327" y="5330"/>
                  </a:lnTo>
                  <a:cubicBezTo>
                    <a:pt x="26327" y="2344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17" name="Google Shape;8617;p53"/>
            <p:cNvSpPr/>
            <p:nvPr/>
          </p:nvSpPr>
          <p:spPr>
            <a:xfrm>
              <a:off x="848698" y="1767184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4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4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18" name="Google Shape;8618;p53"/>
            <p:cNvSpPr/>
            <p:nvPr/>
          </p:nvSpPr>
          <p:spPr>
            <a:xfrm>
              <a:off x="553048" y="1800405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68"/>
                    <a:pt x="0" y="1493"/>
                  </a:cubicBezTo>
                  <a:cubicBezTo>
                    <a:pt x="0" y="2319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5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7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19" name="Google Shape;8619;p53"/>
            <p:cNvSpPr/>
            <p:nvPr/>
          </p:nvSpPr>
          <p:spPr>
            <a:xfrm>
              <a:off x="848698" y="2201603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5"/>
                    <a:pt x="0" y="7608"/>
                  </a:cubicBezTo>
                  <a:cubicBezTo>
                    <a:pt x="0" y="11808"/>
                    <a:pt x="3404" y="15212"/>
                    <a:pt x="7604" y="15212"/>
                  </a:cubicBezTo>
                  <a:cubicBezTo>
                    <a:pt x="11804" y="15212"/>
                    <a:pt x="15209" y="11808"/>
                    <a:pt x="15209" y="7608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20" name="Google Shape;8620;p53"/>
            <p:cNvSpPr/>
            <p:nvPr/>
          </p:nvSpPr>
          <p:spPr>
            <a:xfrm>
              <a:off x="553048" y="2234824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68"/>
                    <a:pt x="0" y="1494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9"/>
                  </a:lnTo>
                  <a:cubicBezTo>
                    <a:pt x="23340" y="7945"/>
                    <a:pt x="21591" y="9039"/>
                    <a:pt x="19596" y="9039"/>
                  </a:cubicBezTo>
                  <a:lnTo>
                    <a:pt x="1493" y="9039"/>
                  </a:lnTo>
                  <a:cubicBezTo>
                    <a:pt x="671" y="9039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9"/>
                  </a:cubicBezTo>
                  <a:lnTo>
                    <a:pt x="26327" y="5330"/>
                  </a:lnTo>
                  <a:cubicBezTo>
                    <a:pt x="26327" y="2341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21" name="Google Shape;8621;p53"/>
            <p:cNvSpPr/>
            <p:nvPr/>
          </p:nvSpPr>
          <p:spPr>
            <a:xfrm>
              <a:off x="848698" y="2636106"/>
              <a:ext cx="317374" cy="317374"/>
            </a:xfrm>
            <a:custGeom>
              <a:rect b="b" l="l" r="r" t="t"/>
              <a:pathLst>
                <a:path extrusionOk="0" h="15209" w="15209">
                  <a:moveTo>
                    <a:pt x="7604" y="0"/>
                  </a:moveTo>
                  <a:cubicBezTo>
                    <a:pt x="3404" y="0"/>
                    <a:pt x="0" y="3404"/>
                    <a:pt x="0" y="7604"/>
                  </a:cubicBezTo>
                  <a:cubicBezTo>
                    <a:pt x="0" y="11805"/>
                    <a:pt x="3404" y="15209"/>
                    <a:pt x="7604" y="15209"/>
                  </a:cubicBezTo>
                  <a:cubicBezTo>
                    <a:pt x="11804" y="15209"/>
                    <a:pt x="15209" y="11805"/>
                    <a:pt x="15209" y="7604"/>
                  </a:cubicBezTo>
                  <a:cubicBezTo>
                    <a:pt x="15209" y="3404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22" name="Google Shape;8622;p53"/>
            <p:cNvSpPr/>
            <p:nvPr/>
          </p:nvSpPr>
          <p:spPr>
            <a:xfrm>
              <a:off x="553048" y="2669265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71"/>
                    <a:pt x="0" y="1496"/>
                  </a:cubicBezTo>
                  <a:cubicBezTo>
                    <a:pt x="0" y="2322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8"/>
                  </a:lnTo>
                  <a:cubicBezTo>
                    <a:pt x="23340" y="7947"/>
                    <a:pt x="21591" y="9041"/>
                    <a:pt x="19596" y="9041"/>
                  </a:cubicBezTo>
                  <a:lnTo>
                    <a:pt x="1493" y="9041"/>
                  </a:lnTo>
                  <a:cubicBezTo>
                    <a:pt x="671" y="9041"/>
                    <a:pt x="0" y="9709"/>
                    <a:pt x="0" y="10534"/>
                  </a:cubicBezTo>
                  <a:cubicBezTo>
                    <a:pt x="0" y="11360"/>
                    <a:pt x="671" y="12028"/>
                    <a:pt x="1493" y="12028"/>
                  </a:cubicBezTo>
                  <a:lnTo>
                    <a:pt x="19596" y="12028"/>
                  </a:lnTo>
                  <a:cubicBezTo>
                    <a:pt x="23370" y="12028"/>
                    <a:pt x="26327" y="9688"/>
                    <a:pt x="26327" y="6698"/>
                  </a:cubicBezTo>
                  <a:lnTo>
                    <a:pt x="26327" y="5330"/>
                  </a:lnTo>
                  <a:cubicBezTo>
                    <a:pt x="26327" y="2343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23" name="Google Shape;8623;p53"/>
            <p:cNvSpPr/>
            <p:nvPr/>
          </p:nvSpPr>
          <p:spPr>
            <a:xfrm>
              <a:off x="848698" y="3070526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5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24" name="Google Shape;8624;p53"/>
            <p:cNvSpPr/>
            <p:nvPr/>
          </p:nvSpPr>
          <p:spPr>
            <a:xfrm>
              <a:off x="553048" y="3103747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20"/>
                    <a:pt x="671" y="2987"/>
                    <a:pt x="1493" y="2987"/>
                  </a:cubicBezTo>
                  <a:lnTo>
                    <a:pt x="19596" y="2987"/>
                  </a:lnTo>
                  <a:cubicBezTo>
                    <a:pt x="21591" y="2987"/>
                    <a:pt x="23340" y="4081"/>
                    <a:pt x="23340" y="5330"/>
                  </a:cubicBezTo>
                  <a:lnTo>
                    <a:pt x="23340" y="6696"/>
                  </a:lnTo>
                  <a:cubicBezTo>
                    <a:pt x="23340" y="7945"/>
                    <a:pt x="21591" y="9039"/>
                    <a:pt x="19596" y="9039"/>
                  </a:cubicBezTo>
                  <a:lnTo>
                    <a:pt x="1493" y="9039"/>
                  </a:lnTo>
                  <a:cubicBezTo>
                    <a:pt x="671" y="9039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6"/>
                  </a:cubicBezTo>
                  <a:lnTo>
                    <a:pt x="26327" y="5330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25" name="Google Shape;8625;p53"/>
            <p:cNvSpPr/>
            <p:nvPr/>
          </p:nvSpPr>
          <p:spPr>
            <a:xfrm>
              <a:off x="848698" y="3504966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7"/>
                    <a:pt x="0" y="7607"/>
                  </a:cubicBezTo>
                  <a:cubicBezTo>
                    <a:pt x="0" y="11807"/>
                    <a:pt x="3404" y="15212"/>
                    <a:pt x="7604" y="15212"/>
                  </a:cubicBezTo>
                  <a:cubicBezTo>
                    <a:pt x="11804" y="15212"/>
                    <a:pt x="15209" y="11807"/>
                    <a:pt x="15209" y="7607"/>
                  </a:cubicBezTo>
                  <a:cubicBezTo>
                    <a:pt x="15209" y="3407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26" name="Google Shape;8626;p53"/>
            <p:cNvSpPr/>
            <p:nvPr/>
          </p:nvSpPr>
          <p:spPr>
            <a:xfrm>
              <a:off x="553048" y="3538167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72"/>
                    <a:pt x="0" y="1497"/>
                  </a:cubicBezTo>
                  <a:cubicBezTo>
                    <a:pt x="0" y="2320"/>
                    <a:pt x="671" y="2991"/>
                    <a:pt x="1493" y="2991"/>
                  </a:cubicBezTo>
                  <a:lnTo>
                    <a:pt x="19596" y="2991"/>
                  </a:lnTo>
                  <a:cubicBezTo>
                    <a:pt x="21591" y="2991"/>
                    <a:pt x="23340" y="4085"/>
                    <a:pt x="23340" y="5331"/>
                  </a:cubicBezTo>
                  <a:lnTo>
                    <a:pt x="23340" y="6699"/>
                  </a:lnTo>
                  <a:cubicBezTo>
                    <a:pt x="23340" y="7948"/>
                    <a:pt x="21591" y="9042"/>
                    <a:pt x="19596" y="9042"/>
                  </a:cubicBezTo>
                  <a:lnTo>
                    <a:pt x="1493" y="9042"/>
                  </a:lnTo>
                  <a:cubicBezTo>
                    <a:pt x="671" y="9042"/>
                    <a:pt x="0" y="9710"/>
                    <a:pt x="0" y="10535"/>
                  </a:cubicBezTo>
                  <a:cubicBezTo>
                    <a:pt x="0" y="11361"/>
                    <a:pt x="671" y="12029"/>
                    <a:pt x="1493" y="12029"/>
                  </a:cubicBezTo>
                  <a:lnTo>
                    <a:pt x="19596" y="12029"/>
                  </a:lnTo>
                  <a:cubicBezTo>
                    <a:pt x="23370" y="12029"/>
                    <a:pt x="26327" y="9689"/>
                    <a:pt x="26327" y="6699"/>
                  </a:cubicBezTo>
                  <a:lnTo>
                    <a:pt x="26327" y="5331"/>
                  </a:lnTo>
                  <a:cubicBezTo>
                    <a:pt x="26327" y="2344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27" name="Google Shape;8627;p53"/>
            <p:cNvSpPr/>
            <p:nvPr/>
          </p:nvSpPr>
          <p:spPr>
            <a:xfrm>
              <a:off x="848698" y="3939449"/>
              <a:ext cx="317374" cy="317395"/>
            </a:xfrm>
            <a:custGeom>
              <a:rect b="b" l="l" r="r" t="t"/>
              <a:pathLst>
                <a:path extrusionOk="0" h="15210" w="15209">
                  <a:moveTo>
                    <a:pt x="7604" y="1"/>
                  </a:moveTo>
                  <a:cubicBezTo>
                    <a:pt x="3404" y="1"/>
                    <a:pt x="0" y="3405"/>
                    <a:pt x="0" y="7605"/>
                  </a:cubicBezTo>
                  <a:cubicBezTo>
                    <a:pt x="0" y="11805"/>
                    <a:pt x="3404" y="15209"/>
                    <a:pt x="7604" y="15209"/>
                  </a:cubicBezTo>
                  <a:cubicBezTo>
                    <a:pt x="11804" y="15209"/>
                    <a:pt x="15209" y="11805"/>
                    <a:pt x="15209" y="7605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28" name="Google Shape;8628;p53"/>
            <p:cNvSpPr/>
            <p:nvPr/>
          </p:nvSpPr>
          <p:spPr>
            <a:xfrm>
              <a:off x="553048" y="3972670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5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629" name="Google Shape;8629;p53"/>
          <p:cNvSpPr/>
          <p:nvPr/>
        </p:nvSpPr>
        <p:spPr>
          <a:xfrm>
            <a:off x="8428900" y="1041975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0"/>
                </a:moveTo>
                <a:lnTo>
                  <a:pt x="0" y="25897"/>
                </a:lnTo>
                <a:cubicBezTo>
                  <a:pt x="3176" y="25897"/>
                  <a:pt x="5749" y="23323"/>
                  <a:pt x="5749" y="20147"/>
                </a:cubicBezTo>
                <a:lnTo>
                  <a:pt x="5749" y="5752"/>
                </a:lnTo>
                <a:cubicBezTo>
                  <a:pt x="5749" y="2576"/>
                  <a:pt x="3176" y="0"/>
                  <a:pt x="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30" name="Google Shape;8630;p53"/>
          <p:cNvSpPr/>
          <p:nvPr/>
        </p:nvSpPr>
        <p:spPr>
          <a:xfrm>
            <a:off x="8428900" y="2620900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0"/>
                </a:moveTo>
                <a:lnTo>
                  <a:pt x="0" y="25897"/>
                </a:lnTo>
                <a:cubicBezTo>
                  <a:pt x="3176" y="25897"/>
                  <a:pt x="5749" y="23323"/>
                  <a:pt x="5749" y="20148"/>
                </a:cubicBezTo>
                <a:lnTo>
                  <a:pt x="5749" y="5752"/>
                </a:lnTo>
                <a:cubicBezTo>
                  <a:pt x="5749" y="2577"/>
                  <a:pt x="3176" y="0"/>
                  <a:pt x="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31" name="Google Shape;8631;p53"/>
          <p:cNvSpPr/>
          <p:nvPr/>
        </p:nvSpPr>
        <p:spPr>
          <a:xfrm>
            <a:off x="8428900" y="1811900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0"/>
                </a:moveTo>
                <a:lnTo>
                  <a:pt x="0" y="25897"/>
                </a:lnTo>
                <a:cubicBezTo>
                  <a:pt x="3176" y="25897"/>
                  <a:pt x="5749" y="23320"/>
                  <a:pt x="5749" y="20147"/>
                </a:cubicBezTo>
                <a:lnTo>
                  <a:pt x="5749" y="5749"/>
                </a:lnTo>
                <a:cubicBezTo>
                  <a:pt x="5749" y="2574"/>
                  <a:pt x="3176" y="0"/>
                  <a:pt x="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32" name="Google Shape;8632;p53"/>
          <p:cNvSpPr/>
          <p:nvPr/>
        </p:nvSpPr>
        <p:spPr>
          <a:xfrm>
            <a:off x="8428900" y="3454000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1"/>
                </a:moveTo>
                <a:lnTo>
                  <a:pt x="0" y="25897"/>
                </a:lnTo>
                <a:cubicBezTo>
                  <a:pt x="3176" y="25897"/>
                  <a:pt x="5749" y="23323"/>
                  <a:pt x="5749" y="20148"/>
                </a:cubicBezTo>
                <a:lnTo>
                  <a:pt x="5749" y="5752"/>
                </a:lnTo>
                <a:cubicBezTo>
                  <a:pt x="5749" y="2577"/>
                  <a:pt x="3176" y="1"/>
                  <a:pt x="0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33" name="Google Shape;8633;p53"/>
          <p:cNvSpPr txBox="1"/>
          <p:nvPr>
            <p:ph type="title"/>
          </p:nvPr>
        </p:nvSpPr>
        <p:spPr>
          <a:xfrm>
            <a:off x="1270650" y="629375"/>
            <a:ext cx="7020000" cy="12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_1">
    <p:bg>
      <p:bgPr>
        <a:solidFill>
          <a:schemeClr val="lt1"/>
        </a:solidFill>
      </p:bgPr>
    </p:bg>
    <p:spTree>
      <p:nvGrpSpPr>
        <p:cNvPr id="8634" name="Shape 8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35" name="Google Shape;8635;p54"/>
          <p:cNvGrpSpPr/>
          <p:nvPr/>
        </p:nvGrpSpPr>
        <p:grpSpPr>
          <a:xfrm>
            <a:off x="0" y="0"/>
            <a:ext cx="9144125" cy="5143391"/>
            <a:chOff x="0" y="0"/>
            <a:chExt cx="9144125" cy="5143391"/>
          </a:xfrm>
        </p:grpSpPr>
        <p:sp>
          <p:nvSpPr>
            <p:cNvPr id="8636" name="Google Shape;8636;p54"/>
            <p:cNvSpPr/>
            <p:nvPr/>
          </p:nvSpPr>
          <p:spPr>
            <a:xfrm>
              <a:off x="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37" name="Google Shape;8637;p54"/>
            <p:cNvSpPr/>
            <p:nvPr/>
          </p:nvSpPr>
          <p:spPr>
            <a:xfrm>
              <a:off x="38100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38" name="Google Shape;8638;p54"/>
            <p:cNvSpPr/>
            <p:nvPr/>
          </p:nvSpPr>
          <p:spPr>
            <a:xfrm>
              <a:off x="76201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39" name="Google Shape;8639;p54"/>
            <p:cNvSpPr/>
            <p:nvPr/>
          </p:nvSpPr>
          <p:spPr>
            <a:xfrm>
              <a:off x="114301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40" name="Google Shape;8640;p54"/>
            <p:cNvSpPr/>
            <p:nvPr/>
          </p:nvSpPr>
          <p:spPr>
            <a:xfrm>
              <a:off x="152402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41" name="Google Shape;8641;p54"/>
            <p:cNvSpPr/>
            <p:nvPr/>
          </p:nvSpPr>
          <p:spPr>
            <a:xfrm>
              <a:off x="190502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42" name="Google Shape;8642;p54"/>
            <p:cNvSpPr/>
            <p:nvPr/>
          </p:nvSpPr>
          <p:spPr>
            <a:xfrm>
              <a:off x="228603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43" name="Google Shape;8643;p54"/>
            <p:cNvSpPr/>
            <p:nvPr/>
          </p:nvSpPr>
          <p:spPr>
            <a:xfrm>
              <a:off x="266703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44" name="Google Shape;8644;p54"/>
            <p:cNvSpPr/>
            <p:nvPr/>
          </p:nvSpPr>
          <p:spPr>
            <a:xfrm>
              <a:off x="304804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45" name="Google Shape;8645;p54"/>
            <p:cNvSpPr/>
            <p:nvPr/>
          </p:nvSpPr>
          <p:spPr>
            <a:xfrm>
              <a:off x="342904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46" name="Google Shape;8646;p54"/>
            <p:cNvSpPr/>
            <p:nvPr/>
          </p:nvSpPr>
          <p:spPr>
            <a:xfrm>
              <a:off x="381005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47" name="Google Shape;8647;p54"/>
            <p:cNvSpPr/>
            <p:nvPr/>
          </p:nvSpPr>
          <p:spPr>
            <a:xfrm>
              <a:off x="419105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48" name="Google Shape;8648;p54"/>
            <p:cNvSpPr/>
            <p:nvPr/>
          </p:nvSpPr>
          <p:spPr>
            <a:xfrm>
              <a:off x="457206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49" name="Google Shape;8649;p54"/>
            <p:cNvSpPr/>
            <p:nvPr/>
          </p:nvSpPr>
          <p:spPr>
            <a:xfrm>
              <a:off x="495306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50" name="Google Shape;8650;p54"/>
            <p:cNvSpPr/>
            <p:nvPr/>
          </p:nvSpPr>
          <p:spPr>
            <a:xfrm>
              <a:off x="533407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51" name="Google Shape;8651;p54"/>
            <p:cNvSpPr/>
            <p:nvPr/>
          </p:nvSpPr>
          <p:spPr>
            <a:xfrm>
              <a:off x="571507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52" name="Google Shape;8652;p54"/>
            <p:cNvSpPr/>
            <p:nvPr/>
          </p:nvSpPr>
          <p:spPr>
            <a:xfrm>
              <a:off x="609608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53" name="Google Shape;8653;p54"/>
            <p:cNvSpPr/>
            <p:nvPr/>
          </p:nvSpPr>
          <p:spPr>
            <a:xfrm>
              <a:off x="647708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54" name="Google Shape;8654;p54"/>
            <p:cNvSpPr/>
            <p:nvPr/>
          </p:nvSpPr>
          <p:spPr>
            <a:xfrm>
              <a:off x="685809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55" name="Google Shape;8655;p54"/>
            <p:cNvSpPr/>
            <p:nvPr/>
          </p:nvSpPr>
          <p:spPr>
            <a:xfrm>
              <a:off x="723909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56" name="Google Shape;8656;p54"/>
            <p:cNvSpPr/>
            <p:nvPr/>
          </p:nvSpPr>
          <p:spPr>
            <a:xfrm>
              <a:off x="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57" name="Google Shape;8657;p54"/>
            <p:cNvSpPr/>
            <p:nvPr/>
          </p:nvSpPr>
          <p:spPr>
            <a:xfrm>
              <a:off x="38100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58" name="Google Shape;8658;p54"/>
            <p:cNvSpPr/>
            <p:nvPr/>
          </p:nvSpPr>
          <p:spPr>
            <a:xfrm>
              <a:off x="76201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59" name="Google Shape;8659;p54"/>
            <p:cNvSpPr/>
            <p:nvPr/>
          </p:nvSpPr>
          <p:spPr>
            <a:xfrm>
              <a:off x="114301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60" name="Google Shape;8660;p54"/>
            <p:cNvSpPr/>
            <p:nvPr/>
          </p:nvSpPr>
          <p:spPr>
            <a:xfrm>
              <a:off x="152402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61" name="Google Shape;8661;p54"/>
            <p:cNvSpPr/>
            <p:nvPr/>
          </p:nvSpPr>
          <p:spPr>
            <a:xfrm>
              <a:off x="190502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62" name="Google Shape;8662;p54"/>
            <p:cNvSpPr/>
            <p:nvPr/>
          </p:nvSpPr>
          <p:spPr>
            <a:xfrm>
              <a:off x="228603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63" name="Google Shape;8663;p54"/>
            <p:cNvSpPr/>
            <p:nvPr/>
          </p:nvSpPr>
          <p:spPr>
            <a:xfrm>
              <a:off x="266703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64" name="Google Shape;8664;p54"/>
            <p:cNvSpPr/>
            <p:nvPr/>
          </p:nvSpPr>
          <p:spPr>
            <a:xfrm>
              <a:off x="304804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65" name="Google Shape;8665;p54"/>
            <p:cNvSpPr/>
            <p:nvPr/>
          </p:nvSpPr>
          <p:spPr>
            <a:xfrm>
              <a:off x="342904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66" name="Google Shape;8666;p54"/>
            <p:cNvSpPr/>
            <p:nvPr/>
          </p:nvSpPr>
          <p:spPr>
            <a:xfrm>
              <a:off x="381005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67" name="Google Shape;8667;p54"/>
            <p:cNvSpPr/>
            <p:nvPr/>
          </p:nvSpPr>
          <p:spPr>
            <a:xfrm>
              <a:off x="419105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68" name="Google Shape;8668;p54"/>
            <p:cNvSpPr/>
            <p:nvPr/>
          </p:nvSpPr>
          <p:spPr>
            <a:xfrm>
              <a:off x="457206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69" name="Google Shape;8669;p54"/>
            <p:cNvSpPr/>
            <p:nvPr/>
          </p:nvSpPr>
          <p:spPr>
            <a:xfrm>
              <a:off x="495306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70" name="Google Shape;8670;p54"/>
            <p:cNvSpPr/>
            <p:nvPr/>
          </p:nvSpPr>
          <p:spPr>
            <a:xfrm>
              <a:off x="533407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71" name="Google Shape;8671;p54"/>
            <p:cNvSpPr/>
            <p:nvPr/>
          </p:nvSpPr>
          <p:spPr>
            <a:xfrm>
              <a:off x="571507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72" name="Google Shape;8672;p54"/>
            <p:cNvSpPr/>
            <p:nvPr/>
          </p:nvSpPr>
          <p:spPr>
            <a:xfrm>
              <a:off x="609608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73" name="Google Shape;8673;p54"/>
            <p:cNvSpPr/>
            <p:nvPr/>
          </p:nvSpPr>
          <p:spPr>
            <a:xfrm>
              <a:off x="647708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74" name="Google Shape;8674;p54"/>
            <p:cNvSpPr/>
            <p:nvPr/>
          </p:nvSpPr>
          <p:spPr>
            <a:xfrm>
              <a:off x="685809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75" name="Google Shape;8675;p54"/>
            <p:cNvSpPr/>
            <p:nvPr/>
          </p:nvSpPr>
          <p:spPr>
            <a:xfrm>
              <a:off x="723909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76" name="Google Shape;8676;p54"/>
            <p:cNvSpPr/>
            <p:nvPr/>
          </p:nvSpPr>
          <p:spPr>
            <a:xfrm>
              <a:off x="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77" name="Google Shape;8677;p54"/>
            <p:cNvSpPr/>
            <p:nvPr/>
          </p:nvSpPr>
          <p:spPr>
            <a:xfrm>
              <a:off x="38100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78" name="Google Shape;8678;p54"/>
            <p:cNvSpPr/>
            <p:nvPr/>
          </p:nvSpPr>
          <p:spPr>
            <a:xfrm>
              <a:off x="76201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79" name="Google Shape;8679;p54"/>
            <p:cNvSpPr/>
            <p:nvPr/>
          </p:nvSpPr>
          <p:spPr>
            <a:xfrm>
              <a:off x="114301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80" name="Google Shape;8680;p54"/>
            <p:cNvSpPr/>
            <p:nvPr/>
          </p:nvSpPr>
          <p:spPr>
            <a:xfrm>
              <a:off x="152402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81" name="Google Shape;8681;p54"/>
            <p:cNvSpPr/>
            <p:nvPr/>
          </p:nvSpPr>
          <p:spPr>
            <a:xfrm>
              <a:off x="190502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82" name="Google Shape;8682;p54"/>
            <p:cNvSpPr/>
            <p:nvPr/>
          </p:nvSpPr>
          <p:spPr>
            <a:xfrm>
              <a:off x="228603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83" name="Google Shape;8683;p54"/>
            <p:cNvSpPr/>
            <p:nvPr/>
          </p:nvSpPr>
          <p:spPr>
            <a:xfrm>
              <a:off x="266703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84" name="Google Shape;8684;p54"/>
            <p:cNvSpPr/>
            <p:nvPr/>
          </p:nvSpPr>
          <p:spPr>
            <a:xfrm>
              <a:off x="304804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85" name="Google Shape;8685;p54"/>
            <p:cNvSpPr/>
            <p:nvPr/>
          </p:nvSpPr>
          <p:spPr>
            <a:xfrm>
              <a:off x="342904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86" name="Google Shape;8686;p54"/>
            <p:cNvSpPr/>
            <p:nvPr/>
          </p:nvSpPr>
          <p:spPr>
            <a:xfrm>
              <a:off x="381005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87" name="Google Shape;8687;p54"/>
            <p:cNvSpPr/>
            <p:nvPr/>
          </p:nvSpPr>
          <p:spPr>
            <a:xfrm>
              <a:off x="419105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88" name="Google Shape;8688;p54"/>
            <p:cNvSpPr/>
            <p:nvPr/>
          </p:nvSpPr>
          <p:spPr>
            <a:xfrm>
              <a:off x="457206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89" name="Google Shape;8689;p54"/>
            <p:cNvSpPr/>
            <p:nvPr/>
          </p:nvSpPr>
          <p:spPr>
            <a:xfrm>
              <a:off x="495306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90" name="Google Shape;8690;p54"/>
            <p:cNvSpPr/>
            <p:nvPr/>
          </p:nvSpPr>
          <p:spPr>
            <a:xfrm>
              <a:off x="533407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91" name="Google Shape;8691;p54"/>
            <p:cNvSpPr/>
            <p:nvPr/>
          </p:nvSpPr>
          <p:spPr>
            <a:xfrm>
              <a:off x="571507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92" name="Google Shape;8692;p54"/>
            <p:cNvSpPr/>
            <p:nvPr/>
          </p:nvSpPr>
          <p:spPr>
            <a:xfrm>
              <a:off x="609608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93" name="Google Shape;8693;p54"/>
            <p:cNvSpPr/>
            <p:nvPr/>
          </p:nvSpPr>
          <p:spPr>
            <a:xfrm>
              <a:off x="647708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94" name="Google Shape;8694;p54"/>
            <p:cNvSpPr/>
            <p:nvPr/>
          </p:nvSpPr>
          <p:spPr>
            <a:xfrm>
              <a:off x="685809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95" name="Google Shape;8695;p54"/>
            <p:cNvSpPr/>
            <p:nvPr/>
          </p:nvSpPr>
          <p:spPr>
            <a:xfrm>
              <a:off x="723909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96" name="Google Shape;8696;p54"/>
            <p:cNvSpPr/>
            <p:nvPr/>
          </p:nvSpPr>
          <p:spPr>
            <a:xfrm>
              <a:off x="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97" name="Google Shape;8697;p54"/>
            <p:cNvSpPr/>
            <p:nvPr/>
          </p:nvSpPr>
          <p:spPr>
            <a:xfrm>
              <a:off x="38100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98" name="Google Shape;8698;p54"/>
            <p:cNvSpPr/>
            <p:nvPr/>
          </p:nvSpPr>
          <p:spPr>
            <a:xfrm>
              <a:off x="76201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99" name="Google Shape;8699;p54"/>
            <p:cNvSpPr/>
            <p:nvPr/>
          </p:nvSpPr>
          <p:spPr>
            <a:xfrm>
              <a:off x="114301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00" name="Google Shape;8700;p54"/>
            <p:cNvSpPr/>
            <p:nvPr/>
          </p:nvSpPr>
          <p:spPr>
            <a:xfrm>
              <a:off x="152402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01" name="Google Shape;8701;p54"/>
            <p:cNvSpPr/>
            <p:nvPr/>
          </p:nvSpPr>
          <p:spPr>
            <a:xfrm>
              <a:off x="190502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02" name="Google Shape;8702;p54"/>
            <p:cNvSpPr/>
            <p:nvPr/>
          </p:nvSpPr>
          <p:spPr>
            <a:xfrm>
              <a:off x="228603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03" name="Google Shape;8703;p54"/>
            <p:cNvSpPr/>
            <p:nvPr/>
          </p:nvSpPr>
          <p:spPr>
            <a:xfrm>
              <a:off x="266703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04" name="Google Shape;8704;p54"/>
            <p:cNvSpPr/>
            <p:nvPr/>
          </p:nvSpPr>
          <p:spPr>
            <a:xfrm>
              <a:off x="304804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05" name="Google Shape;8705;p54"/>
            <p:cNvSpPr/>
            <p:nvPr/>
          </p:nvSpPr>
          <p:spPr>
            <a:xfrm>
              <a:off x="342904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06" name="Google Shape;8706;p54"/>
            <p:cNvSpPr/>
            <p:nvPr/>
          </p:nvSpPr>
          <p:spPr>
            <a:xfrm>
              <a:off x="381005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07" name="Google Shape;8707;p54"/>
            <p:cNvSpPr/>
            <p:nvPr/>
          </p:nvSpPr>
          <p:spPr>
            <a:xfrm>
              <a:off x="419105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08" name="Google Shape;8708;p54"/>
            <p:cNvSpPr/>
            <p:nvPr/>
          </p:nvSpPr>
          <p:spPr>
            <a:xfrm>
              <a:off x="457206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09" name="Google Shape;8709;p54"/>
            <p:cNvSpPr/>
            <p:nvPr/>
          </p:nvSpPr>
          <p:spPr>
            <a:xfrm>
              <a:off x="495306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10" name="Google Shape;8710;p54"/>
            <p:cNvSpPr/>
            <p:nvPr/>
          </p:nvSpPr>
          <p:spPr>
            <a:xfrm>
              <a:off x="533407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11" name="Google Shape;8711;p54"/>
            <p:cNvSpPr/>
            <p:nvPr/>
          </p:nvSpPr>
          <p:spPr>
            <a:xfrm>
              <a:off x="571507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12" name="Google Shape;8712;p54"/>
            <p:cNvSpPr/>
            <p:nvPr/>
          </p:nvSpPr>
          <p:spPr>
            <a:xfrm>
              <a:off x="609608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13" name="Google Shape;8713;p54"/>
            <p:cNvSpPr/>
            <p:nvPr/>
          </p:nvSpPr>
          <p:spPr>
            <a:xfrm>
              <a:off x="647708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14" name="Google Shape;8714;p54"/>
            <p:cNvSpPr/>
            <p:nvPr/>
          </p:nvSpPr>
          <p:spPr>
            <a:xfrm>
              <a:off x="685809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15" name="Google Shape;8715;p54"/>
            <p:cNvSpPr/>
            <p:nvPr/>
          </p:nvSpPr>
          <p:spPr>
            <a:xfrm>
              <a:off x="723909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16" name="Google Shape;8716;p54"/>
            <p:cNvSpPr/>
            <p:nvPr/>
          </p:nvSpPr>
          <p:spPr>
            <a:xfrm>
              <a:off x="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17" name="Google Shape;8717;p54"/>
            <p:cNvSpPr/>
            <p:nvPr/>
          </p:nvSpPr>
          <p:spPr>
            <a:xfrm>
              <a:off x="38100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18" name="Google Shape;8718;p54"/>
            <p:cNvSpPr/>
            <p:nvPr/>
          </p:nvSpPr>
          <p:spPr>
            <a:xfrm>
              <a:off x="76201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19" name="Google Shape;8719;p54"/>
            <p:cNvSpPr/>
            <p:nvPr/>
          </p:nvSpPr>
          <p:spPr>
            <a:xfrm>
              <a:off x="114301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20" name="Google Shape;8720;p54"/>
            <p:cNvSpPr/>
            <p:nvPr/>
          </p:nvSpPr>
          <p:spPr>
            <a:xfrm>
              <a:off x="152402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21" name="Google Shape;8721;p54"/>
            <p:cNvSpPr/>
            <p:nvPr/>
          </p:nvSpPr>
          <p:spPr>
            <a:xfrm>
              <a:off x="190502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22" name="Google Shape;8722;p54"/>
            <p:cNvSpPr/>
            <p:nvPr/>
          </p:nvSpPr>
          <p:spPr>
            <a:xfrm>
              <a:off x="228603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23" name="Google Shape;8723;p54"/>
            <p:cNvSpPr/>
            <p:nvPr/>
          </p:nvSpPr>
          <p:spPr>
            <a:xfrm>
              <a:off x="266703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24" name="Google Shape;8724;p54"/>
            <p:cNvSpPr/>
            <p:nvPr/>
          </p:nvSpPr>
          <p:spPr>
            <a:xfrm>
              <a:off x="304804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25" name="Google Shape;8725;p54"/>
            <p:cNvSpPr/>
            <p:nvPr/>
          </p:nvSpPr>
          <p:spPr>
            <a:xfrm>
              <a:off x="342904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26" name="Google Shape;8726;p54"/>
            <p:cNvSpPr/>
            <p:nvPr/>
          </p:nvSpPr>
          <p:spPr>
            <a:xfrm>
              <a:off x="381005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27" name="Google Shape;8727;p54"/>
            <p:cNvSpPr/>
            <p:nvPr/>
          </p:nvSpPr>
          <p:spPr>
            <a:xfrm>
              <a:off x="419105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28" name="Google Shape;8728;p54"/>
            <p:cNvSpPr/>
            <p:nvPr/>
          </p:nvSpPr>
          <p:spPr>
            <a:xfrm>
              <a:off x="457206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29" name="Google Shape;8729;p54"/>
            <p:cNvSpPr/>
            <p:nvPr/>
          </p:nvSpPr>
          <p:spPr>
            <a:xfrm>
              <a:off x="495306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30" name="Google Shape;8730;p54"/>
            <p:cNvSpPr/>
            <p:nvPr/>
          </p:nvSpPr>
          <p:spPr>
            <a:xfrm>
              <a:off x="533407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31" name="Google Shape;8731;p54"/>
            <p:cNvSpPr/>
            <p:nvPr/>
          </p:nvSpPr>
          <p:spPr>
            <a:xfrm>
              <a:off x="571507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32" name="Google Shape;8732;p54"/>
            <p:cNvSpPr/>
            <p:nvPr/>
          </p:nvSpPr>
          <p:spPr>
            <a:xfrm>
              <a:off x="609608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33" name="Google Shape;8733;p54"/>
            <p:cNvSpPr/>
            <p:nvPr/>
          </p:nvSpPr>
          <p:spPr>
            <a:xfrm>
              <a:off x="647708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34" name="Google Shape;8734;p54"/>
            <p:cNvSpPr/>
            <p:nvPr/>
          </p:nvSpPr>
          <p:spPr>
            <a:xfrm>
              <a:off x="685809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35" name="Google Shape;8735;p54"/>
            <p:cNvSpPr/>
            <p:nvPr/>
          </p:nvSpPr>
          <p:spPr>
            <a:xfrm>
              <a:off x="723909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36" name="Google Shape;8736;p54"/>
            <p:cNvSpPr/>
            <p:nvPr/>
          </p:nvSpPr>
          <p:spPr>
            <a:xfrm>
              <a:off x="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37" name="Google Shape;8737;p54"/>
            <p:cNvSpPr/>
            <p:nvPr/>
          </p:nvSpPr>
          <p:spPr>
            <a:xfrm>
              <a:off x="38100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38" name="Google Shape;8738;p54"/>
            <p:cNvSpPr/>
            <p:nvPr/>
          </p:nvSpPr>
          <p:spPr>
            <a:xfrm>
              <a:off x="76201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39" name="Google Shape;8739;p54"/>
            <p:cNvSpPr/>
            <p:nvPr/>
          </p:nvSpPr>
          <p:spPr>
            <a:xfrm>
              <a:off x="114301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40" name="Google Shape;8740;p54"/>
            <p:cNvSpPr/>
            <p:nvPr/>
          </p:nvSpPr>
          <p:spPr>
            <a:xfrm>
              <a:off x="152402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41" name="Google Shape;8741;p54"/>
            <p:cNvSpPr/>
            <p:nvPr/>
          </p:nvSpPr>
          <p:spPr>
            <a:xfrm>
              <a:off x="190502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42" name="Google Shape;8742;p54"/>
            <p:cNvSpPr/>
            <p:nvPr/>
          </p:nvSpPr>
          <p:spPr>
            <a:xfrm>
              <a:off x="228603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43" name="Google Shape;8743;p54"/>
            <p:cNvSpPr/>
            <p:nvPr/>
          </p:nvSpPr>
          <p:spPr>
            <a:xfrm>
              <a:off x="266703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44" name="Google Shape;8744;p54"/>
            <p:cNvSpPr/>
            <p:nvPr/>
          </p:nvSpPr>
          <p:spPr>
            <a:xfrm>
              <a:off x="304804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45" name="Google Shape;8745;p54"/>
            <p:cNvSpPr/>
            <p:nvPr/>
          </p:nvSpPr>
          <p:spPr>
            <a:xfrm>
              <a:off x="342904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46" name="Google Shape;8746;p54"/>
            <p:cNvSpPr/>
            <p:nvPr/>
          </p:nvSpPr>
          <p:spPr>
            <a:xfrm>
              <a:off x="381005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47" name="Google Shape;8747;p54"/>
            <p:cNvSpPr/>
            <p:nvPr/>
          </p:nvSpPr>
          <p:spPr>
            <a:xfrm>
              <a:off x="419105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48" name="Google Shape;8748;p54"/>
            <p:cNvSpPr/>
            <p:nvPr/>
          </p:nvSpPr>
          <p:spPr>
            <a:xfrm>
              <a:off x="457206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49" name="Google Shape;8749;p54"/>
            <p:cNvSpPr/>
            <p:nvPr/>
          </p:nvSpPr>
          <p:spPr>
            <a:xfrm>
              <a:off x="495306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50" name="Google Shape;8750;p54"/>
            <p:cNvSpPr/>
            <p:nvPr/>
          </p:nvSpPr>
          <p:spPr>
            <a:xfrm>
              <a:off x="533407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51" name="Google Shape;8751;p54"/>
            <p:cNvSpPr/>
            <p:nvPr/>
          </p:nvSpPr>
          <p:spPr>
            <a:xfrm>
              <a:off x="571507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52" name="Google Shape;8752;p54"/>
            <p:cNvSpPr/>
            <p:nvPr/>
          </p:nvSpPr>
          <p:spPr>
            <a:xfrm>
              <a:off x="609608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53" name="Google Shape;8753;p54"/>
            <p:cNvSpPr/>
            <p:nvPr/>
          </p:nvSpPr>
          <p:spPr>
            <a:xfrm>
              <a:off x="647708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54" name="Google Shape;8754;p54"/>
            <p:cNvSpPr/>
            <p:nvPr/>
          </p:nvSpPr>
          <p:spPr>
            <a:xfrm>
              <a:off x="685809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55" name="Google Shape;8755;p54"/>
            <p:cNvSpPr/>
            <p:nvPr/>
          </p:nvSpPr>
          <p:spPr>
            <a:xfrm>
              <a:off x="723909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56" name="Google Shape;8756;p54"/>
            <p:cNvSpPr/>
            <p:nvPr/>
          </p:nvSpPr>
          <p:spPr>
            <a:xfrm>
              <a:off x="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57" name="Google Shape;8757;p54"/>
            <p:cNvSpPr/>
            <p:nvPr/>
          </p:nvSpPr>
          <p:spPr>
            <a:xfrm>
              <a:off x="38100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58" name="Google Shape;8758;p54"/>
            <p:cNvSpPr/>
            <p:nvPr/>
          </p:nvSpPr>
          <p:spPr>
            <a:xfrm>
              <a:off x="76201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59" name="Google Shape;8759;p54"/>
            <p:cNvSpPr/>
            <p:nvPr/>
          </p:nvSpPr>
          <p:spPr>
            <a:xfrm>
              <a:off x="114301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60" name="Google Shape;8760;p54"/>
            <p:cNvSpPr/>
            <p:nvPr/>
          </p:nvSpPr>
          <p:spPr>
            <a:xfrm>
              <a:off x="152402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61" name="Google Shape;8761;p54"/>
            <p:cNvSpPr/>
            <p:nvPr/>
          </p:nvSpPr>
          <p:spPr>
            <a:xfrm>
              <a:off x="190502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62" name="Google Shape;8762;p54"/>
            <p:cNvSpPr/>
            <p:nvPr/>
          </p:nvSpPr>
          <p:spPr>
            <a:xfrm>
              <a:off x="228603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63" name="Google Shape;8763;p54"/>
            <p:cNvSpPr/>
            <p:nvPr/>
          </p:nvSpPr>
          <p:spPr>
            <a:xfrm>
              <a:off x="266703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64" name="Google Shape;8764;p54"/>
            <p:cNvSpPr/>
            <p:nvPr/>
          </p:nvSpPr>
          <p:spPr>
            <a:xfrm>
              <a:off x="304804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65" name="Google Shape;8765;p54"/>
            <p:cNvSpPr/>
            <p:nvPr/>
          </p:nvSpPr>
          <p:spPr>
            <a:xfrm>
              <a:off x="342904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66" name="Google Shape;8766;p54"/>
            <p:cNvSpPr/>
            <p:nvPr/>
          </p:nvSpPr>
          <p:spPr>
            <a:xfrm>
              <a:off x="381005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67" name="Google Shape;8767;p54"/>
            <p:cNvSpPr/>
            <p:nvPr/>
          </p:nvSpPr>
          <p:spPr>
            <a:xfrm>
              <a:off x="419105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68" name="Google Shape;8768;p54"/>
            <p:cNvSpPr/>
            <p:nvPr/>
          </p:nvSpPr>
          <p:spPr>
            <a:xfrm>
              <a:off x="457206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69" name="Google Shape;8769;p54"/>
            <p:cNvSpPr/>
            <p:nvPr/>
          </p:nvSpPr>
          <p:spPr>
            <a:xfrm>
              <a:off x="495306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70" name="Google Shape;8770;p54"/>
            <p:cNvSpPr/>
            <p:nvPr/>
          </p:nvSpPr>
          <p:spPr>
            <a:xfrm>
              <a:off x="533407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71" name="Google Shape;8771;p54"/>
            <p:cNvSpPr/>
            <p:nvPr/>
          </p:nvSpPr>
          <p:spPr>
            <a:xfrm>
              <a:off x="571507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72" name="Google Shape;8772;p54"/>
            <p:cNvSpPr/>
            <p:nvPr/>
          </p:nvSpPr>
          <p:spPr>
            <a:xfrm>
              <a:off x="609608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73" name="Google Shape;8773;p54"/>
            <p:cNvSpPr/>
            <p:nvPr/>
          </p:nvSpPr>
          <p:spPr>
            <a:xfrm>
              <a:off x="647708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74" name="Google Shape;8774;p54"/>
            <p:cNvSpPr/>
            <p:nvPr/>
          </p:nvSpPr>
          <p:spPr>
            <a:xfrm>
              <a:off x="685809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75" name="Google Shape;8775;p54"/>
            <p:cNvSpPr/>
            <p:nvPr/>
          </p:nvSpPr>
          <p:spPr>
            <a:xfrm>
              <a:off x="723909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76" name="Google Shape;8776;p54"/>
            <p:cNvSpPr/>
            <p:nvPr/>
          </p:nvSpPr>
          <p:spPr>
            <a:xfrm>
              <a:off x="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77" name="Google Shape;8777;p54"/>
            <p:cNvSpPr/>
            <p:nvPr/>
          </p:nvSpPr>
          <p:spPr>
            <a:xfrm>
              <a:off x="38100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78" name="Google Shape;8778;p54"/>
            <p:cNvSpPr/>
            <p:nvPr/>
          </p:nvSpPr>
          <p:spPr>
            <a:xfrm>
              <a:off x="76201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79" name="Google Shape;8779;p54"/>
            <p:cNvSpPr/>
            <p:nvPr/>
          </p:nvSpPr>
          <p:spPr>
            <a:xfrm>
              <a:off x="114301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80" name="Google Shape;8780;p54"/>
            <p:cNvSpPr/>
            <p:nvPr/>
          </p:nvSpPr>
          <p:spPr>
            <a:xfrm>
              <a:off x="152402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81" name="Google Shape;8781;p54"/>
            <p:cNvSpPr/>
            <p:nvPr/>
          </p:nvSpPr>
          <p:spPr>
            <a:xfrm>
              <a:off x="190502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82" name="Google Shape;8782;p54"/>
            <p:cNvSpPr/>
            <p:nvPr/>
          </p:nvSpPr>
          <p:spPr>
            <a:xfrm>
              <a:off x="228603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83" name="Google Shape;8783;p54"/>
            <p:cNvSpPr/>
            <p:nvPr/>
          </p:nvSpPr>
          <p:spPr>
            <a:xfrm>
              <a:off x="266703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84" name="Google Shape;8784;p54"/>
            <p:cNvSpPr/>
            <p:nvPr/>
          </p:nvSpPr>
          <p:spPr>
            <a:xfrm>
              <a:off x="304804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85" name="Google Shape;8785;p54"/>
            <p:cNvSpPr/>
            <p:nvPr/>
          </p:nvSpPr>
          <p:spPr>
            <a:xfrm>
              <a:off x="342904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86" name="Google Shape;8786;p54"/>
            <p:cNvSpPr/>
            <p:nvPr/>
          </p:nvSpPr>
          <p:spPr>
            <a:xfrm>
              <a:off x="381005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87" name="Google Shape;8787;p54"/>
            <p:cNvSpPr/>
            <p:nvPr/>
          </p:nvSpPr>
          <p:spPr>
            <a:xfrm>
              <a:off x="419105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88" name="Google Shape;8788;p54"/>
            <p:cNvSpPr/>
            <p:nvPr/>
          </p:nvSpPr>
          <p:spPr>
            <a:xfrm>
              <a:off x="457206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89" name="Google Shape;8789;p54"/>
            <p:cNvSpPr/>
            <p:nvPr/>
          </p:nvSpPr>
          <p:spPr>
            <a:xfrm>
              <a:off x="495306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90" name="Google Shape;8790;p54"/>
            <p:cNvSpPr/>
            <p:nvPr/>
          </p:nvSpPr>
          <p:spPr>
            <a:xfrm>
              <a:off x="533407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91" name="Google Shape;8791;p54"/>
            <p:cNvSpPr/>
            <p:nvPr/>
          </p:nvSpPr>
          <p:spPr>
            <a:xfrm>
              <a:off x="571507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92" name="Google Shape;8792;p54"/>
            <p:cNvSpPr/>
            <p:nvPr/>
          </p:nvSpPr>
          <p:spPr>
            <a:xfrm>
              <a:off x="609608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93" name="Google Shape;8793;p54"/>
            <p:cNvSpPr/>
            <p:nvPr/>
          </p:nvSpPr>
          <p:spPr>
            <a:xfrm>
              <a:off x="647708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94" name="Google Shape;8794;p54"/>
            <p:cNvSpPr/>
            <p:nvPr/>
          </p:nvSpPr>
          <p:spPr>
            <a:xfrm>
              <a:off x="685809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95" name="Google Shape;8795;p54"/>
            <p:cNvSpPr/>
            <p:nvPr/>
          </p:nvSpPr>
          <p:spPr>
            <a:xfrm>
              <a:off x="723909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96" name="Google Shape;8796;p54"/>
            <p:cNvSpPr/>
            <p:nvPr/>
          </p:nvSpPr>
          <p:spPr>
            <a:xfrm>
              <a:off x="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97" name="Google Shape;8797;p54"/>
            <p:cNvSpPr/>
            <p:nvPr/>
          </p:nvSpPr>
          <p:spPr>
            <a:xfrm>
              <a:off x="38100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98" name="Google Shape;8798;p54"/>
            <p:cNvSpPr/>
            <p:nvPr/>
          </p:nvSpPr>
          <p:spPr>
            <a:xfrm>
              <a:off x="76201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99" name="Google Shape;8799;p54"/>
            <p:cNvSpPr/>
            <p:nvPr/>
          </p:nvSpPr>
          <p:spPr>
            <a:xfrm>
              <a:off x="114301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00" name="Google Shape;8800;p54"/>
            <p:cNvSpPr/>
            <p:nvPr/>
          </p:nvSpPr>
          <p:spPr>
            <a:xfrm>
              <a:off x="152402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01" name="Google Shape;8801;p54"/>
            <p:cNvSpPr/>
            <p:nvPr/>
          </p:nvSpPr>
          <p:spPr>
            <a:xfrm>
              <a:off x="190502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02" name="Google Shape;8802;p54"/>
            <p:cNvSpPr/>
            <p:nvPr/>
          </p:nvSpPr>
          <p:spPr>
            <a:xfrm>
              <a:off x="228603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03" name="Google Shape;8803;p54"/>
            <p:cNvSpPr/>
            <p:nvPr/>
          </p:nvSpPr>
          <p:spPr>
            <a:xfrm>
              <a:off x="266703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04" name="Google Shape;8804;p54"/>
            <p:cNvSpPr/>
            <p:nvPr/>
          </p:nvSpPr>
          <p:spPr>
            <a:xfrm>
              <a:off x="304804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05" name="Google Shape;8805;p54"/>
            <p:cNvSpPr/>
            <p:nvPr/>
          </p:nvSpPr>
          <p:spPr>
            <a:xfrm>
              <a:off x="342904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06" name="Google Shape;8806;p54"/>
            <p:cNvSpPr/>
            <p:nvPr/>
          </p:nvSpPr>
          <p:spPr>
            <a:xfrm>
              <a:off x="381005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07" name="Google Shape;8807;p54"/>
            <p:cNvSpPr/>
            <p:nvPr/>
          </p:nvSpPr>
          <p:spPr>
            <a:xfrm>
              <a:off x="419105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08" name="Google Shape;8808;p54"/>
            <p:cNvSpPr/>
            <p:nvPr/>
          </p:nvSpPr>
          <p:spPr>
            <a:xfrm>
              <a:off x="457206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09" name="Google Shape;8809;p54"/>
            <p:cNvSpPr/>
            <p:nvPr/>
          </p:nvSpPr>
          <p:spPr>
            <a:xfrm>
              <a:off x="495306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10" name="Google Shape;8810;p54"/>
            <p:cNvSpPr/>
            <p:nvPr/>
          </p:nvSpPr>
          <p:spPr>
            <a:xfrm>
              <a:off x="533407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11" name="Google Shape;8811;p54"/>
            <p:cNvSpPr/>
            <p:nvPr/>
          </p:nvSpPr>
          <p:spPr>
            <a:xfrm>
              <a:off x="571507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12" name="Google Shape;8812;p54"/>
            <p:cNvSpPr/>
            <p:nvPr/>
          </p:nvSpPr>
          <p:spPr>
            <a:xfrm>
              <a:off x="609608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13" name="Google Shape;8813;p54"/>
            <p:cNvSpPr/>
            <p:nvPr/>
          </p:nvSpPr>
          <p:spPr>
            <a:xfrm>
              <a:off x="647708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14" name="Google Shape;8814;p54"/>
            <p:cNvSpPr/>
            <p:nvPr/>
          </p:nvSpPr>
          <p:spPr>
            <a:xfrm>
              <a:off x="685809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15" name="Google Shape;8815;p54"/>
            <p:cNvSpPr/>
            <p:nvPr/>
          </p:nvSpPr>
          <p:spPr>
            <a:xfrm>
              <a:off x="723909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16" name="Google Shape;8816;p54"/>
            <p:cNvSpPr/>
            <p:nvPr/>
          </p:nvSpPr>
          <p:spPr>
            <a:xfrm>
              <a:off x="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17" name="Google Shape;8817;p54"/>
            <p:cNvSpPr/>
            <p:nvPr/>
          </p:nvSpPr>
          <p:spPr>
            <a:xfrm>
              <a:off x="38100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18" name="Google Shape;8818;p54"/>
            <p:cNvSpPr/>
            <p:nvPr/>
          </p:nvSpPr>
          <p:spPr>
            <a:xfrm>
              <a:off x="76201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19" name="Google Shape;8819;p54"/>
            <p:cNvSpPr/>
            <p:nvPr/>
          </p:nvSpPr>
          <p:spPr>
            <a:xfrm>
              <a:off x="114301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20" name="Google Shape;8820;p54"/>
            <p:cNvSpPr/>
            <p:nvPr/>
          </p:nvSpPr>
          <p:spPr>
            <a:xfrm>
              <a:off x="152402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21" name="Google Shape;8821;p54"/>
            <p:cNvSpPr/>
            <p:nvPr/>
          </p:nvSpPr>
          <p:spPr>
            <a:xfrm>
              <a:off x="190502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22" name="Google Shape;8822;p54"/>
            <p:cNvSpPr/>
            <p:nvPr/>
          </p:nvSpPr>
          <p:spPr>
            <a:xfrm>
              <a:off x="228603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23" name="Google Shape;8823;p54"/>
            <p:cNvSpPr/>
            <p:nvPr/>
          </p:nvSpPr>
          <p:spPr>
            <a:xfrm>
              <a:off x="266703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24" name="Google Shape;8824;p54"/>
            <p:cNvSpPr/>
            <p:nvPr/>
          </p:nvSpPr>
          <p:spPr>
            <a:xfrm>
              <a:off x="304804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25" name="Google Shape;8825;p54"/>
            <p:cNvSpPr/>
            <p:nvPr/>
          </p:nvSpPr>
          <p:spPr>
            <a:xfrm>
              <a:off x="342904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26" name="Google Shape;8826;p54"/>
            <p:cNvSpPr/>
            <p:nvPr/>
          </p:nvSpPr>
          <p:spPr>
            <a:xfrm>
              <a:off x="381005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27" name="Google Shape;8827;p54"/>
            <p:cNvSpPr/>
            <p:nvPr/>
          </p:nvSpPr>
          <p:spPr>
            <a:xfrm>
              <a:off x="419105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28" name="Google Shape;8828;p54"/>
            <p:cNvSpPr/>
            <p:nvPr/>
          </p:nvSpPr>
          <p:spPr>
            <a:xfrm>
              <a:off x="457206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29" name="Google Shape;8829;p54"/>
            <p:cNvSpPr/>
            <p:nvPr/>
          </p:nvSpPr>
          <p:spPr>
            <a:xfrm>
              <a:off x="495306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30" name="Google Shape;8830;p54"/>
            <p:cNvSpPr/>
            <p:nvPr/>
          </p:nvSpPr>
          <p:spPr>
            <a:xfrm>
              <a:off x="533407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31" name="Google Shape;8831;p54"/>
            <p:cNvSpPr/>
            <p:nvPr/>
          </p:nvSpPr>
          <p:spPr>
            <a:xfrm>
              <a:off x="571507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32" name="Google Shape;8832;p54"/>
            <p:cNvSpPr/>
            <p:nvPr/>
          </p:nvSpPr>
          <p:spPr>
            <a:xfrm>
              <a:off x="609608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33" name="Google Shape;8833;p54"/>
            <p:cNvSpPr/>
            <p:nvPr/>
          </p:nvSpPr>
          <p:spPr>
            <a:xfrm>
              <a:off x="647708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34" name="Google Shape;8834;p54"/>
            <p:cNvSpPr/>
            <p:nvPr/>
          </p:nvSpPr>
          <p:spPr>
            <a:xfrm>
              <a:off x="685809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35" name="Google Shape;8835;p54"/>
            <p:cNvSpPr/>
            <p:nvPr/>
          </p:nvSpPr>
          <p:spPr>
            <a:xfrm>
              <a:off x="723909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36" name="Google Shape;8836;p54"/>
            <p:cNvSpPr/>
            <p:nvPr/>
          </p:nvSpPr>
          <p:spPr>
            <a:xfrm>
              <a:off x="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37" name="Google Shape;8837;p54"/>
            <p:cNvSpPr/>
            <p:nvPr/>
          </p:nvSpPr>
          <p:spPr>
            <a:xfrm>
              <a:off x="38100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38" name="Google Shape;8838;p54"/>
            <p:cNvSpPr/>
            <p:nvPr/>
          </p:nvSpPr>
          <p:spPr>
            <a:xfrm>
              <a:off x="76201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39" name="Google Shape;8839;p54"/>
            <p:cNvSpPr/>
            <p:nvPr/>
          </p:nvSpPr>
          <p:spPr>
            <a:xfrm>
              <a:off x="114301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40" name="Google Shape;8840;p54"/>
            <p:cNvSpPr/>
            <p:nvPr/>
          </p:nvSpPr>
          <p:spPr>
            <a:xfrm>
              <a:off x="152402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41" name="Google Shape;8841;p54"/>
            <p:cNvSpPr/>
            <p:nvPr/>
          </p:nvSpPr>
          <p:spPr>
            <a:xfrm>
              <a:off x="190502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42" name="Google Shape;8842;p54"/>
            <p:cNvSpPr/>
            <p:nvPr/>
          </p:nvSpPr>
          <p:spPr>
            <a:xfrm>
              <a:off x="228603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43" name="Google Shape;8843;p54"/>
            <p:cNvSpPr/>
            <p:nvPr/>
          </p:nvSpPr>
          <p:spPr>
            <a:xfrm>
              <a:off x="266703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44" name="Google Shape;8844;p54"/>
            <p:cNvSpPr/>
            <p:nvPr/>
          </p:nvSpPr>
          <p:spPr>
            <a:xfrm>
              <a:off x="304804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45" name="Google Shape;8845;p54"/>
            <p:cNvSpPr/>
            <p:nvPr/>
          </p:nvSpPr>
          <p:spPr>
            <a:xfrm>
              <a:off x="342904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46" name="Google Shape;8846;p54"/>
            <p:cNvSpPr/>
            <p:nvPr/>
          </p:nvSpPr>
          <p:spPr>
            <a:xfrm>
              <a:off x="381005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47" name="Google Shape;8847;p54"/>
            <p:cNvSpPr/>
            <p:nvPr/>
          </p:nvSpPr>
          <p:spPr>
            <a:xfrm>
              <a:off x="419105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48" name="Google Shape;8848;p54"/>
            <p:cNvSpPr/>
            <p:nvPr/>
          </p:nvSpPr>
          <p:spPr>
            <a:xfrm>
              <a:off x="457206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49" name="Google Shape;8849;p54"/>
            <p:cNvSpPr/>
            <p:nvPr/>
          </p:nvSpPr>
          <p:spPr>
            <a:xfrm>
              <a:off x="495306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50" name="Google Shape;8850;p54"/>
            <p:cNvSpPr/>
            <p:nvPr/>
          </p:nvSpPr>
          <p:spPr>
            <a:xfrm>
              <a:off x="533407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51" name="Google Shape;8851;p54"/>
            <p:cNvSpPr/>
            <p:nvPr/>
          </p:nvSpPr>
          <p:spPr>
            <a:xfrm>
              <a:off x="571507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52" name="Google Shape;8852;p54"/>
            <p:cNvSpPr/>
            <p:nvPr/>
          </p:nvSpPr>
          <p:spPr>
            <a:xfrm>
              <a:off x="609608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53" name="Google Shape;8853;p54"/>
            <p:cNvSpPr/>
            <p:nvPr/>
          </p:nvSpPr>
          <p:spPr>
            <a:xfrm>
              <a:off x="647708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54" name="Google Shape;8854;p54"/>
            <p:cNvSpPr/>
            <p:nvPr/>
          </p:nvSpPr>
          <p:spPr>
            <a:xfrm>
              <a:off x="685809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55" name="Google Shape;8855;p54"/>
            <p:cNvSpPr/>
            <p:nvPr/>
          </p:nvSpPr>
          <p:spPr>
            <a:xfrm>
              <a:off x="723909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56" name="Google Shape;8856;p54"/>
            <p:cNvSpPr/>
            <p:nvPr/>
          </p:nvSpPr>
          <p:spPr>
            <a:xfrm>
              <a:off x="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57" name="Google Shape;8857;p54"/>
            <p:cNvSpPr/>
            <p:nvPr/>
          </p:nvSpPr>
          <p:spPr>
            <a:xfrm>
              <a:off x="38100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58" name="Google Shape;8858;p54"/>
            <p:cNvSpPr/>
            <p:nvPr/>
          </p:nvSpPr>
          <p:spPr>
            <a:xfrm>
              <a:off x="76201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59" name="Google Shape;8859;p54"/>
            <p:cNvSpPr/>
            <p:nvPr/>
          </p:nvSpPr>
          <p:spPr>
            <a:xfrm>
              <a:off x="114301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60" name="Google Shape;8860;p54"/>
            <p:cNvSpPr/>
            <p:nvPr/>
          </p:nvSpPr>
          <p:spPr>
            <a:xfrm>
              <a:off x="152402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61" name="Google Shape;8861;p54"/>
            <p:cNvSpPr/>
            <p:nvPr/>
          </p:nvSpPr>
          <p:spPr>
            <a:xfrm>
              <a:off x="190502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62" name="Google Shape;8862;p54"/>
            <p:cNvSpPr/>
            <p:nvPr/>
          </p:nvSpPr>
          <p:spPr>
            <a:xfrm>
              <a:off x="228603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63" name="Google Shape;8863;p54"/>
            <p:cNvSpPr/>
            <p:nvPr/>
          </p:nvSpPr>
          <p:spPr>
            <a:xfrm>
              <a:off x="266703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64" name="Google Shape;8864;p54"/>
            <p:cNvSpPr/>
            <p:nvPr/>
          </p:nvSpPr>
          <p:spPr>
            <a:xfrm>
              <a:off x="304804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65" name="Google Shape;8865;p54"/>
            <p:cNvSpPr/>
            <p:nvPr/>
          </p:nvSpPr>
          <p:spPr>
            <a:xfrm>
              <a:off x="342904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66" name="Google Shape;8866;p54"/>
            <p:cNvSpPr/>
            <p:nvPr/>
          </p:nvSpPr>
          <p:spPr>
            <a:xfrm>
              <a:off x="381005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67" name="Google Shape;8867;p54"/>
            <p:cNvSpPr/>
            <p:nvPr/>
          </p:nvSpPr>
          <p:spPr>
            <a:xfrm>
              <a:off x="419105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68" name="Google Shape;8868;p54"/>
            <p:cNvSpPr/>
            <p:nvPr/>
          </p:nvSpPr>
          <p:spPr>
            <a:xfrm>
              <a:off x="457206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69" name="Google Shape;8869;p54"/>
            <p:cNvSpPr/>
            <p:nvPr/>
          </p:nvSpPr>
          <p:spPr>
            <a:xfrm>
              <a:off x="495306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70" name="Google Shape;8870;p54"/>
            <p:cNvSpPr/>
            <p:nvPr/>
          </p:nvSpPr>
          <p:spPr>
            <a:xfrm>
              <a:off x="533407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71" name="Google Shape;8871;p54"/>
            <p:cNvSpPr/>
            <p:nvPr/>
          </p:nvSpPr>
          <p:spPr>
            <a:xfrm>
              <a:off x="571507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72" name="Google Shape;8872;p54"/>
            <p:cNvSpPr/>
            <p:nvPr/>
          </p:nvSpPr>
          <p:spPr>
            <a:xfrm>
              <a:off x="609608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73" name="Google Shape;8873;p54"/>
            <p:cNvSpPr/>
            <p:nvPr/>
          </p:nvSpPr>
          <p:spPr>
            <a:xfrm>
              <a:off x="647708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74" name="Google Shape;8874;p54"/>
            <p:cNvSpPr/>
            <p:nvPr/>
          </p:nvSpPr>
          <p:spPr>
            <a:xfrm>
              <a:off x="685809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75" name="Google Shape;8875;p54"/>
            <p:cNvSpPr/>
            <p:nvPr/>
          </p:nvSpPr>
          <p:spPr>
            <a:xfrm>
              <a:off x="723909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76" name="Google Shape;8876;p54"/>
            <p:cNvSpPr/>
            <p:nvPr/>
          </p:nvSpPr>
          <p:spPr>
            <a:xfrm>
              <a:off x="7620110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77" name="Google Shape;8877;p54"/>
            <p:cNvSpPr/>
            <p:nvPr/>
          </p:nvSpPr>
          <p:spPr>
            <a:xfrm>
              <a:off x="8001115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78" name="Google Shape;8878;p54"/>
            <p:cNvSpPr/>
            <p:nvPr/>
          </p:nvSpPr>
          <p:spPr>
            <a:xfrm>
              <a:off x="8382120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79" name="Google Shape;8879;p54"/>
            <p:cNvSpPr/>
            <p:nvPr/>
          </p:nvSpPr>
          <p:spPr>
            <a:xfrm>
              <a:off x="8763125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80" name="Google Shape;8880;p54"/>
            <p:cNvSpPr/>
            <p:nvPr/>
          </p:nvSpPr>
          <p:spPr>
            <a:xfrm>
              <a:off x="7620110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81" name="Google Shape;8881;p54"/>
            <p:cNvSpPr/>
            <p:nvPr/>
          </p:nvSpPr>
          <p:spPr>
            <a:xfrm>
              <a:off x="8001115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82" name="Google Shape;8882;p54"/>
            <p:cNvSpPr/>
            <p:nvPr/>
          </p:nvSpPr>
          <p:spPr>
            <a:xfrm>
              <a:off x="8382120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83" name="Google Shape;8883;p54"/>
            <p:cNvSpPr/>
            <p:nvPr/>
          </p:nvSpPr>
          <p:spPr>
            <a:xfrm>
              <a:off x="8763125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84" name="Google Shape;8884;p54"/>
            <p:cNvSpPr/>
            <p:nvPr/>
          </p:nvSpPr>
          <p:spPr>
            <a:xfrm>
              <a:off x="7620110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85" name="Google Shape;8885;p54"/>
            <p:cNvSpPr/>
            <p:nvPr/>
          </p:nvSpPr>
          <p:spPr>
            <a:xfrm>
              <a:off x="8001115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86" name="Google Shape;8886;p54"/>
            <p:cNvSpPr/>
            <p:nvPr/>
          </p:nvSpPr>
          <p:spPr>
            <a:xfrm>
              <a:off x="8382120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87" name="Google Shape;8887;p54"/>
            <p:cNvSpPr/>
            <p:nvPr/>
          </p:nvSpPr>
          <p:spPr>
            <a:xfrm>
              <a:off x="8763125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88" name="Google Shape;8888;p54"/>
            <p:cNvSpPr/>
            <p:nvPr/>
          </p:nvSpPr>
          <p:spPr>
            <a:xfrm>
              <a:off x="7620110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89" name="Google Shape;8889;p54"/>
            <p:cNvSpPr/>
            <p:nvPr/>
          </p:nvSpPr>
          <p:spPr>
            <a:xfrm>
              <a:off x="8001115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90" name="Google Shape;8890;p54"/>
            <p:cNvSpPr/>
            <p:nvPr/>
          </p:nvSpPr>
          <p:spPr>
            <a:xfrm>
              <a:off x="8382120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91" name="Google Shape;8891;p54"/>
            <p:cNvSpPr/>
            <p:nvPr/>
          </p:nvSpPr>
          <p:spPr>
            <a:xfrm>
              <a:off x="8763125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92" name="Google Shape;8892;p54"/>
            <p:cNvSpPr/>
            <p:nvPr/>
          </p:nvSpPr>
          <p:spPr>
            <a:xfrm>
              <a:off x="7620110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93" name="Google Shape;8893;p54"/>
            <p:cNvSpPr/>
            <p:nvPr/>
          </p:nvSpPr>
          <p:spPr>
            <a:xfrm>
              <a:off x="8001115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94" name="Google Shape;8894;p54"/>
            <p:cNvSpPr/>
            <p:nvPr/>
          </p:nvSpPr>
          <p:spPr>
            <a:xfrm>
              <a:off x="8382120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95" name="Google Shape;8895;p54"/>
            <p:cNvSpPr/>
            <p:nvPr/>
          </p:nvSpPr>
          <p:spPr>
            <a:xfrm>
              <a:off x="8763125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96" name="Google Shape;8896;p54"/>
            <p:cNvSpPr/>
            <p:nvPr/>
          </p:nvSpPr>
          <p:spPr>
            <a:xfrm>
              <a:off x="7620110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97" name="Google Shape;8897;p54"/>
            <p:cNvSpPr/>
            <p:nvPr/>
          </p:nvSpPr>
          <p:spPr>
            <a:xfrm>
              <a:off x="8001115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98" name="Google Shape;8898;p54"/>
            <p:cNvSpPr/>
            <p:nvPr/>
          </p:nvSpPr>
          <p:spPr>
            <a:xfrm>
              <a:off x="8382120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99" name="Google Shape;8899;p54"/>
            <p:cNvSpPr/>
            <p:nvPr/>
          </p:nvSpPr>
          <p:spPr>
            <a:xfrm>
              <a:off x="8763125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00" name="Google Shape;8900;p54"/>
            <p:cNvSpPr/>
            <p:nvPr/>
          </p:nvSpPr>
          <p:spPr>
            <a:xfrm>
              <a:off x="7620110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01" name="Google Shape;8901;p54"/>
            <p:cNvSpPr/>
            <p:nvPr/>
          </p:nvSpPr>
          <p:spPr>
            <a:xfrm>
              <a:off x="8001115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02" name="Google Shape;8902;p54"/>
            <p:cNvSpPr/>
            <p:nvPr/>
          </p:nvSpPr>
          <p:spPr>
            <a:xfrm>
              <a:off x="8382120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03" name="Google Shape;8903;p54"/>
            <p:cNvSpPr/>
            <p:nvPr/>
          </p:nvSpPr>
          <p:spPr>
            <a:xfrm>
              <a:off x="8763125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04" name="Google Shape;8904;p54"/>
            <p:cNvSpPr/>
            <p:nvPr/>
          </p:nvSpPr>
          <p:spPr>
            <a:xfrm>
              <a:off x="7620110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05" name="Google Shape;8905;p54"/>
            <p:cNvSpPr/>
            <p:nvPr/>
          </p:nvSpPr>
          <p:spPr>
            <a:xfrm>
              <a:off x="8001115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06" name="Google Shape;8906;p54"/>
            <p:cNvSpPr/>
            <p:nvPr/>
          </p:nvSpPr>
          <p:spPr>
            <a:xfrm>
              <a:off x="8382120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07" name="Google Shape;8907;p54"/>
            <p:cNvSpPr/>
            <p:nvPr/>
          </p:nvSpPr>
          <p:spPr>
            <a:xfrm>
              <a:off x="8763125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08" name="Google Shape;8908;p54"/>
            <p:cNvSpPr/>
            <p:nvPr/>
          </p:nvSpPr>
          <p:spPr>
            <a:xfrm>
              <a:off x="7620110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09" name="Google Shape;8909;p54"/>
            <p:cNvSpPr/>
            <p:nvPr/>
          </p:nvSpPr>
          <p:spPr>
            <a:xfrm>
              <a:off x="8001115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10" name="Google Shape;8910;p54"/>
            <p:cNvSpPr/>
            <p:nvPr/>
          </p:nvSpPr>
          <p:spPr>
            <a:xfrm>
              <a:off x="8382120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11" name="Google Shape;8911;p54"/>
            <p:cNvSpPr/>
            <p:nvPr/>
          </p:nvSpPr>
          <p:spPr>
            <a:xfrm>
              <a:off x="8763125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12" name="Google Shape;8912;p54"/>
            <p:cNvSpPr/>
            <p:nvPr/>
          </p:nvSpPr>
          <p:spPr>
            <a:xfrm>
              <a:off x="7620110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13" name="Google Shape;8913;p54"/>
            <p:cNvSpPr/>
            <p:nvPr/>
          </p:nvSpPr>
          <p:spPr>
            <a:xfrm>
              <a:off x="8001115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14" name="Google Shape;8914;p54"/>
            <p:cNvSpPr/>
            <p:nvPr/>
          </p:nvSpPr>
          <p:spPr>
            <a:xfrm>
              <a:off x="8382120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15" name="Google Shape;8915;p54"/>
            <p:cNvSpPr/>
            <p:nvPr/>
          </p:nvSpPr>
          <p:spPr>
            <a:xfrm>
              <a:off x="8763125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16" name="Google Shape;8916;p54"/>
            <p:cNvSpPr/>
            <p:nvPr/>
          </p:nvSpPr>
          <p:spPr>
            <a:xfrm>
              <a:off x="7620110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17" name="Google Shape;8917;p54"/>
            <p:cNvSpPr/>
            <p:nvPr/>
          </p:nvSpPr>
          <p:spPr>
            <a:xfrm>
              <a:off x="8001115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18" name="Google Shape;8918;p54"/>
            <p:cNvSpPr/>
            <p:nvPr/>
          </p:nvSpPr>
          <p:spPr>
            <a:xfrm>
              <a:off x="8382120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19" name="Google Shape;8919;p54"/>
            <p:cNvSpPr/>
            <p:nvPr/>
          </p:nvSpPr>
          <p:spPr>
            <a:xfrm>
              <a:off x="8763125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20" name="Google Shape;8920;p54"/>
            <p:cNvSpPr/>
            <p:nvPr/>
          </p:nvSpPr>
          <p:spPr>
            <a:xfrm>
              <a:off x="7620110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21" name="Google Shape;8921;p54"/>
            <p:cNvSpPr/>
            <p:nvPr/>
          </p:nvSpPr>
          <p:spPr>
            <a:xfrm>
              <a:off x="8001115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22" name="Google Shape;8922;p54"/>
            <p:cNvSpPr/>
            <p:nvPr/>
          </p:nvSpPr>
          <p:spPr>
            <a:xfrm>
              <a:off x="8382120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23" name="Google Shape;8923;p54"/>
            <p:cNvSpPr/>
            <p:nvPr/>
          </p:nvSpPr>
          <p:spPr>
            <a:xfrm>
              <a:off x="8763125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24" name="Google Shape;8924;p54"/>
            <p:cNvSpPr/>
            <p:nvPr/>
          </p:nvSpPr>
          <p:spPr>
            <a:xfrm>
              <a:off x="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25" name="Google Shape;8925;p54"/>
            <p:cNvSpPr/>
            <p:nvPr/>
          </p:nvSpPr>
          <p:spPr>
            <a:xfrm>
              <a:off x="38100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26" name="Google Shape;8926;p54"/>
            <p:cNvSpPr/>
            <p:nvPr/>
          </p:nvSpPr>
          <p:spPr>
            <a:xfrm>
              <a:off x="76201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27" name="Google Shape;8927;p54"/>
            <p:cNvSpPr/>
            <p:nvPr/>
          </p:nvSpPr>
          <p:spPr>
            <a:xfrm>
              <a:off x="114301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28" name="Google Shape;8928;p54"/>
            <p:cNvSpPr/>
            <p:nvPr/>
          </p:nvSpPr>
          <p:spPr>
            <a:xfrm>
              <a:off x="152402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29" name="Google Shape;8929;p54"/>
            <p:cNvSpPr/>
            <p:nvPr/>
          </p:nvSpPr>
          <p:spPr>
            <a:xfrm>
              <a:off x="190502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30" name="Google Shape;8930;p54"/>
            <p:cNvSpPr/>
            <p:nvPr/>
          </p:nvSpPr>
          <p:spPr>
            <a:xfrm>
              <a:off x="228603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31" name="Google Shape;8931;p54"/>
            <p:cNvSpPr/>
            <p:nvPr/>
          </p:nvSpPr>
          <p:spPr>
            <a:xfrm>
              <a:off x="266703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32" name="Google Shape;8932;p54"/>
            <p:cNvSpPr/>
            <p:nvPr/>
          </p:nvSpPr>
          <p:spPr>
            <a:xfrm>
              <a:off x="304804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33" name="Google Shape;8933;p54"/>
            <p:cNvSpPr/>
            <p:nvPr/>
          </p:nvSpPr>
          <p:spPr>
            <a:xfrm>
              <a:off x="342904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34" name="Google Shape;8934;p54"/>
            <p:cNvSpPr/>
            <p:nvPr/>
          </p:nvSpPr>
          <p:spPr>
            <a:xfrm>
              <a:off x="381005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35" name="Google Shape;8935;p54"/>
            <p:cNvSpPr/>
            <p:nvPr/>
          </p:nvSpPr>
          <p:spPr>
            <a:xfrm>
              <a:off x="419105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36" name="Google Shape;8936;p54"/>
            <p:cNvSpPr/>
            <p:nvPr/>
          </p:nvSpPr>
          <p:spPr>
            <a:xfrm>
              <a:off x="457206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37" name="Google Shape;8937;p54"/>
            <p:cNvSpPr/>
            <p:nvPr/>
          </p:nvSpPr>
          <p:spPr>
            <a:xfrm>
              <a:off x="495306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38" name="Google Shape;8938;p54"/>
            <p:cNvSpPr/>
            <p:nvPr/>
          </p:nvSpPr>
          <p:spPr>
            <a:xfrm>
              <a:off x="533407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39" name="Google Shape;8939;p54"/>
            <p:cNvSpPr/>
            <p:nvPr/>
          </p:nvSpPr>
          <p:spPr>
            <a:xfrm>
              <a:off x="571507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40" name="Google Shape;8940;p54"/>
            <p:cNvSpPr/>
            <p:nvPr/>
          </p:nvSpPr>
          <p:spPr>
            <a:xfrm>
              <a:off x="609608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41" name="Google Shape;8941;p54"/>
            <p:cNvSpPr/>
            <p:nvPr/>
          </p:nvSpPr>
          <p:spPr>
            <a:xfrm>
              <a:off x="647708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42" name="Google Shape;8942;p54"/>
            <p:cNvSpPr/>
            <p:nvPr/>
          </p:nvSpPr>
          <p:spPr>
            <a:xfrm>
              <a:off x="685809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43" name="Google Shape;8943;p54"/>
            <p:cNvSpPr/>
            <p:nvPr/>
          </p:nvSpPr>
          <p:spPr>
            <a:xfrm>
              <a:off x="723909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44" name="Google Shape;8944;p54"/>
            <p:cNvSpPr/>
            <p:nvPr/>
          </p:nvSpPr>
          <p:spPr>
            <a:xfrm>
              <a:off x="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45" name="Google Shape;8945;p54"/>
            <p:cNvSpPr/>
            <p:nvPr/>
          </p:nvSpPr>
          <p:spPr>
            <a:xfrm>
              <a:off x="38100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46" name="Google Shape;8946;p54"/>
            <p:cNvSpPr/>
            <p:nvPr/>
          </p:nvSpPr>
          <p:spPr>
            <a:xfrm>
              <a:off x="76201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47" name="Google Shape;8947;p54"/>
            <p:cNvSpPr/>
            <p:nvPr/>
          </p:nvSpPr>
          <p:spPr>
            <a:xfrm>
              <a:off x="114301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48" name="Google Shape;8948;p54"/>
            <p:cNvSpPr/>
            <p:nvPr/>
          </p:nvSpPr>
          <p:spPr>
            <a:xfrm>
              <a:off x="152402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49" name="Google Shape;8949;p54"/>
            <p:cNvSpPr/>
            <p:nvPr/>
          </p:nvSpPr>
          <p:spPr>
            <a:xfrm>
              <a:off x="190502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50" name="Google Shape;8950;p54"/>
            <p:cNvSpPr/>
            <p:nvPr/>
          </p:nvSpPr>
          <p:spPr>
            <a:xfrm>
              <a:off x="228603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51" name="Google Shape;8951;p54"/>
            <p:cNvSpPr/>
            <p:nvPr/>
          </p:nvSpPr>
          <p:spPr>
            <a:xfrm>
              <a:off x="266703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52" name="Google Shape;8952;p54"/>
            <p:cNvSpPr/>
            <p:nvPr/>
          </p:nvSpPr>
          <p:spPr>
            <a:xfrm>
              <a:off x="304804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53" name="Google Shape;8953;p54"/>
            <p:cNvSpPr/>
            <p:nvPr/>
          </p:nvSpPr>
          <p:spPr>
            <a:xfrm>
              <a:off x="342904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54" name="Google Shape;8954;p54"/>
            <p:cNvSpPr/>
            <p:nvPr/>
          </p:nvSpPr>
          <p:spPr>
            <a:xfrm>
              <a:off x="381005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55" name="Google Shape;8955;p54"/>
            <p:cNvSpPr/>
            <p:nvPr/>
          </p:nvSpPr>
          <p:spPr>
            <a:xfrm>
              <a:off x="419105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56" name="Google Shape;8956;p54"/>
            <p:cNvSpPr/>
            <p:nvPr/>
          </p:nvSpPr>
          <p:spPr>
            <a:xfrm>
              <a:off x="457206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57" name="Google Shape;8957;p54"/>
            <p:cNvSpPr/>
            <p:nvPr/>
          </p:nvSpPr>
          <p:spPr>
            <a:xfrm>
              <a:off x="495306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58" name="Google Shape;8958;p54"/>
            <p:cNvSpPr/>
            <p:nvPr/>
          </p:nvSpPr>
          <p:spPr>
            <a:xfrm>
              <a:off x="533407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59" name="Google Shape;8959;p54"/>
            <p:cNvSpPr/>
            <p:nvPr/>
          </p:nvSpPr>
          <p:spPr>
            <a:xfrm>
              <a:off x="571507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60" name="Google Shape;8960;p54"/>
            <p:cNvSpPr/>
            <p:nvPr/>
          </p:nvSpPr>
          <p:spPr>
            <a:xfrm>
              <a:off x="609608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61" name="Google Shape;8961;p54"/>
            <p:cNvSpPr/>
            <p:nvPr/>
          </p:nvSpPr>
          <p:spPr>
            <a:xfrm>
              <a:off x="647708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62" name="Google Shape;8962;p54"/>
            <p:cNvSpPr/>
            <p:nvPr/>
          </p:nvSpPr>
          <p:spPr>
            <a:xfrm>
              <a:off x="685809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63" name="Google Shape;8963;p54"/>
            <p:cNvSpPr/>
            <p:nvPr/>
          </p:nvSpPr>
          <p:spPr>
            <a:xfrm>
              <a:off x="723909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64" name="Google Shape;8964;p54"/>
            <p:cNvSpPr/>
            <p:nvPr/>
          </p:nvSpPr>
          <p:spPr>
            <a:xfrm>
              <a:off x="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65" name="Google Shape;8965;p54"/>
            <p:cNvSpPr/>
            <p:nvPr/>
          </p:nvSpPr>
          <p:spPr>
            <a:xfrm>
              <a:off x="38100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66" name="Google Shape;8966;p54"/>
            <p:cNvSpPr/>
            <p:nvPr/>
          </p:nvSpPr>
          <p:spPr>
            <a:xfrm>
              <a:off x="76201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67" name="Google Shape;8967;p54"/>
            <p:cNvSpPr/>
            <p:nvPr/>
          </p:nvSpPr>
          <p:spPr>
            <a:xfrm>
              <a:off x="114301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68" name="Google Shape;8968;p54"/>
            <p:cNvSpPr/>
            <p:nvPr/>
          </p:nvSpPr>
          <p:spPr>
            <a:xfrm>
              <a:off x="152402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69" name="Google Shape;8969;p54"/>
            <p:cNvSpPr/>
            <p:nvPr/>
          </p:nvSpPr>
          <p:spPr>
            <a:xfrm>
              <a:off x="190502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70" name="Google Shape;8970;p54"/>
            <p:cNvSpPr/>
            <p:nvPr/>
          </p:nvSpPr>
          <p:spPr>
            <a:xfrm>
              <a:off x="228603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71" name="Google Shape;8971;p54"/>
            <p:cNvSpPr/>
            <p:nvPr/>
          </p:nvSpPr>
          <p:spPr>
            <a:xfrm>
              <a:off x="266703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72" name="Google Shape;8972;p54"/>
            <p:cNvSpPr/>
            <p:nvPr/>
          </p:nvSpPr>
          <p:spPr>
            <a:xfrm>
              <a:off x="304804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73" name="Google Shape;8973;p54"/>
            <p:cNvSpPr/>
            <p:nvPr/>
          </p:nvSpPr>
          <p:spPr>
            <a:xfrm>
              <a:off x="342904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74" name="Google Shape;8974;p54"/>
            <p:cNvSpPr/>
            <p:nvPr/>
          </p:nvSpPr>
          <p:spPr>
            <a:xfrm>
              <a:off x="381005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75" name="Google Shape;8975;p54"/>
            <p:cNvSpPr/>
            <p:nvPr/>
          </p:nvSpPr>
          <p:spPr>
            <a:xfrm>
              <a:off x="419105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76" name="Google Shape;8976;p54"/>
            <p:cNvSpPr/>
            <p:nvPr/>
          </p:nvSpPr>
          <p:spPr>
            <a:xfrm>
              <a:off x="457206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77" name="Google Shape;8977;p54"/>
            <p:cNvSpPr/>
            <p:nvPr/>
          </p:nvSpPr>
          <p:spPr>
            <a:xfrm>
              <a:off x="495306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78" name="Google Shape;8978;p54"/>
            <p:cNvSpPr/>
            <p:nvPr/>
          </p:nvSpPr>
          <p:spPr>
            <a:xfrm>
              <a:off x="533407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79" name="Google Shape;8979;p54"/>
            <p:cNvSpPr/>
            <p:nvPr/>
          </p:nvSpPr>
          <p:spPr>
            <a:xfrm>
              <a:off x="571507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80" name="Google Shape;8980;p54"/>
            <p:cNvSpPr/>
            <p:nvPr/>
          </p:nvSpPr>
          <p:spPr>
            <a:xfrm>
              <a:off x="609608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81" name="Google Shape;8981;p54"/>
            <p:cNvSpPr/>
            <p:nvPr/>
          </p:nvSpPr>
          <p:spPr>
            <a:xfrm>
              <a:off x="647708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82" name="Google Shape;8982;p54"/>
            <p:cNvSpPr/>
            <p:nvPr/>
          </p:nvSpPr>
          <p:spPr>
            <a:xfrm>
              <a:off x="685809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83" name="Google Shape;8983;p54"/>
            <p:cNvSpPr/>
            <p:nvPr/>
          </p:nvSpPr>
          <p:spPr>
            <a:xfrm>
              <a:off x="723909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84" name="Google Shape;8984;p54"/>
            <p:cNvSpPr/>
            <p:nvPr/>
          </p:nvSpPr>
          <p:spPr>
            <a:xfrm>
              <a:off x="7620110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85" name="Google Shape;8985;p54"/>
            <p:cNvSpPr/>
            <p:nvPr/>
          </p:nvSpPr>
          <p:spPr>
            <a:xfrm>
              <a:off x="8001115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86" name="Google Shape;8986;p54"/>
            <p:cNvSpPr/>
            <p:nvPr/>
          </p:nvSpPr>
          <p:spPr>
            <a:xfrm>
              <a:off x="8382120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87" name="Google Shape;8987;p54"/>
            <p:cNvSpPr/>
            <p:nvPr/>
          </p:nvSpPr>
          <p:spPr>
            <a:xfrm>
              <a:off x="8763125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88" name="Google Shape;8988;p54"/>
            <p:cNvSpPr/>
            <p:nvPr/>
          </p:nvSpPr>
          <p:spPr>
            <a:xfrm>
              <a:off x="7620110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89" name="Google Shape;8989;p54"/>
            <p:cNvSpPr/>
            <p:nvPr/>
          </p:nvSpPr>
          <p:spPr>
            <a:xfrm>
              <a:off x="8001115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90" name="Google Shape;8990;p54"/>
            <p:cNvSpPr/>
            <p:nvPr/>
          </p:nvSpPr>
          <p:spPr>
            <a:xfrm>
              <a:off x="8382120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91" name="Google Shape;8991;p54"/>
            <p:cNvSpPr/>
            <p:nvPr/>
          </p:nvSpPr>
          <p:spPr>
            <a:xfrm>
              <a:off x="8763125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92" name="Google Shape;8992;p54"/>
            <p:cNvSpPr/>
            <p:nvPr/>
          </p:nvSpPr>
          <p:spPr>
            <a:xfrm>
              <a:off x="7620110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93" name="Google Shape;8993;p54"/>
            <p:cNvSpPr/>
            <p:nvPr/>
          </p:nvSpPr>
          <p:spPr>
            <a:xfrm>
              <a:off x="8001115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94" name="Google Shape;8994;p54"/>
            <p:cNvSpPr/>
            <p:nvPr/>
          </p:nvSpPr>
          <p:spPr>
            <a:xfrm>
              <a:off x="8382120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95" name="Google Shape;8995;p54"/>
            <p:cNvSpPr/>
            <p:nvPr/>
          </p:nvSpPr>
          <p:spPr>
            <a:xfrm>
              <a:off x="8763125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996" name="Google Shape;8996;p54"/>
          <p:cNvSpPr/>
          <p:nvPr/>
        </p:nvSpPr>
        <p:spPr>
          <a:xfrm flipH="1">
            <a:off x="0" y="0"/>
            <a:ext cx="9144000" cy="5143500"/>
          </a:xfrm>
          <a:prstGeom prst="rtTriangle">
            <a:avLst/>
          </a:prstGeom>
          <a:solidFill>
            <a:srgbClr val="005051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997" name="Google Shape;8997;p54"/>
          <p:cNvGrpSpPr/>
          <p:nvPr/>
        </p:nvGrpSpPr>
        <p:grpSpPr>
          <a:xfrm>
            <a:off x="553048" y="535000"/>
            <a:ext cx="8105852" cy="4302000"/>
            <a:chOff x="553048" y="535000"/>
            <a:chExt cx="8105852" cy="4302000"/>
          </a:xfrm>
        </p:grpSpPr>
        <p:sp>
          <p:nvSpPr>
            <p:cNvPr id="8998" name="Google Shape;8998;p54"/>
            <p:cNvSpPr/>
            <p:nvPr/>
          </p:nvSpPr>
          <p:spPr>
            <a:xfrm>
              <a:off x="942300" y="763600"/>
              <a:ext cx="7716600" cy="4073400"/>
            </a:xfrm>
            <a:prstGeom prst="roundRect">
              <a:avLst>
                <a:gd fmla="val 2480" name="adj"/>
              </a:avLst>
            </a:prstGeom>
            <a:solidFill>
              <a:srgbClr val="222828">
                <a:alpha val="2039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99" name="Google Shape;8999;p54"/>
            <p:cNvSpPr/>
            <p:nvPr/>
          </p:nvSpPr>
          <p:spPr>
            <a:xfrm>
              <a:off x="712275" y="535000"/>
              <a:ext cx="7716600" cy="4073400"/>
            </a:xfrm>
            <a:prstGeom prst="roundRect">
              <a:avLst>
                <a:gd fmla="val 248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0" name="Google Shape;9000;p54"/>
            <p:cNvSpPr/>
            <p:nvPr/>
          </p:nvSpPr>
          <p:spPr>
            <a:xfrm>
              <a:off x="848698" y="898261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5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5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1" name="Google Shape;9001;p54"/>
            <p:cNvSpPr/>
            <p:nvPr/>
          </p:nvSpPr>
          <p:spPr>
            <a:xfrm>
              <a:off x="553048" y="931482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19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8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7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2" name="Google Shape;9002;p54"/>
            <p:cNvSpPr/>
            <p:nvPr/>
          </p:nvSpPr>
          <p:spPr>
            <a:xfrm>
              <a:off x="848698" y="1332681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8"/>
                    <a:pt x="0" y="7608"/>
                  </a:cubicBezTo>
                  <a:cubicBezTo>
                    <a:pt x="0" y="11808"/>
                    <a:pt x="3404" y="15212"/>
                    <a:pt x="7604" y="15212"/>
                  </a:cubicBezTo>
                  <a:cubicBezTo>
                    <a:pt x="11804" y="15212"/>
                    <a:pt x="15209" y="11808"/>
                    <a:pt x="15209" y="7608"/>
                  </a:cubicBezTo>
                  <a:cubicBezTo>
                    <a:pt x="15209" y="3408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3" name="Google Shape;9003;p54"/>
            <p:cNvSpPr/>
            <p:nvPr/>
          </p:nvSpPr>
          <p:spPr>
            <a:xfrm>
              <a:off x="553048" y="1365902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71"/>
                    <a:pt x="0" y="1497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9"/>
                  </a:lnTo>
                  <a:cubicBezTo>
                    <a:pt x="23340" y="7948"/>
                    <a:pt x="21591" y="9042"/>
                    <a:pt x="19596" y="9042"/>
                  </a:cubicBezTo>
                  <a:lnTo>
                    <a:pt x="1493" y="9042"/>
                  </a:lnTo>
                  <a:cubicBezTo>
                    <a:pt x="671" y="9042"/>
                    <a:pt x="0" y="9709"/>
                    <a:pt x="0" y="10535"/>
                  </a:cubicBezTo>
                  <a:cubicBezTo>
                    <a:pt x="0" y="11361"/>
                    <a:pt x="671" y="12028"/>
                    <a:pt x="1493" y="12028"/>
                  </a:cubicBezTo>
                  <a:lnTo>
                    <a:pt x="19596" y="12028"/>
                  </a:lnTo>
                  <a:cubicBezTo>
                    <a:pt x="23370" y="12028"/>
                    <a:pt x="26327" y="9688"/>
                    <a:pt x="26327" y="6699"/>
                  </a:cubicBezTo>
                  <a:lnTo>
                    <a:pt x="26327" y="5330"/>
                  </a:lnTo>
                  <a:cubicBezTo>
                    <a:pt x="26327" y="2344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4" name="Google Shape;9004;p54"/>
            <p:cNvSpPr/>
            <p:nvPr/>
          </p:nvSpPr>
          <p:spPr>
            <a:xfrm>
              <a:off x="848698" y="1767184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4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4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5" name="Google Shape;9005;p54"/>
            <p:cNvSpPr/>
            <p:nvPr/>
          </p:nvSpPr>
          <p:spPr>
            <a:xfrm>
              <a:off x="553048" y="1800405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68"/>
                    <a:pt x="0" y="1493"/>
                  </a:cubicBezTo>
                  <a:cubicBezTo>
                    <a:pt x="0" y="2319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5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7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6" name="Google Shape;9006;p54"/>
            <p:cNvSpPr/>
            <p:nvPr/>
          </p:nvSpPr>
          <p:spPr>
            <a:xfrm>
              <a:off x="848698" y="2201603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5"/>
                    <a:pt x="0" y="7608"/>
                  </a:cubicBezTo>
                  <a:cubicBezTo>
                    <a:pt x="0" y="11808"/>
                    <a:pt x="3404" y="15212"/>
                    <a:pt x="7604" y="15212"/>
                  </a:cubicBezTo>
                  <a:cubicBezTo>
                    <a:pt x="11804" y="15212"/>
                    <a:pt x="15209" y="11808"/>
                    <a:pt x="15209" y="7608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7" name="Google Shape;9007;p54"/>
            <p:cNvSpPr/>
            <p:nvPr/>
          </p:nvSpPr>
          <p:spPr>
            <a:xfrm>
              <a:off x="553048" y="2234824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68"/>
                    <a:pt x="0" y="1494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9"/>
                  </a:lnTo>
                  <a:cubicBezTo>
                    <a:pt x="23340" y="7945"/>
                    <a:pt x="21591" y="9039"/>
                    <a:pt x="19596" y="9039"/>
                  </a:cubicBezTo>
                  <a:lnTo>
                    <a:pt x="1493" y="9039"/>
                  </a:lnTo>
                  <a:cubicBezTo>
                    <a:pt x="671" y="9039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9"/>
                  </a:cubicBezTo>
                  <a:lnTo>
                    <a:pt x="26327" y="5330"/>
                  </a:lnTo>
                  <a:cubicBezTo>
                    <a:pt x="26327" y="2341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8" name="Google Shape;9008;p54"/>
            <p:cNvSpPr/>
            <p:nvPr/>
          </p:nvSpPr>
          <p:spPr>
            <a:xfrm>
              <a:off x="848698" y="2636106"/>
              <a:ext cx="317374" cy="317374"/>
            </a:xfrm>
            <a:custGeom>
              <a:rect b="b" l="l" r="r" t="t"/>
              <a:pathLst>
                <a:path extrusionOk="0" h="15209" w="15209">
                  <a:moveTo>
                    <a:pt x="7604" y="0"/>
                  </a:moveTo>
                  <a:cubicBezTo>
                    <a:pt x="3404" y="0"/>
                    <a:pt x="0" y="3404"/>
                    <a:pt x="0" y="7604"/>
                  </a:cubicBezTo>
                  <a:cubicBezTo>
                    <a:pt x="0" y="11805"/>
                    <a:pt x="3404" y="15209"/>
                    <a:pt x="7604" y="15209"/>
                  </a:cubicBezTo>
                  <a:cubicBezTo>
                    <a:pt x="11804" y="15209"/>
                    <a:pt x="15209" y="11805"/>
                    <a:pt x="15209" y="7604"/>
                  </a:cubicBezTo>
                  <a:cubicBezTo>
                    <a:pt x="15209" y="3404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9" name="Google Shape;9009;p54"/>
            <p:cNvSpPr/>
            <p:nvPr/>
          </p:nvSpPr>
          <p:spPr>
            <a:xfrm>
              <a:off x="553048" y="2669265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71"/>
                    <a:pt x="0" y="1496"/>
                  </a:cubicBezTo>
                  <a:cubicBezTo>
                    <a:pt x="0" y="2322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8"/>
                  </a:lnTo>
                  <a:cubicBezTo>
                    <a:pt x="23340" y="7947"/>
                    <a:pt x="21591" y="9041"/>
                    <a:pt x="19596" y="9041"/>
                  </a:cubicBezTo>
                  <a:lnTo>
                    <a:pt x="1493" y="9041"/>
                  </a:lnTo>
                  <a:cubicBezTo>
                    <a:pt x="671" y="9041"/>
                    <a:pt x="0" y="9709"/>
                    <a:pt x="0" y="10534"/>
                  </a:cubicBezTo>
                  <a:cubicBezTo>
                    <a:pt x="0" y="11360"/>
                    <a:pt x="671" y="12028"/>
                    <a:pt x="1493" y="12028"/>
                  </a:cubicBezTo>
                  <a:lnTo>
                    <a:pt x="19596" y="12028"/>
                  </a:lnTo>
                  <a:cubicBezTo>
                    <a:pt x="23370" y="12028"/>
                    <a:pt x="26327" y="9688"/>
                    <a:pt x="26327" y="6698"/>
                  </a:cubicBezTo>
                  <a:lnTo>
                    <a:pt x="26327" y="5330"/>
                  </a:lnTo>
                  <a:cubicBezTo>
                    <a:pt x="26327" y="2343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0" name="Google Shape;9010;p54"/>
            <p:cNvSpPr/>
            <p:nvPr/>
          </p:nvSpPr>
          <p:spPr>
            <a:xfrm>
              <a:off x="848698" y="3070526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5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1" name="Google Shape;9011;p54"/>
            <p:cNvSpPr/>
            <p:nvPr/>
          </p:nvSpPr>
          <p:spPr>
            <a:xfrm>
              <a:off x="553048" y="3103747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20"/>
                    <a:pt x="671" y="2987"/>
                    <a:pt x="1493" y="2987"/>
                  </a:cubicBezTo>
                  <a:lnTo>
                    <a:pt x="19596" y="2987"/>
                  </a:lnTo>
                  <a:cubicBezTo>
                    <a:pt x="21591" y="2987"/>
                    <a:pt x="23340" y="4081"/>
                    <a:pt x="23340" y="5330"/>
                  </a:cubicBezTo>
                  <a:lnTo>
                    <a:pt x="23340" y="6696"/>
                  </a:lnTo>
                  <a:cubicBezTo>
                    <a:pt x="23340" y="7945"/>
                    <a:pt x="21591" y="9039"/>
                    <a:pt x="19596" y="9039"/>
                  </a:cubicBezTo>
                  <a:lnTo>
                    <a:pt x="1493" y="9039"/>
                  </a:lnTo>
                  <a:cubicBezTo>
                    <a:pt x="671" y="9039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6"/>
                  </a:cubicBezTo>
                  <a:lnTo>
                    <a:pt x="26327" y="5330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2" name="Google Shape;9012;p54"/>
            <p:cNvSpPr/>
            <p:nvPr/>
          </p:nvSpPr>
          <p:spPr>
            <a:xfrm>
              <a:off x="848698" y="3504966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7"/>
                    <a:pt x="0" y="7607"/>
                  </a:cubicBezTo>
                  <a:cubicBezTo>
                    <a:pt x="0" y="11807"/>
                    <a:pt x="3404" y="15212"/>
                    <a:pt x="7604" y="15212"/>
                  </a:cubicBezTo>
                  <a:cubicBezTo>
                    <a:pt x="11804" y="15212"/>
                    <a:pt x="15209" y="11807"/>
                    <a:pt x="15209" y="7607"/>
                  </a:cubicBezTo>
                  <a:cubicBezTo>
                    <a:pt x="15209" y="3407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3" name="Google Shape;9013;p54"/>
            <p:cNvSpPr/>
            <p:nvPr/>
          </p:nvSpPr>
          <p:spPr>
            <a:xfrm>
              <a:off x="553048" y="3538167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72"/>
                    <a:pt x="0" y="1497"/>
                  </a:cubicBezTo>
                  <a:cubicBezTo>
                    <a:pt x="0" y="2320"/>
                    <a:pt x="671" y="2991"/>
                    <a:pt x="1493" y="2991"/>
                  </a:cubicBezTo>
                  <a:lnTo>
                    <a:pt x="19596" y="2991"/>
                  </a:lnTo>
                  <a:cubicBezTo>
                    <a:pt x="21591" y="2991"/>
                    <a:pt x="23340" y="4085"/>
                    <a:pt x="23340" y="5331"/>
                  </a:cubicBezTo>
                  <a:lnTo>
                    <a:pt x="23340" y="6699"/>
                  </a:lnTo>
                  <a:cubicBezTo>
                    <a:pt x="23340" y="7948"/>
                    <a:pt x="21591" y="9042"/>
                    <a:pt x="19596" y="9042"/>
                  </a:cubicBezTo>
                  <a:lnTo>
                    <a:pt x="1493" y="9042"/>
                  </a:lnTo>
                  <a:cubicBezTo>
                    <a:pt x="671" y="9042"/>
                    <a:pt x="0" y="9710"/>
                    <a:pt x="0" y="10535"/>
                  </a:cubicBezTo>
                  <a:cubicBezTo>
                    <a:pt x="0" y="11361"/>
                    <a:pt x="671" y="12029"/>
                    <a:pt x="1493" y="12029"/>
                  </a:cubicBezTo>
                  <a:lnTo>
                    <a:pt x="19596" y="12029"/>
                  </a:lnTo>
                  <a:cubicBezTo>
                    <a:pt x="23370" y="12029"/>
                    <a:pt x="26327" y="9689"/>
                    <a:pt x="26327" y="6699"/>
                  </a:cubicBezTo>
                  <a:lnTo>
                    <a:pt x="26327" y="5331"/>
                  </a:lnTo>
                  <a:cubicBezTo>
                    <a:pt x="26327" y="2344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4" name="Google Shape;9014;p54"/>
            <p:cNvSpPr/>
            <p:nvPr/>
          </p:nvSpPr>
          <p:spPr>
            <a:xfrm>
              <a:off x="848698" y="3939449"/>
              <a:ext cx="317374" cy="317395"/>
            </a:xfrm>
            <a:custGeom>
              <a:rect b="b" l="l" r="r" t="t"/>
              <a:pathLst>
                <a:path extrusionOk="0" h="15210" w="15209">
                  <a:moveTo>
                    <a:pt x="7604" y="1"/>
                  </a:moveTo>
                  <a:cubicBezTo>
                    <a:pt x="3404" y="1"/>
                    <a:pt x="0" y="3405"/>
                    <a:pt x="0" y="7605"/>
                  </a:cubicBezTo>
                  <a:cubicBezTo>
                    <a:pt x="0" y="11805"/>
                    <a:pt x="3404" y="15209"/>
                    <a:pt x="7604" y="15209"/>
                  </a:cubicBezTo>
                  <a:cubicBezTo>
                    <a:pt x="11804" y="15209"/>
                    <a:pt x="15209" y="11805"/>
                    <a:pt x="15209" y="7605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5" name="Google Shape;9015;p54"/>
            <p:cNvSpPr/>
            <p:nvPr/>
          </p:nvSpPr>
          <p:spPr>
            <a:xfrm>
              <a:off x="553048" y="3972670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5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016" name="Google Shape;9016;p54"/>
          <p:cNvSpPr/>
          <p:nvPr/>
        </p:nvSpPr>
        <p:spPr>
          <a:xfrm>
            <a:off x="8428900" y="1041975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0"/>
                </a:moveTo>
                <a:lnTo>
                  <a:pt x="0" y="25897"/>
                </a:lnTo>
                <a:cubicBezTo>
                  <a:pt x="3176" y="25897"/>
                  <a:pt x="5749" y="23323"/>
                  <a:pt x="5749" y="20147"/>
                </a:cubicBezTo>
                <a:lnTo>
                  <a:pt x="5749" y="5752"/>
                </a:lnTo>
                <a:cubicBezTo>
                  <a:pt x="5749" y="2576"/>
                  <a:pt x="3176" y="0"/>
                  <a:pt x="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17" name="Google Shape;9017;p54"/>
          <p:cNvSpPr/>
          <p:nvPr/>
        </p:nvSpPr>
        <p:spPr>
          <a:xfrm>
            <a:off x="8428900" y="2620900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0"/>
                </a:moveTo>
                <a:lnTo>
                  <a:pt x="0" y="25897"/>
                </a:lnTo>
                <a:cubicBezTo>
                  <a:pt x="3176" y="25897"/>
                  <a:pt x="5749" y="23323"/>
                  <a:pt x="5749" y="20148"/>
                </a:cubicBezTo>
                <a:lnTo>
                  <a:pt x="5749" y="5752"/>
                </a:lnTo>
                <a:cubicBezTo>
                  <a:pt x="5749" y="2577"/>
                  <a:pt x="3176" y="0"/>
                  <a:pt x="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18" name="Google Shape;9018;p54"/>
          <p:cNvSpPr/>
          <p:nvPr/>
        </p:nvSpPr>
        <p:spPr>
          <a:xfrm>
            <a:off x="8428900" y="1811900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0"/>
                </a:moveTo>
                <a:lnTo>
                  <a:pt x="0" y="25897"/>
                </a:lnTo>
                <a:cubicBezTo>
                  <a:pt x="3176" y="25897"/>
                  <a:pt x="5749" y="23320"/>
                  <a:pt x="5749" y="20147"/>
                </a:cubicBezTo>
                <a:lnTo>
                  <a:pt x="5749" y="5749"/>
                </a:lnTo>
                <a:cubicBezTo>
                  <a:pt x="5749" y="2574"/>
                  <a:pt x="3176" y="0"/>
                  <a:pt x="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19" name="Google Shape;9019;p54"/>
          <p:cNvSpPr/>
          <p:nvPr/>
        </p:nvSpPr>
        <p:spPr>
          <a:xfrm>
            <a:off x="8428900" y="3454000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1"/>
                </a:moveTo>
                <a:lnTo>
                  <a:pt x="0" y="25897"/>
                </a:lnTo>
                <a:cubicBezTo>
                  <a:pt x="3176" y="25897"/>
                  <a:pt x="5749" y="23323"/>
                  <a:pt x="5749" y="20148"/>
                </a:cubicBezTo>
                <a:lnTo>
                  <a:pt x="5749" y="5752"/>
                </a:lnTo>
                <a:cubicBezTo>
                  <a:pt x="5749" y="2577"/>
                  <a:pt x="3176" y="1"/>
                  <a:pt x="0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20" name="Google Shape;9020;p54"/>
          <p:cNvSpPr txBox="1"/>
          <p:nvPr>
            <p:ph type="title"/>
          </p:nvPr>
        </p:nvSpPr>
        <p:spPr>
          <a:xfrm>
            <a:off x="1270650" y="629375"/>
            <a:ext cx="7020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bg>
      <p:bgPr>
        <a:solidFill>
          <a:srgbClr val="79CDBE"/>
        </a:solidFill>
      </p:bgPr>
    </p:bg>
    <p:spTree>
      <p:nvGrpSpPr>
        <p:cNvPr id="9021" name="Shape 9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22" name="Google Shape;9022;p55"/>
          <p:cNvGrpSpPr/>
          <p:nvPr/>
        </p:nvGrpSpPr>
        <p:grpSpPr>
          <a:xfrm>
            <a:off x="0" y="0"/>
            <a:ext cx="9144125" cy="5143391"/>
            <a:chOff x="0" y="0"/>
            <a:chExt cx="9144125" cy="5143391"/>
          </a:xfrm>
        </p:grpSpPr>
        <p:sp>
          <p:nvSpPr>
            <p:cNvPr id="9023" name="Google Shape;9023;p55"/>
            <p:cNvSpPr/>
            <p:nvPr/>
          </p:nvSpPr>
          <p:spPr>
            <a:xfrm>
              <a:off x="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24" name="Google Shape;9024;p55"/>
            <p:cNvSpPr/>
            <p:nvPr/>
          </p:nvSpPr>
          <p:spPr>
            <a:xfrm>
              <a:off x="38100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25" name="Google Shape;9025;p55"/>
            <p:cNvSpPr/>
            <p:nvPr/>
          </p:nvSpPr>
          <p:spPr>
            <a:xfrm>
              <a:off x="76201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26" name="Google Shape;9026;p55"/>
            <p:cNvSpPr/>
            <p:nvPr/>
          </p:nvSpPr>
          <p:spPr>
            <a:xfrm>
              <a:off x="114301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27" name="Google Shape;9027;p55"/>
            <p:cNvSpPr/>
            <p:nvPr/>
          </p:nvSpPr>
          <p:spPr>
            <a:xfrm>
              <a:off x="152402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28" name="Google Shape;9028;p55"/>
            <p:cNvSpPr/>
            <p:nvPr/>
          </p:nvSpPr>
          <p:spPr>
            <a:xfrm>
              <a:off x="190502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29" name="Google Shape;9029;p55"/>
            <p:cNvSpPr/>
            <p:nvPr/>
          </p:nvSpPr>
          <p:spPr>
            <a:xfrm>
              <a:off x="228603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30" name="Google Shape;9030;p55"/>
            <p:cNvSpPr/>
            <p:nvPr/>
          </p:nvSpPr>
          <p:spPr>
            <a:xfrm>
              <a:off x="266703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31" name="Google Shape;9031;p55"/>
            <p:cNvSpPr/>
            <p:nvPr/>
          </p:nvSpPr>
          <p:spPr>
            <a:xfrm>
              <a:off x="304804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32" name="Google Shape;9032;p55"/>
            <p:cNvSpPr/>
            <p:nvPr/>
          </p:nvSpPr>
          <p:spPr>
            <a:xfrm>
              <a:off x="342904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33" name="Google Shape;9033;p55"/>
            <p:cNvSpPr/>
            <p:nvPr/>
          </p:nvSpPr>
          <p:spPr>
            <a:xfrm>
              <a:off x="381005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34" name="Google Shape;9034;p55"/>
            <p:cNvSpPr/>
            <p:nvPr/>
          </p:nvSpPr>
          <p:spPr>
            <a:xfrm>
              <a:off x="419105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35" name="Google Shape;9035;p55"/>
            <p:cNvSpPr/>
            <p:nvPr/>
          </p:nvSpPr>
          <p:spPr>
            <a:xfrm>
              <a:off x="457206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36" name="Google Shape;9036;p55"/>
            <p:cNvSpPr/>
            <p:nvPr/>
          </p:nvSpPr>
          <p:spPr>
            <a:xfrm>
              <a:off x="495306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37" name="Google Shape;9037;p55"/>
            <p:cNvSpPr/>
            <p:nvPr/>
          </p:nvSpPr>
          <p:spPr>
            <a:xfrm>
              <a:off x="533407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38" name="Google Shape;9038;p55"/>
            <p:cNvSpPr/>
            <p:nvPr/>
          </p:nvSpPr>
          <p:spPr>
            <a:xfrm>
              <a:off x="571507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39" name="Google Shape;9039;p55"/>
            <p:cNvSpPr/>
            <p:nvPr/>
          </p:nvSpPr>
          <p:spPr>
            <a:xfrm>
              <a:off x="609608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40" name="Google Shape;9040;p55"/>
            <p:cNvSpPr/>
            <p:nvPr/>
          </p:nvSpPr>
          <p:spPr>
            <a:xfrm>
              <a:off x="647708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41" name="Google Shape;9041;p55"/>
            <p:cNvSpPr/>
            <p:nvPr/>
          </p:nvSpPr>
          <p:spPr>
            <a:xfrm>
              <a:off x="685809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42" name="Google Shape;9042;p55"/>
            <p:cNvSpPr/>
            <p:nvPr/>
          </p:nvSpPr>
          <p:spPr>
            <a:xfrm>
              <a:off x="723909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43" name="Google Shape;9043;p55"/>
            <p:cNvSpPr/>
            <p:nvPr/>
          </p:nvSpPr>
          <p:spPr>
            <a:xfrm>
              <a:off x="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44" name="Google Shape;9044;p55"/>
            <p:cNvSpPr/>
            <p:nvPr/>
          </p:nvSpPr>
          <p:spPr>
            <a:xfrm>
              <a:off x="38100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45" name="Google Shape;9045;p55"/>
            <p:cNvSpPr/>
            <p:nvPr/>
          </p:nvSpPr>
          <p:spPr>
            <a:xfrm>
              <a:off x="76201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46" name="Google Shape;9046;p55"/>
            <p:cNvSpPr/>
            <p:nvPr/>
          </p:nvSpPr>
          <p:spPr>
            <a:xfrm>
              <a:off x="114301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47" name="Google Shape;9047;p55"/>
            <p:cNvSpPr/>
            <p:nvPr/>
          </p:nvSpPr>
          <p:spPr>
            <a:xfrm>
              <a:off x="152402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48" name="Google Shape;9048;p55"/>
            <p:cNvSpPr/>
            <p:nvPr/>
          </p:nvSpPr>
          <p:spPr>
            <a:xfrm>
              <a:off x="190502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49" name="Google Shape;9049;p55"/>
            <p:cNvSpPr/>
            <p:nvPr/>
          </p:nvSpPr>
          <p:spPr>
            <a:xfrm>
              <a:off x="228603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50" name="Google Shape;9050;p55"/>
            <p:cNvSpPr/>
            <p:nvPr/>
          </p:nvSpPr>
          <p:spPr>
            <a:xfrm>
              <a:off x="266703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51" name="Google Shape;9051;p55"/>
            <p:cNvSpPr/>
            <p:nvPr/>
          </p:nvSpPr>
          <p:spPr>
            <a:xfrm>
              <a:off x="304804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52" name="Google Shape;9052;p55"/>
            <p:cNvSpPr/>
            <p:nvPr/>
          </p:nvSpPr>
          <p:spPr>
            <a:xfrm>
              <a:off x="342904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53" name="Google Shape;9053;p55"/>
            <p:cNvSpPr/>
            <p:nvPr/>
          </p:nvSpPr>
          <p:spPr>
            <a:xfrm>
              <a:off x="381005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54" name="Google Shape;9054;p55"/>
            <p:cNvSpPr/>
            <p:nvPr/>
          </p:nvSpPr>
          <p:spPr>
            <a:xfrm>
              <a:off x="419105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55" name="Google Shape;9055;p55"/>
            <p:cNvSpPr/>
            <p:nvPr/>
          </p:nvSpPr>
          <p:spPr>
            <a:xfrm>
              <a:off x="457206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56" name="Google Shape;9056;p55"/>
            <p:cNvSpPr/>
            <p:nvPr/>
          </p:nvSpPr>
          <p:spPr>
            <a:xfrm>
              <a:off x="495306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57" name="Google Shape;9057;p55"/>
            <p:cNvSpPr/>
            <p:nvPr/>
          </p:nvSpPr>
          <p:spPr>
            <a:xfrm>
              <a:off x="533407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58" name="Google Shape;9058;p55"/>
            <p:cNvSpPr/>
            <p:nvPr/>
          </p:nvSpPr>
          <p:spPr>
            <a:xfrm>
              <a:off x="571507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59" name="Google Shape;9059;p55"/>
            <p:cNvSpPr/>
            <p:nvPr/>
          </p:nvSpPr>
          <p:spPr>
            <a:xfrm>
              <a:off x="609608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60" name="Google Shape;9060;p55"/>
            <p:cNvSpPr/>
            <p:nvPr/>
          </p:nvSpPr>
          <p:spPr>
            <a:xfrm>
              <a:off x="647708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61" name="Google Shape;9061;p55"/>
            <p:cNvSpPr/>
            <p:nvPr/>
          </p:nvSpPr>
          <p:spPr>
            <a:xfrm>
              <a:off x="685809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62" name="Google Shape;9062;p55"/>
            <p:cNvSpPr/>
            <p:nvPr/>
          </p:nvSpPr>
          <p:spPr>
            <a:xfrm>
              <a:off x="723909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63" name="Google Shape;9063;p55"/>
            <p:cNvSpPr/>
            <p:nvPr/>
          </p:nvSpPr>
          <p:spPr>
            <a:xfrm>
              <a:off x="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64" name="Google Shape;9064;p55"/>
            <p:cNvSpPr/>
            <p:nvPr/>
          </p:nvSpPr>
          <p:spPr>
            <a:xfrm>
              <a:off x="38100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65" name="Google Shape;9065;p55"/>
            <p:cNvSpPr/>
            <p:nvPr/>
          </p:nvSpPr>
          <p:spPr>
            <a:xfrm>
              <a:off x="76201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66" name="Google Shape;9066;p55"/>
            <p:cNvSpPr/>
            <p:nvPr/>
          </p:nvSpPr>
          <p:spPr>
            <a:xfrm>
              <a:off x="114301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67" name="Google Shape;9067;p55"/>
            <p:cNvSpPr/>
            <p:nvPr/>
          </p:nvSpPr>
          <p:spPr>
            <a:xfrm>
              <a:off x="152402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68" name="Google Shape;9068;p55"/>
            <p:cNvSpPr/>
            <p:nvPr/>
          </p:nvSpPr>
          <p:spPr>
            <a:xfrm>
              <a:off x="190502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69" name="Google Shape;9069;p55"/>
            <p:cNvSpPr/>
            <p:nvPr/>
          </p:nvSpPr>
          <p:spPr>
            <a:xfrm>
              <a:off x="228603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70" name="Google Shape;9070;p55"/>
            <p:cNvSpPr/>
            <p:nvPr/>
          </p:nvSpPr>
          <p:spPr>
            <a:xfrm>
              <a:off x="266703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71" name="Google Shape;9071;p55"/>
            <p:cNvSpPr/>
            <p:nvPr/>
          </p:nvSpPr>
          <p:spPr>
            <a:xfrm>
              <a:off x="304804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72" name="Google Shape;9072;p55"/>
            <p:cNvSpPr/>
            <p:nvPr/>
          </p:nvSpPr>
          <p:spPr>
            <a:xfrm>
              <a:off x="342904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73" name="Google Shape;9073;p55"/>
            <p:cNvSpPr/>
            <p:nvPr/>
          </p:nvSpPr>
          <p:spPr>
            <a:xfrm>
              <a:off x="381005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74" name="Google Shape;9074;p55"/>
            <p:cNvSpPr/>
            <p:nvPr/>
          </p:nvSpPr>
          <p:spPr>
            <a:xfrm>
              <a:off x="419105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75" name="Google Shape;9075;p55"/>
            <p:cNvSpPr/>
            <p:nvPr/>
          </p:nvSpPr>
          <p:spPr>
            <a:xfrm>
              <a:off x="457206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76" name="Google Shape;9076;p55"/>
            <p:cNvSpPr/>
            <p:nvPr/>
          </p:nvSpPr>
          <p:spPr>
            <a:xfrm>
              <a:off x="495306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77" name="Google Shape;9077;p55"/>
            <p:cNvSpPr/>
            <p:nvPr/>
          </p:nvSpPr>
          <p:spPr>
            <a:xfrm>
              <a:off x="533407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78" name="Google Shape;9078;p55"/>
            <p:cNvSpPr/>
            <p:nvPr/>
          </p:nvSpPr>
          <p:spPr>
            <a:xfrm>
              <a:off x="571507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79" name="Google Shape;9079;p55"/>
            <p:cNvSpPr/>
            <p:nvPr/>
          </p:nvSpPr>
          <p:spPr>
            <a:xfrm>
              <a:off x="609608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80" name="Google Shape;9080;p55"/>
            <p:cNvSpPr/>
            <p:nvPr/>
          </p:nvSpPr>
          <p:spPr>
            <a:xfrm>
              <a:off x="647708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81" name="Google Shape;9081;p55"/>
            <p:cNvSpPr/>
            <p:nvPr/>
          </p:nvSpPr>
          <p:spPr>
            <a:xfrm>
              <a:off x="685809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82" name="Google Shape;9082;p55"/>
            <p:cNvSpPr/>
            <p:nvPr/>
          </p:nvSpPr>
          <p:spPr>
            <a:xfrm>
              <a:off x="723909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83" name="Google Shape;9083;p55"/>
            <p:cNvSpPr/>
            <p:nvPr/>
          </p:nvSpPr>
          <p:spPr>
            <a:xfrm>
              <a:off x="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84" name="Google Shape;9084;p55"/>
            <p:cNvSpPr/>
            <p:nvPr/>
          </p:nvSpPr>
          <p:spPr>
            <a:xfrm>
              <a:off x="38100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85" name="Google Shape;9085;p55"/>
            <p:cNvSpPr/>
            <p:nvPr/>
          </p:nvSpPr>
          <p:spPr>
            <a:xfrm>
              <a:off x="76201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86" name="Google Shape;9086;p55"/>
            <p:cNvSpPr/>
            <p:nvPr/>
          </p:nvSpPr>
          <p:spPr>
            <a:xfrm>
              <a:off x="114301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87" name="Google Shape;9087;p55"/>
            <p:cNvSpPr/>
            <p:nvPr/>
          </p:nvSpPr>
          <p:spPr>
            <a:xfrm>
              <a:off x="152402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88" name="Google Shape;9088;p55"/>
            <p:cNvSpPr/>
            <p:nvPr/>
          </p:nvSpPr>
          <p:spPr>
            <a:xfrm>
              <a:off x="190502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89" name="Google Shape;9089;p55"/>
            <p:cNvSpPr/>
            <p:nvPr/>
          </p:nvSpPr>
          <p:spPr>
            <a:xfrm>
              <a:off x="228603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90" name="Google Shape;9090;p55"/>
            <p:cNvSpPr/>
            <p:nvPr/>
          </p:nvSpPr>
          <p:spPr>
            <a:xfrm>
              <a:off x="266703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91" name="Google Shape;9091;p55"/>
            <p:cNvSpPr/>
            <p:nvPr/>
          </p:nvSpPr>
          <p:spPr>
            <a:xfrm>
              <a:off x="304804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92" name="Google Shape;9092;p55"/>
            <p:cNvSpPr/>
            <p:nvPr/>
          </p:nvSpPr>
          <p:spPr>
            <a:xfrm>
              <a:off x="342904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93" name="Google Shape;9093;p55"/>
            <p:cNvSpPr/>
            <p:nvPr/>
          </p:nvSpPr>
          <p:spPr>
            <a:xfrm>
              <a:off x="381005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94" name="Google Shape;9094;p55"/>
            <p:cNvSpPr/>
            <p:nvPr/>
          </p:nvSpPr>
          <p:spPr>
            <a:xfrm>
              <a:off x="419105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95" name="Google Shape;9095;p55"/>
            <p:cNvSpPr/>
            <p:nvPr/>
          </p:nvSpPr>
          <p:spPr>
            <a:xfrm>
              <a:off x="457206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96" name="Google Shape;9096;p55"/>
            <p:cNvSpPr/>
            <p:nvPr/>
          </p:nvSpPr>
          <p:spPr>
            <a:xfrm>
              <a:off x="495306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97" name="Google Shape;9097;p55"/>
            <p:cNvSpPr/>
            <p:nvPr/>
          </p:nvSpPr>
          <p:spPr>
            <a:xfrm>
              <a:off x="533407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98" name="Google Shape;9098;p55"/>
            <p:cNvSpPr/>
            <p:nvPr/>
          </p:nvSpPr>
          <p:spPr>
            <a:xfrm>
              <a:off x="571507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99" name="Google Shape;9099;p55"/>
            <p:cNvSpPr/>
            <p:nvPr/>
          </p:nvSpPr>
          <p:spPr>
            <a:xfrm>
              <a:off x="609608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00" name="Google Shape;9100;p55"/>
            <p:cNvSpPr/>
            <p:nvPr/>
          </p:nvSpPr>
          <p:spPr>
            <a:xfrm>
              <a:off x="647708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01" name="Google Shape;9101;p55"/>
            <p:cNvSpPr/>
            <p:nvPr/>
          </p:nvSpPr>
          <p:spPr>
            <a:xfrm>
              <a:off x="685809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02" name="Google Shape;9102;p55"/>
            <p:cNvSpPr/>
            <p:nvPr/>
          </p:nvSpPr>
          <p:spPr>
            <a:xfrm>
              <a:off x="723909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03" name="Google Shape;9103;p55"/>
            <p:cNvSpPr/>
            <p:nvPr/>
          </p:nvSpPr>
          <p:spPr>
            <a:xfrm>
              <a:off x="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04" name="Google Shape;9104;p55"/>
            <p:cNvSpPr/>
            <p:nvPr/>
          </p:nvSpPr>
          <p:spPr>
            <a:xfrm>
              <a:off x="38100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05" name="Google Shape;9105;p55"/>
            <p:cNvSpPr/>
            <p:nvPr/>
          </p:nvSpPr>
          <p:spPr>
            <a:xfrm>
              <a:off x="76201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06" name="Google Shape;9106;p55"/>
            <p:cNvSpPr/>
            <p:nvPr/>
          </p:nvSpPr>
          <p:spPr>
            <a:xfrm>
              <a:off x="114301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07" name="Google Shape;9107;p55"/>
            <p:cNvSpPr/>
            <p:nvPr/>
          </p:nvSpPr>
          <p:spPr>
            <a:xfrm>
              <a:off x="152402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08" name="Google Shape;9108;p55"/>
            <p:cNvSpPr/>
            <p:nvPr/>
          </p:nvSpPr>
          <p:spPr>
            <a:xfrm>
              <a:off x="190502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09" name="Google Shape;9109;p55"/>
            <p:cNvSpPr/>
            <p:nvPr/>
          </p:nvSpPr>
          <p:spPr>
            <a:xfrm>
              <a:off x="228603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10" name="Google Shape;9110;p55"/>
            <p:cNvSpPr/>
            <p:nvPr/>
          </p:nvSpPr>
          <p:spPr>
            <a:xfrm>
              <a:off x="266703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11" name="Google Shape;9111;p55"/>
            <p:cNvSpPr/>
            <p:nvPr/>
          </p:nvSpPr>
          <p:spPr>
            <a:xfrm>
              <a:off x="304804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12" name="Google Shape;9112;p55"/>
            <p:cNvSpPr/>
            <p:nvPr/>
          </p:nvSpPr>
          <p:spPr>
            <a:xfrm>
              <a:off x="342904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13" name="Google Shape;9113;p55"/>
            <p:cNvSpPr/>
            <p:nvPr/>
          </p:nvSpPr>
          <p:spPr>
            <a:xfrm>
              <a:off x="381005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14" name="Google Shape;9114;p55"/>
            <p:cNvSpPr/>
            <p:nvPr/>
          </p:nvSpPr>
          <p:spPr>
            <a:xfrm>
              <a:off x="419105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15" name="Google Shape;9115;p55"/>
            <p:cNvSpPr/>
            <p:nvPr/>
          </p:nvSpPr>
          <p:spPr>
            <a:xfrm>
              <a:off x="457206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16" name="Google Shape;9116;p55"/>
            <p:cNvSpPr/>
            <p:nvPr/>
          </p:nvSpPr>
          <p:spPr>
            <a:xfrm>
              <a:off x="495306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17" name="Google Shape;9117;p55"/>
            <p:cNvSpPr/>
            <p:nvPr/>
          </p:nvSpPr>
          <p:spPr>
            <a:xfrm>
              <a:off x="533407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18" name="Google Shape;9118;p55"/>
            <p:cNvSpPr/>
            <p:nvPr/>
          </p:nvSpPr>
          <p:spPr>
            <a:xfrm>
              <a:off x="571507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19" name="Google Shape;9119;p55"/>
            <p:cNvSpPr/>
            <p:nvPr/>
          </p:nvSpPr>
          <p:spPr>
            <a:xfrm>
              <a:off x="609608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20" name="Google Shape;9120;p55"/>
            <p:cNvSpPr/>
            <p:nvPr/>
          </p:nvSpPr>
          <p:spPr>
            <a:xfrm>
              <a:off x="647708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21" name="Google Shape;9121;p55"/>
            <p:cNvSpPr/>
            <p:nvPr/>
          </p:nvSpPr>
          <p:spPr>
            <a:xfrm>
              <a:off x="685809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22" name="Google Shape;9122;p55"/>
            <p:cNvSpPr/>
            <p:nvPr/>
          </p:nvSpPr>
          <p:spPr>
            <a:xfrm>
              <a:off x="723909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23" name="Google Shape;9123;p55"/>
            <p:cNvSpPr/>
            <p:nvPr/>
          </p:nvSpPr>
          <p:spPr>
            <a:xfrm>
              <a:off x="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24" name="Google Shape;9124;p55"/>
            <p:cNvSpPr/>
            <p:nvPr/>
          </p:nvSpPr>
          <p:spPr>
            <a:xfrm>
              <a:off x="38100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25" name="Google Shape;9125;p55"/>
            <p:cNvSpPr/>
            <p:nvPr/>
          </p:nvSpPr>
          <p:spPr>
            <a:xfrm>
              <a:off x="76201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26" name="Google Shape;9126;p55"/>
            <p:cNvSpPr/>
            <p:nvPr/>
          </p:nvSpPr>
          <p:spPr>
            <a:xfrm>
              <a:off x="114301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27" name="Google Shape;9127;p55"/>
            <p:cNvSpPr/>
            <p:nvPr/>
          </p:nvSpPr>
          <p:spPr>
            <a:xfrm>
              <a:off x="152402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28" name="Google Shape;9128;p55"/>
            <p:cNvSpPr/>
            <p:nvPr/>
          </p:nvSpPr>
          <p:spPr>
            <a:xfrm>
              <a:off x="190502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29" name="Google Shape;9129;p55"/>
            <p:cNvSpPr/>
            <p:nvPr/>
          </p:nvSpPr>
          <p:spPr>
            <a:xfrm>
              <a:off x="228603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30" name="Google Shape;9130;p55"/>
            <p:cNvSpPr/>
            <p:nvPr/>
          </p:nvSpPr>
          <p:spPr>
            <a:xfrm>
              <a:off x="266703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31" name="Google Shape;9131;p55"/>
            <p:cNvSpPr/>
            <p:nvPr/>
          </p:nvSpPr>
          <p:spPr>
            <a:xfrm>
              <a:off x="304804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32" name="Google Shape;9132;p55"/>
            <p:cNvSpPr/>
            <p:nvPr/>
          </p:nvSpPr>
          <p:spPr>
            <a:xfrm>
              <a:off x="342904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33" name="Google Shape;9133;p55"/>
            <p:cNvSpPr/>
            <p:nvPr/>
          </p:nvSpPr>
          <p:spPr>
            <a:xfrm>
              <a:off x="381005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34" name="Google Shape;9134;p55"/>
            <p:cNvSpPr/>
            <p:nvPr/>
          </p:nvSpPr>
          <p:spPr>
            <a:xfrm>
              <a:off x="419105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35" name="Google Shape;9135;p55"/>
            <p:cNvSpPr/>
            <p:nvPr/>
          </p:nvSpPr>
          <p:spPr>
            <a:xfrm>
              <a:off x="457206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36" name="Google Shape;9136;p55"/>
            <p:cNvSpPr/>
            <p:nvPr/>
          </p:nvSpPr>
          <p:spPr>
            <a:xfrm>
              <a:off x="495306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37" name="Google Shape;9137;p55"/>
            <p:cNvSpPr/>
            <p:nvPr/>
          </p:nvSpPr>
          <p:spPr>
            <a:xfrm>
              <a:off x="533407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38" name="Google Shape;9138;p55"/>
            <p:cNvSpPr/>
            <p:nvPr/>
          </p:nvSpPr>
          <p:spPr>
            <a:xfrm>
              <a:off x="571507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39" name="Google Shape;9139;p55"/>
            <p:cNvSpPr/>
            <p:nvPr/>
          </p:nvSpPr>
          <p:spPr>
            <a:xfrm>
              <a:off x="609608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40" name="Google Shape;9140;p55"/>
            <p:cNvSpPr/>
            <p:nvPr/>
          </p:nvSpPr>
          <p:spPr>
            <a:xfrm>
              <a:off x="647708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41" name="Google Shape;9141;p55"/>
            <p:cNvSpPr/>
            <p:nvPr/>
          </p:nvSpPr>
          <p:spPr>
            <a:xfrm>
              <a:off x="685809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42" name="Google Shape;9142;p55"/>
            <p:cNvSpPr/>
            <p:nvPr/>
          </p:nvSpPr>
          <p:spPr>
            <a:xfrm>
              <a:off x="723909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43" name="Google Shape;9143;p55"/>
            <p:cNvSpPr/>
            <p:nvPr/>
          </p:nvSpPr>
          <p:spPr>
            <a:xfrm>
              <a:off x="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44" name="Google Shape;9144;p55"/>
            <p:cNvSpPr/>
            <p:nvPr/>
          </p:nvSpPr>
          <p:spPr>
            <a:xfrm>
              <a:off x="38100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45" name="Google Shape;9145;p55"/>
            <p:cNvSpPr/>
            <p:nvPr/>
          </p:nvSpPr>
          <p:spPr>
            <a:xfrm>
              <a:off x="76201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46" name="Google Shape;9146;p55"/>
            <p:cNvSpPr/>
            <p:nvPr/>
          </p:nvSpPr>
          <p:spPr>
            <a:xfrm>
              <a:off x="114301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47" name="Google Shape;9147;p55"/>
            <p:cNvSpPr/>
            <p:nvPr/>
          </p:nvSpPr>
          <p:spPr>
            <a:xfrm>
              <a:off x="152402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48" name="Google Shape;9148;p55"/>
            <p:cNvSpPr/>
            <p:nvPr/>
          </p:nvSpPr>
          <p:spPr>
            <a:xfrm>
              <a:off x="190502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49" name="Google Shape;9149;p55"/>
            <p:cNvSpPr/>
            <p:nvPr/>
          </p:nvSpPr>
          <p:spPr>
            <a:xfrm>
              <a:off x="228603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50" name="Google Shape;9150;p55"/>
            <p:cNvSpPr/>
            <p:nvPr/>
          </p:nvSpPr>
          <p:spPr>
            <a:xfrm>
              <a:off x="266703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51" name="Google Shape;9151;p55"/>
            <p:cNvSpPr/>
            <p:nvPr/>
          </p:nvSpPr>
          <p:spPr>
            <a:xfrm>
              <a:off x="304804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52" name="Google Shape;9152;p55"/>
            <p:cNvSpPr/>
            <p:nvPr/>
          </p:nvSpPr>
          <p:spPr>
            <a:xfrm>
              <a:off x="342904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53" name="Google Shape;9153;p55"/>
            <p:cNvSpPr/>
            <p:nvPr/>
          </p:nvSpPr>
          <p:spPr>
            <a:xfrm>
              <a:off x="381005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54" name="Google Shape;9154;p55"/>
            <p:cNvSpPr/>
            <p:nvPr/>
          </p:nvSpPr>
          <p:spPr>
            <a:xfrm>
              <a:off x="419105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55" name="Google Shape;9155;p55"/>
            <p:cNvSpPr/>
            <p:nvPr/>
          </p:nvSpPr>
          <p:spPr>
            <a:xfrm>
              <a:off x="457206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56" name="Google Shape;9156;p55"/>
            <p:cNvSpPr/>
            <p:nvPr/>
          </p:nvSpPr>
          <p:spPr>
            <a:xfrm>
              <a:off x="495306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57" name="Google Shape;9157;p55"/>
            <p:cNvSpPr/>
            <p:nvPr/>
          </p:nvSpPr>
          <p:spPr>
            <a:xfrm>
              <a:off x="533407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58" name="Google Shape;9158;p55"/>
            <p:cNvSpPr/>
            <p:nvPr/>
          </p:nvSpPr>
          <p:spPr>
            <a:xfrm>
              <a:off x="571507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59" name="Google Shape;9159;p55"/>
            <p:cNvSpPr/>
            <p:nvPr/>
          </p:nvSpPr>
          <p:spPr>
            <a:xfrm>
              <a:off x="609608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60" name="Google Shape;9160;p55"/>
            <p:cNvSpPr/>
            <p:nvPr/>
          </p:nvSpPr>
          <p:spPr>
            <a:xfrm>
              <a:off x="647708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61" name="Google Shape;9161;p55"/>
            <p:cNvSpPr/>
            <p:nvPr/>
          </p:nvSpPr>
          <p:spPr>
            <a:xfrm>
              <a:off x="685809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62" name="Google Shape;9162;p55"/>
            <p:cNvSpPr/>
            <p:nvPr/>
          </p:nvSpPr>
          <p:spPr>
            <a:xfrm>
              <a:off x="723909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63" name="Google Shape;9163;p55"/>
            <p:cNvSpPr/>
            <p:nvPr/>
          </p:nvSpPr>
          <p:spPr>
            <a:xfrm>
              <a:off x="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64" name="Google Shape;9164;p55"/>
            <p:cNvSpPr/>
            <p:nvPr/>
          </p:nvSpPr>
          <p:spPr>
            <a:xfrm>
              <a:off x="38100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65" name="Google Shape;9165;p55"/>
            <p:cNvSpPr/>
            <p:nvPr/>
          </p:nvSpPr>
          <p:spPr>
            <a:xfrm>
              <a:off x="76201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66" name="Google Shape;9166;p55"/>
            <p:cNvSpPr/>
            <p:nvPr/>
          </p:nvSpPr>
          <p:spPr>
            <a:xfrm>
              <a:off x="114301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67" name="Google Shape;9167;p55"/>
            <p:cNvSpPr/>
            <p:nvPr/>
          </p:nvSpPr>
          <p:spPr>
            <a:xfrm>
              <a:off x="152402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68" name="Google Shape;9168;p55"/>
            <p:cNvSpPr/>
            <p:nvPr/>
          </p:nvSpPr>
          <p:spPr>
            <a:xfrm>
              <a:off x="190502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69" name="Google Shape;9169;p55"/>
            <p:cNvSpPr/>
            <p:nvPr/>
          </p:nvSpPr>
          <p:spPr>
            <a:xfrm>
              <a:off x="228603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70" name="Google Shape;9170;p55"/>
            <p:cNvSpPr/>
            <p:nvPr/>
          </p:nvSpPr>
          <p:spPr>
            <a:xfrm>
              <a:off x="266703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71" name="Google Shape;9171;p55"/>
            <p:cNvSpPr/>
            <p:nvPr/>
          </p:nvSpPr>
          <p:spPr>
            <a:xfrm>
              <a:off x="304804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72" name="Google Shape;9172;p55"/>
            <p:cNvSpPr/>
            <p:nvPr/>
          </p:nvSpPr>
          <p:spPr>
            <a:xfrm>
              <a:off x="342904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73" name="Google Shape;9173;p55"/>
            <p:cNvSpPr/>
            <p:nvPr/>
          </p:nvSpPr>
          <p:spPr>
            <a:xfrm>
              <a:off x="381005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74" name="Google Shape;9174;p55"/>
            <p:cNvSpPr/>
            <p:nvPr/>
          </p:nvSpPr>
          <p:spPr>
            <a:xfrm>
              <a:off x="419105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75" name="Google Shape;9175;p55"/>
            <p:cNvSpPr/>
            <p:nvPr/>
          </p:nvSpPr>
          <p:spPr>
            <a:xfrm>
              <a:off x="457206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76" name="Google Shape;9176;p55"/>
            <p:cNvSpPr/>
            <p:nvPr/>
          </p:nvSpPr>
          <p:spPr>
            <a:xfrm>
              <a:off x="495306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77" name="Google Shape;9177;p55"/>
            <p:cNvSpPr/>
            <p:nvPr/>
          </p:nvSpPr>
          <p:spPr>
            <a:xfrm>
              <a:off x="533407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78" name="Google Shape;9178;p55"/>
            <p:cNvSpPr/>
            <p:nvPr/>
          </p:nvSpPr>
          <p:spPr>
            <a:xfrm>
              <a:off x="571507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79" name="Google Shape;9179;p55"/>
            <p:cNvSpPr/>
            <p:nvPr/>
          </p:nvSpPr>
          <p:spPr>
            <a:xfrm>
              <a:off x="609608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80" name="Google Shape;9180;p55"/>
            <p:cNvSpPr/>
            <p:nvPr/>
          </p:nvSpPr>
          <p:spPr>
            <a:xfrm>
              <a:off x="647708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81" name="Google Shape;9181;p55"/>
            <p:cNvSpPr/>
            <p:nvPr/>
          </p:nvSpPr>
          <p:spPr>
            <a:xfrm>
              <a:off x="685809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82" name="Google Shape;9182;p55"/>
            <p:cNvSpPr/>
            <p:nvPr/>
          </p:nvSpPr>
          <p:spPr>
            <a:xfrm>
              <a:off x="723909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83" name="Google Shape;9183;p55"/>
            <p:cNvSpPr/>
            <p:nvPr/>
          </p:nvSpPr>
          <p:spPr>
            <a:xfrm>
              <a:off x="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84" name="Google Shape;9184;p55"/>
            <p:cNvSpPr/>
            <p:nvPr/>
          </p:nvSpPr>
          <p:spPr>
            <a:xfrm>
              <a:off x="38100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85" name="Google Shape;9185;p55"/>
            <p:cNvSpPr/>
            <p:nvPr/>
          </p:nvSpPr>
          <p:spPr>
            <a:xfrm>
              <a:off x="76201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86" name="Google Shape;9186;p55"/>
            <p:cNvSpPr/>
            <p:nvPr/>
          </p:nvSpPr>
          <p:spPr>
            <a:xfrm>
              <a:off x="114301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87" name="Google Shape;9187;p55"/>
            <p:cNvSpPr/>
            <p:nvPr/>
          </p:nvSpPr>
          <p:spPr>
            <a:xfrm>
              <a:off x="152402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88" name="Google Shape;9188;p55"/>
            <p:cNvSpPr/>
            <p:nvPr/>
          </p:nvSpPr>
          <p:spPr>
            <a:xfrm>
              <a:off x="190502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89" name="Google Shape;9189;p55"/>
            <p:cNvSpPr/>
            <p:nvPr/>
          </p:nvSpPr>
          <p:spPr>
            <a:xfrm>
              <a:off x="228603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90" name="Google Shape;9190;p55"/>
            <p:cNvSpPr/>
            <p:nvPr/>
          </p:nvSpPr>
          <p:spPr>
            <a:xfrm>
              <a:off x="266703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91" name="Google Shape;9191;p55"/>
            <p:cNvSpPr/>
            <p:nvPr/>
          </p:nvSpPr>
          <p:spPr>
            <a:xfrm>
              <a:off x="304804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92" name="Google Shape;9192;p55"/>
            <p:cNvSpPr/>
            <p:nvPr/>
          </p:nvSpPr>
          <p:spPr>
            <a:xfrm>
              <a:off x="342904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93" name="Google Shape;9193;p55"/>
            <p:cNvSpPr/>
            <p:nvPr/>
          </p:nvSpPr>
          <p:spPr>
            <a:xfrm>
              <a:off x="381005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94" name="Google Shape;9194;p55"/>
            <p:cNvSpPr/>
            <p:nvPr/>
          </p:nvSpPr>
          <p:spPr>
            <a:xfrm>
              <a:off x="419105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95" name="Google Shape;9195;p55"/>
            <p:cNvSpPr/>
            <p:nvPr/>
          </p:nvSpPr>
          <p:spPr>
            <a:xfrm>
              <a:off x="457206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96" name="Google Shape;9196;p55"/>
            <p:cNvSpPr/>
            <p:nvPr/>
          </p:nvSpPr>
          <p:spPr>
            <a:xfrm>
              <a:off x="495306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97" name="Google Shape;9197;p55"/>
            <p:cNvSpPr/>
            <p:nvPr/>
          </p:nvSpPr>
          <p:spPr>
            <a:xfrm>
              <a:off x="533407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98" name="Google Shape;9198;p55"/>
            <p:cNvSpPr/>
            <p:nvPr/>
          </p:nvSpPr>
          <p:spPr>
            <a:xfrm>
              <a:off x="571507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99" name="Google Shape;9199;p55"/>
            <p:cNvSpPr/>
            <p:nvPr/>
          </p:nvSpPr>
          <p:spPr>
            <a:xfrm>
              <a:off x="609608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00" name="Google Shape;9200;p55"/>
            <p:cNvSpPr/>
            <p:nvPr/>
          </p:nvSpPr>
          <p:spPr>
            <a:xfrm>
              <a:off x="647708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01" name="Google Shape;9201;p55"/>
            <p:cNvSpPr/>
            <p:nvPr/>
          </p:nvSpPr>
          <p:spPr>
            <a:xfrm>
              <a:off x="685809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02" name="Google Shape;9202;p55"/>
            <p:cNvSpPr/>
            <p:nvPr/>
          </p:nvSpPr>
          <p:spPr>
            <a:xfrm>
              <a:off x="723909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03" name="Google Shape;9203;p55"/>
            <p:cNvSpPr/>
            <p:nvPr/>
          </p:nvSpPr>
          <p:spPr>
            <a:xfrm>
              <a:off x="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04" name="Google Shape;9204;p55"/>
            <p:cNvSpPr/>
            <p:nvPr/>
          </p:nvSpPr>
          <p:spPr>
            <a:xfrm>
              <a:off x="38100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05" name="Google Shape;9205;p55"/>
            <p:cNvSpPr/>
            <p:nvPr/>
          </p:nvSpPr>
          <p:spPr>
            <a:xfrm>
              <a:off x="76201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06" name="Google Shape;9206;p55"/>
            <p:cNvSpPr/>
            <p:nvPr/>
          </p:nvSpPr>
          <p:spPr>
            <a:xfrm>
              <a:off x="114301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07" name="Google Shape;9207;p55"/>
            <p:cNvSpPr/>
            <p:nvPr/>
          </p:nvSpPr>
          <p:spPr>
            <a:xfrm>
              <a:off x="152402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08" name="Google Shape;9208;p55"/>
            <p:cNvSpPr/>
            <p:nvPr/>
          </p:nvSpPr>
          <p:spPr>
            <a:xfrm>
              <a:off x="190502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09" name="Google Shape;9209;p55"/>
            <p:cNvSpPr/>
            <p:nvPr/>
          </p:nvSpPr>
          <p:spPr>
            <a:xfrm>
              <a:off x="228603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10" name="Google Shape;9210;p55"/>
            <p:cNvSpPr/>
            <p:nvPr/>
          </p:nvSpPr>
          <p:spPr>
            <a:xfrm>
              <a:off x="266703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11" name="Google Shape;9211;p55"/>
            <p:cNvSpPr/>
            <p:nvPr/>
          </p:nvSpPr>
          <p:spPr>
            <a:xfrm>
              <a:off x="304804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12" name="Google Shape;9212;p55"/>
            <p:cNvSpPr/>
            <p:nvPr/>
          </p:nvSpPr>
          <p:spPr>
            <a:xfrm>
              <a:off x="342904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13" name="Google Shape;9213;p55"/>
            <p:cNvSpPr/>
            <p:nvPr/>
          </p:nvSpPr>
          <p:spPr>
            <a:xfrm>
              <a:off x="381005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14" name="Google Shape;9214;p55"/>
            <p:cNvSpPr/>
            <p:nvPr/>
          </p:nvSpPr>
          <p:spPr>
            <a:xfrm>
              <a:off x="419105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15" name="Google Shape;9215;p55"/>
            <p:cNvSpPr/>
            <p:nvPr/>
          </p:nvSpPr>
          <p:spPr>
            <a:xfrm>
              <a:off x="457206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16" name="Google Shape;9216;p55"/>
            <p:cNvSpPr/>
            <p:nvPr/>
          </p:nvSpPr>
          <p:spPr>
            <a:xfrm>
              <a:off x="495306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17" name="Google Shape;9217;p55"/>
            <p:cNvSpPr/>
            <p:nvPr/>
          </p:nvSpPr>
          <p:spPr>
            <a:xfrm>
              <a:off x="533407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18" name="Google Shape;9218;p55"/>
            <p:cNvSpPr/>
            <p:nvPr/>
          </p:nvSpPr>
          <p:spPr>
            <a:xfrm>
              <a:off x="571507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19" name="Google Shape;9219;p55"/>
            <p:cNvSpPr/>
            <p:nvPr/>
          </p:nvSpPr>
          <p:spPr>
            <a:xfrm>
              <a:off x="609608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20" name="Google Shape;9220;p55"/>
            <p:cNvSpPr/>
            <p:nvPr/>
          </p:nvSpPr>
          <p:spPr>
            <a:xfrm>
              <a:off x="647708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21" name="Google Shape;9221;p55"/>
            <p:cNvSpPr/>
            <p:nvPr/>
          </p:nvSpPr>
          <p:spPr>
            <a:xfrm>
              <a:off x="685809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22" name="Google Shape;9222;p55"/>
            <p:cNvSpPr/>
            <p:nvPr/>
          </p:nvSpPr>
          <p:spPr>
            <a:xfrm>
              <a:off x="723909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23" name="Google Shape;9223;p55"/>
            <p:cNvSpPr/>
            <p:nvPr/>
          </p:nvSpPr>
          <p:spPr>
            <a:xfrm>
              <a:off x="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24" name="Google Shape;9224;p55"/>
            <p:cNvSpPr/>
            <p:nvPr/>
          </p:nvSpPr>
          <p:spPr>
            <a:xfrm>
              <a:off x="38100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25" name="Google Shape;9225;p55"/>
            <p:cNvSpPr/>
            <p:nvPr/>
          </p:nvSpPr>
          <p:spPr>
            <a:xfrm>
              <a:off x="76201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26" name="Google Shape;9226;p55"/>
            <p:cNvSpPr/>
            <p:nvPr/>
          </p:nvSpPr>
          <p:spPr>
            <a:xfrm>
              <a:off x="114301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27" name="Google Shape;9227;p55"/>
            <p:cNvSpPr/>
            <p:nvPr/>
          </p:nvSpPr>
          <p:spPr>
            <a:xfrm>
              <a:off x="152402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28" name="Google Shape;9228;p55"/>
            <p:cNvSpPr/>
            <p:nvPr/>
          </p:nvSpPr>
          <p:spPr>
            <a:xfrm>
              <a:off x="190502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29" name="Google Shape;9229;p55"/>
            <p:cNvSpPr/>
            <p:nvPr/>
          </p:nvSpPr>
          <p:spPr>
            <a:xfrm>
              <a:off x="228603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30" name="Google Shape;9230;p55"/>
            <p:cNvSpPr/>
            <p:nvPr/>
          </p:nvSpPr>
          <p:spPr>
            <a:xfrm>
              <a:off x="266703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31" name="Google Shape;9231;p55"/>
            <p:cNvSpPr/>
            <p:nvPr/>
          </p:nvSpPr>
          <p:spPr>
            <a:xfrm>
              <a:off x="304804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32" name="Google Shape;9232;p55"/>
            <p:cNvSpPr/>
            <p:nvPr/>
          </p:nvSpPr>
          <p:spPr>
            <a:xfrm>
              <a:off x="342904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33" name="Google Shape;9233;p55"/>
            <p:cNvSpPr/>
            <p:nvPr/>
          </p:nvSpPr>
          <p:spPr>
            <a:xfrm>
              <a:off x="381005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34" name="Google Shape;9234;p55"/>
            <p:cNvSpPr/>
            <p:nvPr/>
          </p:nvSpPr>
          <p:spPr>
            <a:xfrm>
              <a:off x="419105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35" name="Google Shape;9235;p55"/>
            <p:cNvSpPr/>
            <p:nvPr/>
          </p:nvSpPr>
          <p:spPr>
            <a:xfrm>
              <a:off x="457206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36" name="Google Shape;9236;p55"/>
            <p:cNvSpPr/>
            <p:nvPr/>
          </p:nvSpPr>
          <p:spPr>
            <a:xfrm>
              <a:off x="495306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37" name="Google Shape;9237;p55"/>
            <p:cNvSpPr/>
            <p:nvPr/>
          </p:nvSpPr>
          <p:spPr>
            <a:xfrm>
              <a:off x="533407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38" name="Google Shape;9238;p55"/>
            <p:cNvSpPr/>
            <p:nvPr/>
          </p:nvSpPr>
          <p:spPr>
            <a:xfrm>
              <a:off x="571507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39" name="Google Shape;9239;p55"/>
            <p:cNvSpPr/>
            <p:nvPr/>
          </p:nvSpPr>
          <p:spPr>
            <a:xfrm>
              <a:off x="609608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40" name="Google Shape;9240;p55"/>
            <p:cNvSpPr/>
            <p:nvPr/>
          </p:nvSpPr>
          <p:spPr>
            <a:xfrm>
              <a:off x="647708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41" name="Google Shape;9241;p55"/>
            <p:cNvSpPr/>
            <p:nvPr/>
          </p:nvSpPr>
          <p:spPr>
            <a:xfrm>
              <a:off x="685809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42" name="Google Shape;9242;p55"/>
            <p:cNvSpPr/>
            <p:nvPr/>
          </p:nvSpPr>
          <p:spPr>
            <a:xfrm>
              <a:off x="723909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43" name="Google Shape;9243;p55"/>
            <p:cNvSpPr/>
            <p:nvPr/>
          </p:nvSpPr>
          <p:spPr>
            <a:xfrm>
              <a:off x="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44" name="Google Shape;9244;p55"/>
            <p:cNvSpPr/>
            <p:nvPr/>
          </p:nvSpPr>
          <p:spPr>
            <a:xfrm>
              <a:off x="38100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45" name="Google Shape;9245;p55"/>
            <p:cNvSpPr/>
            <p:nvPr/>
          </p:nvSpPr>
          <p:spPr>
            <a:xfrm>
              <a:off x="76201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46" name="Google Shape;9246;p55"/>
            <p:cNvSpPr/>
            <p:nvPr/>
          </p:nvSpPr>
          <p:spPr>
            <a:xfrm>
              <a:off x="114301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47" name="Google Shape;9247;p55"/>
            <p:cNvSpPr/>
            <p:nvPr/>
          </p:nvSpPr>
          <p:spPr>
            <a:xfrm>
              <a:off x="152402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48" name="Google Shape;9248;p55"/>
            <p:cNvSpPr/>
            <p:nvPr/>
          </p:nvSpPr>
          <p:spPr>
            <a:xfrm>
              <a:off x="190502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49" name="Google Shape;9249;p55"/>
            <p:cNvSpPr/>
            <p:nvPr/>
          </p:nvSpPr>
          <p:spPr>
            <a:xfrm>
              <a:off x="228603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50" name="Google Shape;9250;p55"/>
            <p:cNvSpPr/>
            <p:nvPr/>
          </p:nvSpPr>
          <p:spPr>
            <a:xfrm>
              <a:off x="266703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51" name="Google Shape;9251;p55"/>
            <p:cNvSpPr/>
            <p:nvPr/>
          </p:nvSpPr>
          <p:spPr>
            <a:xfrm>
              <a:off x="304804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52" name="Google Shape;9252;p55"/>
            <p:cNvSpPr/>
            <p:nvPr/>
          </p:nvSpPr>
          <p:spPr>
            <a:xfrm>
              <a:off x="342904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53" name="Google Shape;9253;p55"/>
            <p:cNvSpPr/>
            <p:nvPr/>
          </p:nvSpPr>
          <p:spPr>
            <a:xfrm>
              <a:off x="381005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54" name="Google Shape;9254;p55"/>
            <p:cNvSpPr/>
            <p:nvPr/>
          </p:nvSpPr>
          <p:spPr>
            <a:xfrm>
              <a:off x="419105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55" name="Google Shape;9255;p55"/>
            <p:cNvSpPr/>
            <p:nvPr/>
          </p:nvSpPr>
          <p:spPr>
            <a:xfrm>
              <a:off x="457206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56" name="Google Shape;9256;p55"/>
            <p:cNvSpPr/>
            <p:nvPr/>
          </p:nvSpPr>
          <p:spPr>
            <a:xfrm>
              <a:off x="495306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57" name="Google Shape;9257;p55"/>
            <p:cNvSpPr/>
            <p:nvPr/>
          </p:nvSpPr>
          <p:spPr>
            <a:xfrm>
              <a:off x="533407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58" name="Google Shape;9258;p55"/>
            <p:cNvSpPr/>
            <p:nvPr/>
          </p:nvSpPr>
          <p:spPr>
            <a:xfrm>
              <a:off x="571507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59" name="Google Shape;9259;p55"/>
            <p:cNvSpPr/>
            <p:nvPr/>
          </p:nvSpPr>
          <p:spPr>
            <a:xfrm>
              <a:off x="609608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60" name="Google Shape;9260;p55"/>
            <p:cNvSpPr/>
            <p:nvPr/>
          </p:nvSpPr>
          <p:spPr>
            <a:xfrm>
              <a:off x="647708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61" name="Google Shape;9261;p55"/>
            <p:cNvSpPr/>
            <p:nvPr/>
          </p:nvSpPr>
          <p:spPr>
            <a:xfrm>
              <a:off x="685809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62" name="Google Shape;9262;p55"/>
            <p:cNvSpPr/>
            <p:nvPr/>
          </p:nvSpPr>
          <p:spPr>
            <a:xfrm>
              <a:off x="723909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63" name="Google Shape;9263;p55"/>
            <p:cNvSpPr/>
            <p:nvPr/>
          </p:nvSpPr>
          <p:spPr>
            <a:xfrm>
              <a:off x="7620110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64" name="Google Shape;9264;p55"/>
            <p:cNvSpPr/>
            <p:nvPr/>
          </p:nvSpPr>
          <p:spPr>
            <a:xfrm>
              <a:off x="8001115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65" name="Google Shape;9265;p55"/>
            <p:cNvSpPr/>
            <p:nvPr/>
          </p:nvSpPr>
          <p:spPr>
            <a:xfrm>
              <a:off x="8382120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66" name="Google Shape;9266;p55"/>
            <p:cNvSpPr/>
            <p:nvPr/>
          </p:nvSpPr>
          <p:spPr>
            <a:xfrm>
              <a:off x="8763125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67" name="Google Shape;9267;p55"/>
            <p:cNvSpPr/>
            <p:nvPr/>
          </p:nvSpPr>
          <p:spPr>
            <a:xfrm>
              <a:off x="7620110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68" name="Google Shape;9268;p55"/>
            <p:cNvSpPr/>
            <p:nvPr/>
          </p:nvSpPr>
          <p:spPr>
            <a:xfrm>
              <a:off x="8001115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69" name="Google Shape;9269;p55"/>
            <p:cNvSpPr/>
            <p:nvPr/>
          </p:nvSpPr>
          <p:spPr>
            <a:xfrm>
              <a:off x="8382120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70" name="Google Shape;9270;p55"/>
            <p:cNvSpPr/>
            <p:nvPr/>
          </p:nvSpPr>
          <p:spPr>
            <a:xfrm>
              <a:off x="8763125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71" name="Google Shape;9271;p55"/>
            <p:cNvSpPr/>
            <p:nvPr/>
          </p:nvSpPr>
          <p:spPr>
            <a:xfrm>
              <a:off x="7620110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72" name="Google Shape;9272;p55"/>
            <p:cNvSpPr/>
            <p:nvPr/>
          </p:nvSpPr>
          <p:spPr>
            <a:xfrm>
              <a:off x="8001115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73" name="Google Shape;9273;p55"/>
            <p:cNvSpPr/>
            <p:nvPr/>
          </p:nvSpPr>
          <p:spPr>
            <a:xfrm>
              <a:off x="8382120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74" name="Google Shape;9274;p55"/>
            <p:cNvSpPr/>
            <p:nvPr/>
          </p:nvSpPr>
          <p:spPr>
            <a:xfrm>
              <a:off x="8763125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75" name="Google Shape;9275;p55"/>
            <p:cNvSpPr/>
            <p:nvPr/>
          </p:nvSpPr>
          <p:spPr>
            <a:xfrm>
              <a:off x="7620110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76" name="Google Shape;9276;p55"/>
            <p:cNvSpPr/>
            <p:nvPr/>
          </p:nvSpPr>
          <p:spPr>
            <a:xfrm>
              <a:off x="8001115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77" name="Google Shape;9277;p55"/>
            <p:cNvSpPr/>
            <p:nvPr/>
          </p:nvSpPr>
          <p:spPr>
            <a:xfrm>
              <a:off x="8382120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78" name="Google Shape;9278;p55"/>
            <p:cNvSpPr/>
            <p:nvPr/>
          </p:nvSpPr>
          <p:spPr>
            <a:xfrm>
              <a:off x="8763125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79" name="Google Shape;9279;p55"/>
            <p:cNvSpPr/>
            <p:nvPr/>
          </p:nvSpPr>
          <p:spPr>
            <a:xfrm>
              <a:off x="7620110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80" name="Google Shape;9280;p55"/>
            <p:cNvSpPr/>
            <p:nvPr/>
          </p:nvSpPr>
          <p:spPr>
            <a:xfrm>
              <a:off x="8001115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81" name="Google Shape;9281;p55"/>
            <p:cNvSpPr/>
            <p:nvPr/>
          </p:nvSpPr>
          <p:spPr>
            <a:xfrm>
              <a:off x="8382120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82" name="Google Shape;9282;p55"/>
            <p:cNvSpPr/>
            <p:nvPr/>
          </p:nvSpPr>
          <p:spPr>
            <a:xfrm>
              <a:off x="8763125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83" name="Google Shape;9283;p55"/>
            <p:cNvSpPr/>
            <p:nvPr/>
          </p:nvSpPr>
          <p:spPr>
            <a:xfrm>
              <a:off x="7620110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84" name="Google Shape;9284;p55"/>
            <p:cNvSpPr/>
            <p:nvPr/>
          </p:nvSpPr>
          <p:spPr>
            <a:xfrm>
              <a:off x="8001115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85" name="Google Shape;9285;p55"/>
            <p:cNvSpPr/>
            <p:nvPr/>
          </p:nvSpPr>
          <p:spPr>
            <a:xfrm>
              <a:off x="8382120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86" name="Google Shape;9286;p55"/>
            <p:cNvSpPr/>
            <p:nvPr/>
          </p:nvSpPr>
          <p:spPr>
            <a:xfrm>
              <a:off x="8763125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87" name="Google Shape;9287;p55"/>
            <p:cNvSpPr/>
            <p:nvPr/>
          </p:nvSpPr>
          <p:spPr>
            <a:xfrm>
              <a:off x="7620110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88" name="Google Shape;9288;p55"/>
            <p:cNvSpPr/>
            <p:nvPr/>
          </p:nvSpPr>
          <p:spPr>
            <a:xfrm>
              <a:off x="8001115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89" name="Google Shape;9289;p55"/>
            <p:cNvSpPr/>
            <p:nvPr/>
          </p:nvSpPr>
          <p:spPr>
            <a:xfrm>
              <a:off x="8382120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90" name="Google Shape;9290;p55"/>
            <p:cNvSpPr/>
            <p:nvPr/>
          </p:nvSpPr>
          <p:spPr>
            <a:xfrm>
              <a:off x="8763125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91" name="Google Shape;9291;p55"/>
            <p:cNvSpPr/>
            <p:nvPr/>
          </p:nvSpPr>
          <p:spPr>
            <a:xfrm>
              <a:off x="7620110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92" name="Google Shape;9292;p55"/>
            <p:cNvSpPr/>
            <p:nvPr/>
          </p:nvSpPr>
          <p:spPr>
            <a:xfrm>
              <a:off x="8001115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93" name="Google Shape;9293;p55"/>
            <p:cNvSpPr/>
            <p:nvPr/>
          </p:nvSpPr>
          <p:spPr>
            <a:xfrm>
              <a:off x="8382120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94" name="Google Shape;9294;p55"/>
            <p:cNvSpPr/>
            <p:nvPr/>
          </p:nvSpPr>
          <p:spPr>
            <a:xfrm>
              <a:off x="8763125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95" name="Google Shape;9295;p55"/>
            <p:cNvSpPr/>
            <p:nvPr/>
          </p:nvSpPr>
          <p:spPr>
            <a:xfrm>
              <a:off x="7620110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96" name="Google Shape;9296;p55"/>
            <p:cNvSpPr/>
            <p:nvPr/>
          </p:nvSpPr>
          <p:spPr>
            <a:xfrm>
              <a:off x="8001115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97" name="Google Shape;9297;p55"/>
            <p:cNvSpPr/>
            <p:nvPr/>
          </p:nvSpPr>
          <p:spPr>
            <a:xfrm>
              <a:off x="8382120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98" name="Google Shape;9298;p55"/>
            <p:cNvSpPr/>
            <p:nvPr/>
          </p:nvSpPr>
          <p:spPr>
            <a:xfrm>
              <a:off x="8763125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99" name="Google Shape;9299;p55"/>
            <p:cNvSpPr/>
            <p:nvPr/>
          </p:nvSpPr>
          <p:spPr>
            <a:xfrm>
              <a:off x="7620110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00" name="Google Shape;9300;p55"/>
            <p:cNvSpPr/>
            <p:nvPr/>
          </p:nvSpPr>
          <p:spPr>
            <a:xfrm>
              <a:off x="8001115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01" name="Google Shape;9301;p55"/>
            <p:cNvSpPr/>
            <p:nvPr/>
          </p:nvSpPr>
          <p:spPr>
            <a:xfrm>
              <a:off x="8382120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02" name="Google Shape;9302;p55"/>
            <p:cNvSpPr/>
            <p:nvPr/>
          </p:nvSpPr>
          <p:spPr>
            <a:xfrm>
              <a:off x="8763125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03" name="Google Shape;9303;p55"/>
            <p:cNvSpPr/>
            <p:nvPr/>
          </p:nvSpPr>
          <p:spPr>
            <a:xfrm>
              <a:off x="7620110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04" name="Google Shape;9304;p55"/>
            <p:cNvSpPr/>
            <p:nvPr/>
          </p:nvSpPr>
          <p:spPr>
            <a:xfrm>
              <a:off x="8001115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05" name="Google Shape;9305;p55"/>
            <p:cNvSpPr/>
            <p:nvPr/>
          </p:nvSpPr>
          <p:spPr>
            <a:xfrm>
              <a:off x="8382120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06" name="Google Shape;9306;p55"/>
            <p:cNvSpPr/>
            <p:nvPr/>
          </p:nvSpPr>
          <p:spPr>
            <a:xfrm>
              <a:off x="8763125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07" name="Google Shape;9307;p55"/>
            <p:cNvSpPr/>
            <p:nvPr/>
          </p:nvSpPr>
          <p:spPr>
            <a:xfrm>
              <a:off x="7620110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08" name="Google Shape;9308;p55"/>
            <p:cNvSpPr/>
            <p:nvPr/>
          </p:nvSpPr>
          <p:spPr>
            <a:xfrm>
              <a:off x="8001115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09" name="Google Shape;9309;p55"/>
            <p:cNvSpPr/>
            <p:nvPr/>
          </p:nvSpPr>
          <p:spPr>
            <a:xfrm>
              <a:off x="8382120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10" name="Google Shape;9310;p55"/>
            <p:cNvSpPr/>
            <p:nvPr/>
          </p:nvSpPr>
          <p:spPr>
            <a:xfrm>
              <a:off x="8763125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11" name="Google Shape;9311;p55"/>
            <p:cNvSpPr/>
            <p:nvPr/>
          </p:nvSpPr>
          <p:spPr>
            <a:xfrm>
              <a:off x="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12" name="Google Shape;9312;p55"/>
            <p:cNvSpPr/>
            <p:nvPr/>
          </p:nvSpPr>
          <p:spPr>
            <a:xfrm>
              <a:off x="38100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13" name="Google Shape;9313;p55"/>
            <p:cNvSpPr/>
            <p:nvPr/>
          </p:nvSpPr>
          <p:spPr>
            <a:xfrm>
              <a:off x="76201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14" name="Google Shape;9314;p55"/>
            <p:cNvSpPr/>
            <p:nvPr/>
          </p:nvSpPr>
          <p:spPr>
            <a:xfrm>
              <a:off x="114301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15" name="Google Shape;9315;p55"/>
            <p:cNvSpPr/>
            <p:nvPr/>
          </p:nvSpPr>
          <p:spPr>
            <a:xfrm>
              <a:off x="152402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16" name="Google Shape;9316;p55"/>
            <p:cNvSpPr/>
            <p:nvPr/>
          </p:nvSpPr>
          <p:spPr>
            <a:xfrm>
              <a:off x="190502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17" name="Google Shape;9317;p55"/>
            <p:cNvSpPr/>
            <p:nvPr/>
          </p:nvSpPr>
          <p:spPr>
            <a:xfrm>
              <a:off x="228603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18" name="Google Shape;9318;p55"/>
            <p:cNvSpPr/>
            <p:nvPr/>
          </p:nvSpPr>
          <p:spPr>
            <a:xfrm>
              <a:off x="266703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19" name="Google Shape;9319;p55"/>
            <p:cNvSpPr/>
            <p:nvPr/>
          </p:nvSpPr>
          <p:spPr>
            <a:xfrm>
              <a:off x="304804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20" name="Google Shape;9320;p55"/>
            <p:cNvSpPr/>
            <p:nvPr/>
          </p:nvSpPr>
          <p:spPr>
            <a:xfrm>
              <a:off x="342904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21" name="Google Shape;9321;p55"/>
            <p:cNvSpPr/>
            <p:nvPr/>
          </p:nvSpPr>
          <p:spPr>
            <a:xfrm>
              <a:off x="381005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22" name="Google Shape;9322;p55"/>
            <p:cNvSpPr/>
            <p:nvPr/>
          </p:nvSpPr>
          <p:spPr>
            <a:xfrm>
              <a:off x="419105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23" name="Google Shape;9323;p55"/>
            <p:cNvSpPr/>
            <p:nvPr/>
          </p:nvSpPr>
          <p:spPr>
            <a:xfrm>
              <a:off x="457206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24" name="Google Shape;9324;p55"/>
            <p:cNvSpPr/>
            <p:nvPr/>
          </p:nvSpPr>
          <p:spPr>
            <a:xfrm>
              <a:off x="495306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25" name="Google Shape;9325;p55"/>
            <p:cNvSpPr/>
            <p:nvPr/>
          </p:nvSpPr>
          <p:spPr>
            <a:xfrm>
              <a:off x="533407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26" name="Google Shape;9326;p55"/>
            <p:cNvSpPr/>
            <p:nvPr/>
          </p:nvSpPr>
          <p:spPr>
            <a:xfrm>
              <a:off x="571507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27" name="Google Shape;9327;p55"/>
            <p:cNvSpPr/>
            <p:nvPr/>
          </p:nvSpPr>
          <p:spPr>
            <a:xfrm>
              <a:off x="609608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28" name="Google Shape;9328;p55"/>
            <p:cNvSpPr/>
            <p:nvPr/>
          </p:nvSpPr>
          <p:spPr>
            <a:xfrm>
              <a:off x="647708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29" name="Google Shape;9329;p55"/>
            <p:cNvSpPr/>
            <p:nvPr/>
          </p:nvSpPr>
          <p:spPr>
            <a:xfrm>
              <a:off x="685809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30" name="Google Shape;9330;p55"/>
            <p:cNvSpPr/>
            <p:nvPr/>
          </p:nvSpPr>
          <p:spPr>
            <a:xfrm>
              <a:off x="723909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31" name="Google Shape;9331;p55"/>
            <p:cNvSpPr/>
            <p:nvPr/>
          </p:nvSpPr>
          <p:spPr>
            <a:xfrm>
              <a:off x="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32" name="Google Shape;9332;p55"/>
            <p:cNvSpPr/>
            <p:nvPr/>
          </p:nvSpPr>
          <p:spPr>
            <a:xfrm>
              <a:off x="38100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33" name="Google Shape;9333;p55"/>
            <p:cNvSpPr/>
            <p:nvPr/>
          </p:nvSpPr>
          <p:spPr>
            <a:xfrm>
              <a:off x="76201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34" name="Google Shape;9334;p55"/>
            <p:cNvSpPr/>
            <p:nvPr/>
          </p:nvSpPr>
          <p:spPr>
            <a:xfrm>
              <a:off x="114301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35" name="Google Shape;9335;p55"/>
            <p:cNvSpPr/>
            <p:nvPr/>
          </p:nvSpPr>
          <p:spPr>
            <a:xfrm>
              <a:off x="152402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36" name="Google Shape;9336;p55"/>
            <p:cNvSpPr/>
            <p:nvPr/>
          </p:nvSpPr>
          <p:spPr>
            <a:xfrm>
              <a:off x="190502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37" name="Google Shape;9337;p55"/>
            <p:cNvSpPr/>
            <p:nvPr/>
          </p:nvSpPr>
          <p:spPr>
            <a:xfrm>
              <a:off x="228603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38" name="Google Shape;9338;p55"/>
            <p:cNvSpPr/>
            <p:nvPr/>
          </p:nvSpPr>
          <p:spPr>
            <a:xfrm>
              <a:off x="266703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39" name="Google Shape;9339;p55"/>
            <p:cNvSpPr/>
            <p:nvPr/>
          </p:nvSpPr>
          <p:spPr>
            <a:xfrm>
              <a:off x="304804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40" name="Google Shape;9340;p55"/>
            <p:cNvSpPr/>
            <p:nvPr/>
          </p:nvSpPr>
          <p:spPr>
            <a:xfrm>
              <a:off x="342904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41" name="Google Shape;9341;p55"/>
            <p:cNvSpPr/>
            <p:nvPr/>
          </p:nvSpPr>
          <p:spPr>
            <a:xfrm>
              <a:off x="381005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42" name="Google Shape;9342;p55"/>
            <p:cNvSpPr/>
            <p:nvPr/>
          </p:nvSpPr>
          <p:spPr>
            <a:xfrm>
              <a:off x="419105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43" name="Google Shape;9343;p55"/>
            <p:cNvSpPr/>
            <p:nvPr/>
          </p:nvSpPr>
          <p:spPr>
            <a:xfrm>
              <a:off x="457206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44" name="Google Shape;9344;p55"/>
            <p:cNvSpPr/>
            <p:nvPr/>
          </p:nvSpPr>
          <p:spPr>
            <a:xfrm>
              <a:off x="495306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45" name="Google Shape;9345;p55"/>
            <p:cNvSpPr/>
            <p:nvPr/>
          </p:nvSpPr>
          <p:spPr>
            <a:xfrm>
              <a:off x="533407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46" name="Google Shape;9346;p55"/>
            <p:cNvSpPr/>
            <p:nvPr/>
          </p:nvSpPr>
          <p:spPr>
            <a:xfrm>
              <a:off x="571507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47" name="Google Shape;9347;p55"/>
            <p:cNvSpPr/>
            <p:nvPr/>
          </p:nvSpPr>
          <p:spPr>
            <a:xfrm>
              <a:off x="609608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48" name="Google Shape;9348;p55"/>
            <p:cNvSpPr/>
            <p:nvPr/>
          </p:nvSpPr>
          <p:spPr>
            <a:xfrm>
              <a:off x="647708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49" name="Google Shape;9349;p55"/>
            <p:cNvSpPr/>
            <p:nvPr/>
          </p:nvSpPr>
          <p:spPr>
            <a:xfrm>
              <a:off x="685809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50" name="Google Shape;9350;p55"/>
            <p:cNvSpPr/>
            <p:nvPr/>
          </p:nvSpPr>
          <p:spPr>
            <a:xfrm>
              <a:off x="723909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51" name="Google Shape;9351;p55"/>
            <p:cNvSpPr/>
            <p:nvPr/>
          </p:nvSpPr>
          <p:spPr>
            <a:xfrm>
              <a:off x="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52" name="Google Shape;9352;p55"/>
            <p:cNvSpPr/>
            <p:nvPr/>
          </p:nvSpPr>
          <p:spPr>
            <a:xfrm>
              <a:off x="38100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53" name="Google Shape;9353;p55"/>
            <p:cNvSpPr/>
            <p:nvPr/>
          </p:nvSpPr>
          <p:spPr>
            <a:xfrm>
              <a:off x="76201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54" name="Google Shape;9354;p55"/>
            <p:cNvSpPr/>
            <p:nvPr/>
          </p:nvSpPr>
          <p:spPr>
            <a:xfrm>
              <a:off x="114301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55" name="Google Shape;9355;p55"/>
            <p:cNvSpPr/>
            <p:nvPr/>
          </p:nvSpPr>
          <p:spPr>
            <a:xfrm>
              <a:off x="152402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56" name="Google Shape;9356;p55"/>
            <p:cNvSpPr/>
            <p:nvPr/>
          </p:nvSpPr>
          <p:spPr>
            <a:xfrm>
              <a:off x="190502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57" name="Google Shape;9357;p55"/>
            <p:cNvSpPr/>
            <p:nvPr/>
          </p:nvSpPr>
          <p:spPr>
            <a:xfrm>
              <a:off x="228603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58" name="Google Shape;9358;p55"/>
            <p:cNvSpPr/>
            <p:nvPr/>
          </p:nvSpPr>
          <p:spPr>
            <a:xfrm>
              <a:off x="266703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59" name="Google Shape;9359;p55"/>
            <p:cNvSpPr/>
            <p:nvPr/>
          </p:nvSpPr>
          <p:spPr>
            <a:xfrm>
              <a:off x="304804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60" name="Google Shape;9360;p55"/>
            <p:cNvSpPr/>
            <p:nvPr/>
          </p:nvSpPr>
          <p:spPr>
            <a:xfrm>
              <a:off x="342904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61" name="Google Shape;9361;p55"/>
            <p:cNvSpPr/>
            <p:nvPr/>
          </p:nvSpPr>
          <p:spPr>
            <a:xfrm>
              <a:off x="381005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62" name="Google Shape;9362;p55"/>
            <p:cNvSpPr/>
            <p:nvPr/>
          </p:nvSpPr>
          <p:spPr>
            <a:xfrm>
              <a:off x="419105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63" name="Google Shape;9363;p55"/>
            <p:cNvSpPr/>
            <p:nvPr/>
          </p:nvSpPr>
          <p:spPr>
            <a:xfrm>
              <a:off x="457206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64" name="Google Shape;9364;p55"/>
            <p:cNvSpPr/>
            <p:nvPr/>
          </p:nvSpPr>
          <p:spPr>
            <a:xfrm>
              <a:off x="495306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65" name="Google Shape;9365;p55"/>
            <p:cNvSpPr/>
            <p:nvPr/>
          </p:nvSpPr>
          <p:spPr>
            <a:xfrm>
              <a:off x="533407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66" name="Google Shape;9366;p55"/>
            <p:cNvSpPr/>
            <p:nvPr/>
          </p:nvSpPr>
          <p:spPr>
            <a:xfrm>
              <a:off x="571507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67" name="Google Shape;9367;p55"/>
            <p:cNvSpPr/>
            <p:nvPr/>
          </p:nvSpPr>
          <p:spPr>
            <a:xfrm>
              <a:off x="609608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68" name="Google Shape;9368;p55"/>
            <p:cNvSpPr/>
            <p:nvPr/>
          </p:nvSpPr>
          <p:spPr>
            <a:xfrm>
              <a:off x="647708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69" name="Google Shape;9369;p55"/>
            <p:cNvSpPr/>
            <p:nvPr/>
          </p:nvSpPr>
          <p:spPr>
            <a:xfrm>
              <a:off x="685809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70" name="Google Shape;9370;p55"/>
            <p:cNvSpPr/>
            <p:nvPr/>
          </p:nvSpPr>
          <p:spPr>
            <a:xfrm>
              <a:off x="723909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71" name="Google Shape;9371;p55"/>
            <p:cNvSpPr/>
            <p:nvPr/>
          </p:nvSpPr>
          <p:spPr>
            <a:xfrm>
              <a:off x="7620110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72" name="Google Shape;9372;p55"/>
            <p:cNvSpPr/>
            <p:nvPr/>
          </p:nvSpPr>
          <p:spPr>
            <a:xfrm>
              <a:off x="8001115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73" name="Google Shape;9373;p55"/>
            <p:cNvSpPr/>
            <p:nvPr/>
          </p:nvSpPr>
          <p:spPr>
            <a:xfrm>
              <a:off x="8382120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74" name="Google Shape;9374;p55"/>
            <p:cNvSpPr/>
            <p:nvPr/>
          </p:nvSpPr>
          <p:spPr>
            <a:xfrm>
              <a:off x="8763125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75" name="Google Shape;9375;p55"/>
            <p:cNvSpPr/>
            <p:nvPr/>
          </p:nvSpPr>
          <p:spPr>
            <a:xfrm>
              <a:off x="7620110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76" name="Google Shape;9376;p55"/>
            <p:cNvSpPr/>
            <p:nvPr/>
          </p:nvSpPr>
          <p:spPr>
            <a:xfrm>
              <a:off x="8001115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77" name="Google Shape;9377;p55"/>
            <p:cNvSpPr/>
            <p:nvPr/>
          </p:nvSpPr>
          <p:spPr>
            <a:xfrm>
              <a:off x="8382120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78" name="Google Shape;9378;p55"/>
            <p:cNvSpPr/>
            <p:nvPr/>
          </p:nvSpPr>
          <p:spPr>
            <a:xfrm>
              <a:off x="8763125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79" name="Google Shape;9379;p55"/>
            <p:cNvSpPr/>
            <p:nvPr/>
          </p:nvSpPr>
          <p:spPr>
            <a:xfrm>
              <a:off x="7620110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80" name="Google Shape;9380;p55"/>
            <p:cNvSpPr/>
            <p:nvPr/>
          </p:nvSpPr>
          <p:spPr>
            <a:xfrm>
              <a:off x="8001115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81" name="Google Shape;9381;p55"/>
            <p:cNvSpPr/>
            <p:nvPr/>
          </p:nvSpPr>
          <p:spPr>
            <a:xfrm>
              <a:off x="8382120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82" name="Google Shape;9382;p55"/>
            <p:cNvSpPr/>
            <p:nvPr/>
          </p:nvSpPr>
          <p:spPr>
            <a:xfrm>
              <a:off x="8763125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383" name="Google Shape;9383;p55"/>
          <p:cNvSpPr/>
          <p:nvPr/>
        </p:nvSpPr>
        <p:spPr>
          <a:xfrm flipH="1">
            <a:off x="0" y="0"/>
            <a:ext cx="9144000" cy="5143500"/>
          </a:xfrm>
          <a:prstGeom prst="rtTriangle">
            <a:avLst/>
          </a:prstGeom>
          <a:solidFill>
            <a:srgbClr val="005051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384" name="Google Shape;9384;p55"/>
          <p:cNvGrpSpPr/>
          <p:nvPr/>
        </p:nvGrpSpPr>
        <p:grpSpPr>
          <a:xfrm>
            <a:off x="553048" y="535000"/>
            <a:ext cx="8105852" cy="4302000"/>
            <a:chOff x="553048" y="535000"/>
            <a:chExt cx="8105852" cy="4302000"/>
          </a:xfrm>
        </p:grpSpPr>
        <p:sp>
          <p:nvSpPr>
            <p:cNvPr id="9385" name="Google Shape;9385;p55"/>
            <p:cNvSpPr/>
            <p:nvPr/>
          </p:nvSpPr>
          <p:spPr>
            <a:xfrm>
              <a:off x="942300" y="763600"/>
              <a:ext cx="7716600" cy="4073400"/>
            </a:xfrm>
            <a:prstGeom prst="roundRect">
              <a:avLst>
                <a:gd fmla="val 2480" name="adj"/>
              </a:avLst>
            </a:prstGeom>
            <a:solidFill>
              <a:srgbClr val="222828">
                <a:alpha val="2039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86" name="Google Shape;9386;p55"/>
            <p:cNvSpPr/>
            <p:nvPr/>
          </p:nvSpPr>
          <p:spPr>
            <a:xfrm>
              <a:off x="712275" y="535000"/>
              <a:ext cx="7716600" cy="4073400"/>
            </a:xfrm>
            <a:prstGeom prst="roundRect">
              <a:avLst>
                <a:gd fmla="val 248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87" name="Google Shape;9387;p55"/>
            <p:cNvSpPr/>
            <p:nvPr/>
          </p:nvSpPr>
          <p:spPr>
            <a:xfrm>
              <a:off x="848698" y="898261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5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5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88" name="Google Shape;9388;p55"/>
            <p:cNvSpPr/>
            <p:nvPr/>
          </p:nvSpPr>
          <p:spPr>
            <a:xfrm>
              <a:off x="553048" y="931482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19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8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7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89" name="Google Shape;9389;p55"/>
            <p:cNvSpPr/>
            <p:nvPr/>
          </p:nvSpPr>
          <p:spPr>
            <a:xfrm>
              <a:off x="848698" y="1332681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8"/>
                    <a:pt x="0" y="7608"/>
                  </a:cubicBezTo>
                  <a:cubicBezTo>
                    <a:pt x="0" y="11808"/>
                    <a:pt x="3404" y="15212"/>
                    <a:pt x="7604" y="15212"/>
                  </a:cubicBezTo>
                  <a:cubicBezTo>
                    <a:pt x="11804" y="15212"/>
                    <a:pt x="15209" y="11808"/>
                    <a:pt x="15209" y="7608"/>
                  </a:cubicBezTo>
                  <a:cubicBezTo>
                    <a:pt x="15209" y="3408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90" name="Google Shape;9390;p55"/>
            <p:cNvSpPr/>
            <p:nvPr/>
          </p:nvSpPr>
          <p:spPr>
            <a:xfrm>
              <a:off x="553048" y="1365902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71"/>
                    <a:pt x="0" y="1497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9"/>
                  </a:lnTo>
                  <a:cubicBezTo>
                    <a:pt x="23340" y="7948"/>
                    <a:pt x="21591" y="9042"/>
                    <a:pt x="19596" y="9042"/>
                  </a:cubicBezTo>
                  <a:lnTo>
                    <a:pt x="1493" y="9042"/>
                  </a:lnTo>
                  <a:cubicBezTo>
                    <a:pt x="671" y="9042"/>
                    <a:pt x="0" y="9709"/>
                    <a:pt x="0" y="10535"/>
                  </a:cubicBezTo>
                  <a:cubicBezTo>
                    <a:pt x="0" y="11361"/>
                    <a:pt x="671" y="12028"/>
                    <a:pt x="1493" y="12028"/>
                  </a:cubicBezTo>
                  <a:lnTo>
                    <a:pt x="19596" y="12028"/>
                  </a:lnTo>
                  <a:cubicBezTo>
                    <a:pt x="23370" y="12028"/>
                    <a:pt x="26327" y="9688"/>
                    <a:pt x="26327" y="6699"/>
                  </a:cubicBezTo>
                  <a:lnTo>
                    <a:pt x="26327" y="5330"/>
                  </a:lnTo>
                  <a:cubicBezTo>
                    <a:pt x="26327" y="2344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91" name="Google Shape;9391;p55"/>
            <p:cNvSpPr/>
            <p:nvPr/>
          </p:nvSpPr>
          <p:spPr>
            <a:xfrm>
              <a:off x="848698" y="1767184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4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4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92" name="Google Shape;9392;p55"/>
            <p:cNvSpPr/>
            <p:nvPr/>
          </p:nvSpPr>
          <p:spPr>
            <a:xfrm>
              <a:off x="553048" y="1800405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68"/>
                    <a:pt x="0" y="1493"/>
                  </a:cubicBezTo>
                  <a:cubicBezTo>
                    <a:pt x="0" y="2319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5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7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93" name="Google Shape;9393;p55"/>
            <p:cNvSpPr/>
            <p:nvPr/>
          </p:nvSpPr>
          <p:spPr>
            <a:xfrm>
              <a:off x="848698" y="2201603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5"/>
                    <a:pt x="0" y="7608"/>
                  </a:cubicBezTo>
                  <a:cubicBezTo>
                    <a:pt x="0" y="11808"/>
                    <a:pt x="3404" y="15212"/>
                    <a:pt x="7604" y="15212"/>
                  </a:cubicBezTo>
                  <a:cubicBezTo>
                    <a:pt x="11804" y="15212"/>
                    <a:pt x="15209" y="11808"/>
                    <a:pt x="15209" y="7608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94" name="Google Shape;9394;p55"/>
            <p:cNvSpPr/>
            <p:nvPr/>
          </p:nvSpPr>
          <p:spPr>
            <a:xfrm>
              <a:off x="553048" y="2234824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68"/>
                    <a:pt x="0" y="1494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9"/>
                  </a:lnTo>
                  <a:cubicBezTo>
                    <a:pt x="23340" y="7945"/>
                    <a:pt x="21591" y="9039"/>
                    <a:pt x="19596" y="9039"/>
                  </a:cubicBezTo>
                  <a:lnTo>
                    <a:pt x="1493" y="9039"/>
                  </a:lnTo>
                  <a:cubicBezTo>
                    <a:pt x="671" y="9039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9"/>
                  </a:cubicBezTo>
                  <a:lnTo>
                    <a:pt x="26327" y="5330"/>
                  </a:lnTo>
                  <a:cubicBezTo>
                    <a:pt x="26327" y="2341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95" name="Google Shape;9395;p55"/>
            <p:cNvSpPr/>
            <p:nvPr/>
          </p:nvSpPr>
          <p:spPr>
            <a:xfrm>
              <a:off x="848698" y="2636106"/>
              <a:ext cx="317374" cy="317374"/>
            </a:xfrm>
            <a:custGeom>
              <a:rect b="b" l="l" r="r" t="t"/>
              <a:pathLst>
                <a:path extrusionOk="0" h="15209" w="15209">
                  <a:moveTo>
                    <a:pt x="7604" y="0"/>
                  </a:moveTo>
                  <a:cubicBezTo>
                    <a:pt x="3404" y="0"/>
                    <a:pt x="0" y="3404"/>
                    <a:pt x="0" y="7604"/>
                  </a:cubicBezTo>
                  <a:cubicBezTo>
                    <a:pt x="0" y="11805"/>
                    <a:pt x="3404" y="15209"/>
                    <a:pt x="7604" y="15209"/>
                  </a:cubicBezTo>
                  <a:cubicBezTo>
                    <a:pt x="11804" y="15209"/>
                    <a:pt x="15209" y="11805"/>
                    <a:pt x="15209" y="7604"/>
                  </a:cubicBezTo>
                  <a:cubicBezTo>
                    <a:pt x="15209" y="3404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96" name="Google Shape;9396;p55"/>
            <p:cNvSpPr/>
            <p:nvPr/>
          </p:nvSpPr>
          <p:spPr>
            <a:xfrm>
              <a:off x="553048" y="2669265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71"/>
                    <a:pt x="0" y="1496"/>
                  </a:cubicBezTo>
                  <a:cubicBezTo>
                    <a:pt x="0" y="2322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8"/>
                  </a:lnTo>
                  <a:cubicBezTo>
                    <a:pt x="23340" y="7947"/>
                    <a:pt x="21591" y="9041"/>
                    <a:pt x="19596" y="9041"/>
                  </a:cubicBezTo>
                  <a:lnTo>
                    <a:pt x="1493" y="9041"/>
                  </a:lnTo>
                  <a:cubicBezTo>
                    <a:pt x="671" y="9041"/>
                    <a:pt x="0" y="9709"/>
                    <a:pt x="0" y="10534"/>
                  </a:cubicBezTo>
                  <a:cubicBezTo>
                    <a:pt x="0" y="11360"/>
                    <a:pt x="671" y="12028"/>
                    <a:pt x="1493" y="12028"/>
                  </a:cubicBezTo>
                  <a:lnTo>
                    <a:pt x="19596" y="12028"/>
                  </a:lnTo>
                  <a:cubicBezTo>
                    <a:pt x="23370" y="12028"/>
                    <a:pt x="26327" y="9688"/>
                    <a:pt x="26327" y="6698"/>
                  </a:cubicBezTo>
                  <a:lnTo>
                    <a:pt x="26327" y="5330"/>
                  </a:lnTo>
                  <a:cubicBezTo>
                    <a:pt x="26327" y="2343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97" name="Google Shape;9397;p55"/>
            <p:cNvSpPr/>
            <p:nvPr/>
          </p:nvSpPr>
          <p:spPr>
            <a:xfrm>
              <a:off x="848698" y="3070526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5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98" name="Google Shape;9398;p55"/>
            <p:cNvSpPr/>
            <p:nvPr/>
          </p:nvSpPr>
          <p:spPr>
            <a:xfrm>
              <a:off x="553048" y="3103747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20"/>
                    <a:pt x="671" y="2987"/>
                    <a:pt x="1493" y="2987"/>
                  </a:cubicBezTo>
                  <a:lnTo>
                    <a:pt x="19596" y="2987"/>
                  </a:lnTo>
                  <a:cubicBezTo>
                    <a:pt x="21591" y="2987"/>
                    <a:pt x="23340" y="4081"/>
                    <a:pt x="23340" y="5330"/>
                  </a:cubicBezTo>
                  <a:lnTo>
                    <a:pt x="23340" y="6696"/>
                  </a:lnTo>
                  <a:cubicBezTo>
                    <a:pt x="23340" y="7945"/>
                    <a:pt x="21591" y="9039"/>
                    <a:pt x="19596" y="9039"/>
                  </a:cubicBezTo>
                  <a:lnTo>
                    <a:pt x="1493" y="9039"/>
                  </a:lnTo>
                  <a:cubicBezTo>
                    <a:pt x="671" y="9039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6"/>
                  </a:cubicBezTo>
                  <a:lnTo>
                    <a:pt x="26327" y="5330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99" name="Google Shape;9399;p55"/>
            <p:cNvSpPr/>
            <p:nvPr/>
          </p:nvSpPr>
          <p:spPr>
            <a:xfrm>
              <a:off x="848698" y="3504966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7"/>
                    <a:pt x="0" y="7607"/>
                  </a:cubicBezTo>
                  <a:cubicBezTo>
                    <a:pt x="0" y="11807"/>
                    <a:pt x="3404" y="15212"/>
                    <a:pt x="7604" y="15212"/>
                  </a:cubicBezTo>
                  <a:cubicBezTo>
                    <a:pt x="11804" y="15212"/>
                    <a:pt x="15209" y="11807"/>
                    <a:pt x="15209" y="7607"/>
                  </a:cubicBezTo>
                  <a:cubicBezTo>
                    <a:pt x="15209" y="3407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00" name="Google Shape;9400;p55"/>
            <p:cNvSpPr/>
            <p:nvPr/>
          </p:nvSpPr>
          <p:spPr>
            <a:xfrm>
              <a:off x="553048" y="3538167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72"/>
                    <a:pt x="0" y="1497"/>
                  </a:cubicBezTo>
                  <a:cubicBezTo>
                    <a:pt x="0" y="2320"/>
                    <a:pt x="671" y="2991"/>
                    <a:pt x="1493" y="2991"/>
                  </a:cubicBezTo>
                  <a:lnTo>
                    <a:pt x="19596" y="2991"/>
                  </a:lnTo>
                  <a:cubicBezTo>
                    <a:pt x="21591" y="2991"/>
                    <a:pt x="23340" y="4085"/>
                    <a:pt x="23340" y="5331"/>
                  </a:cubicBezTo>
                  <a:lnTo>
                    <a:pt x="23340" y="6699"/>
                  </a:lnTo>
                  <a:cubicBezTo>
                    <a:pt x="23340" y="7948"/>
                    <a:pt x="21591" y="9042"/>
                    <a:pt x="19596" y="9042"/>
                  </a:cubicBezTo>
                  <a:lnTo>
                    <a:pt x="1493" y="9042"/>
                  </a:lnTo>
                  <a:cubicBezTo>
                    <a:pt x="671" y="9042"/>
                    <a:pt x="0" y="9710"/>
                    <a:pt x="0" y="10535"/>
                  </a:cubicBezTo>
                  <a:cubicBezTo>
                    <a:pt x="0" y="11361"/>
                    <a:pt x="671" y="12029"/>
                    <a:pt x="1493" y="12029"/>
                  </a:cubicBezTo>
                  <a:lnTo>
                    <a:pt x="19596" y="12029"/>
                  </a:lnTo>
                  <a:cubicBezTo>
                    <a:pt x="23370" y="12029"/>
                    <a:pt x="26327" y="9689"/>
                    <a:pt x="26327" y="6699"/>
                  </a:cubicBezTo>
                  <a:lnTo>
                    <a:pt x="26327" y="5331"/>
                  </a:lnTo>
                  <a:cubicBezTo>
                    <a:pt x="26327" y="2344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01" name="Google Shape;9401;p55"/>
            <p:cNvSpPr/>
            <p:nvPr/>
          </p:nvSpPr>
          <p:spPr>
            <a:xfrm>
              <a:off x="848698" y="3939449"/>
              <a:ext cx="317374" cy="317395"/>
            </a:xfrm>
            <a:custGeom>
              <a:rect b="b" l="l" r="r" t="t"/>
              <a:pathLst>
                <a:path extrusionOk="0" h="15210" w="15209">
                  <a:moveTo>
                    <a:pt x="7604" y="1"/>
                  </a:moveTo>
                  <a:cubicBezTo>
                    <a:pt x="3404" y="1"/>
                    <a:pt x="0" y="3405"/>
                    <a:pt x="0" y="7605"/>
                  </a:cubicBezTo>
                  <a:cubicBezTo>
                    <a:pt x="0" y="11805"/>
                    <a:pt x="3404" y="15209"/>
                    <a:pt x="7604" y="15209"/>
                  </a:cubicBezTo>
                  <a:cubicBezTo>
                    <a:pt x="11804" y="15209"/>
                    <a:pt x="15209" y="11805"/>
                    <a:pt x="15209" y="7605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02" name="Google Shape;9402;p55"/>
            <p:cNvSpPr/>
            <p:nvPr/>
          </p:nvSpPr>
          <p:spPr>
            <a:xfrm>
              <a:off x="553048" y="3972670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5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403" name="Google Shape;9403;p55"/>
          <p:cNvSpPr/>
          <p:nvPr/>
        </p:nvSpPr>
        <p:spPr>
          <a:xfrm>
            <a:off x="1509950" y="3913325"/>
            <a:ext cx="388400" cy="411925"/>
          </a:xfrm>
          <a:custGeom>
            <a:rect b="b" l="l" r="r" t="t"/>
            <a:pathLst>
              <a:path extrusionOk="0" h="16477" w="15536">
                <a:moveTo>
                  <a:pt x="6847" y="1663"/>
                </a:moveTo>
                <a:cubicBezTo>
                  <a:pt x="7694" y="2699"/>
                  <a:pt x="8474" y="3796"/>
                  <a:pt x="9217" y="4915"/>
                </a:cubicBezTo>
                <a:lnTo>
                  <a:pt x="9217" y="4915"/>
                </a:lnTo>
                <a:cubicBezTo>
                  <a:pt x="8312" y="5132"/>
                  <a:pt x="7406" y="5345"/>
                  <a:pt x="6499" y="5555"/>
                </a:cubicBezTo>
                <a:lnTo>
                  <a:pt x="6499" y="5555"/>
                </a:lnTo>
                <a:cubicBezTo>
                  <a:pt x="6577" y="4254"/>
                  <a:pt x="6686" y="2956"/>
                  <a:pt x="6847" y="1663"/>
                </a:cubicBezTo>
                <a:close/>
                <a:moveTo>
                  <a:pt x="13631" y="4832"/>
                </a:moveTo>
                <a:cubicBezTo>
                  <a:pt x="13054" y="5635"/>
                  <a:pt x="12464" y="6428"/>
                  <a:pt x="11865" y="7213"/>
                </a:cubicBezTo>
                <a:lnTo>
                  <a:pt x="11865" y="7213"/>
                </a:lnTo>
                <a:cubicBezTo>
                  <a:pt x="11783" y="7081"/>
                  <a:pt x="11700" y="6949"/>
                  <a:pt x="11617" y="6817"/>
                </a:cubicBezTo>
                <a:cubicBezTo>
                  <a:pt x="11353" y="6396"/>
                  <a:pt x="11086" y="5973"/>
                  <a:pt x="10816" y="5552"/>
                </a:cubicBezTo>
                <a:lnTo>
                  <a:pt x="10816" y="5552"/>
                </a:lnTo>
                <a:cubicBezTo>
                  <a:pt x="11756" y="5320"/>
                  <a:pt x="12695" y="5082"/>
                  <a:pt x="13631" y="4832"/>
                </a:cubicBezTo>
                <a:close/>
                <a:moveTo>
                  <a:pt x="5447" y="6821"/>
                </a:moveTo>
                <a:lnTo>
                  <a:pt x="5447" y="6821"/>
                </a:lnTo>
                <a:cubicBezTo>
                  <a:pt x="5412" y="7578"/>
                  <a:pt x="5383" y="8337"/>
                  <a:pt x="5358" y="9095"/>
                </a:cubicBezTo>
                <a:lnTo>
                  <a:pt x="5358" y="9095"/>
                </a:lnTo>
                <a:cubicBezTo>
                  <a:pt x="4278" y="8603"/>
                  <a:pt x="3200" y="8103"/>
                  <a:pt x="2127" y="7595"/>
                </a:cubicBezTo>
                <a:lnTo>
                  <a:pt x="2127" y="7595"/>
                </a:lnTo>
                <a:cubicBezTo>
                  <a:pt x="3233" y="7333"/>
                  <a:pt x="4340" y="7077"/>
                  <a:pt x="5447" y="6821"/>
                </a:cubicBezTo>
                <a:close/>
                <a:moveTo>
                  <a:pt x="9795" y="5801"/>
                </a:moveTo>
                <a:cubicBezTo>
                  <a:pt x="10147" y="6347"/>
                  <a:pt x="10492" y="6896"/>
                  <a:pt x="10833" y="7443"/>
                </a:cubicBezTo>
                <a:cubicBezTo>
                  <a:pt x="10961" y="7647"/>
                  <a:pt x="11089" y="7852"/>
                  <a:pt x="11216" y="8057"/>
                </a:cubicBezTo>
                <a:lnTo>
                  <a:pt x="11216" y="8057"/>
                </a:lnTo>
                <a:cubicBezTo>
                  <a:pt x="10515" y="8963"/>
                  <a:pt x="9804" y="9861"/>
                  <a:pt x="9090" y="10757"/>
                </a:cubicBezTo>
                <a:lnTo>
                  <a:pt x="9090" y="10757"/>
                </a:lnTo>
                <a:cubicBezTo>
                  <a:pt x="8168" y="10356"/>
                  <a:pt x="7249" y="9949"/>
                  <a:pt x="6332" y="9536"/>
                </a:cubicBezTo>
                <a:lnTo>
                  <a:pt x="6332" y="9536"/>
                </a:lnTo>
                <a:cubicBezTo>
                  <a:pt x="6362" y="8553"/>
                  <a:pt x="6396" y="7571"/>
                  <a:pt x="6443" y="6590"/>
                </a:cubicBezTo>
                <a:lnTo>
                  <a:pt x="6443" y="6590"/>
                </a:lnTo>
                <a:cubicBezTo>
                  <a:pt x="7562" y="6331"/>
                  <a:pt x="8679" y="6070"/>
                  <a:pt x="9795" y="5801"/>
                </a:cubicBezTo>
                <a:close/>
                <a:moveTo>
                  <a:pt x="11771" y="8958"/>
                </a:moveTo>
                <a:cubicBezTo>
                  <a:pt x="12536" y="10214"/>
                  <a:pt x="13278" y="11491"/>
                  <a:pt x="13947" y="12799"/>
                </a:cubicBezTo>
                <a:lnTo>
                  <a:pt x="13947" y="12799"/>
                </a:lnTo>
                <a:cubicBezTo>
                  <a:pt x="12637" y="12267"/>
                  <a:pt x="11332" y="11721"/>
                  <a:pt x="10032" y="11163"/>
                </a:cubicBezTo>
                <a:lnTo>
                  <a:pt x="10032" y="11163"/>
                </a:lnTo>
                <a:cubicBezTo>
                  <a:pt x="10616" y="10431"/>
                  <a:pt x="11196" y="9697"/>
                  <a:pt x="11771" y="8958"/>
                </a:cubicBezTo>
                <a:close/>
                <a:moveTo>
                  <a:pt x="6300" y="10607"/>
                </a:moveTo>
                <a:cubicBezTo>
                  <a:pt x="7016" y="10927"/>
                  <a:pt x="7732" y="11244"/>
                  <a:pt x="8451" y="11557"/>
                </a:cubicBezTo>
                <a:lnTo>
                  <a:pt x="8451" y="11557"/>
                </a:lnTo>
                <a:cubicBezTo>
                  <a:pt x="7691" y="12508"/>
                  <a:pt x="6929" y="13457"/>
                  <a:pt x="6174" y="14413"/>
                </a:cubicBezTo>
                <a:lnTo>
                  <a:pt x="6174" y="14413"/>
                </a:lnTo>
                <a:cubicBezTo>
                  <a:pt x="6229" y="13146"/>
                  <a:pt x="6264" y="11877"/>
                  <a:pt x="6300" y="10607"/>
                </a:cubicBezTo>
                <a:close/>
                <a:moveTo>
                  <a:pt x="6513" y="1"/>
                </a:moveTo>
                <a:cubicBezTo>
                  <a:pt x="6290" y="1"/>
                  <a:pt x="6060" y="131"/>
                  <a:pt x="6026" y="362"/>
                </a:cubicBezTo>
                <a:cubicBezTo>
                  <a:pt x="5760" y="2163"/>
                  <a:pt x="5604" y="3972"/>
                  <a:pt x="5501" y="5786"/>
                </a:cubicBezTo>
                <a:lnTo>
                  <a:pt x="5501" y="5786"/>
                </a:lnTo>
                <a:cubicBezTo>
                  <a:pt x="3837" y="6171"/>
                  <a:pt x="2172" y="6555"/>
                  <a:pt x="511" y="6958"/>
                </a:cubicBezTo>
                <a:cubicBezTo>
                  <a:pt x="115" y="7055"/>
                  <a:pt x="1" y="7681"/>
                  <a:pt x="393" y="7868"/>
                </a:cubicBezTo>
                <a:cubicBezTo>
                  <a:pt x="2028" y="8652"/>
                  <a:pt x="3672" y="9419"/>
                  <a:pt x="5324" y="10167"/>
                </a:cubicBezTo>
                <a:lnTo>
                  <a:pt x="5324" y="10167"/>
                </a:lnTo>
                <a:cubicBezTo>
                  <a:pt x="5265" y="12097"/>
                  <a:pt x="5213" y="14027"/>
                  <a:pt x="5099" y="15951"/>
                </a:cubicBezTo>
                <a:cubicBezTo>
                  <a:pt x="5085" y="16196"/>
                  <a:pt x="5221" y="16347"/>
                  <a:pt x="5397" y="16404"/>
                </a:cubicBezTo>
                <a:lnTo>
                  <a:pt x="5397" y="16404"/>
                </a:lnTo>
                <a:cubicBezTo>
                  <a:pt x="5468" y="16450"/>
                  <a:pt x="5548" y="16477"/>
                  <a:pt x="5628" y="16477"/>
                </a:cubicBezTo>
                <a:cubicBezTo>
                  <a:pt x="5740" y="16477"/>
                  <a:pt x="5853" y="16426"/>
                  <a:pt x="5948" y="16303"/>
                </a:cubicBezTo>
                <a:cubicBezTo>
                  <a:pt x="7084" y="14845"/>
                  <a:pt x="8241" y="13406"/>
                  <a:pt x="9393" y="11965"/>
                </a:cubicBezTo>
                <a:lnTo>
                  <a:pt x="9393" y="11965"/>
                </a:lnTo>
                <a:cubicBezTo>
                  <a:pt x="11196" y="12741"/>
                  <a:pt x="13009" y="13494"/>
                  <a:pt x="14832" y="14222"/>
                </a:cubicBezTo>
                <a:cubicBezTo>
                  <a:pt x="14891" y="14245"/>
                  <a:pt x="14947" y="14256"/>
                  <a:pt x="14999" y="14256"/>
                </a:cubicBezTo>
                <a:cubicBezTo>
                  <a:pt x="15344" y="14256"/>
                  <a:pt x="15535" y="13791"/>
                  <a:pt x="15394" y="13491"/>
                </a:cubicBezTo>
                <a:cubicBezTo>
                  <a:pt x="14529" y="11640"/>
                  <a:pt x="13496" y="9859"/>
                  <a:pt x="12424" y="8114"/>
                </a:cubicBezTo>
                <a:lnTo>
                  <a:pt x="12424" y="8114"/>
                </a:lnTo>
                <a:cubicBezTo>
                  <a:pt x="13397" y="6844"/>
                  <a:pt x="14350" y="5557"/>
                  <a:pt x="15264" y="4238"/>
                </a:cubicBezTo>
                <a:cubicBezTo>
                  <a:pt x="15493" y="3909"/>
                  <a:pt x="15177" y="3491"/>
                  <a:pt x="14822" y="3491"/>
                </a:cubicBezTo>
                <a:cubicBezTo>
                  <a:pt x="14782" y="3491"/>
                  <a:pt x="14741" y="3496"/>
                  <a:pt x="14701" y="3507"/>
                </a:cubicBezTo>
                <a:cubicBezTo>
                  <a:pt x="13221" y="3921"/>
                  <a:pt x="11733" y="4302"/>
                  <a:pt x="10242" y="4667"/>
                </a:cubicBezTo>
                <a:lnTo>
                  <a:pt x="10242" y="4667"/>
                </a:lnTo>
                <a:cubicBezTo>
                  <a:pt x="9206" y="3091"/>
                  <a:pt x="8105" y="1549"/>
                  <a:pt x="6860" y="143"/>
                </a:cubicBezTo>
                <a:cubicBezTo>
                  <a:pt x="6774" y="46"/>
                  <a:pt x="6645" y="1"/>
                  <a:pt x="6513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04" name="Google Shape;9404;p55"/>
          <p:cNvSpPr/>
          <p:nvPr/>
        </p:nvSpPr>
        <p:spPr>
          <a:xfrm>
            <a:off x="1509950" y="3427363"/>
            <a:ext cx="146125" cy="137000"/>
          </a:xfrm>
          <a:custGeom>
            <a:rect b="b" l="l" r="r" t="t"/>
            <a:pathLst>
              <a:path extrusionOk="0" h="5480" w="5845">
                <a:moveTo>
                  <a:pt x="3672" y="1101"/>
                </a:moveTo>
                <a:cubicBezTo>
                  <a:pt x="3677" y="1103"/>
                  <a:pt x="3681" y="1105"/>
                  <a:pt x="3685" y="1107"/>
                </a:cubicBezTo>
                <a:lnTo>
                  <a:pt x="3685" y="1107"/>
                </a:lnTo>
                <a:cubicBezTo>
                  <a:pt x="3681" y="1105"/>
                  <a:pt x="3677" y="1103"/>
                  <a:pt x="3672" y="1101"/>
                </a:cubicBezTo>
                <a:close/>
                <a:moveTo>
                  <a:pt x="3072" y="4464"/>
                </a:moveTo>
                <a:lnTo>
                  <a:pt x="3072" y="4464"/>
                </a:lnTo>
                <a:cubicBezTo>
                  <a:pt x="3071" y="4464"/>
                  <a:pt x="3070" y="4464"/>
                  <a:pt x="3069" y="4464"/>
                </a:cubicBezTo>
                <a:lnTo>
                  <a:pt x="3069" y="4464"/>
                </a:lnTo>
                <a:cubicBezTo>
                  <a:pt x="3070" y="4464"/>
                  <a:pt x="3071" y="4464"/>
                  <a:pt x="3072" y="4464"/>
                </a:cubicBezTo>
                <a:close/>
                <a:moveTo>
                  <a:pt x="3052" y="4466"/>
                </a:moveTo>
                <a:lnTo>
                  <a:pt x="3052" y="4466"/>
                </a:lnTo>
                <a:cubicBezTo>
                  <a:pt x="3035" y="4469"/>
                  <a:pt x="3029" y="4470"/>
                  <a:pt x="3029" y="4470"/>
                </a:cubicBezTo>
                <a:cubicBezTo>
                  <a:pt x="3028" y="4470"/>
                  <a:pt x="3040" y="4468"/>
                  <a:pt x="3052" y="4466"/>
                </a:cubicBezTo>
                <a:close/>
                <a:moveTo>
                  <a:pt x="3036" y="989"/>
                </a:moveTo>
                <a:cubicBezTo>
                  <a:pt x="3084" y="989"/>
                  <a:pt x="3131" y="990"/>
                  <a:pt x="3177" y="992"/>
                </a:cubicBezTo>
                <a:cubicBezTo>
                  <a:pt x="3207" y="994"/>
                  <a:pt x="3236" y="998"/>
                  <a:pt x="3264" y="1000"/>
                </a:cubicBezTo>
                <a:cubicBezTo>
                  <a:pt x="3270" y="1000"/>
                  <a:pt x="3275" y="1000"/>
                  <a:pt x="3280" y="1000"/>
                </a:cubicBezTo>
                <a:lnTo>
                  <a:pt x="3280" y="1000"/>
                </a:lnTo>
                <a:cubicBezTo>
                  <a:pt x="3393" y="1021"/>
                  <a:pt x="3502" y="1045"/>
                  <a:pt x="3611" y="1080"/>
                </a:cubicBezTo>
                <a:cubicBezTo>
                  <a:pt x="3640" y="1091"/>
                  <a:pt x="3708" y="1119"/>
                  <a:pt x="3711" y="1119"/>
                </a:cubicBezTo>
                <a:cubicBezTo>
                  <a:pt x="3711" y="1119"/>
                  <a:pt x="3710" y="1118"/>
                  <a:pt x="3707" y="1117"/>
                </a:cubicBezTo>
                <a:lnTo>
                  <a:pt x="3707" y="1117"/>
                </a:lnTo>
                <a:cubicBezTo>
                  <a:pt x="3752" y="1138"/>
                  <a:pt x="3795" y="1160"/>
                  <a:pt x="3839" y="1186"/>
                </a:cubicBezTo>
                <a:cubicBezTo>
                  <a:pt x="3883" y="1209"/>
                  <a:pt x="3923" y="1236"/>
                  <a:pt x="3965" y="1261"/>
                </a:cubicBezTo>
                <a:cubicBezTo>
                  <a:pt x="3979" y="1270"/>
                  <a:pt x="3990" y="1277"/>
                  <a:pt x="3997" y="1281"/>
                </a:cubicBezTo>
                <a:lnTo>
                  <a:pt x="3997" y="1281"/>
                </a:lnTo>
                <a:cubicBezTo>
                  <a:pt x="4000" y="1284"/>
                  <a:pt x="4004" y="1288"/>
                  <a:pt x="4010" y="1293"/>
                </a:cubicBezTo>
                <a:cubicBezTo>
                  <a:pt x="4096" y="1369"/>
                  <a:pt x="4178" y="1443"/>
                  <a:pt x="4252" y="1531"/>
                </a:cubicBezTo>
                <a:cubicBezTo>
                  <a:pt x="4265" y="1544"/>
                  <a:pt x="4276" y="1558"/>
                  <a:pt x="4288" y="1572"/>
                </a:cubicBezTo>
                <a:lnTo>
                  <a:pt x="4288" y="1572"/>
                </a:lnTo>
                <a:cubicBezTo>
                  <a:pt x="4314" y="1615"/>
                  <a:pt x="4345" y="1659"/>
                  <a:pt x="4374" y="1704"/>
                </a:cubicBezTo>
                <a:cubicBezTo>
                  <a:pt x="4397" y="1744"/>
                  <a:pt x="4422" y="1784"/>
                  <a:pt x="4444" y="1826"/>
                </a:cubicBezTo>
                <a:cubicBezTo>
                  <a:pt x="4456" y="1852"/>
                  <a:pt x="4498" y="1948"/>
                  <a:pt x="4500" y="1948"/>
                </a:cubicBezTo>
                <a:cubicBezTo>
                  <a:pt x="4500" y="1948"/>
                  <a:pt x="4500" y="1947"/>
                  <a:pt x="4500" y="1946"/>
                </a:cubicBezTo>
                <a:lnTo>
                  <a:pt x="4500" y="1946"/>
                </a:lnTo>
                <a:cubicBezTo>
                  <a:pt x="4527" y="2021"/>
                  <a:pt x="4553" y="2096"/>
                  <a:pt x="4574" y="2174"/>
                </a:cubicBezTo>
                <a:cubicBezTo>
                  <a:pt x="4587" y="2220"/>
                  <a:pt x="4597" y="2266"/>
                  <a:pt x="4608" y="2315"/>
                </a:cubicBezTo>
                <a:cubicBezTo>
                  <a:pt x="4614" y="2346"/>
                  <a:pt x="4627" y="2444"/>
                  <a:pt x="4628" y="2444"/>
                </a:cubicBezTo>
                <a:cubicBezTo>
                  <a:pt x="4629" y="2444"/>
                  <a:pt x="4628" y="2430"/>
                  <a:pt x="4625" y="2395"/>
                </a:cubicBezTo>
                <a:lnTo>
                  <a:pt x="4625" y="2395"/>
                </a:lnTo>
                <a:cubicBezTo>
                  <a:pt x="4635" y="2498"/>
                  <a:pt x="4644" y="2599"/>
                  <a:pt x="4642" y="2702"/>
                </a:cubicBezTo>
                <a:cubicBezTo>
                  <a:pt x="4642" y="2757"/>
                  <a:pt x="4639" y="2812"/>
                  <a:pt x="4635" y="2867"/>
                </a:cubicBezTo>
                <a:cubicBezTo>
                  <a:pt x="4633" y="2890"/>
                  <a:pt x="4631" y="2915"/>
                  <a:pt x="4629" y="2938"/>
                </a:cubicBezTo>
                <a:cubicBezTo>
                  <a:pt x="4629" y="2941"/>
                  <a:pt x="4629" y="2943"/>
                  <a:pt x="4629" y="2945"/>
                </a:cubicBezTo>
                <a:lnTo>
                  <a:pt x="4629" y="2945"/>
                </a:lnTo>
                <a:cubicBezTo>
                  <a:pt x="4610" y="3044"/>
                  <a:pt x="4592" y="3139"/>
                  <a:pt x="4564" y="3235"/>
                </a:cubicBezTo>
                <a:cubicBezTo>
                  <a:pt x="4551" y="3282"/>
                  <a:pt x="4536" y="3328"/>
                  <a:pt x="4519" y="3372"/>
                </a:cubicBezTo>
                <a:cubicBezTo>
                  <a:pt x="4511" y="3396"/>
                  <a:pt x="4503" y="3419"/>
                  <a:pt x="4494" y="3442"/>
                </a:cubicBezTo>
                <a:cubicBezTo>
                  <a:pt x="4493" y="3445"/>
                  <a:pt x="4492" y="3448"/>
                  <a:pt x="4491" y="3451"/>
                </a:cubicBezTo>
                <a:lnTo>
                  <a:pt x="4491" y="3451"/>
                </a:lnTo>
                <a:cubicBezTo>
                  <a:pt x="4490" y="3453"/>
                  <a:pt x="4489" y="3455"/>
                  <a:pt x="4488" y="3457"/>
                </a:cubicBezTo>
                <a:cubicBezTo>
                  <a:pt x="4439" y="3543"/>
                  <a:pt x="4399" y="3629"/>
                  <a:pt x="4345" y="3714"/>
                </a:cubicBezTo>
                <a:cubicBezTo>
                  <a:pt x="4335" y="3728"/>
                  <a:pt x="4281" y="3805"/>
                  <a:pt x="4270" y="3821"/>
                </a:cubicBezTo>
                <a:lnTo>
                  <a:pt x="4270" y="3821"/>
                </a:lnTo>
                <a:cubicBezTo>
                  <a:pt x="4265" y="3827"/>
                  <a:pt x="4261" y="3833"/>
                  <a:pt x="4258" y="3836"/>
                </a:cubicBezTo>
                <a:cubicBezTo>
                  <a:pt x="4233" y="3863"/>
                  <a:pt x="4210" y="3891"/>
                  <a:pt x="4184" y="3918"/>
                </a:cubicBezTo>
                <a:cubicBezTo>
                  <a:pt x="4149" y="3956"/>
                  <a:pt x="4113" y="3990"/>
                  <a:pt x="4077" y="4025"/>
                </a:cubicBezTo>
                <a:cubicBezTo>
                  <a:pt x="4063" y="4038"/>
                  <a:pt x="3976" y="4107"/>
                  <a:pt x="3979" y="4107"/>
                </a:cubicBezTo>
                <a:cubicBezTo>
                  <a:pt x="3979" y="4107"/>
                  <a:pt x="3980" y="4107"/>
                  <a:pt x="3980" y="4107"/>
                </a:cubicBezTo>
                <a:lnTo>
                  <a:pt x="3980" y="4107"/>
                </a:lnTo>
                <a:cubicBezTo>
                  <a:pt x="3895" y="4167"/>
                  <a:pt x="3805" y="4221"/>
                  <a:pt x="3713" y="4270"/>
                </a:cubicBezTo>
                <a:cubicBezTo>
                  <a:pt x="3690" y="4281"/>
                  <a:pt x="3603" y="4321"/>
                  <a:pt x="3608" y="4321"/>
                </a:cubicBezTo>
                <a:cubicBezTo>
                  <a:pt x="3609" y="4321"/>
                  <a:pt x="3610" y="4320"/>
                  <a:pt x="3614" y="4319"/>
                </a:cubicBezTo>
                <a:lnTo>
                  <a:pt x="3614" y="4319"/>
                </a:lnTo>
                <a:cubicBezTo>
                  <a:pt x="3570" y="4336"/>
                  <a:pt x="3525" y="4351"/>
                  <a:pt x="3481" y="4365"/>
                </a:cubicBezTo>
                <a:cubicBezTo>
                  <a:pt x="3350" y="4407"/>
                  <a:pt x="3217" y="4438"/>
                  <a:pt x="3080" y="4461"/>
                </a:cubicBezTo>
                <a:cubicBezTo>
                  <a:pt x="3073" y="4463"/>
                  <a:pt x="3067" y="4464"/>
                  <a:pt x="3061" y="4465"/>
                </a:cubicBezTo>
                <a:lnTo>
                  <a:pt x="3061" y="4465"/>
                </a:lnTo>
                <a:cubicBezTo>
                  <a:pt x="3027" y="4468"/>
                  <a:pt x="2993" y="4470"/>
                  <a:pt x="2958" y="4474"/>
                </a:cubicBezTo>
                <a:cubicBezTo>
                  <a:pt x="2899" y="4478"/>
                  <a:pt x="2840" y="4480"/>
                  <a:pt x="2779" y="4480"/>
                </a:cubicBezTo>
                <a:cubicBezTo>
                  <a:pt x="2762" y="4481"/>
                  <a:pt x="2745" y="4481"/>
                  <a:pt x="2728" y="4481"/>
                </a:cubicBezTo>
                <a:cubicBezTo>
                  <a:pt x="2682" y="4481"/>
                  <a:pt x="2635" y="4479"/>
                  <a:pt x="2588" y="4476"/>
                </a:cubicBezTo>
                <a:cubicBezTo>
                  <a:pt x="2560" y="4474"/>
                  <a:pt x="2533" y="4470"/>
                  <a:pt x="2505" y="4468"/>
                </a:cubicBezTo>
                <a:cubicBezTo>
                  <a:pt x="2503" y="4468"/>
                  <a:pt x="2500" y="4468"/>
                  <a:pt x="2498" y="4467"/>
                </a:cubicBezTo>
                <a:lnTo>
                  <a:pt x="2498" y="4467"/>
                </a:lnTo>
                <a:cubicBezTo>
                  <a:pt x="2389" y="4444"/>
                  <a:pt x="2284" y="4423"/>
                  <a:pt x="2179" y="4388"/>
                </a:cubicBezTo>
                <a:cubicBezTo>
                  <a:pt x="2150" y="4378"/>
                  <a:pt x="2089" y="4350"/>
                  <a:pt x="2086" y="4350"/>
                </a:cubicBezTo>
                <a:lnTo>
                  <a:pt x="2086" y="4350"/>
                </a:lnTo>
                <a:cubicBezTo>
                  <a:pt x="2085" y="4350"/>
                  <a:pt x="2095" y="4356"/>
                  <a:pt x="2126" y="4371"/>
                </a:cubicBezTo>
                <a:cubicBezTo>
                  <a:pt x="2071" y="4346"/>
                  <a:pt x="2017" y="4318"/>
                  <a:pt x="1964" y="4289"/>
                </a:cubicBezTo>
                <a:cubicBezTo>
                  <a:pt x="1924" y="4266"/>
                  <a:pt x="1884" y="4240"/>
                  <a:pt x="1844" y="4215"/>
                </a:cubicBezTo>
                <a:cubicBezTo>
                  <a:pt x="1818" y="4198"/>
                  <a:pt x="1769" y="4158"/>
                  <a:pt x="1768" y="4158"/>
                </a:cubicBezTo>
                <a:lnTo>
                  <a:pt x="1768" y="4158"/>
                </a:lnTo>
                <a:cubicBezTo>
                  <a:pt x="1768" y="4158"/>
                  <a:pt x="1777" y="4166"/>
                  <a:pt x="1804" y="4190"/>
                </a:cubicBezTo>
                <a:cubicBezTo>
                  <a:pt x="1720" y="4116"/>
                  <a:pt x="1637" y="4044"/>
                  <a:pt x="1564" y="3960"/>
                </a:cubicBezTo>
                <a:cubicBezTo>
                  <a:pt x="1558" y="3953"/>
                  <a:pt x="1523" y="3910"/>
                  <a:pt x="1505" y="3887"/>
                </a:cubicBezTo>
                <a:lnTo>
                  <a:pt x="1505" y="3887"/>
                </a:lnTo>
                <a:cubicBezTo>
                  <a:pt x="1486" y="3860"/>
                  <a:pt x="1451" y="3810"/>
                  <a:pt x="1444" y="3800"/>
                </a:cubicBezTo>
                <a:cubicBezTo>
                  <a:pt x="1389" y="3712"/>
                  <a:pt x="1345" y="3617"/>
                  <a:pt x="1294" y="3526"/>
                </a:cubicBezTo>
                <a:cubicBezTo>
                  <a:pt x="1292" y="3522"/>
                  <a:pt x="1290" y="3518"/>
                  <a:pt x="1288" y="3515"/>
                </a:cubicBezTo>
                <a:lnTo>
                  <a:pt x="1288" y="3515"/>
                </a:lnTo>
                <a:cubicBezTo>
                  <a:pt x="1286" y="3508"/>
                  <a:pt x="1282" y="3497"/>
                  <a:pt x="1277" y="3484"/>
                </a:cubicBezTo>
                <a:cubicBezTo>
                  <a:pt x="1262" y="3440"/>
                  <a:pt x="1246" y="3398"/>
                  <a:pt x="1231" y="3353"/>
                </a:cubicBezTo>
                <a:cubicBezTo>
                  <a:pt x="1199" y="3252"/>
                  <a:pt x="1174" y="3149"/>
                  <a:pt x="1155" y="3046"/>
                </a:cubicBezTo>
                <a:cubicBezTo>
                  <a:pt x="1149" y="3013"/>
                  <a:pt x="1144" y="2955"/>
                  <a:pt x="1143" y="2955"/>
                </a:cubicBezTo>
                <a:lnTo>
                  <a:pt x="1143" y="2955"/>
                </a:lnTo>
                <a:cubicBezTo>
                  <a:pt x="1143" y="2955"/>
                  <a:pt x="1144" y="2969"/>
                  <a:pt x="1147" y="3006"/>
                </a:cubicBezTo>
                <a:cubicBezTo>
                  <a:pt x="1142" y="2953"/>
                  <a:pt x="1136" y="2900"/>
                  <a:pt x="1134" y="2848"/>
                </a:cubicBezTo>
                <a:cubicBezTo>
                  <a:pt x="1128" y="2742"/>
                  <a:pt x="1128" y="2637"/>
                  <a:pt x="1134" y="2532"/>
                </a:cubicBezTo>
                <a:cubicBezTo>
                  <a:pt x="1135" y="2514"/>
                  <a:pt x="1144" y="2437"/>
                  <a:pt x="1147" y="2404"/>
                </a:cubicBezTo>
                <a:lnTo>
                  <a:pt x="1147" y="2404"/>
                </a:lnTo>
                <a:cubicBezTo>
                  <a:pt x="1152" y="2372"/>
                  <a:pt x="1162" y="2318"/>
                  <a:pt x="1166" y="2302"/>
                </a:cubicBezTo>
                <a:cubicBezTo>
                  <a:pt x="1189" y="2188"/>
                  <a:pt x="1222" y="2081"/>
                  <a:pt x="1260" y="1969"/>
                </a:cubicBezTo>
                <a:cubicBezTo>
                  <a:pt x="1266" y="1952"/>
                  <a:pt x="1270" y="1941"/>
                  <a:pt x="1272" y="1933"/>
                </a:cubicBezTo>
                <a:lnTo>
                  <a:pt x="1272" y="1933"/>
                </a:lnTo>
                <a:cubicBezTo>
                  <a:pt x="1276" y="1926"/>
                  <a:pt x="1282" y="1915"/>
                  <a:pt x="1290" y="1900"/>
                </a:cubicBezTo>
                <a:cubicBezTo>
                  <a:pt x="1315" y="1849"/>
                  <a:pt x="1340" y="1797"/>
                  <a:pt x="1368" y="1748"/>
                </a:cubicBezTo>
                <a:cubicBezTo>
                  <a:pt x="1397" y="1700"/>
                  <a:pt x="1429" y="1651"/>
                  <a:pt x="1460" y="1605"/>
                </a:cubicBezTo>
                <a:cubicBezTo>
                  <a:pt x="1471" y="1589"/>
                  <a:pt x="1477" y="1579"/>
                  <a:pt x="1481" y="1572"/>
                </a:cubicBezTo>
                <a:lnTo>
                  <a:pt x="1481" y="1572"/>
                </a:lnTo>
                <a:cubicBezTo>
                  <a:pt x="1485" y="1568"/>
                  <a:pt x="1490" y="1563"/>
                  <a:pt x="1496" y="1556"/>
                </a:cubicBezTo>
                <a:cubicBezTo>
                  <a:pt x="1571" y="1480"/>
                  <a:pt x="1645" y="1406"/>
                  <a:pt x="1723" y="1331"/>
                </a:cubicBezTo>
                <a:lnTo>
                  <a:pt x="1723" y="1331"/>
                </a:lnTo>
                <a:cubicBezTo>
                  <a:pt x="1723" y="1331"/>
                  <a:pt x="1724" y="1331"/>
                  <a:pt x="1724" y="1331"/>
                </a:cubicBezTo>
                <a:cubicBezTo>
                  <a:pt x="1747" y="1314"/>
                  <a:pt x="1770" y="1297"/>
                  <a:pt x="1795" y="1280"/>
                </a:cubicBezTo>
                <a:cubicBezTo>
                  <a:pt x="1846" y="1249"/>
                  <a:pt x="1897" y="1219"/>
                  <a:pt x="1949" y="1192"/>
                </a:cubicBezTo>
                <a:cubicBezTo>
                  <a:pt x="1970" y="1179"/>
                  <a:pt x="1993" y="1171"/>
                  <a:pt x="2015" y="1158"/>
                </a:cubicBezTo>
                <a:cubicBezTo>
                  <a:pt x="2019" y="1156"/>
                  <a:pt x="2023" y="1153"/>
                  <a:pt x="2026" y="1151"/>
                </a:cubicBezTo>
                <a:lnTo>
                  <a:pt x="2026" y="1151"/>
                </a:lnTo>
                <a:cubicBezTo>
                  <a:pt x="2028" y="1151"/>
                  <a:pt x="2030" y="1150"/>
                  <a:pt x="2031" y="1150"/>
                </a:cubicBezTo>
                <a:cubicBezTo>
                  <a:pt x="2092" y="1131"/>
                  <a:pt x="2151" y="1108"/>
                  <a:pt x="2213" y="1091"/>
                </a:cubicBezTo>
                <a:cubicBezTo>
                  <a:pt x="2269" y="1076"/>
                  <a:pt x="2328" y="1066"/>
                  <a:pt x="2385" y="1051"/>
                </a:cubicBezTo>
                <a:cubicBezTo>
                  <a:pt x="2395" y="1049"/>
                  <a:pt x="2412" y="1046"/>
                  <a:pt x="2426" y="1043"/>
                </a:cubicBezTo>
                <a:lnTo>
                  <a:pt x="2426" y="1043"/>
                </a:lnTo>
                <a:cubicBezTo>
                  <a:pt x="2457" y="1040"/>
                  <a:pt x="2490" y="1037"/>
                  <a:pt x="2522" y="1034"/>
                </a:cubicBezTo>
                <a:cubicBezTo>
                  <a:pt x="2545" y="1032"/>
                  <a:pt x="2568" y="1029"/>
                  <a:pt x="2590" y="1025"/>
                </a:cubicBezTo>
                <a:lnTo>
                  <a:pt x="2590" y="1025"/>
                </a:lnTo>
                <a:cubicBezTo>
                  <a:pt x="2612" y="1023"/>
                  <a:pt x="2633" y="1021"/>
                  <a:pt x="2655" y="1017"/>
                </a:cubicBezTo>
                <a:cubicBezTo>
                  <a:pt x="2687" y="1011"/>
                  <a:pt x="2720" y="1004"/>
                  <a:pt x="2754" y="1000"/>
                </a:cubicBezTo>
                <a:lnTo>
                  <a:pt x="2754" y="1000"/>
                </a:lnTo>
                <a:cubicBezTo>
                  <a:pt x="2725" y="1004"/>
                  <a:pt x="2717" y="1006"/>
                  <a:pt x="2719" y="1006"/>
                </a:cubicBezTo>
                <a:cubicBezTo>
                  <a:pt x="2724" y="1006"/>
                  <a:pt x="2776" y="1000"/>
                  <a:pt x="2790" y="998"/>
                </a:cubicBezTo>
                <a:cubicBezTo>
                  <a:pt x="2853" y="996"/>
                  <a:pt x="2914" y="990"/>
                  <a:pt x="2977" y="990"/>
                </a:cubicBezTo>
                <a:cubicBezTo>
                  <a:pt x="2997" y="989"/>
                  <a:pt x="3017" y="989"/>
                  <a:pt x="3036" y="989"/>
                </a:cubicBezTo>
                <a:close/>
                <a:moveTo>
                  <a:pt x="3033" y="0"/>
                </a:moveTo>
                <a:cubicBezTo>
                  <a:pt x="2855" y="0"/>
                  <a:pt x="2675" y="14"/>
                  <a:pt x="2498" y="40"/>
                </a:cubicBezTo>
                <a:lnTo>
                  <a:pt x="2498" y="40"/>
                </a:lnTo>
                <a:cubicBezTo>
                  <a:pt x="1906" y="92"/>
                  <a:pt x="1353" y="298"/>
                  <a:pt x="921" y="716"/>
                </a:cubicBezTo>
                <a:cubicBezTo>
                  <a:pt x="548" y="1074"/>
                  <a:pt x="295" y="1567"/>
                  <a:pt x="199" y="2073"/>
                </a:cubicBezTo>
                <a:cubicBezTo>
                  <a:pt x="1" y="3090"/>
                  <a:pt x="293" y="4249"/>
                  <a:pt x="1125" y="4914"/>
                </a:cubicBezTo>
                <a:cubicBezTo>
                  <a:pt x="1601" y="5295"/>
                  <a:pt x="2207" y="5480"/>
                  <a:pt x="2815" y="5480"/>
                </a:cubicBezTo>
                <a:cubicBezTo>
                  <a:pt x="3434" y="5480"/>
                  <a:pt x="4057" y="5289"/>
                  <a:pt x="4549" y="4919"/>
                </a:cubicBezTo>
                <a:cubicBezTo>
                  <a:pt x="5476" y="4221"/>
                  <a:pt x="5844" y="2983"/>
                  <a:pt x="5526" y="1874"/>
                </a:cubicBezTo>
                <a:cubicBezTo>
                  <a:pt x="5354" y="1274"/>
                  <a:pt x="4987" y="750"/>
                  <a:pt x="4469" y="402"/>
                </a:cubicBezTo>
                <a:cubicBezTo>
                  <a:pt x="4038" y="112"/>
                  <a:pt x="3538" y="0"/>
                  <a:pt x="303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05" name="Google Shape;9405;p55"/>
          <p:cNvSpPr/>
          <p:nvPr/>
        </p:nvSpPr>
        <p:spPr>
          <a:xfrm>
            <a:off x="2416525" y="4108438"/>
            <a:ext cx="117525" cy="110100"/>
          </a:xfrm>
          <a:custGeom>
            <a:rect b="b" l="l" r="r" t="t"/>
            <a:pathLst>
              <a:path extrusionOk="0" h="4404" w="4701">
                <a:moveTo>
                  <a:pt x="1951" y="1032"/>
                </a:moveTo>
                <a:cubicBezTo>
                  <a:pt x="1950" y="1033"/>
                  <a:pt x="1949" y="1033"/>
                  <a:pt x="1947" y="1033"/>
                </a:cubicBezTo>
                <a:cubicBezTo>
                  <a:pt x="1948" y="1033"/>
                  <a:pt x="1950" y="1033"/>
                  <a:pt x="1951" y="1032"/>
                </a:cubicBezTo>
                <a:close/>
                <a:moveTo>
                  <a:pt x="2857" y="1059"/>
                </a:moveTo>
                <a:cubicBezTo>
                  <a:pt x="2871" y="1059"/>
                  <a:pt x="2889" y="1066"/>
                  <a:pt x="2907" y="1075"/>
                </a:cubicBezTo>
                <a:lnTo>
                  <a:pt x="2907" y="1075"/>
                </a:lnTo>
                <a:cubicBezTo>
                  <a:pt x="2887" y="1068"/>
                  <a:pt x="2858" y="1059"/>
                  <a:pt x="2857" y="1059"/>
                </a:cubicBezTo>
                <a:close/>
                <a:moveTo>
                  <a:pt x="3091" y="1185"/>
                </a:moveTo>
                <a:cubicBezTo>
                  <a:pt x="3091" y="1185"/>
                  <a:pt x="3091" y="1185"/>
                  <a:pt x="3091" y="1185"/>
                </a:cubicBezTo>
                <a:lnTo>
                  <a:pt x="3091" y="1185"/>
                </a:lnTo>
                <a:cubicBezTo>
                  <a:pt x="3091" y="1185"/>
                  <a:pt x="3091" y="1185"/>
                  <a:pt x="3091" y="1185"/>
                </a:cubicBezTo>
                <a:close/>
                <a:moveTo>
                  <a:pt x="3104" y="1198"/>
                </a:moveTo>
                <a:cubicBezTo>
                  <a:pt x="3111" y="1203"/>
                  <a:pt x="3118" y="1208"/>
                  <a:pt x="3125" y="1213"/>
                </a:cubicBezTo>
                <a:cubicBezTo>
                  <a:pt x="3142" y="1224"/>
                  <a:pt x="3149" y="1229"/>
                  <a:pt x="3148" y="1229"/>
                </a:cubicBezTo>
                <a:cubicBezTo>
                  <a:pt x="3148" y="1229"/>
                  <a:pt x="3121" y="1211"/>
                  <a:pt x="3104" y="1198"/>
                </a:cubicBezTo>
                <a:close/>
                <a:moveTo>
                  <a:pt x="1747" y="3319"/>
                </a:moveTo>
                <a:cubicBezTo>
                  <a:pt x="1767" y="3326"/>
                  <a:pt x="1803" y="3338"/>
                  <a:pt x="1802" y="3338"/>
                </a:cubicBezTo>
                <a:cubicBezTo>
                  <a:pt x="1800" y="3339"/>
                  <a:pt x="1799" y="3339"/>
                  <a:pt x="1797" y="3339"/>
                </a:cubicBezTo>
                <a:cubicBezTo>
                  <a:pt x="1785" y="3339"/>
                  <a:pt x="1766" y="3330"/>
                  <a:pt x="1747" y="3319"/>
                </a:cubicBezTo>
                <a:close/>
                <a:moveTo>
                  <a:pt x="2463" y="3393"/>
                </a:moveTo>
                <a:cubicBezTo>
                  <a:pt x="2461" y="3393"/>
                  <a:pt x="2459" y="3393"/>
                  <a:pt x="2456" y="3393"/>
                </a:cubicBezTo>
                <a:lnTo>
                  <a:pt x="2456" y="3393"/>
                </a:lnTo>
                <a:cubicBezTo>
                  <a:pt x="2459" y="3393"/>
                  <a:pt x="2462" y="3393"/>
                  <a:pt x="2463" y="3393"/>
                </a:cubicBezTo>
                <a:close/>
                <a:moveTo>
                  <a:pt x="2387" y="989"/>
                </a:moveTo>
                <a:cubicBezTo>
                  <a:pt x="2440" y="989"/>
                  <a:pt x="2491" y="989"/>
                  <a:pt x="2541" y="993"/>
                </a:cubicBezTo>
                <a:cubicBezTo>
                  <a:pt x="2560" y="993"/>
                  <a:pt x="2582" y="997"/>
                  <a:pt x="2601" y="998"/>
                </a:cubicBezTo>
                <a:lnTo>
                  <a:pt x="2601" y="998"/>
                </a:lnTo>
                <a:cubicBezTo>
                  <a:pt x="2682" y="1018"/>
                  <a:pt x="2761" y="1029"/>
                  <a:pt x="2840" y="1057"/>
                </a:cubicBezTo>
                <a:cubicBezTo>
                  <a:pt x="2857" y="1061"/>
                  <a:pt x="2876" y="1069"/>
                  <a:pt x="2895" y="1076"/>
                </a:cubicBezTo>
                <a:cubicBezTo>
                  <a:pt x="2906" y="1079"/>
                  <a:pt x="2914" y="1081"/>
                  <a:pt x="2919" y="1082"/>
                </a:cubicBezTo>
                <a:lnTo>
                  <a:pt x="2919" y="1082"/>
                </a:lnTo>
                <a:cubicBezTo>
                  <a:pt x="2944" y="1096"/>
                  <a:pt x="2968" y="1113"/>
                  <a:pt x="2984" y="1122"/>
                </a:cubicBezTo>
                <a:cubicBezTo>
                  <a:pt x="3015" y="1139"/>
                  <a:pt x="3049" y="1160"/>
                  <a:pt x="3080" y="1181"/>
                </a:cubicBezTo>
                <a:cubicBezTo>
                  <a:pt x="3084" y="1184"/>
                  <a:pt x="3088" y="1186"/>
                  <a:pt x="3092" y="1189"/>
                </a:cubicBezTo>
                <a:lnTo>
                  <a:pt x="3092" y="1189"/>
                </a:lnTo>
                <a:cubicBezTo>
                  <a:pt x="3107" y="1217"/>
                  <a:pt x="3258" y="1347"/>
                  <a:pt x="3274" y="1366"/>
                </a:cubicBezTo>
                <a:cubicBezTo>
                  <a:pt x="3278" y="1370"/>
                  <a:pt x="3281" y="1374"/>
                  <a:pt x="3284" y="1378"/>
                </a:cubicBezTo>
                <a:lnTo>
                  <a:pt x="3284" y="1378"/>
                </a:lnTo>
                <a:cubicBezTo>
                  <a:pt x="3304" y="1410"/>
                  <a:pt x="3328" y="1440"/>
                  <a:pt x="3348" y="1474"/>
                </a:cubicBezTo>
                <a:cubicBezTo>
                  <a:pt x="3367" y="1503"/>
                  <a:pt x="3386" y="1535"/>
                  <a:pt x="3403" y="1569"/>
                </a:cubicBezTo>
                <a:cubicBezTo>
                  <a:pt x="3409" y="1579"/>
                  <a:pt x="3414" y="1591"/>
                  <a:pt x="3420" y="1604"/>
                </a:cubicBezTo>
                <a:lnTo>
                  <a:pt x="3420" y="1604"/>
                </a:lnTo>
                <a:cubicBezTo>
                  <a:pt x="3420" y="1602"/>
                  <a:pt x="3420" y="1600"/>
                  <a:pt x="3420" y="1598"/>
                </a:cubicBezTo>
                <a:lnTo>
                  <a:pt x="3420" y="1598"/>
                </a:lnTo>
                <a:cubicBezTo>
                  <a:pt x="3420" y="1600"/>
                  <a:pt x="3420" y="1602"/>
                  <a:pt x="3420" y="1604"/>
                </a:cubicBezTo>
                <a:lnTo>
                  <a:pt x="3420" y="1604"/>
                </a:lnTo>
                <a:cubicBezTo>
                  <a:pt x="3420" y="1604"/>
                  <a:pt x="3420" y="1604"/>
                  <a:pt x="3420" y="1604"/>
                </a:cubicBezTo>
                <a:lnTo>
                  <a:pt x="3420" y="1604"/>
                </a:lnTo>
                <a:cubicBezTo>
                  <a:pt x="3420" y="1621"/>
                  <a:pt x="3423" y="1634"/>
                  <a:pt x="3427" y="1644"/>
                </a:cubicBezTo>
                <a:lnTo>
                  <a:pt x="3427" y="1644"/>
                </a:lnTo>
                <a:cubicBezTo>
                  <a:pt x="3423" y="1630"/>
                  <a:pt x="3420" y="1616"/>
                  <a:pt x="3420" y="1604"/>
                </a:cubicBezTo>
                <a:lnTo>
                  <a:pt x="3420" y="1604"/>
                </a:lnTo>
                <a:cubicBezTo>
                  <a:pt x="3422" y="1608"/>
                  <a:pt x="3424" y="1613"/>
                  <a:pt x="3426" y="1617"/>
                </a:cubicBezTo>
                <a:cubicBezTo>
                  <a:pt x="3442" y="1646"/>
                  <a:pt x="3443" y="1659"/>
                  <a:pt x="3439" y="1659"/>
                </a:cubicBezTo>
                <a:cubicBezTo>
                  <a:pt x="3436" y="1659"/>
                  <a:pt x="3432" y="1654"/>
                  <a:pt x="3427" y="1644"/>
                </a:cubicBezTo>
                <a:lnTo>
                  <a:pt x="3427" y="1644"/>
                </a:lnTo>
                <a:cubicBezTo>
                  <a:pt x="3443" y="1697"/>
                  <a:pt x="3479" y="1760"/>
                  <a:pt x="3491" y="1802"/>
                </a:cubicBezTo>
                <a:cubicBezTo>
                  <a:pt x="3500" y="1838"/>
                  <a:pt x="3508" y="1874"/>
                  <a:pt x="3517" y="1910"/>
                </a:cubicBezTo>
                <a:cubicBezTo>
                  <a:pt x="3521" y="1933"/>
                  <a:pt x="3525" y="1954"/>
                  <a:pt x="3529" y="1977"/>
                </a:cubicBezTo>
                <a:cubicBezTo>
                  <a:pt x="3534" y="2005"/>
                  <a:pt x="3537" y="2015"/>
                  <a:pt x="3538" y="2015"/>
                </a:cubicBezTo>
                <a:cubicBezTo>
                  <a:pt x="3540" y="2015"/>
                  <a:pt x="3530" y="1942"/>
                  <a:pt x="3525" y="1939"/>
                </a:cubicBezTo>
                <a:lnTo>
                  <a:pt x="3525" y="1939"/>
                </a:lnTo>
                <a:cubicBezTo>
                  <a:pt x="3550" y="1954"/>
                  <a:pt x="3538" y="2142"/>
                  <a:pt x="3538" y="2173"/>
                </a:cubicBezTo>
                <a:cubicBezTo>
                  <a:pt x="3538" y="2215"/>
                  <a:pt x="3535" y="2257"/>
                  <a:pt x="3533" y="2297"/>
                </a:cubicBezTo>
                <a:cubicBezTo>
                  <a:pt x="3532" y="2312"/>
                  <a:pt x="3530" y="2326"/>
                  <a:pt x="3529" y="2339"/>
                </a:cubicBezTo>
                <a:lnTo>
                  <a:pt x="3529" y="2339"/>
                </a:lnTo>
                <a:cubicBezTo>
                  <a:pt x="3514" y="2409"/>
                  <a:pt x="3504" y="2477"/>
                  <a:pt x="3483" y="2546"/>
                </a:cubicBezTo>
                <a:cubicBezTo>
                  <a:pt x="3472" y="2582"/>
                  <a:pt x="3462" y="2618"/>
                  <a:pt x="3449" y="2651"/>
                </a:cubicBezTo>
                <a:cubicBezTo>
                  <a:pt x="3445" y="2663"/>
                  <a:pt x="3440" y="2676"/>
                  <a:pt x="3436" y="2688"/>
                </a:cubicBezTo>
                <a:lnTo>
                  <a:pt x="3436" y="2688"/>
                </a:lnTo>
                <a:cubicBezTo>
                  <a:pt x="3398" y="2751"/>
                  <a:pt x="3369" y="2818"/>
                  <a:pt x="3329" y="2881"/>
                </a:cubicBezTo>
                <a:cubicBezTo>
                  <a:pt x="3324" y="2889"/>
                  <a:pt x="3300" y="2922"/>
                  <a:pt x="3284" y="2945"/>
                </a:cubicBezTo>
                <a:lnTo>
                  <a:pt x="3284" y="2945"/>
                </a:lnTo>
                <a:cubicBezTo>
                  <a:pt x="3263" y="2968"/>
                  <a:pt x="3232" y="3005"/>
                  <a:pt x="3224" y="3014"/>
                </a:cubicBezTo>
                <a:cubicBezTo>
                  <a:pt x="3198" y="3041"/>
                  <a:pt x="3171" y="3069"/>
                  <a:pt x="3142" y="3094"/>
                </a:cubicBezTo>
                <a:cubicBezTo>
                  <a:pt x="3127" y="3106"/>
                  <a:pt x="3112" y="3119"/>
                  <a:pt x="3099" y="3132"/>
                </a:cubicBezTo>
                <a:cubicBezTo>
                  <a:pt x="3075" y="3154"/>
                  <a:pt x="3071" y="3163"/>
                  <a:pt x="3076" y="3163"/>
                </a:cubicBezTo>
                <a:cubicBezTo>
                  <a:pt x="3076" y="3163"/>
                  <a:pt x="3077" y="3163"/>
                  <a:pt x="3078" y="3162"/>
                </a:cubicBezTo>
                <a:lnTo>
                  <a:pt x="3078" y="3162"/>
                </a:lnTo>
                <a:cubicBezTo>
                  <a:pt x="3021" y="3203"/>
                  <a:pt x="2923" y="3245"/>
                  <a:pt x="2889" y="3262"/>
                </a:cubicBezTo>
                <a:cubicBezTo>
                  <a:pt x="2863" y="3275"/>
                  <a:pt x="2803" y="3296"/>
                  <a:pt x="2805" y="3296"/>
                </a:cubicBezTo>
                <a:cubicBezTo>
                  <a:pt x="2806" y="3296"/>
                  <a:pt x="2822" y="3291"/>
                  <a:pt x="2866" y="3277"/>
                </a:cubicBezTo>
                <a:lnTo>
                  <a:pt x="2866" y="3277"/>
                </a:lnTo>
                <a:cubicBezTo>
                  <a:pt x="2823" y="3292"/>
                  <a:pt x="2783" y="3309"/>
                  <a:pt x="2741" y="3323"/>
                </a:cubicBezTo>
                <a:cubicBezTo>
                  <a:pt x="2642" y="3355"/>
                  <a:pt x="2541" y="3376"/>
                  <a:pt x="2438" y="3395"/>
                </a:cubicBezTo>
                <a:cubicBezTo>
                  <a:pt x="2437" y="3395"/>
                  <a:pt x="2437" y="3395"/>
                  <a:pt x="2437" y="3395"/>
                </a:cubicBezTo>
                <a:lnTo>
                  <a:pt x="2437" y="3395"/>
                </a:lnTo>
                <a:cubicBezTo>
                  <a:pt x="2416" y="3397"/>
                  <a:pt x="2395" y="3400"/>
                  <a:pt x="2375" y="3401"/>
                </a:cubicBezTo>
                <a:cubicBezTo>
                  <a:pt x="2330" y="3403"/>
                  <a:pt x="2284" y="3406"/>
                  <a:pt x="2240" y="3406"/>
                </a:cubicBezTo>
                <a:cubicBezTo>
                  <a:pt x="2226" y="3406"/>
                  <a:pt x="2211" y="3406"/>
                  <a:pt x="2197" y="3406"/>
                </a:cubicBezTo>
                <a:cubicBezTo>
                  <a:pt x="2163" y="3406"/>
                  <a:pt x="2129" y="3405"/>
                  <a:pt x="2094" y="3403"/>
                </a:cubicBezTo>
                <a:cubicBezTo>
                  <a:pt x="2081" y="3402"/>
                  <a:pt x="2067" y="3400"/>
                  <a:pt x="2054" y="3398"/>
                </a:cubicBezTo>
                <a:lnTo>
                  <a:pt x="2054" y="3398"/>
                </a:lnTo>
                <a:cubicBezTo>
                  <a:pt x="1975" y="3376"/>
                  <a:pt x="1893" y="3365"/>
                  <a:pt x="1814" y="3340"/>
                </a:cubicBezTo>
                <a:cubicBezTo>
                  <a:pt x="1797" y="3334"/>
                  <a:pt x="1778" y="3326"/>
                  <a:pt x="1762" y="3321"/>
                </a:cubicBezTo>
                <a:cubicBezTo>
                  <a:pt x="1752" y="3318"/>
                  <a:pt x="1745" y="3316"/>
                  <a:pt x="1740" y="3315"/>
                </a:cubicBezTo>
                <a:lnTo>
                  <a:pt x="1740" y="3315"/>
                </a:lnTo>
                <a:cubicBezTo>
                  <a:pt x="1716" y="3301"/>
                  <a:pt x="1691" y="3283"/>
                  <a:pt x="1679" y="3277"/>
                </a:cubicBezTo>
                <a:cubicBezTo>
                  <a:pt x="1648" y="3258"/>
                  <a:pt x="1616" y="3241"/>
                  <a:pt x="1587" y="3220"/>
                </a:cubicBezTo>
                <a:cubicBezTo>
                  <a:pt x="1572" y="3210"/>
                  <a:pt x="1557" y="3199"/>
                  <a:pt x="1543" y="3191"/>
                </a:cubicBezTo>
                <a:cubicBezTo>
                  <a:pt x="1525" y="3180"/>
                  <a:pt x="1519" y="3175"/>
                  <a:pt x="1519" y="3175"/>
                </a:cubicBezTo>
                <a:lnTo>
                  <a:pt x="1519" y="3175"/>
                </a:lnTo>
                <a:cubicBezTo>
                  <a:pt x="1518" y="3175"/>
                  <a:pt x="1582" y="3218"/>
                  <a:pt x="1580" y="3218"/>
                </a:cubicBezTo>
                <a:cubicBezTo>
                  <a:pt x="1580" y="3218"/>
                  <a:pt x="1579" y="3218"/>
                  <a:pt x="1578" y="3218"/>
                </a:cubicBezTo>
                <a:cubicBezTo>
                  <a:pt x="1542" y="3218"/>
                  <a:pt x="1420" y="3070"/>
                  <a:pt x="1399" y="3045"/>
                </a:cubicBezTo>
                <a:cubicBezTo>
                  <a:pt x="1384" y="3030"/>
                  <a:pt x="1353" y="2977"/>
                  <a:pt x="1351" y="2977"/>
                </a:cubicBezTo>
                <a:lnTo>
                  <a:pt x="1351" y="2977"/>
                </a:lnTo>
                <a:cubicBezTo>
                  <a:pt x="1350" y="2977"/>
                  <a:pt x="1354" y="2985"/>
                  <a:pt x="1363" y="3005"/>
                </a:cubicBezTo>
                <a:cubicBezTo>
                  <a:pt x="1372" y="3025"/>
                  <a:pt x="1375" y="3032"/>
                  <a:pt x="1374" y="3032"/>
                </a:cubicBezTo>
                <a:cubicBezTo>
                  <a:pt x="1372" y="3032"/>
                  <a:pt x="1335" y="2962"/>
                  <a:pt x="1326" y="2946"/>
                </a:cubicBezTo>
                <a:cubicBezTo>
                  <a:pt x="1285" y="2881"/>
                  <a:pt x="1252" y="2814"/>
                  <a:pt x="1215" y="2746"/>
                </a:cubicBezTo>
                <a:lnTo>
                  <a:pt x="1215" y="2746"/>
                </a:lnTo>
                <a:cubicBezTo>
                  <a:pt x="1214" y="2743"/>
                  <a:pt x="1213" y="2740"/>
                  <a:pt x="1212" y="2736"/>
                </a:cubicBezTo>
                <a:cubicBezTo>
                  <a:pt x="1199" y="2702"/>
                  <a:pt x="1187" y="2668"/>
                  <a:pt x="1176" y="2635"/>
                </a:cubicBezTo>
                <a:cubicBezTo>
                  <a:pt x="1153" y="2559"/>
                  <a:pt x="1132" y="2481"/>
                  <a:pt x="1119" y="2403"/>
                </a:cubicBezTo>
                <a:cubicBezTo>
                  <a:pt x="1119" y="2401"/>
                  <a:pt x="1118" y="2399"/>
                  <a:pt x="1118" y="2397"/>
                </a:cubicBezTo>
                <a:lnTo>
                  <a:pt x="1118" y="2397"/>
                </a:lnTo>
                <a:cubicBezTo>
                  <a:pt x="1122" y="2365"/>
                  <a:pt x="1108" y="2315"/>
                  <a:pt x="1106" y="2283"/>
                </a:cubicBezTo>
                <a:cubicBezTo>
                  <a:pt x="1102" y="2203"/>
                  <a:pt x="1102" y="2123"/>
                  <a:pt x="1106" y="2043"/>
                </a:cubicBezTo>
                <a:cubicBezTo>
                  <a:pt x="1107" y="2033"/>
                  <a:pt x="1110" y="2004"/>
                  <a:pt x="1113" y="1978"/>
                </a:cubicBezTo>
                <a:lnTo>
                  <a:pt x="1113" y="1978"/>
                </a:lnTo>
                <a:cubicBezTo>
                  <a:pt x="1117" y="1953"/>
                  <a:pt x="1123" y="1911"/>
                  <a:pt x="1125" y="1899"/>
                </a:cubicBezTo>
                <a:cubicBezTo>
                  <a:pt x="1144" y="1813"/>
                  <a:pt x="1170" y="1731"/>
                  <a:pt x="1197" y="1647"/>
                </a:cubicBezTo>
                <a:cubicBezTo>
                  <a:pt x="1199" y="1642"/>
                  <a:pt x="1200" y="1637"/>
                  <a:pt x="1201" y="1634"/>
                </a:cubicBezTo>
                <a:lnTo>
                  <a:pt x="1201" y="1634"/>
                </a:lnTo>
                <a:cubicBezTo>
                  <a:pt x="1203" y="1630"/>
                  <a:pt x="1205" y="1626"/>
                  <a:pt x="1208" y="1621"/>
                </a:cubicBezTo>
                <a:cubicBezTo>
                  <a:pt x="1227" y="1583"/>
                  <a:pt x="1246" y="1543"/>
                  <a:pt x="1269" y="1507"/>
                </a:cubicBezTo>
                <a:cubicBezTo>
                  <a:pt x="1290" y="1470"/>
                  <a:pt x="1313" y="1434"/>
                  <a:pt x="1338" y="1398"/>
                </a:cubicBezTo>
                <a:cubicBezTo>
                  <a:pt x="1341" y="1394"/>
                  <a:pt x="1344" y="1390"/>
                  <a:pt x="1346" y="1386"/>
                </a:cubicBezTo>
                <a:lnTo>
                  <a:pt x="1346" y="1386"/>
                </a:lnTo>
                <a:cubicBezTo>
                  <a:pt x="1346" y="1386"/>
                  <a:pt x="1346" y="1386"/>
                  <a:pt x="1347" y="1385"/>
                </a:cubicBezTo>
                <a:cubicBezTo>
                  <a:pt x="1399" y="1329"/>
                  <a:pt x="1454" y="1275"/>
                  <a:pt x="1511" y="1223"/>
                </a:cubicBezTo>
                <a:lnTo>
                  <a:pt x="1511" y="1223"/>
                </a:lnTo>
                <a:cubicBezTo>
                  <a:pt x="1524" y="1213"/>
                  <a:pt x="1537" y="1203"/>
                  <a:pt x="1551" y="1194"/>
                </a:cubicBezTo>
                <a:cubicBezTo>
                  <a:pt x="1589" y="1170"/>
                  <a:pt x="1627" y="1147"/>
                  <a:pt x="1667" y="1126"/>
                </a:cubicBezTo>
                <a:cubicBezTo>
                  <a:pt x="1682" y="1119"/>
                  <a:pt x="1697" y="1111"/>
                  <a:pt x="1712" y="1103"/>
                </a:cubicBezTo>
                <a:lnTo>
                  <a:pt x="1712" y="1103"/>
                </a:lnTo>
                <a:cubicBezTo>
                  <a:pt x="1755" y="1090"/>
                  <a:pt x="1797" y="1075"/>
                  <a:pt x="1840" y="1063"/>
                </a:cubicBezTo>
                <a:cubicBezTo>
                  <a:pt x="1884" y="1050"/>
                  <a:pt x="1928" y="1042"/>
                  <a:pt x="1970" y="1031"/>
                </a:cubicBezTo>
                <a:cubicBezTo>
                  <a:pt x="1976" y="1030"/>
                  <a:pt x="1983" y="1028"/>
                  <a:pt x="1990" y="1026"/>
                </a:cubicBezTo>
                <a:lnTo>
                  <a:pt x="1990" y="1026"/>
                </a:lnTo>
                <a:cubicBezTo>
                  <a:pt x="2008" y="1025"/>
                  <a:pt x="2026" y="1024"/>
                  <a:pt x="2042" y="1023"/>
                </a:cubicBezTo>
                <a:cubicBezTo>
                  <a:pt x="2063" y="1021"/>
                  <a:pt x="2083" y="1018"/>
                  <a:pt x="2104" y="1015"/>
                </a:cubicBezTo>
                <a:lnTo>
                  <a:pt x="2104" y="1015"/>
                </a:lnTo>
                <a:cubicBezTo>
                  <a:pt x="2127" y="1013"/>
                  <a:pt x="2151" y="1010"/>
                  <a:pt x="2175" y="1006"/>
                </a:cubicBezTo>
                <a:cubicBezTo>
                  <a:pt x="2200" y="1002"/>
                  <a:pt x="2223" y="998"/>
                  <a:pt x="2248" y="996"/>
                </a:cubicBezTo>
                <a:lnTo>
                  <a:pt x="2248" y="996"/>
                </a:lnTo>
                <a:cubicBezTo>
                  <a:pt x="2202" y="1002"/>
                  <a:pt x="2186" y="1004"/>
                  <a:pt x="2186" y="1004"/>
                </a:cubicBezTo>
                <a:cubicBezTo>
                  <a:pt x="2187" y="1004"/>
                  <a:pt x="2227" y="999"/>
                  <a:pt x="2246" y="998"/>
                </a:cubicBezTo>
                <a:cubicBezTo>
                  <a:pt x="2293" y="996"/>
                  <a:pt x="2341" y="991"/>
                  <a:pt x="2387" y="989"/>
                </a:cubicBezTo>
                <a:close/>
                <a:moveTo>
                  <a:pt x="2431" y="0"/>
                </a:moveTo>
                <a:cubicBezTo>
                  <a:pt x="2283" y="0"/>
                  <a:pt x="2134" y="12"/>
                  <a:pt x="1987" y="33"/>
                </a:cubicBezTo>
                <a:lnTo>
                  <a:pt x="1987" y="33"/>
                </a:lnTo>
                <a:cubicBezTo>
                  <a:pt x="1519" y="79"/>
                  <a:pt x="1082" y="246"/>
                  <a:pt x="738" y="578"/>
                </a:cubicBezTo>
                <a:cubicBezTo>
                  <a:pt x="443" y="863"/>
                  <a:pt x="236" y="1259"/>
                  <a:pt x="158" y="1661"/>
                </a:cubicBezTo>
                <a:cubicBezTo>
                  <a:pt x="0" y="2477"/>
                  <a:pt x="228" y="3403"/>
                  <a:pt x="896" y="3941"/>
                </a:cubicBezTo>
                <a:cubicBezTo>
                  <a:pt x="1283" y="4251"/>
                  <a:pt x="1777" y="4404"/>
                  <a:pt x="2272" y="4404"/>
                </a:cubicBezTo>
                <a:cubicBezTo>
                  <a:pt x="2762" y="4404"/>
                  <a:pt x="3253" y="4255"/>
                  <a:pt x="3645" y="3962"/>
                </a:cubicBezTo>
                <a:cubicBezTo>
                  <a:pt x="4395" y="3401"/>
                  <a:pt x="4700" y="2409"/>
                  <a:pt x="4443" y="1512"/>
                </a:cubicBezTo>
                <a:cubicBezTo>
                  <a:pt x="4302" y="1025"/>
                  <a:pt x="4003" y="604"/>
                  <a:pt x="3582" y="321"/>
                </a:cubicBezTo>
                <a:cubicBezTo>
                  <a:pt x="3236" y="89"/>
                  <a:pt x="2836" y="0"/>
                  <a:pt x="243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406" name="Google Shape;9406;p55"/>
          <p:cNvGrpSpPr/>
          <p:nvPr/>
        </p:nvGrpSpPr>
        <p:grpSpPr>
          <a:xfrm>
            <a:off x="6538223" y="163649"/>
            <a:ext cx="1356637" cy="1528670"/>
            <a:chOff x="6638425" y="262025"/>
            <a:chExt cx="1356637" cy="1528670"/>
          </a:xfrm>
        </p:grpSpPr>
        <p:sp>
          <p:nvSpPr>
            <p:cNvPr id="9407" name="Google Shape;9407;p55"/>
            <p:cNvSpPr/>
            <p:nvPr/>
          </p:nvSpPr>
          <p:spPr>
            <a:xfrm>
              <a:off x="6766473" y="490494"/>
              <a:ext cx="1228589" cy="1300201"/>
            </a:xfrm>
            <a:custGeom>
              <a:rect b="b" l="l" r="r" t="t"/>
              <a:pathLst>
                <a:path extrusionOk="0" h="36240" w="34244">
                  <a:moveTo>
                    <a:pt x="10629" y="0"/>
                  </a:moveTo>
                  <a:cubicBezTo>
                    <a:pt x="9833" y="0"/>
                    <a:pt x="0" y="8812"/>
                    <a:pt x="284" y="9136"/>
                  </a:cubicBezTo>
                  <a:cubicBezTo>
                    <a:pt x="8459" y="18463"/>
                    <a:pt x="17432" y="27584"/>
                    <a:pt x="26416" y="36131"/>
                  </a:cubicBezTo>
                  <a:cubicBezTo>
                    <a:pt x="26496" y="36207"/>
                    <a:pt x="26692" y="36240"/>
                    <a:pt x="26890" y="36240"/>
                  </a:cubicBezTo>
                  <a:cubicBezTo>
                    <a:pt x="27102" y="36240"/>
                    <a:pt x="27316" y="36202"/>
                    <a:pt x="27390" y="36139"/>
                  </a:cubicBezTo>
                  <a:cubicBezTo>
                    <a:pt x="28573" y="35143"/>
                    <a:pt x="33730" y="30702"/>
                    <a:pt x="34136" y="30195"/>
                  </a:cubicBezTo>
                  <a:cubicBezTo>
                    <a:pt x="34243" y="30058"/>
                    <a:pt x="34206" y="29531"/>
                    <a:pt x="34110" y="29380"/>
                  </a:cubicBezTo>
                  <a:cubicBezTo>
                    <a:pt x="31722" y="25670"/>
                    <a:pt x="15163" y="5150"/>
                    <a:pt x="10670" y="15"/>
                  </a:cubicBezTo>
                  <a:cubicBezTo>
                    <a:pt x="10662" y="5"/>
                    <a:pt x="10648" y="0"/>
                    <a:pt x="1062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08" name="Google Shape;9408;p55"/>
            <p:cNvSpPr/>
            <p:nvPr/>
          </p:nvSpPr>
          <p:spPr>
            <a:xfrm>
              <a:off x="6638425" y="262025"/>
              <a:ext cx="134038" cy="172571"/>
            </a:xfrm>
            <a:custGeom>
              <a:rect b="b" l="l" r="r" t="t"/>
              <a:pathLst>
                <a:path extrusionOk="0" h="4810" w="3736">
                  <a:moveTo>
                    <a:pt x="912" y="0"/>
                  </a:moveTo>
                  <a:cubicBezTo>
                    <a:pt x="834" y="0"/>
                    <a:pt x="757" y="35"/>
                    <a:pt x="716" y="108"/>
                  </a:cubicBezTo>
                  <a:cubicBezTo>
                    <a:pt x="338" y="770"/>
                    <a:pt x="249" y="1520"/>
                    <a:pt x="34" y="2240"/>
                  </a:cubicBezTo>
                  <a:cubicBezTo>
                    <a:pt x="0" y="2357"/>
                    <a:pt x="50" y="2450"/>
                    <a:pt x="125" y="2506"/>
                  </a:cubicBezTo>
                  <a:cubicBezTo>
                    <a:pt x="135" y="2526"/>
                    <a:pt x="143" y="2548"/>
                    <a:pt x="161" y="2568"/>
                  </a:cubicBezTo>
                  <a:cubicBezTo>
                    <a:pt x="698" y="3192"/>
                    <a:pt x="1384" y="3997"/>
                    <a:pt x="2006" y="4554"/>
                  </a:cubicBezTo>
                  <a:cubicBezTo>
                    <a:pt x="2209" y="4735"/>
                    <a:pt x="2367" y="4809"/>
                    <a:pt x="2504" y="4809"/>
                  </a:cubicBezTo>
                  <a:cubicBezTo>
                    <a:pt x="2785" y="4809"/>
                    <a:pt x="2972" y="4495"/>
                    <a:pt x="3259" y="4156"/>
                  </a:cubicBezTo>
                  <a:cubicBezTo>
                    <a:pt x="3736" y="3592"/>
                    <a:pt x="3718" y="3198"/>
                    <a:pt x="3271" y="2645"/>
                  </a:cubicBezTo>
                  <a:cubicBezTo>
                    <a:pt x="2569" y="1776"/>
                    <a:pt x="1833" y="927"/>
                    <a:pt x="1102" y="82"/>
                  </a:cubicBezTo>
                  <a:cubicBezTo>
                    <a:pt x="1054" y="29"/>
                    <a:pt x="983" y="0"/>
                    <a:pt x="91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09" name="Google Shape;9409;p55"/>
            <p:cNvSpPr/>
            <p:nvPr/>
          </p:nvSpPr>
          <p:spPr>
            <a:xfrm>
              <a:off x="6664042" y="326999"/>
              <a:ext cx="482409" cy="485494"/>
            </a:xfrm>
            <a:custGeom>
              <a:rect b="b" l="l" r="r" t="t"/>
              <a:pathLst>
                <a:path extrusionOk="0" h="13532" w="13446">
                  <a:moveTo>
                    <a:pt x="2810" y="0"/>
                  </a:moveTo>
                  <a:cubicBezTo>
                    <a:pt x="2498" y="0"/>
                    <a:pt x="0" y="2309"/>
                    <a:pt x="67" y="2417"/>
                  </a:cubicBezTo>
                  <a:cubicBezTo>
                    <a:pt x="435" y="3003"/>
                    <a:pt x="1087" y="3588"/>
                    <a:pt x="1527" y="4117"/>
                  </a:cubicBezTo>
                  <a:cubicBezTo>
                    <a:pt x="2258" y="4997"/>
                    <a:pt x="2746" y="6087"/>
                    <a:pt x="3089" y="7170"/>
                  </a:cubicBezTo>
                  <a:cubicBezTo>
                    <a:pt x="3662" y="8980"/>
                    <a:pt x="3797" y="11288"/>
                    <a:pt x="3201" y="13105"/>
                  </a:cubicBezTo>
                  <a:cubicBezTo>
                    <a:pt x="3169" y="13200"/>
                    <a:pt x="3199" y="13278"/>
                    <a:pt x="3252" y="13334"/>
                  </a:cubicBezTo>
                  <a:cubicBezTo>
                    <a:pt x="3280" y="13441"/>
                    <a:pt x="3384" y="13532"/>
                    <a:pt x="3499" y="13532"/>
                  </a:cubicBezTo>
                  <a:cubicBezTo>
                    <a:pt x="3548" y="13532"/>
                    <a:pt x="3599" y="13515"/>
                    <a:pt x="3648" y="13477"/>
                  </a:cubicBezTo>
                  <a:cubicBezTo>
                    <a:pt x="5565" y="11954"/>
                    <a:pt x="13042" y="5469"/>
                    <a:pt x="13372" y="4834"/>
                  </a:cubicBezTo>
                  <a:cubicBezTo>
                    <a:pt x="13406" y="4773"/>
                    <a:pt x="13406" y="4711"/>
                    <a:pt x="13392" y="4655"/>
                  </a:cubicBezTo>
                  <a:cubicBezTo>
                    <a:pt x="13446" y="4522"/>
                    <a:pt x="13384" y="4325"/>
                    <a:pt x="13197" y="4290"/>
                  </a:cubicBezTo>
                  <a:cubicBezTo>
                    <a:pt x="13022" y="4255"/>
                    <a:pt x="12847" y="4241"/>
                    <a:pt x="12672" y="4241"/>
                  </a:cubicBezTo>
                  <a:cubicBezTo>
                    <a:pt x="12227" y="4241"/>
                    <a:pt x="11783" y="4332"/>
                    <a:pt x="11342" y="4409"/>
                  </a:cubicBezTo>
                  <a:cubicBezTo>
                    <a:pt x="10969" y="4474"/>
                    <a:pt x="10579" y="4505"/>
                    <a:pt x="10182" y="4505"/>
                  </a:cubicBezTo>
                  <a:cubicBezTo>
                    <a:pt x="9292" y="4505"/>
                    <a:pt x="8374" y="4351"/>
                    <a:pt x="7565" y="4097"/>
                  </a:cubicBezTo>
                  <a:cubicBezTo>
                    <a:pt x="5539" y="3462"/>
                    <a:pt x="4175" y="1546"/>
                    <a:pt x="2835" y="9"/>
                  </a:cubicBezTo>
                  <a:cubicBezTo>
                    <a:pt x="2830" y="3"/>
                    <a:pt x="2821" y="0"/>
                    <a:pt x="28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10" name="Google Shape;9410;p55"/>
            <p:cNvSpPr/>
            <p:nvPr/>
          </p:nvSpPr>
          <p:spPr>
            <a:xfrm>
              <a:off x="6765827" y="474528"/>
              <a:ext cx="399891" cy="351671"/>
            </a:xfrm>
            <a:custGeom>
              <a:rect b="b" l="l" r="r" t="t"/>
              <a:pathLst>
                <a:path extrusionOk="0" h="9802" w="11146">
                  <a:moveTo>
                    <a:pt x="10393" y="1"/>
                  </a:moveTo>
                  <a:cubicBezTo>
                    <a:pt x="10112" y="1"/>
                    <a:pt x="3443" y="6015"/>
                    <a:pt x="280" y="8943"/>
                  </a:cubicBezTo>
                  <a:cubicBezTo>
                    <a:pt x="235" y="8985"/>
                    <a:pt x="201" y="9029"/>
                    <a:pt x="175" y="9076"/>
                  </a:cubicBezTo>
                  <a:cubicBezTo>
                    <a:pt x="0" y="9400"/>
                    <a:pt x="285" y="9802"/>
                    <a:pt x="614" y="9802"/>
                  </a:cubicBezTo>
                  <a:cubicBezTo>
                    <a:pt x="715" y="9802"/>
                    <a:pt x="821" y="9763"/>
                    <a:pt x="918" y="9673"/>
                  </a:cubicBezTo>
                  <a:cubicBezTo>
                    <a:pt x="4167" y="6667"/>
                    <a:pt x="7358" y="3625"/>
                    <a:pt x="10809" y="857"/>
                  </a:cubicBezTo>
                  <a:cubicBezTo>
                    <a:pt x="11145" y="589"/>
                    <a:pt x="10931" y="36"/>
                    <a:pt x="10521" y="9"/>
                  </a:cubicBezTo>
                  <a:lnTo>
                    <a:pt x="10394" y="1"/>
                  </a:lnTo>
                  <a:cubicBezTo>
                    <a:pt x="10394" y="1"/>
                    <a:pt x="10393" y="1"/>
                    <a:pt x="103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411" name="Google Shape;9411;p55"/>
          <p:cNvSpPr/>
          <p:nvPr/>
        </p:nvSpPr>
        <p:spPr>
          <a:xfrm>
            <a:off x="5865550" y="1010525"/>
            <a:ext cx="388400" cy="411925"/>
          </a:xfrm>
          <a:custGeom>
            <a:rect b="b" l="l" r="r" t="t"/>
            <a:pathLst>
              <a:path extrusionOk="0" h="16477" w="15536">
                <a:moveTo>
                  <a:pt x="6847" y="1663"/>
                </a:moveTo>
                <a:cubicBezTo>
                  <a:pt x="7694" y="2699"/>
                  <a:pt x="8474" y="3796"/>
                  <a:pt x="9217" y="4915"/>
                </a:cubicBezTo>
                <a:lnTo>
                  <a:pt x="9217" y="4915"/>
                </a:lnTo>
                <a:cubicBezTo>
                  <a:pt x="8312" y="5132"/>
                  <a:pt x="7406" y="5345"/>
                  <a:pt x="6499" y="5555"/>
                </a:cubicBezTo>
                <a:lnTo>
                  <a:pt x="6499" y="5555"/>
                </a:lnTo>
                <a:cubicBezTo>
                  <a:pt x="6577" y="4254"/>
                  <a:pt x="6686" y="2956"/>
                  <a:pt x="6847" y="1663"/>
                </a:cubicBezTo>
                <a:close/>
                <a:moveTo>
                  <a:pt x="13631" y="4832"/>
                </a:moveTo>
                <a:cubicBezTo>
                  <a:pt x="13054" y="5635"/>
                  <a:pt x="12464" y="6428"/>
                  <a:pt x="11865" y="7213"/>
                </a:cubicBezTo>
                <a:lnTo>
                  <a:pt x="11865" y="7213"/>
                </a:lnTo>
                <a:cubicBezTo>
                  <a:pt x="11783" y="7081"/>
                  <a:pt x="11700" y="6949"/>
                  <a:pt x="11617" y="6817"/>
                </a:cubicBezTo>
                <a:cubicBezTo>
                  <a:pt x="11353" y="6396"/>
                  <a:pt x="11086" y="5973"/>
                  <a:pt x="10816" y="5552"/>
                </a:cubicBezTo>
                <a:lnTo>
                  <a:pt x="10816" y="5552"/>
                </a:lnTo>
                <a:cubicBezTo>
                  <a:pt x="11756" y="5320"/>
                  <a:pt x="12695" y="5082"/>
                  <a:pt x="13631" y="4832"/>
                </a:cubicBezTo>
                <a:close/>
                <a:moveTo>
                  <a:pt x="5447" y="6821"/>
                </a:moveTo>
                <a:lnTo>
                  <a:pt x="5447" y="6821"/>
                </a:lnTo>
                <a:cubicBezTo>
                  <a:pt x="5412" y="7578"/>
                  <a:pt x="5383" y="8337"/>
                  <a:pt x="5358" y="9095"/>
                </a:cubicBezTo>
                <a:lnTo>
                  <a:pt x="5358" y="9095"/>
                </a:lnTo>
                <a:cubicBezTo>
                  <a:pt x="4278" y="8603"/>
                  <a:pt x="3200" y="8103"/>
                  <a:pt x="2127" y="7595"/>
                </a:cubicBezTo>
                <a:lnTo>
                  <a:pt x="2127" y="7595"/>
                </a:lnTo>
                <a:cubicBezTo>
                  <a:pt x="3233" y="7333"/>
                  <a:pt x="4340" y="7077"/>
                  <a:pt x="5447" y="6821"/>
                </a:cubicBezTo>
                <a:close/>
                <a:moveTo>
                  <a:pt x="9795" y="5801"/>
                </a:moveTo>
                <a:cubicBezTo>
                  <a:pt x="10147" y="6347"/>
                  <a:pt x="10492" y="6896"/>
                  <a:pt x="10833" y="7443"/>
                </a:cubicBezTo>
                <a:cubicBezTo>
                  <a:pt x="10961" y="7647"/>
                  <a:pt x="11089" y="7852"/>
                  <a:pt x="11216" y="8057"/>
                </a:cubicBezTo>
                <a:lnTo>
                  <a:pt x="11216" y="8057"/>
                </a:lnTo>
                <a:cubicBezTo>
                  <a:pt x="10515" y="8963"/>
                  <a:pt x="9804" y="9861"/>
                  <a:pt x="9090" y="10757"/>
                </a:cubicBezTo>
                <a:lnTo>
                  <a:pt x="9090" y="10757"/>
                </a:lnTo>
                <a:cubicBezTo>
                  <a:pt x="8168" y="10356"/>
                  <a:pt x="7249" y="9949"/>
                  <a:pt x="6332" y="9536"/>
                </a:cubicBezTo>
                <a:lnTo>
                  <a:pt x="6332" y="9536"/>
                </a:lnTo>
                <a:cubicBezTo>
                  <a:pt x="6362" y="8553"/>
                  <a:pt x="6396" y="7571"/>
                  <a:pt x="6443" y="6590"/>
                </a:cubicBezTo>
                <a:lnTo>
                  <a:pt x="6443" y="6590"/>
                </a:lnTo>
                <a:cubicBezTo>
                  <a:pt x="7562" y="6331"/>
                  <a:pt x="8679" y="6070"/>
                  <a:pt x="9795" y="5801"/>
                </a:cubicBezTo>
                <a:close/>
                <a:moveTo>
                  <a:pt x="11771" y="8958"/>
                </a:moveTo>
                <a:cubicBezTo>
                  <a:pt x="12536" y="10214"/>
                  <a:pt x="13278" y="11491"/>
                  <a:pt x="13947" y="12799"/>
                </a:cubicBezTo>
                <a:lnTo>
                  <a:pt x="13947" y="12799"/>
                </a:lnTo>
                <a:cubicBezTo>
                  <a:pt x="12637" y="12267"/>
                  <a:pt x="11332" y="11721"/>
                  <a:pt x="10032" y="11163"/>
                </a:cubicBezTo>
                <a:lnTo>
                  <a:pt x="10032" y="11163"/>
                </a:lnTo>
                <a:cubicBezTo>
                  <a:pt x="10616" y="10431"/>
                  <a:pt x="11196" y="9697"/>
                  <a:pt x="11771" y="8958"/>
                </a:cubicBezTo>
                <a:close/>
                <a:moveTo>
                  <a:pt x="6300" y="10607"/>
                </a:moveTo>
                <a:cubicBezTo>
                  <a:pt x="7016" y="10927"/>
                  <a:pt x="7732" y="11244"/>
                  <a:pt x="8451" y="11557"/>
                </a:cubicBezTo>
                <a:lnTo>
                  <a:pt x="8451" y="11557"/>
                </a:lnTo>
                <a:cubicBezTo>
                  <a:pt x="7691" y="12508"/>
                  <a:pt x="6929" y="13457"/>
                  <a:pt x="6174" y="14413"/>
                </a:cubicBezTo>
                <a:lnTo>
                  <a:pt x="6174" y="14413"/>
                </a:lnTo>
                <a:cubicBezTo>
                  <a:pt x="6229" y="13146"/>
                  <a:pt x="6264" y="11877"/>
                  <a:pt x="6300" y="10607"/>
                </a:cubicBezTo>
                <a:close/>
                <a:moveTo>
                  <a:pt x="6513" y="1"/>
                </a:moveTo>
                <a:cubicBezTo>
                  <a:pt x="6290" y="1"/>
                  <a:pt x="6060" y="131"/>
                  <a:pt x="6026" y="362"/>
                </a:cubicBezTo>
                <a:cubicBezTo>
                  <a:pt x="5760" y="2163"/>
                  <a:pt x="5604" y="3972"/>
                  <a:pt x="5501" y="5786"/>
                </a:cubicBezTo>
                <a:lnTo>
                  <a:pt x="5501" y="5786"/>
                </a:lnTo>
                <a:cubicBezTo>
                  <a:pt x="3837" y="6171"/>
                  <a:pt x="2172" y="6555"/>
                  <a:pt x="511" y="6958"/>
                </a:cubicBezTo>
                <a:cubicBezTo>
                  <a:pt x="115" y="7055"/>
                  <a:pt x="1" y="7681"/>
                  <a:pt x="393" y="7868"/>
                </a:cubicBezTo>
                <a:cubicBezTo>
                  <a:pt x="2028" y="8652"/>
                  <a:pt x="3672" y="9419"/>
                  <a:pt x="5324" y="10167"/>
                </a:cubicBezTo>
                <a:lnTo>
                  <a:pt x="5324" y="10167"/>
                </a:lnTo>
                <a:cubicBezTo>
                  <a:pt x="5265" y="12097"/>
                  <a:pt x="5213" y="14027"/>
                  <a:pt x="5099" y="15951"/>
                </a:cubicBezTo>
                <a:cubicBezTo>
                  <a:pt x="5085" y="16196"/>
                  <a:pt x="5221" y="16347"/>
                  <a:pt x="5397" y="16404"/>
                </a:cubicBezTo>
                <a:lnTo>
                  <a:pt x="5397" y="16404"/>
                </a:lnTo>
                <a:cubicBezTo>
                  <a:pt x="5468" y="16450"/>
                  <a:pt x="5548" y="16477"/>
                  <a:pt x="5628" y="16477"/>
                </a:cubicBezTo>
                <a:cubicBezTo>
                  <a:pt x="5740" y="16477"/>
                  <a:pt x="5853" y="16426"/>
                  <a:pt x="5948" y="16303"/>
                </a:cubicBezTo>
                <a:cubicBezTo>
                  <a:pt x="7084" y="14845"/>
                  <a:pt x="8241" y="13406"/>
                  <a:pt x="9393" y="11965"/>
                </a:cubicBezTo>
                <a:lnTo>
                  <a:pt x="9393" y="11965"/>
                </a:lnTo>
                <a:cubicBezTo>
                  <a:pt x="11196" y="12741"/>
                  <a:pt x="13009" y="13494"/>
                  <a:pt x="14832" y="14222"/>
                </a:cubicBezTo>
                <a:cubicBezTo>
                  <a:pt x="14891" y="14245"/>
                  <a:pt x="14947" y="14256"/>
                  <a:pt x="14999" y="14256"/>
                </a:cubicBezTo>
                <a:cubicBezTo>
                  <a:pt x="15344" y="14256"/>
                  <a:pt x="15535" y="13791"/>
                  <a:pt x="15394" y="13491"/>
                </a:cubicBezTo>
                <a:cubicBezTo>
                  <a:pt x="14529" y="11640"/>
                  <a:pt x="13496" y="9859"/>
                  <a:pt x="12424" y="8114"/>
                </a:cubicBezTo>
                <a:lnTo>
                  <a:pt x="12424" y="8114"/>
                </a:lnTo>
                <a:cubicBezTo>
                  <a:pt x="13397" y="6844"/>
                  <a:pt x="14350" y="5557"/>
                  <a:pt x="15264" y="4238"/>
                </a:cubicBezTo>
                <a:cubicBezTo>
                  <a:pt x="15493" y="3909"/>
                  <a:pt x="15177" y="3491"/>
                  <a:pt x="14822" y="3491"/>
                </a:cubicBezTo>
                <a:cubicBezTo>
                  <a:pt x="14782" y="3491"/>
                  <a:pt x="14741" y="3496"/>
                  <a:pt x="14701" y="3507"/>
                </a:cubicBezTo>
                <a:cubicBezTo>
                  <a:pt x="13221" y="3921"/>
                  <a:pt x="11733" y="4302"/>
                  <a:pt x="10242" y="4667"/>
                </a:cubicBezTo>
                <a:lnTo>
                  <a:pt x="10242" y="4667"/>
                </a:lnTo>
                <a:cubicBezTo>
                  <a:pt x="9206" y="3091"/>
                  <a:pt x="8105" y="1549"/>
                  <a:pt x="6860" y="143"/>
                </a:cubicBezTo>
                <a:cubicBezTo>
                  <a:pt x="6774" y="46"/>
                  <a:pt x="6645" y="1"/>
                  <a:pt x="6513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12" name="Google Shape;9412;p55"/>
          <p:cNvSpPr/>
          <p:nvPr/>
        </p:nvSpPr>
        <p:spPr>
          <a:xfrm>
            <a:off x="7934475" y="805838"/>
            <a:ext cx="176025" cy="165050"/>
          </a:xfrm>
          <a:custGeom>
            <a:rect b="b" l="l" r="r" t="t"/>
            <a:pathLst>
              <a:path extrusionOk="0" h="6602" w="7041">
                <a:moveTo>
                  <a:pt x="4935" y="1378"/>
                </a:moveTo>
                <a:cubicBezTo>
                  <a:pt x="4939" y="1380"/>
                  <a:pt x="4948" y="1387"/>
                  <a:pt x="4965" y="1400"/>
                </a:cubicBezTo>
                <a:cubicBezTo>
                  <a:pt x="4955" y="1392"/>
                  <a:pt x="4945" y="1385"/>
                  <a:pt x="4935" y="1378"/>
                </a:cubicBezTo>
                <a:close/>
                <a:moveTo>
                  <a:pt x="1630" y="1762"/>
                </a:moveTo>
                <a:lnTo>
                  <a:pt x="1630" y="1762"/>
                </a:lnTo>
                <a:cubicBezTo>
                  <a:pt x="1621" y="1773"/>
                  <a:pt x="1618" y="1778"/>
                  <a:pt x="1618" y="1778"/>
                </a:cubicBezTo>
                <a:cubicBezTo>
                  <a:pt x="1618" y="1778"/>
                  <a:pt x="1623" y="1771"/>
                  <a:pt x="1630" y="1762"/>
                </a:cubicBezTo>
                <a:close/>
                <a:moveTo>
                  <a:pt x="3639" y="986"/>
                </a:moveTo>
                <a:cubicBezTo>
                  <a:pt x="4036" y="986"/>
                  <a:pt x="4418" y="1072"/>
                  <a:pt x="4734" y="1250"/>
                </a:cubicBezTo>
                <a:cubicBezTo>
                  <a:pt x="4786" y="1280"/>
                  <a:pt x="4839" y="1313"/>
                  <a:pt x="4890" y="1347"/>
                </a:cubicBezTo>
                <a:cubicBezTo>
                  <a:pt x="4906" y="1357"/>
                  <a:pt x="4921" y="1367"/>
                  <a:pt x="4935" y="1378"/>
                </a:cubicBezTo>
                <a:lnTo>
                  <a:pt x="4935" y="1378"/>
                </a:lnTo>
                <a:cubicBezTo>
                  <a:pt x="4934" y="1377"/>
                  <a:pt x="4933" y="1376"/>
                  <a:pt x="4933" y="1376"/>
                </a:cubicBezTo>
                <a:lnTo>
                  <a:pt x="4933" y="1376"/>
                </a:lnTo>
                <a:cubicBezTo>
                  <a:pt x="4934" y="1376"/>
                  <a:pt x="4964" y="1397"/>
                  <a:pt x="4972" y="1404"/>
                </a:cubicBezTo>
                <a:cubicBezTo>
                  <a:pt x="5081" y="1495"/>
                  <a:pt x="5182" y="1594"/>
                  <a:pt x="5275" y="1701"/>
                </a:cubicBezTo>
                <a:cubicBezTo>
                  <a:pt x="5296" y="1724"/>
                  <a:pt x="5315" y="1747"/>
                  <a:pt x="5332" y="1771"/>
                </a:cubicBezTo>
                <a:cubicBezTo>
                  <a:pt x="5336" y="1776"/>
                  <a:pt x="5339" y="1780"/>
                  <a:pt x="5342" y="1782"/>
                </a:cubicBezTo>
                <a:lnTo>
                  <a:pt x="5342" y="1782"/>
                </a:lnTo>
                <a:cubicBezTo>
                  <a:pt x="5378" y="1835"/>
                  <a:pt x="5414" y="1889"/>
                  <a:pt x="5446" y="1943"/>
                </a:cubicBezTo>
                <a:cubicBezTo>
                  <a:pt x="5477" y="1994"/>
                  <a:pt x="5507" y="2045"/>
                  <a:pt x="5534" y="2097"/>
                </a:cubicBezTo>
                <a:cubicBezTo>
                  <a:pt x="5548" y="2126"/>
                  <a:pt x="5603" y="2244"/>
                  <a:pt x="5604" y="2244"/>
                </a:cubicBezTo>
                <a:cubicBezTo>
                  <a:pt x="5605" y="2244"/>
                  <a:pt x="5604" y="2244"/>
                  <a:pt x="5604" y="2242"/>
                </a:cubicBezTo>
                <a:lnTo>
                  <a:pt x="5604" y="2242"/>
                </a:lnTo>
                <a:cubicBezTo>
                  <a:pt x="5646" y="2347"/>
                  <a:pt x="5682" y="2454"/>
                  <a:pt x="5711" y="2561"/>
                </a:cubicBezTo>
                <a:cubicBezTo>
                  <a:pt x="5726" y="2620"/>
                  <a:pt x="5741" y="2679"/>
                  <a:pt x="5751" y="2738"/>
                </a:cubicBezTo>
                <a:cubicBezTo>
                  <a:pt x="5756" y="2758"/>
                  <a:pt x="5778" y="2901"/>
                  <a:pt x="5781" y="2901"/>
                </a:cubicBezTo>
                <a:cubicBezTo>
                  <a:pt x="5781" y="2901"/>
                  <a:pt x="5781" y="2892"/>
                  <a:pt x="5779" y="2872"/>
                </a:cubicBezTo>
                <a:lnTo>
                  <a:pt x="5779" y="2872"/>
                </a:lnTo>
                <a:cubicBezTo>
                  <a:pt x="5793" y="2999"/>
                  <a:pt x="5800" y="3127"/>
                  <a:pt x="5800" y="3256"/>
                </a:cubicBezTo>
                <a:cubicBezTo>
                  <a:pt x="5798" y="3323"/>
                  <a:pt x="5796" y="3393"/>
                  <a:pt x="5791" y="3460"/>
                </a:cubicBezTo>
                <a:cubicBezTo>
                  <a:pt x="5787" y="3518"/>
                  <a:pt x="5781" y="3572"/>
                  <a:pt x="5780" y="3582"/>
                </a:cubicBezTo>
                <a:lnTo>
                  <a:pt x="5780" y="3582"/>
                </a:lnTo>
                <a:cubicBezTo>
                  <a:pt x="5759" y="3706"/>
                  <a:pt x="5734" y="3831"/>
                  <a:pt x="5699" y="3953"/>
                </a:cubicBezTo>
                <a:cubicBezTo>
                  <a:pt x="5682" y="4012"/>
                  <a:pt x="5663" y="4069"/>
                  <a:pt x="5642" y="4126"/>
                </a:cubicBezTo>
                <a:cubicBezTo>
                  <a:pt x="5631" y="4155"/>
                  <a:pt x="5621" y="4183"/>
                  <a:pt x="5610" y="4212"/>
                </a:cubicBezTo>
                <a:cubicBezTo>
                  <a:pt x="5606" y="4223"/>
                  <a:pt x="5602" y="4232"/>
                  <a:pt x="5600" y="4238"/>
                </a:cubicBezTo>
                <a:lnTo>
                  <a:pt x="5600" y="4238"/>
                </a:lnTo>
                <a:cubicBezTo>
                  <a:pt x="5597" y="4244"/>
                  <a:pt x="5593" y="4252"/>
                  <a:pt x="5589" y="4261"/>
                </a:cubicBezTo>
                <a:cubicBezTo>
                  <a:pt x="5534" y="4370"/>
                  <a:pt x="5477" y="4478"/>
                  <a:pt x="5412" y="4581"/>
                </a:cubicBezTo>
                <a:cubicBezTo>
                  <a:pt x="5311" y="4737"/>
                  <a:pt x="5324" y="4720"/>
                  <a:pt x="5189" y="4863"/>
                </a:cubicBezTo>
                <a:cubicBezTo>
                  <a:pt x="4814" y="5261"/>
                  <a:pt x="4355" y="5476"/>
                  <a:pt x="3756" y="5573"/>
                </a:cubicBezTo>
                <a:cubicBezTo>
                  <a:pt x="3620" y="5595"/>
                  <a:pt x="3482" y="5605"/>
                  <a:pt x="3344" y="5605"/>
                </a:cubicBezTo>
                <a:cubicBezTo>
                  <a:pt x="2954" y="5605"/>
                  <a:pt x="2572" y="5519"/>
                  <a:pt x="2265" y="5346"/>
                </a:cubicBezTo>
                <a:cubicBezTo>
                  <a:pt x="2214" y="5316"/>
                  <a:pt x="2164" y="5285"/>
                  <a:pt x="2113" y="5253"/>
                </a:cubicBezTo>
                <a:cubicBezTo>
                  <a:pt x="2098" y="5243"/>
                  <a:pt x="2015" y="5180"/>
                  <a:pt x="2013" y="5180"/>
                </a:cubicBezTo>
                <a:lnTo>
                  <a:pt x="2013" y="5180"/>
                </a:lnTo>
                <a:cubicBezTo>
                  <a:pt x="2013" y="5180"/>
                  <a:pt x="2019" y="5186"/>
                  <a:pt x="2037" y="5200"/>
                </a:cubicBezTo>
                <a:cubicBezTo>
                  <a:pt x="1930" y="5114"/>
                  <a:pt x="1831" y="5019"/>
                  <a:pt x="1740" y="4916"/>
                </a:cubicBezTo>
                <a:cubicBezTo>
                  <a:pt x="1728" y="4902"/>
                  <a:pt x="1675" y="4837"/>
                  <a:pt x="1657" y="4816"/>
                </a:cubicBezTo>
                <a:lnTo>
                  <a:pt x="1657" y="4816"/>
                </a:lnTo>
                <a:cubicBezTo>
                  <a:pt x="1647" y="4801"/>
                  <a:pt x="1584" y="4711"/>
                  <a:pt x="1570" y="4688"/>
                </a:cubicBezTo>
                <a:cubicBezTo>
                  <a:pt x="1500" y="4579"/>
                  <a:pt x="1439" y="4465"/>
                  <a:pt x="1382" y="4347"/>
                </a:cubicBezTo>
                <a:cubicBezTo>
                  <a:pt x="1372" y="4327"/>
                  <a:pt x="1369" y="4322"/>
                  <a:pt x="1368" y="4322"/>
                </a:cubicBezTo>
                <a:lnTo>
                  <a:pt x="1368" y="4322"/>
                </a:lnTo>
                <a:cubicBezTo>
                  <a:pt x="1368" y="4322"/>
                  <a:pt x="1368" y="4322"/>
                  <a:pt x="1368" y="4322"/>
                </a:cubicBezTo>
                <a:lnTo>
                  <a:pt x="1368" y="4322"/>
                </a:lnTo>
                <a:cubicBezTo>
                  <a:pt x="1366" y="4315"/>
                  <a:pt x="1360" y="4299"/>
                  <a:pt x="1348" y="4265"/>
                </a:cubicBezTo>
                <a:cubicBezTo>
                  <a:pt x="1329" y="4210"/>
                  <a:pt x="1308" y="4155"/>
                  <a:pt x="1291" y="4101"/>
                </a:cubicBezTo>
                <a:cubicBezTo>
                  <a:pt x="1251" y="3974"/>
                  <a:pt x="1220" y="3848"/>
                  <a:pt x="1197" y="3717"/>
                </a:cubicBezTo>
                <a:cubicBezTo>
                  <a:pt x="1192" y="3696"/>
                  <a:pt x="1179" y="3596"/>
                  <a:pt x="1178" y="3596"/>
                </a:cubicBezTo>
                <a:lnTo>
                  <a:pt x="1178" y="3596"/>
                </a:lnTo>
                <a:cubicBezTo>
                  <a:pt x="1178" y="3596"/>
                  <a:pt x="1179" y="3606"/>
                  <a:pt x="1182" y="3633"/>
                </a:cubicBezTo>
                <a:cubicBezTo>
                  <a:pt x="1173" y="3568"/>
                  <a:pt x="1167" y="3502"/>
                  <a:pt x="1165" y="3437"/>
                </a:cubicBezTo>
                <a:cubicBezTo>
                  <a:pt x="1157" y="3304"/>
                  <a:pt x="1157" y="3174"/>
                  <a:pt x="1165" y="3041"/>
                </a:cubicBezTo>
                <a:cubicBezTo>
                  <a:pt x="1167" y="3011"/>
                  <a:pt x="1179" y="2898"/>
                  <a:pt x="1181" y="2870"/>
                </a:cubicBezTo>
                <a:lnTo>
                  <a:pt x="1181" y="2870"/>
                </a:lnTo>
                <a:cubicBezTo>
                  <a:pt x="1186" y="2847"/>
                  <a:pt x="1203" y="2750"/>
                  <a:pt x="1209" y="2721"/>
                </a:cubicBezTo>
                <a:cubicBezTo>
                  <a:pt x="1239" y="2580"/>
                  <a:pt x="1281" y="2443"/>
                  <a:pt x="1327" y="2306"/>
                </a:cubicBezTo>
                <a:cubicBezTo>
                  <a:pt x="1342" y="2262"/>
                  <a:pt x="1345" y="2248"/>
                  <a:pt x="1346" y="2244"/>
                </a:cubicBezTo>
                <a:lnTo>
                  <a:pt x="1346" y="2244"/>
                </a:lnTo>
                <a:cubicBezTo>
                  <a:pt x="1348" y="2241"/>
                  <a:pt x="1355" y="2229"/>
                  <a:pt x="1376" y="2188"/>
                </a:cubicBezTo>
                <a:cubicBezTo>
                  <a:pt x="1407" y="2125"/>
                  <a:pt x="1439" y="2059"/>
                  <a:pt x="1475" y="1998"/>
                </a:cubicBezTo>
                <a:cubicBezTo>
                  <a:pt x="1511" y="1937"/>
                  <a:pt x="1551" y="1878"/>
                  <a:pt x="1588" y="1819"/>
                </a:cubicBezTo>
                <a:cubicBezTo>
                  <a:pt x="1603" y="1799"/>
                  <a:pt x="1618" y="1779"/>
                  <a:pt x="1632" y="1759"/>
                </a:cubicBezTo>
                <a:lnTo>
                  <a:pt x="1632" y="1759"/>
                </a:lnTo>
                <a:cubicBezTo>
                  <a:pt x="1639" y="1751"/>
                  <a:pt x="1646" y="1741"/>
                  <a:pt x="1654" y="1733"/>
                </a:cubicBezTo>
                <a:cubicBezTo>
                  <a:pt x="1744" y="1632"/>
                  <a:pt x="1839" y="1535"/>
                  <a:pt x="1945" y="1446"/>
                </a:cubicBezTo>
                <a:cubicBezTo>
                  <a:pt x="1949" y="1443"/>
                  <a:pt x="1952" y="1440"/>
                  <a:pt x="1955" y="1437"/>
                </a:cubicBezTo>
                <a:lnTo>
                  <a:pt x="1955" y="1437"/>
                </a:lnTo>
                <a:cubicBezTo>
                  <a:pt x="1958" y="1435"/>
                  <a:pt x="1960" y="1434"/>
                  <a:pt x="1963" y="1431"/>
                </a:cubicBezTo>
                <a:cubicBezTo>
                  <a:pt x="1993" y="1410"/>
                  <a:pt x="2022" y="1389"/>
                  <a:pt x="2054" y="1370"/>
                </a:cubicBezTo>
                <a:cubicBezTo>
                  <a:pt x="2115" y="1328"/>
                  <a:pt x="2180" y="1292"/>
                  <a:pt x="2246" y="1257"/>
                </a:cubicBezTo>
                <a:cubicBezTo>
                  <a:pt x="2372" y="1191"/>
                  <a:pt x="2412" y="1174"/>
                  <a:pt x="2604" y="1120"/>
                </a:cubicBezTo>
                <a:cubicBezTo>
                  <a:pt x="2802" y="1065"/>
                  <a:pt x="2859" y="1059"/>
                  <a:pt x="3023" y="1044"/>
                </a:cubicBezTo>
                <a:cubicBezTo>
                  <a:pt x="3046" y="1042"/>
                  <a:pt x="3069" y="1039"/>
                  <a:pt x="3092" y="1035"/>
                </a:cubicBezTo>
                <a:lnTo>
                  <a:pt x="3092" y="1035"/>
                </a:lnTo>
                <a:cubicBezTo>
                  <a:pt x="3113" y="1033"/>
                  <a:pt x="3134" y="1031"/>
                  <a:pt x="3156" y="1027"/>
                </a:cubicBezTo>
                <a:cubicBezTo>
                  <a:pt x="3317" y="1000"/>
                  <a:pt x="3479" y="986"/>
                  <a:pt x="3639" y="986"/>
                </a:cubicBezTo>
                <a:close/>
                <a:moveTo>
                  <a:pt x="3656" y="0"/>
                </a:moveTo>
                <a:cubicBezTo>
                  <a:pt x="3424" y="0"/>
                  <a:pt x="3191" y="20"/>
                  <a:pt x="2962" y="55"/>
                </a:cubicBezTo>
                <a:lnTo>
                  <a:pt x="2962" y="55"/>
                </a:lnTo>
                <a:cubicBezTo>
                  <a:pt x="1592" y="189"/>
                  <a:pt x="506" y="1128"/>
                  <a:pt x="238" y="2500"/>
                </a:cubicBezTo>
                <a:cubicBezTo>
                  <a:pt x="0" y="3730"/>
                  <a:pt x="360" y="5131"/>
                  <a:pt x="1367" y="5933"/>
                </a:cubicBezTo>
                <a:cubicBezTo>
                  <a:pt x="1934" y="6385"/>
                  <a:pt x="2656" y="6602"/>
                  <a:pt x="3382" y="6602"/>
                </a:cubicBezTo>
                <a:cubicBezTo>
                  <a:pt x="4138" y="6602"/>
                  <a:pt x="4898" y="6367"/>
                  <a:pt x="5494" y="5917"/>
                </a:cubicBezTo>
                <a:cubicBezTo>
                  <a:pt x="6607" y="5078"/>
                  <a:pt x="7041" y="3580"/>
                  <a:pt x="6659" y="2253"/>
                </a:cubicBezTo>
                <a:cubicBezTo>
                  <a:pt x="6453" y="1537"/>
                  <a:pt x="6015" y="905"/>
                  <a:pt x="5393" y="488"/>
                </a:cubicBezTo>
                <a:cubicBezTo>
                  <a:pt x="4872" y="137"/>
                  <a:pt x="4267" y="0"/>
                  <a:pt x="365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13" name="Google Shape;9413;p55"/>
          <p:cNvSpPr/>
          <p:nvPr/>
        </p:nvSpPr>
        <p:spPr>
          <a:xfrm>
            <a:off x="6876475" y="1997425"/>
            <a:ext cx="146125" cy="136975"/>
          </a:xfrm>
          <a:custGeom>
            <a:rect b="b" l="l" r="r" t="t"/>
            <a:pathLst>
              <a:path extrusionOk="0" h="5479" w="5845">
                <a:moveTo>
                  <a:pt x="3075" y="4462"/>
                </a:moveTo>
                <a:cubicBezTo>
                  <a:pt x="3073" y="4462"/>
                  <a:pt x="3072" y="4463"/>
                  <a:pt x="3071" y="4463"/>
                </a:cubicBezTo>
                <a:lnTo>
                  <a:pt x="3071" y="4463"/>
                </a:lnTo>
                <a:cubicBezTo>
                  <a:pt x="3072" y="4463"/>
                  <a:pt x="3073" y="4462"/>
                  <a:pt x="3075" y="4462"/>
                </a:cubicBezTo>
                <a:close/>
                <a:moveTo>
                  <a:pt x="3051" y="4466"/>
                </a:moveTo>
                <a:cubicBezTo>
                  <a:pt x="3036" y="4468"/>
                  <a:pt x="3030" y="4469"/>
                  <a:pt x="3030" y="4469"/>
                </a:cubicBezTo>
                <a:cubicBezTo>
                  <a:pt x="3030" y="4469"/>
                  <a:pt x="3040" y="4467"/>
                  <a:pt x="3051" y="4466"/>
                </a:cubicBezTo>
                <a:close/>
                <a:moveTo>
                  <a:pt x="3032" y="988"/>
                </a:moveTo>
                <a:cubicBezTo>
                  <a:pt x="3081" y="988"/>
                  <a:pt x="3130" y="990"/>
                  <a:pt x="3180" y="993"/>
                </a:cubicBezTo>
                <a:cubicBezTo>
                  <a:pt x="3209" y="995"/>
                  <a:pt x="3237" y="997"/>
                  <a:pt x="3266" y="999"/>
                </a:cubicBezTo>
                <a:cubicBezTo>
                  <a:pt x="3274" y="999"/>
                  <a:pt x="3280" y="999"/>
                  <a:pt x="3284" y="1000"/>
                </a:cubicBezTo>
                <a:lnTo>
                  <a:pt x="3284" y="1000"/>
                </a:lnTo>
                <a:cubicBezTo>
                  <a:pt x="3395" y="1021"/>
                  <a:pt x="3505" y="1046"/>
                  <a:pt x="3612" y="1081"/>
                </a:cubicBezTo>
                <a:cubicBezTo>
                  <a:pt x="3641" y="1090"/>
                  <a:pt x="3709" y="1119"/>
                  <a:pt x="3711" y="1119"/>
                </a:cubicBezTo>
                <a:cubicBezTo>
                  <a:pt x="3712" y="1119"/>
                  <a:pt x="3702" y="1114"/>
                  <a:pt x="3673" y="1100"/>
                </a:cubicBezTo>
                <a:lnTo>
                  <a:pt x="3673" y="1100"/>
                </a:lnTo>
                <a:cubicBezTo>
                  <a:pt x="3730" y="1125"/>
                  <a:pt x="3787" y="1153"/>
                  <a:pt x="3841" y="1184"/>
                </a:cubicBezTo>
                <a:cubicBezTo>
                  <a:pt x="3883" y="1208"/>
                  <a:pt x="3923" y="1235"/>
                  <a:pt x="3966" y="1262"/>
                </a:cubicBezTo>
                <a:cubicBezTo>
                  <a:pt x="3985" y="1274"/>
                  <a:pt x="3997" y="1281"/>
                  <a:pt x="4005" y="1285"/>
                </a:cubicBezTo>
                <a:lnTo>
                  <a:pt x="4005" y="1285"/>
                </a:lnTo>
                <a:cubicBezTo>
                  <a:pt x="4007" y="1287"/>
                  <a:pt x="4009" y="1289"/>
                  <a:pt x="4012" y="1292"/>
                </a:cubicBezTo>
                <a:cubicBezTo>
                  <a:pt x="4096" y="1368"/>
                  <a:pt x="4181" y="1443"/>
                  <a:pt x="4254" y="1530"/>
                </a:cubicBezTo>
                <a:cubicBezTo>
                  <a:pt x="4264" y="1542"/>
                  <a:pt x="4273" y="1553"/>
                  <a:pt x="4283" y="1565"/>
                </a:cubicBezTo>
                <a:lnTo>
                  <a:pt x="4283" y="1565"/>
                </a:lnTo>
                <a:cubicBezTo>
                  <a:pt x="4284" y="1566"/>
                  <a:pt x="4285" y="1568"/>
                  <a:pt x="4286" y="1570"/>
                </a:cubicBezTo>
                <a:cubicBezTo>
                  <a:pt x="4315" y="1614"/>
                  <a:pt x="4347" y="1656"/>
                  <a:pt x="4374" y="1703"/>
                </a:cubicBezTo>
                <a:cubicBezTo>
                  <a:pt x="4400" y="1743"/>
                  <a:pt x="4423" y="1785"/>
                  <a:pt x="4444" y="1827"/>
                </a:cubicBezTo>
                <a:cubicBezTo>
                  <a:pt x="4458" y="1852"/>
                  <a:pt x="4499" y="1948"/>
                  <a:pt x="4501" y="1948"/>
                </a:cubicBezTo>
                <a:cubicBezTo>
                  <a:pt x="4501" y="1948"/>
                  <a:pt x="4497" y="1936"/>
                  <a:pt x="4484" y="1903"/>
                </a:cubicBezTo>
                <a:lnTo>
                  <a:pt x="4484" y="1903"/>
                </a:lnTo>
                <a:cubicBezTo>
                  <a:pt x="4520" y="1991"/>
                  <a:pt x="4551" y="2082"/>
                  <a:pt x="4577" y="2174"/>
                </a:cubicBezTo>
                <a:cubicBezTo>
                  <a:pt x="4589" y="2221"/>
                  <a:pt x="4600" y="2267"/>
                  <a:pt x="4610" y="2314"/>
                </a:cubicBezTo>
                <a:cubicBezTo>
                  <a:pt x="4616" y="2344"/>
                  <a:pt x="4628" y="2444"/>
                  <a:pt x="4630" y="2444"/>
                </a:cubicBezTo>
                <a:cubicBezTo>
                  <a:pt x="4631" y="2444"/>
                  <a:pt x="4630" y="2431"/>
                  <a:pt x="4627" y="2396"/>
                </a:cubicBezTo>
                <a:lnTo>
                  <a:pt x="4627" y="2396"/>
                </a:lnTo>
                <a:cubicBezTo>
                  <a:pt x="4636" y="2497"/>
                  <a:pt x="4644" y="2600"/>
                  <a:pt x="4644" y="2703"/>
                </a:cubicBezTo>
                <a:cubicBezTo>
                  <a:pt x="4642" y="2756"/>
                  <a:pt x="4642" y="2811"/>
                  <a:pt x="4638" y="2865"/>
                </a:cubicBezTo>
                <a:cubicBezTo>
                  <a:pt x="4636" y="2887"/>
                  <a:pt x="4632" y="2911"/>
                  <a:pt x="4631" y="2933"/>
                </a:cubicBezTo>
                <a:lnTo>
                  <a:pt x="4631" y="2933"/>
                </a:lnTo>
                <a:cubicBezTo>
                  <a:pt x="4631" y="2933"/>
                  <a:pt x="4631" y="2933"/>
                  <a:pt x="4631" y="2933"/>
                </a:cubicBezTo>
                <a:cubicBezTo>
                  <a:pt x="4614" y="3034"/>
                  <a:pt x="4596" y="3135"/>
                  <a:pt x="4566" y="3234"/>
                </a:cubicBezTo>
                <a:cubicBezTo>
                  <a:pt x="4553" y="3280"/>
                  <a:pt x="4537" y="3327"/>
                  <a:pt x="4522" y="3373"/>
                </a:cubicBezTo>
                <a:cubicBezTo>
                  <a:pt x="4513" y="3396"/>
                  <a:pt x="4503" y="3417"/>
                  <a:pt x="4497" y="3441"/>
                </a:cubicBezTo>
                <a:cubicBezTo>
                  <a:pt x="4496" y="3441"/>
                  <a:pt x="4496" y="3441"/>
                  <a:pt x="4496" y="3441"/>
                </a:cubicBezTo>
                <a:lnTo>
                  <a:pt x="4496" y="3441"/>
                </a:lnTo>
                <a:cubicBezTo>
                  <a:pt x="4494" y="3445"/>
                  <a:pt x="4491" y="3450"/>
                  <a:pt x="4488" y="3455"/>
                </a:cubicBezTo>
                <a:cubicBezTo>
                  <a:pt x="4440" y="3542"/>
                  <a:pt x="4400" y="3630"/>
                  <a:pt x="4347" y="3712"/>
                </a:cubicBezTo>
                <a:cubicBezTo>
                  <a:pt x="4337" y="3727"/>
                  <a:pt x="4283" y="3802"/>
                  <a:pt x="4272" y="3820"/>
                </a:cubicBezTo>
                <a:lnTo>
                  <a:pt x="4272" y="3820"/>
                </a:lnTo>
                <a:cubicBezTo>
                  <a:pt x="4267" y="3826"/>
                  <a:pt x="4263" y="3832"/>
                  <a:pt x="4261" y="3835"/>
                </a:cubicBezTo>
                <a:cubicBezTo>
                  <a:pt x="4235" y="3862"/>
                  <a:pt x="4210" y="3891"/>
                  <a:pt x="4185" y="3919"/>
                </a:cubicBezTo>
                <a:cubicBezTo>
                  <a:pt x="4151" y="3955"/>
                  <a:pt x="4115" y="3990"/>
                  <a:pt x="4077" y="4024"/>
                </a:cubicBezTo>
                <a:cubicBezTo>
                  <a:pt x="4063" y="4037"/>
                  <a:pt x="3977" y="4106"/>
                  <a:pt x="3981" y="4106"/>
                </a:cubicBezTo>
                <a:cubicBezTo>
                  <a:pt x="3982" y="4106"/>
                  <a:pt x="3992" y="4099"/>
                  <a:pt x="4016" y="4081"/>
                </a:cubicBezTo>
                <a:lnTo>
                  <a:pt x="4016" y="4081"/>
                </a:lnTo>
                <a:cubicBezTo>
                  <a:pt x="3919" y="4153"/>
                  <a:pt x="3818" y="4216"/>
                  <a:pt x="3713" y="4271"/>
                </a:cubicBezTo>
                <a:cubicBezTo>
                  <a:pt x="3692" y="4282"/>
                  <a:pt x="3605" y="4320"/>
                  <a:pt x="3609" y="4320"/>
                </a:cubicBezTo>
                <a:cubicBezTo>
                  <a:pt x="3609" y="4320"/>
                  <a:pt x="3609" y="4320"/>
                  <a:pt x="3611" y="4319"/>
                </a:cubicBezTo>
                <a:lnTo>
                  <a:pt x="3611" y="4319"/>
                </a:lnTo>
                <a:cubicBezTo>
                  <a:pt x="3569" y="4335"/>
                  <a:pt x="3527" y="4350"/>
                  <a:pt x="3483" y="4365"/>
                </a:cubicBezTo>
                <a:cubicBezTo>
                  <a:pt x="3353" y="4408"/>
                  <a:pt x="3218" y="4437"/>
                  <a:pt x="3083" y="4460"/>
                </a:cubicBezTo>
                <a:cubicBezTo>
                  <a:pt x="3075" y="4462"/>
                  <a:pt x="3068" y="4463"/>
                  <a:pt x="3062" y="4464"/>
                </a:cubicBezTo>
                <a:lnTo>
                  <a:pt x="3062" y="4464"/>
                </a:lnTo>
                <a:cubicBezTo>
                  <a:pt x="3028" y="4467"/>
                  <a:pt x="2994" y="4471"/>
                  <a:pt x="2959" y="4473"/>
                </a:cubicBezTo>
                <a:cubicBezTo>
                  <a:pt x="2900" y="4477"/>
                  <a:pt x="2841" y="4481"/>
                  <a:pt x="2782" y="4481"/>
                </a:cubicBezTo>
                <a:cubicBezTo>
                  <a:pt x="2718" y="4481"/>
                  <a:pt x="2653" y="4479"/>
                  <a:pt x="2590" y="4475"/>
                </a:cubicBezTo>
                <a:cubicBezTo>
                  <a:pt x="2563" y="4473"/>
                  <a:pt x="2536" y="4471"/>
                  <a:pt x="2509" y="4469"/>
                </a:cubicBezTo>
                <a:lnTo>
                  <a:pt x="2509" y="4469"/>
                </a:lnTo>
                <a:cubicBezTo>
                  <a:pt x="2506" y="4468"/>
                  <a:pt x="2503" y="4467"/>
                  <a:pt x="2499" y="4467"/>
                </a:cubicBezTo>
                <a:cubicBezTo>
                  <a:pt x="2392" y="4445"/>
                  <a:pt x="2287" y="4422"/>
                  <a:pt x="2181" y="4389"/>
                </a:cubicBezTo>
                <a:cubicBezTo>
                  <a:pt x="2154" y="4379"/>
                  <a:pt x="2102" y="4357"/>
                  <a:pt x="2090" y="4352"/>
                </a:cubicBezTo>
                <a:lnTo>
                  <a:pt x="2090" y="4352"/>
                </a:lnTo>
                <a:cubicBezTo>
                  <a:pt x="2048" y="4332"/>
                  <a:pt x="2007" y="4312"/>
                  <a:pt x="1966" y="4290"/>
                </a:cubicBezTo>
                <a:cubicBezTo>
                  <a:pt x="1924" y="4266"/>
                  <a:pt x="1884" y="4241"/>
                  <a:pt x="1844" y="4214"/>
                </a:cubicBezTo>
                <a:cubicBezTo>
                  <a:pt x="1820" y="4198"/>
                  <a:pt x="1770" y="4158"/>
                  <a:pt x="1769" y="4158"/>
                </a:cubicBezTo>
                <a:lnTo>
                  <a:pt x="1769" y="4158"/>
                </a:lnTo>
                <a:cubicBezTo>
                  <a:pt x="1769" y="4158"/>
                  <a:pt x="1769" y="4158"/>
                  <a:pt x="1770" y="4159"/>
                </a:cubicBezTo>
                <a:lnTo>
                  <a:pt x="1770" y="4159"/>
                </a:lnTo>
                <a:cubicBezTo>
                  <a:pt x="1698" y="4097"/>
                  <a:pt x="1630" y="4032"/>
                  <a:pt x="1566" y="3961"/>
                </a:cubicBezTo>
                <a:cubicBezTo>
                  <a:pt x="1559" y="3952"/>
                  <a:pt x="1523" y="3908"/>
                  <a:pt x="1505" y="3886"/>
                </a:cubicBezTo>
                <a:lnTo>
                  <a:pt x="1505" y="3886"/>
                </a:lnTo>
                <a:cubicBezTo>
                  <a:pt x="1487" y="3859"/>
                  <a:pt x="1452" y="3809"/>
                  <a:pt x="1446" y="3799"/>
                </a:cubicBezTo>
                <a:cubicBezTo>
                  <a:pt x="1389" y="3710"/>
                  <a:pt x="1347" y="3618"/>
                  <a:pt x="1296" y="3525"/>
                </a:cubicBezTo>
                <a:cubicBezTo>
                  <a:pt x="1293" y="3520"/>
                  <a:pt x="1291" y="3516"/>
                  <a:pt x="1289" y="3513"/>
                </a:cubicBezTo>
                <a:lnTo>
                  <a:pt x="1289" y="3513"/>
                </a:lnTo>
                <a:cubicBezTo>
                  <a:pt x="1287" y="3505"/>
                  <a:pt x="1284" y="3496"/>
                  <a:pt x="1280" y="3485"/>
                </a:cubicBezTo>
                <a:cubicBezTo>
                  <a:pt x="1263" y="3441"/>
                  <a:pt x="1248" y="3396"/>
                  <a:pt x="1233" y="3352"/>
                </a:cubicBezTo>
                <a:cubicBezTo>
                  <a:pt x="1202" y="3251"/>
                  <a:pt x="1176" y="3150"/>
                  <a:pt x="1157" y="3047"/>
                </a:cubicBezTo>
                <a:cubicBezTo>
                  <a:pt x="1153" y="3023"/>
                  <a:pt x="1148" y="2988"/>
                  <a:pt x="1146" y="2969"/>
                </a:cubicBezTo>
                <a:lnTo>
                  <a:pt x="1146" y="2969"/>
                </a:lnTo>
                <a:cubicBezTo>
                  <a:pt x="1142" y="2928"/>
                  <a:pt x="1138" y="2887"/>
                  <a:pt x="1134" y="2847"/>
                </a:cubicBezTo>
                <a:cubicBezTo>
                  <a:pt x="1128" y="2743"/>
                  <a:pt x="1130" y="2638"/>
                  <a:pt x="1136" y="2533"/>
                </a:cubicBezTo>
                <a:cubicBezTo>
                  <a:pt x="1138" y="2513"/>
                  <a:pt x="1146" y="2433"/>
                  <a:pt x="1149" y="2401"/>
                </a:cubicBezTo>
                <a:lnTo>
                  <a:pt x="1149" y="2401"/>
                </a:lnTo>
                <a:cubicBezTo>
                  <a:pt x="1155" y="2369"/>
                  <a:pt x="1164" y="2316"/>
                  <a:pt x="1166" y="2301"/>
                </a:cubicBezTo>
                <a:cubicBezTo>
                  <a:pt x="1191" y="2189"/>
                  <a:pt x="1225" y="2080"/>
                  <a:pt x="1261" y="1970"/>
                </a:cubicBezTo>
                <a:cubicBezTo>
                  <a:pt x="1267" y="1952"/>
                  <a:pt x="1270" y="1940"/>
                  <a:pt x="1272" y="1933"/>
                </a:cubicBezTo>
                <a:lnTo>
                  <a:pt x="1272" y="1933"/>
                </a:lnTo>
                <a:cubicBezTo>
                  <a:pt x="1276" y="1925"/>
                  <a:pt x="1282" y="1914"/>
                  <a:pt x="1290" y="1898"/>
                </a:cubicBezTo>
                <a:cubicBezTo>
                  <a:pt x="1315" y="1848"/>
                  <a:pt x="1341" y="1797"/>
                  <a:pt x="1370" y="1747"/>
                </a:cubicBezTo>
                <a:cubicBezTo>
                  <a:pt x="1398" y="1698"/>
                  <a:pt x="1429" y="1652"/>
                  <a:pt x="1461" y="1604"/>
                </a:cubicBezTo>
                <a:cubicBezTo>
                  <a:pt x="1470" y="1590"/>
                  <a:pt x="1476" y="1580"/>
                  <a:pt x="1480" y="1574"/>
                </a:cubicBezTo>
                <a:lnTo>
                  <a:pt x="1480" y="1574"/>
                </a:lnTo>
                <a:cubicBezTo>
                  <a:pt x="1484" y="1570"/>
                  <a:pt x="1489" y="1565"/>
                  <a:pt x="1497" y="1557"/>
                </a:cubicBezTo>
                <a:cubicBezTo>
                  <a:pt x="1572" y="1477"/>
                  <a:pt x="1648" y="1401"/>
                  <a:pt x="1728" y="1328"/>
                </a:cubicBezTo>
                <a:cubicBezTo>
                  <a:pt x="1729" y="1327"/>
                  <a:pt x="1729" y="1327"/>
                  <a:pt x="1730" y="1326"/>
                </a:cubicBezTo>
                <a:lnTo>
                  <a:pt x="1730" y="1326"/>
                </a:lnTo>
                <a:cubicBezTo>
                  <a:pt x="1753" y="1312"/>
                  <a:pt x="1774" y="1295"/>
                  <a:pt x="1796" y="1281"/>
                </a:cubicBezTo>
                <a:cubicBezTo>
                  <a:pt x="1846" y="1248"/>
                  <a:pt x="1899" y="1218"/>
                  <a:pt x="1952" y="1191"/>
                </a:cubicBezTo>
                <a:cubicBezTo>
                  <a:pt x="1973" y="1180"/>
                  <a:pt x="1996" y="1170"/>
                  <a:pt x="2015" y="1159"/>
                </a:cubicBezTo>
                <a:cubicBezTo>
                  <a:pt x="2019" y="1157"/>
                  <a:pt x="2023" y="1154"/>
                  <a:pt x="2026" y="1152"/>
                </a:cubicBezTo>
                <a:lnTo>
                  <a:pt x="2026" y="1152"/>
                </a:lnTo>
                <a:cubicBezTo>
                  <a:pt x="2028" y="1152"/>
                  <a:pt x="2030" y="1151"/>
                  <a:pt x="2032" y="1151"/>
                </a:cubicBezTo>
                <a:cubicBezTo>
                  <a:pt x="2093" y="1132"/>
                  <a:pt x="2152" y="1108"/>
                  <a:pt x="2213" y="1092"/>
                </a:cubicBezTo>
                <a:cubicBezTo>
                  <a:pt x="2272" y="1075"/>
                  <a:pt x="2329" y="1064"/>
                  <a:pt x="2388" y="1052"/>
                </a:cubicBezTo>
                <a:cubicBezTo>
                  <a:pt x="2406" y="1047"/>
                  <a:pt x="2452" y="1041"/>
                  <a:pt x="2450" y="1041"/>
                </a:cubicBezTo>
                <a:lnTo>
                  <a:pt x="2450" y="1041"/>
                </a:lnTo>
                <a:cubicBezTo>
                  <a:pt x="2449" y="1041"/>
                  <a:pt x="2434" y="1042"/>
                  <a:pt x="2396" y="1047"/>
                </a:cubicBezTo>
                <a:cubicBezTo>
                  <a:pt x="2438" y="1041"/>
                  <a:pt x="2480" y="1037"/>
                  <a:pt x="2523" y="1035"/>
                </a:cubicBezTo>
                <a:cubicBezTo>
                  <a:pt x="2551" y="1033"/>
                  <a:pt x="2579" y="1028"/>
                  <a:pt x="2607" y="1022"/>
                </a:cubicBezTo>
                <a:lnTo>
                  <a:pt x="2607" y="1022"/>
                </a:lnTo>
                <a:cubicBezTo>
                  <a:pt x="2623" y="1021"/>
                  <a:pt x="2639" y="1018"/>
                  <a:pt x="2655" y="1016"/>
                </a:cubicBezTo>
                <a:cubicBezTo>
                  <a:pt x="2677" y="1012"/>
                  <a:pt x="2699" y="1009"/>
                  <a:pt x="2720" y="1006"/>
                </a:cubicBezTo>
                <a:lnTo>
                  <a:pt x="2720" y="1006"/>
                </a:lnTo>
                <a:cubicBezTo>
                  <a:pt x="2727" y="1005"/>
                  <a:pt x="2777" y="1000"/>
                  <a:pt x="2792" y="999"/>
                </a:cubicBezTo>
                <a:cubicBezTo>
                  <a:pt x="2853" y="995"/>
                  <a:pt x="2917" y="991"/>
                  <a:pt x="2978" y="988"/>
                </a:cubicBezTo>
                <a:cubicBezTo>
                  <a:pt x="2996" y="988"/>
                  <a:pt x="3014" y="988"/>
                  <a:pt x="3032" y="988"/>
                </a:cubicBezTo>
                <a:close/>
                <a:moveTo>
                  <a:pt x="3031" y="0"/>
                </a:moveTo>
                <a:cubicBezTo>
                  <a:pt x="2841" y="0"/>
                  <a:pt x="2651" y="16"/>
                  <a:pt x="2463" y="44"/>
                </a:cubicBezTo>
                <a:lnTo>
                  <a:pt x="2463" y="44"/>
                </a:lnTo>
                <a:cubicBezTo>
                  <a:pt x="1887" y="101"/>
                  <a:pt x="1345" y="305"/>
                  <a:pt x="921" y="715"/>
                </a:cubicBezTo>
                <a:cubicBezTo>
                  <a:pt x="551" y="1073"/>
                  <a:pt x="298" y="1566"/>
                  <a:pt x="199" y="2071"/>
                </a:cubicBezTo>
                <a:cubicBezTo>
                  <a:pt x="1" y="3089"/>
                  <a:pt x="296" y="4250"/>
                  <a:pt x="1128" y="4915"/>
                </a:cubicBezTo>
                <a:cubicBezTo>
                  <a:pt x="1602" y="5295"/>
                  <a:pt x="2207" y="5479"/>
                  <a:pt x="2815" y="5479"/>
                </a:cubicBezTo>
                <a:cubicBezTo>
                  <a:pt x="3435" y="5479"/>
                  <a:pt x="4059" y="5288"/>
                  <a:pt x="4551" y="4917"/>
                </a:cubicBezTo>
                <a:cubicBezTo>
                  <a:pt x="5478" y="4222"/>
                  <a:pt x="5845" y="2981"/>
                  <a:pt x="5529" y="1873"/>
                </a:cubicBezTo>
                <a:cubicBezTo>
                  <a:pt x="5356" y="1275"/>
                  <a:pt x="4989" y="750"/>
                  <a:pt x="4469" y="401"/>
                </a:cubicBezTo>
                <a:cubicBezTo>
                  <a:pt x="4037" y="112"/>
                  <a:pt x="3537" y="0"/>
                  <a:pt x="303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bg>
      <p:bgPr>
        <a:solidFill>
          <a:srgbClr val="79CDBE"/>
        </a:solidFill>
      </p:bgPr>
    </p:bg>
    <p:spTree>
      <p:nvGrpSpPr>
        <p:cNvPr id="9414" name="Shape 9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15" name="Google Shape;9415;p56"/>
          <p:cNvGrpSpPr/>
          <p:nvPr/>
        </p:nvGrpSpPr>
        <p:grpSpPr>
          <a:xfrm>
            <a:off x="0" y="0"/>
            <a:ext cx="9144125" cy="5143391"/>
            <a:chOff x="0" y="0"/>
            <a:chExt cx="9144125" cy="5143391"/>
          </a:xfrm>
        </p:grpSpPr>
        <p:sp>
          <p:nvSpPr>
            <p:cNvPr id="9416" name="Google Shape;9416;p56"/>
            <p:cNvSpPr/>
            <p:nvPr/>
          </p:nvSpPr>
          <p:spPr>
            <a:xfrm>
              <a:off x="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17" name="Google Shape;9417;p56"/>
            <p:cNvSpPr/>
            <p:nvPr/>
          </p:nvSpPr>
          <p:spPr>
            <a:xfrm>
              <a:off x="38100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18" name="Google Shape;9418;p56"/>
            <p:cNvSpPr/>
            <p:nvPr/>
          </p:nvSpPr>
          <p:spPr>
            <a:xfrm>
              <a:off x="76201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19" name="Google Shape;9419;p56"/>
            <p:cNvSpPr/>
            <p:nvPr/>
          </p:nvSpPr>
          <p:spPr>
            <a:xfrm>
              <a:off x="114301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20" name="Google Shape;9420;p56"/>
            <p:cNvSpPr/>
            <p:nvPr/>
          </p:nvSpPr>
          <p:spPr>
            <a:xfrm>
              <a:off x="152402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21" name="Google Shape;9421;p56"/>
            <p:cNvSpPr/>
            <p:nvPr/>
          </p:nvSpPr>
          <p:spPr>
            <a:xfrm>
              <a:off x="190502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22" name="Google Shape;9422;p56"/>
            <p:cNvSpPr/>
            <p:nvPr/>
          </p:nvSpPr>
          <p:spPr>
            <a:xfrm>
              <a:off x="228603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23" name="Google Shape;9423;p56"/>
            <p:cNvSpPr/>
            <p:nvPr/>
          </p:nvSpPr>
          <p:spPr>
            <a:xfrm>
              <a:off x="266703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24" name="Google Shape;9424;p56"/>
            <p:cNvSpPr/>
            <p:nvPr/>
          </p:nvSpPr>
          <p:spPr>
            <a:xfrm>
              <a:off x="304804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25" name="Google Shape;9425;p56"/>
            <p:cNvSpPr/>
            <p:nvPr/>
          </p:nvSpPr>
          <p:spPr>
            <a:xfrm>
              <a:off x="342904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26" name="Google Shape;9426;p56"/>
            <p:cNvSpPr/>
            <p:nvPr/>
          </p:nvSpPr>
          <p:spPr>
            <a:xfrm>
              <a:off x="381005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27" name="Google Shape;9427;p56"/>
            <p:cNvSpPr/>
            <p:nvPr/>
          </p:nvSpPr>
          <p:spPr>
            <a:xfrm>
              <a:off x="419105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28" name="Google Shape;9428;p56"/>
            <p:cNvSpPr/>
            <p:nvPr/>
          </p:nvSpPr>
          <p:spPr>
            <a:xfrm>
              <a:off x="457206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29" name="Google Shape;9429;p56"/>
            <p:cNvSpPr/>
            <p:nvPr/>
          </p:nvSpPr>
          <p:spPr>
            <a:xfrm>
              <a:off x="495306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30" name="Google Shape;9430;p56"/>
            <p:cNvSpPr/>
            <p:nvPr/>
          </p:nvSpPr>
          <p:spPr>
            <a:xfrm>
              <a:off x="533407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31" name="Google Shape;9431;p56"/>
            <p:cNvSpPr/>
            <p:nvPr/>
          </p:nvSpPr>
          <p:spPr>
            <a:xfrm>
              <a:off x="571507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32" name="Google Shape;9432;p56"/>
            <p:cNvSpPr/>
            <p:nvPr/>
          </p:nvSpPr>
          <p:spPr>
            <a:xfrm>
              <a:off x="609608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33" name="Google Shape;9433;p56"/>
            <p:cNvSpPr/>
            <p:nvPr/>
          </p:nvSpPr>
          <p:spPr>
            <a:xfrm>
              <a:off x="647708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34" name="Google Shape;9434;p56"/>
            <p:cNvSpPr/>
            <p:nvPr/>
          </p:nvSpPr>
          <p:spPr>
            <a:xfrm>
              <a:off x="685809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35" name="Google Shape;9435;p56"/>
            <p:cNvSpPr/>
            <p:nvPr/>
          </p:nvSpPr>
          <p:spPr>
            <a:xfrm>
              <a:off x="723909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36" name="Google Shape;9436;p56"/>
            <p:cNvSpPr/>
            <p:nvPr/>
          </p:nvSpPr>
          <p:spPr>
            <a:xfrm>
              <a:off x="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37" name="Google Shape;9437;p56"/>
            <p:cNvSpPr/>
            <p:nvPr/>
          </p:nvSpPr>
          <p:spPr>
            <a:xfrm>
              <a:off x="38100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38" name="Google Shape;9438;p56"/>
            <p:cNvSpPr/>
            <p:nvPr/>
          </p:nvSpPr>
          <p:spPr>
            <a:xfrm>
              <a:off x="76201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39" name="Google Shape;9439;p56"/>
            <p:cNvSpPr/>
            <p:nvPr/>
          </p:nvSpPr>
          <p:spPr>
            <a:xfrm>
              <a:off x="114301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40" name="Google Shape;9440;p56"/>
            <p:cNvSpPr/>
            <p:nvPr/>
          </p:nvSpPr>
          <p:spPr>
            <a:xfrm>
              <a:off x="152402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41" name="Google Shape;9441;p56"/>
            <p:cNvSpPr/>
            <p:nvPr/>
          </p:nvSpPr>
          <p:spPr>
            <a:xfrm>
              <a:off x="190502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42" name="Google Shape;9442;p56"/>
            <p:cNvSpPr/>
            <p:nvPr/>
          </p:nvSpPr>
          <p:spPr>
            <a:xfrm>
              <a:off x="228603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43" name="Google Shape;9443;p56"/>
            <p:cNvSpPr/>
            <p:nvPr/>
          </p:nvSpPr>
          <p:spPr>
            <a:xfrm>
              <a:off x="266703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44" name="Google Shape;9444;p56"/>
            <p:cNvSpPr/>
            <p:nvPr/>
          </p:nvSpPr>
          <p:spPr>
            <a:xfrm>
              <a:off x="304804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45" name="Google Shape;9445;p56"/>
            <p:cNvSpPr/>
            <p:nvPr/>
          </p:nvSpPr>
          <p:spPr>
            <a:xfrm>
              <a:off x="342904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46" name="Google Shape;9446;p56"/>
            <p:cNvSpPr/>
            <p:nvPr/>
          </p:nvSpPr>
          <p:spPr>
            <a:xfrm>
              <a:off x="381005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47" name="Google Shape;9447;p56"/>
            <p:cNvSpPr/>
            <p:nvPr/>
          </p:nvSpPr>
          <p:spPr>
            <a:xfrm>
              <a:off x="419105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48" name="Google Shape;9448;p56"/>
            <p:cNvSpPr/>
            <p:nvPr/>
          </p:nvSpPr>
          <p:spPr>
            <a:xfrm>
              <a:off x="457206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49" name="Google Shape;9449;p56"/>
            <p:cNvSpPr/>
            <p:nvPr/>
          </p:nvSpPr>
          <p:spPr>
            <a:xfrm>
              <a:off x="495306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50" name="Google Shape;9450;p56"/>
            <p:cNvSpPr/>
            <p:nvPr/>
          </p:nvSpPr>
          <p:spPr>
            <a:xfrm>
              <a:off x="533407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51" name="Google Shape;9451;p56"/>
            <p:cNvSpPr/>
            <p:nvPr/>
          </p:nvSpPr>
          <p:spPr>
            <a:xfrm>
              <a:off x="571507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52" name="Google Shape;9452;p56"/>
            <p:cNvSpPr/>
            <p:nvPr/>
          </p:nvSpPr>
          <p:spPr>
            <a:xfrm>
              <a:off x="609608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53" name="Google Shape;9453;p56"/>
            <p:cNvSpPr/>
            <p:nvPr/>
          </p:nvSpPr>
          <p:spPr>
            <a:xfrm>
              <a:off x="647708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54" name="Google Shape;9454;p56"/>
            <p:cNvSpPr/>
            <p:nvPr/>
          </p:nvSpPr>
          <p:spPr>
            <a:xfrm>
              <a:off x="685809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55" name="Google Shape;9455;p56"/>
            <p:cNvSpPr/>
            <p:nvPr/>
          </p:nvSpPr>
          <p:spPr>
            <a:xfrm>
              <a:off x="723909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56" name="Google Shape;9456;p56"/>
            <p:cNvSpPr/>
            <p:nvPr/>
          </p:nvSpPr>
          <p:spPr>
            <a:xfrm>
              <a:off x="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57" name="Google Shape;9457;p56"/>
            <p:cNvSpPr/>
            <p:nvPr/>
          </p:nvSpPr>
          <p:spPr>
            <a:xfrm>
              <a:off x="38100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58" name="Google Shape;9458;p56"/>
            <p:cNvSpPr/>
            <p:nvPr/>
          </p:nvSpPr>
          <p:spPr>
            <a:xfrm>
              <a:off x="76201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59" name="Google Shape;9459;p56"/>
            <p:cNvSpPr/>
            <p:nvPr/>
          </p:nvSpPr>
          <p:spPr>
            <a:xfrm>
              <a:off x="114301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60" name="Google Shape;9460;p56"/>
            <p:cNvSpPr/>
            <p:nvPr/>
          </p:nvSpPr>
          <p:spPr>
            <a:xfrm>
              <a:off x="152402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61" name="Google Shape;9461;p56"/>
            <p:cNvSpPr/>
            <p:nvPr/>
          </p:nvSpPr>
          <p:spPr>
            <a:xfrm>
              <a:off x="190502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62" name="Google Shape;9462;p56"/>
            <p:cNvSpPr/>
            <p:nvPr/>
          </p:nvSpPr>
          <p:spPr>
            <a:xfrm>
              <a:off x="228603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63" name="Google Shape;9463;p56"/>
            <p:cNvSpPr/>
            <p:nvPr/>
          </p:nvSpPr>
          <p:spPr>
            <a:xfrm>
              <a:off x="266703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64" name="Google Shape;9464;p56"/>
            <p:cNvSpPr/>
            <p:nvPr/>
          </p:nvSpPr>
          <p:spPr>
            <a:xfrm>
              <a:off x="304804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65" name="Google Shape;9465;p56"/>
            <p:cNvSpPr/>
            <p:nvPr/>
          </p:nvSpPr>
          <p:spPr>
            <a:xfrm>
              <a:off x="342904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66" name="Google Shape;9466;p56"/>
            <p:cNvSpPr/>
            <p:nvPr/>
          </p:nvSpPr>
          <p:spPr>
            <a:xfrm>
              <a:off x="381005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67" name="Google Shape;9467;p56"/>
            <p:cNvSpPr/>
            <p:nvPr/>
          </p:nvSpPr>
          <p:spPr>
            <a:xfrm>
              <a:off x="419105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68" name="Google Shape;9468;p56"/>
            <p:cNvSpPr/>
            <p:nvPr/>
          </p:nvSpPr>
          <p:spPr>
            <a:xfrm>
              <a:off x="457206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69" name="Google Shape;9469;p56"/>
            <p:cNvSpPr/>
            <p:nvPr/>
          </p:nvSpPr>
          <p:spPr>
            <a:xfrm>
              <a:off x="495306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70" name="Google Shape;9470;p56"/>
            <p:cNvSpPr/>
            <p:nvPr/>
          </p:nvSpPr>
          <p:spPr>
            <a:xfrm>
              <a:off x="533407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71" name="Google Shape;9471;p56"/>
            <p:cNvSpPr/>
            <p:nvPr/>
          </p:nvSpPr>
          <p:spPr>
            <a:xfrm>
              <a:off x="571507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72" name="Google Shape;9472;p56"/>
            <p:cNvSpPr/>
            <p:nvPr/>
          </p:nvSpPr>
          <p:spPr>
            <a:xfrm>
              <a:off x="609608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73" name="Google Shape;9473;p56"/>
            <p:cNvSpPr/>
            <p:nvPr/>
          </p:nvSpPr>
          <p:spPr>
            <a:xfrm>
              <a:off x="647708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74" name="Google Shape;9474;p56"/>
            <p:cNvSpPr/>
            <p:nvPr/>
          </p:nvSpPr>
          <p:spPr>
            <a:xfrm>
              <a:off x="685809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75" name="Google Shape;9475;p56"/>
            <p:cNvSpPr/>
            <p:nvPr/>
          </p:nvSpPr>
          <p:spPr>
            <a:xfrm>
              <a:off x="723909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76" name="Google Shape;9476;p56"/>
            <p:cNvSpPr/>
            <p:nvPr/>
          </p:nvSpPr>
          <p:spPr>
            <a:xfrm>
              <a:off x="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77" name="Google Shape;9477;p56"/>
            <p:cNvSpPr/>
            <p:nvPr/>
          </p:nvSpPr>
          <p:spPr>
            <a:xfrm>
              <a:off x="38100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78" name="Google Shape;9478;p56"/>
            <p:cNvSpPr/>
            <p:nvPr/>
          </p:nvSpPr>
          <p:spPr>
            <a:xfrm>
              <a:off x="76201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79" name="Google Shape;9479;p56"/>
            <p:cNvSpPr/>
            <p:nvPr/>
          </p:nvSpPr>
          <p:spPr>
            <a:xfrm>
              <a:off x="114301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0" name="Google Shape;9480;p56"/>
            <p:cNvSpPr/>
            <p:nvPr/>
          </p:nvSpPr>
          <p:spPr>
            <a:xfrm>
              <a:off x="152402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1" name="Google Shape;9481;p56"/>
            <p:cNvSpPr/>
            <p:nvPr/>
          </p:nvSpPr>
          <p:spPr>
            <a:xfrm>
              <a:off x="190502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2" name="Google Shape;9482;p56"/>
            <p:cNvSpPr/>
            <p:nvPr/>
          </p:nvSpPr>
          <p:spPr>
            <a:xfrm>
              <a:off x="228603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3" name="Google Shape;9483;p56"/>
            <p:cNvSpPr/>
            <p:nvPr/>
          </p:nvSpPr>
          <p:spPr>
            <a:xfrm>
              <a:off x="266703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4" name="Google Shape;9484;p56"/>
            <p:cNvSpPr/>
            <p:nvPr/>
          </p:nvSpPr>
          <p:spPr>
            <a:xfrm>
              <a:off x="304804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5" name="Google Shape;9485;p56"/>
            <p:cNvSpPr/>
            <p:nvPr/>
          </p:nvSpPr>
          <p:spPr>
            <a:xfrm>
              <a:off x="342904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6" name="Google Shape;9486;p56"/>
            <p:cNvSpPr/>
            <p:nvPr/>
          </p:nvSpPr>
          <p:spPr>
            <a:xfrm>
              <a:off x="381005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7" name="Google Shape;9487;p56"/>
            <p:cNvSpPr/>
            <p:nvPr/>
          </p:nvSpPr>
          <p:spPr>
            <a:xfrm>
              <a:off x="419105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8" name="Google Shape;9488;p56"/>
            <p:cNvSpPr/>
            <p:nvPr/>
          </p:nvSpPr>
          <p:spPr>
            <a:xfrm>
              <a:off x="457206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9" name="Google Shape;9489;p56"/>
            <p:cNvSpPr/>
            <p:nvPr/>
          </p:nvSpPr>
          <p:spPr>
            <a:xfrm>
              <a:off x="495306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90" name="Google Shape;9490;p56"/>
            <p:cNvSpPr/>
            <p:nvPr/>
          </p:nvSpPr>
          <p:spPr>
            <a:xfrm>
              <a:off x="533407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91" name="Google Shape;9491;p56"/>
            <p:cNvSpPr/>
            <p:nvPr/>
          </p:nvSpPr>
          <p:spPr>
            <a:xfrm>
              <a:off x="571507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92" name="Google Shape;9492;p56"/>
            <p:cNvSpPr/>
            <p:nvPr/>
          </p:nvSpPr>
          <p:spPr>
            <a:xfrm>
              <a:off x="609608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93" name="Google Shape;9493;p56"/>
            <p:cNvSpPr/>
            <p:nvPr/>
          </p:nvSpPr>
          <p:spPr>
            <a:xfrm>
              <a:off x="647708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94" name="Google Shape;9494;p56"/>
            <p:cNvSpPr/>
            <p:nvPr/>
          </p:nvSpPr>
          <p:spPr>
            <a:xfrm>
              <a:off x="685809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95" name="Google Shape;9495;p56"/>
            <p:cNvSpPr/>
            <p:nvPr/>
          </p:nvSpPr>
          <p:spPr>
            <a:xfrm>
              <a:off x="723909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96" name="Google Shape;9496;p56"/>
            <p:cNvSpPr/>
            <p:nvPr/>
          </p:nvSpPr>
          <p:spPr>
            <a:xfrm>
              <a:off x="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97" name="Google Shape;9497;p56"/>
            <p:cNvSpPr/>
            <p:nvPr/>
          </p:nvSpPr>
          <p:spPr>
            <a:xfrm>
              <a:off x="38100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98" name="Google Shape;9498;p56"/>
            <p:cNvSpPr/>
            <p:nvPr/>
          </p:nvSpPr>
          <p:spPr>
            <a:xfrm>
              <a:off x="76201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99" name="Google Shape;9499;p56"/>
            <p:cNvSpPr/>
            <p:nvPr/>
          </p:nvSpPr>
          <p:spPr>
            <a:xfrm>
              <a:off x="114301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00" name="Google Shape;9500;p56"/>
            <p:cNvSpPr/>
            <p:nvPr/>
          </p:nvSpPr>
          <p:spPr>
            <a:xfrm>
              <a:off x="152402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01" name="Google Shape;9501;p56"/>
            <p:cNvSpPr/>
            <p:nvPr/>
          </p:nvSpPr>
          <p:spPr>
            <a:xfrm>
              <a:off x="190502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02" name="Google Shape;9502;p56"/>
            <p:cNvSpPr/>
            <p:nvPr/>
          </p:nvSpPr>
          <p:spPr>
            <a:xfrm>
              <a:off x="228603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03" name="Google Shape;9503;p56"/>
            <p:cNvSpPr/>
            <p:nvPr/>
          </p:nvSpPr>
          <p:spPr>
            <a:xfrm>
              <a:off x="266703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04" name="Google Shape;9504;p56"/>
            <p:cNvSpPr/>
            <p:nvPr/>
          </p:nvSpPr>
          <p:spPr>
            <a:xfrm>
              <a:off x="304804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05" name="Google Shape;9505;p56"/>
            <p:cNvSpPr/>
            <p:nvPr/>
          </p:nvSpPr>
          <p:spPr>
            <a:xfrm>
              <a:off x="342904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06" name="Google Shape;9506;p56"/>
            <p:cNvSpPr/>
            <p:nvPr/>
          </p:nvSpPr>
          <p:spPr>
            <a:xfrm>
              <a:off x="381005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07" name="Google Shape;9507;p56"/>
            <p:cNvSpPr/>
            <p:nvPr/>
          </p:nvSpPr>
          <p:spPr>
            <a:xfrm>
              <a:off x="419105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08" name="Google Shape;9508;p56"/>
            <p:cNvSpPr/>
            <p:nvPr/>
          </p:nvSpPr>
          <p:spPr>
            <a:xfrm>
              <a:off x="457206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09" name="Google Shape;9509;p56"/>
            <p:cNvSpPr/>
            <p:nvPr/>
          </p:nvSpPr>
          <p:spPr>
            <a:xfrm>
              <a:off x="495306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10" name="Google Shape;9510;p56"/>
            <p:cNvSpPr/>
            <p:nvPr/>
          </p:nvSpPr>
          <p:spPr>
            <a:xfrm>
              <a:off x="533407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11" name="Google Shape;9511;p56"/>
            <p:cNvSpPr/>
            <p:nvPr/>
          </p:nvSpPr>
          <p:spPr>
            <a:xfrm>
              <a:off x="571507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12" name="Google Shape;9512;p56"/>
            <p:cNvSpPr/>
            <p:nvPr/>
          </p:nvSpPr>
          <p:spPr>
            <a:xfrm>
              <a:off x="609608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13" name="Google Shape;9513;p56"/>
            <p:cNvSpPr/>
            <p:nvPr/>
          </p:nvSpPr>
          <p:spPr>
            <a:xfrm>
              <a:off x="647708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14" name="Google Shape;9514;p56"/>
            <p:cNvSpPr/>
            <p:nvPr/>
          </p:nvSpPr>
          <p:spPr>
            <a:xfrm>
              <a:off x="685809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15" name="Google Shape;9515;p56"/>
            <p:cNvSpPr/>
            <p:nvPr/>
          </p:nvSpPr>
          <p:spPr>
            <a:xfrm>
              <a:off x="723909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16" name="Google Shape;9516;p56"/>
            <p:cNvSpPr/>
            <p:nvPr/>
          </p:nvSpPr>
          <p:spPr>
            <a:xfrm>
              <a:off x="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17" name="Google Shape;9517;p56"/>
            <p:cNvSpPr/>
            <p:nvPr/>
          </p:nvSpPr>
          <p:spPr>
            <a:xfrm>
              <a:off x="38100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18" name="Google Shape;9518;p56"/>
            <p:cNvSpPr/>
            <p:nvPr/>
          </p:nvSpPr>
          <p:spPr>
            <a:xfrm>
              <a:off x="76201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19" name="Google Shape;9519;p56"/>
            <p:cNvSpPr/>
            <p:nvPr/>
          </p:nvSpPr>
          <p:spPr>
            <a:xfrm>
              <a:off x="114301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20" name="Google Shape;9520;p56"/>
            <p:cNvSpPr/>
            <p:nvPr/>
          </p:nvSpPr>
          <p:spPr>
            <a:xfrm>
              <a:off x="152402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21" name="Google Shape;9521;p56"/>
            <p:cNvSpPr/>
            <p:nvPr/>
          </p:nvSpPr>
          <p:spPr>
            <a:xfrm>
              <a:off x="190502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22" name="Google Shape;9522;p56"/>
            <p:cNvSpPr/>
            <p:nvPr/>
          </p:nvSpPr>
          <p:spPr>
            <a:xfrm>
              <a:off x="228603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23" name="Google Shape;9523;p56"/>
            <p:cNvSpPr/>
            <p:nvPr/>
          </p:nvSpPr>
          <p:spPr>
            <a:xfrm>
              <a:off x="266703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24" name="Google Shape;9524;p56"/>
            <p:cNvSpPr/>
            <p:nvPr/>
          </p:nvSpPr>
          <p:spPr>
            <a:xfrm>
              <a:off x="304804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25" name="Google Shape;9525;p56"/>
            <p:cNvSpPr/>
            <p:nvPr/>
          </p:nvSpPr>
          <p:spPr>
            <a:xfrm>
              <a:off x="342904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26" name="Google Shape;9526;p56"/>
            <p:cNvSpPr/>
            <p:nvPr/>
          </p:nvSpPr>
          <p:spPr>
            <a:xfrm>
              <a:off x="381005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27" name="Google Shape;9527;p56"/>
            <p:cNvSpPr/>
            <p:nvPr/>
          </p:nvSpPr>
          <p:spPr>
            <a:xfrm>
              <a:off x="419105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28" name="Google Shape;9528;p56"/>
            <p:cNvSpPr/>
            <p:nvPr/>
          </p:nvSpPr>
          <p:spPr>
            <a:xfrm>
              <a:off x="457206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29" name="Google Shape;9529;p56"/>
            <p:cNvSpPr/>
            <p:nvPr/>
          </p:nvSpPr>
          <p:spPr>
            <a:xfrm>
              <a:off x="495306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30" name="Google Shape;9530;p56"/>
            <p:cNvSpPr/>
            <p:nvPr/>
          </p:nvSpPr>
          <p:spPr>
            <a:xfrm>
              <a:off x="533407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31" name="Google Shape;9531;p56"/>
            <p:cNvSpPr/>
            <p:nvPr/>
          </p:nvSpPr>
          <p:spPr>
            <a:xfrm>
              <a:off x="571507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32" name="Google Shape;9532;p56"/>
            <p:cNvSpPr/>
            <p:nvPr/>
          </p:nvSpPr>
          <p:spPr>
            <a:xfrm>
              <a:off x="609608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33" name="Google Shape;9533;p56"/>
            <p:cNvSpPr/>
            <p:nvPr/>
          </p:nvSpPr>
          <p:spPr>
            <a:xfrm>
              <a:off x="647708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34" name="Google Shape;9534;p56"/>
            <p:cNvSpPr/>
            <p:nvPr/>
          </p:nvSpPr>
          <p:spPr>
            <a:xfrm>
              <a:off x="685809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35" name="Google Shape;9535;p56"/>
            <p:cNvSpPr/>
            <p:nvPr/>
          </p:nvSpPr>
          <p:spPr>
            <a:xfrm>
              <a:off x="723909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36" name="Google Shape;9536;p56"/>
            <p:cNvSpPr/>
            <p:nvPr/>
          </p:nvSpPr>
          <p:spPr>
            <a:xfrm>
              <a:off x="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37" name="Google Shape;9537;p56"/>
            <p:cNvSpPr/>
            <p:nvPr/>
          </p:nvSpPr>
          <p:spPr>
            <a:xfrm>
              <a:off x="38100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38" name="Google Shape;9538;p56"/>
            <p:cNvSpPr/>
            <p:nvPr/>
          </p:nvSpPr>
          <p:spPr>
            <a:xfrm>
              <a:off x="76201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39" name="Google Shape;9539;p56"/>
            <p:cNvSpPr/>
            <p:nvPr/>
          </p:nvSpPr>
          <p:spPr>
            <a:xfrm>
              <a:off x="114301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40" name="Google Shape;9540;p56"/>
            <p:cNvSpPr/>
            <p:nvPr/>
          </p:nvSpPr>
          <p:spPr>
            <a:xfrm>
              <a:off x="152402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41" name="Google Shape;9541;p56"/>
            <p:cNvSpPr/>
            <p:nvPr/>
          </p:nvSpPr>
          <p:spPr>
            <a:xfrm>
              <a:off x="190502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42" name="Google Shape;9542;p56"/>
            <p:cNvSpPr/>
            <p:nvPr/>
          </p:nvSpPr>
          <p:spPr>
            <a:xfrm>
              <a:off x="228603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43" name="Google Shape;9543;p56"/>
            <p:cNvSpPr/>
            <p:nvPr/>
          </p:nvSpPr>
          <p:spPr>
            <a:xfrm>
              <a:off x="266703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44" name="Google Shape;9544;p56"/>
            <p:cNvSpPr/>
            <p:nvPr/>
          </p:nvSpPr>
          <p:spPr>
            <a:xfrm>
              <a:off x="304804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45" name="Google Shape;9545;p56"/>
            <p:cNvSpPr/>
            <p:nvPr/>
          </p:nvSpPr>
          <p:spPr>
            <a:xfrm>
              <a:off x="342904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46" name="Google Shape;9546;p56"/>
            <p:cNvSpPr/>
            <p:nvPr/>
          </p:nvSpPr>
          <p:spPr>
            <a:xfrm>
              <a:off x="381005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47" name="Google Shape;9547;p56"/>
            <p:cNvSpPr/>
            <p:nvPr/>
          </p:nvSpPr>
          <p:spPr>
            <a:xfrm>
              <a:off x="419105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48" name="Google Shape;9548;p56"/>
            <p:cNvSpPr/>
            <p:nvPr/>
          </p:nvSpPr>
          <p:spPr>
            <a:xfrm>
              <a:off x="457206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49" name="Google Shape;9549;p56"/>
            <p:cNvSpPr/>
            <p:nvPr/>
          </p:nvSpPr>
          <p:spPr>
            <a:xfrm>
              <a:off x="495306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50" name="Google Shape;9550;p56"/>
            <p:cNvSpPr/>
            <p:nvPr/>
          </p:nvSpPr>
          <p:spPr>
            <a:xfrm>
              <a:off x="533407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51" name="Google Shape;9551;p56"/>
            <p:cNvSpPr/>
            <p:nvPr/>
          </p:nvSpPr>
          <p:spPr>
            <a:xfrm>
              <a:off x="571507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52" name="Google Shape;9552;p56"/>
            <p:cNvSpPr/>
            <p:nvPr/>
          </p:nvSpPr>
          <p:spPr>
            <a:xfrm>
              <a:off x="609608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53" name="Google Shape;9553;p56"/>
            <p:cNvSpPr/>
            <p:nvPr/>
          </p:nvSpPr>
          <p:spPr>
            <a:xfrm>
              <a:off x="647708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54" name="Google Shape;9554;p56"/>
            <p:cNvSpPr/>
            <p:nvPr/>
          </p:nvSpPr>
          <p:spPr>
            <a:xfrm>
              <a:off x="685809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55" name="Google Shape;9555;p56"/>
            <p:cNvSpPr/>
            <p:nvPr/>
          </p:nvSpPr>
          <p:spPr>
            <a:xfrm>
              <a:off x="723909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56" name="Google Shape;9556;p56"/>
            <p:cNvSpPr/>
            <p:nvPr/>
          </p:nvSpPr>
          <p:spPr>
            <a:xfrm>
              <a:off x="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57" name="Google Shape;9557;p56"/>
            <p:cNvSpPr/>
            <p:nvPr/>
          </p:nvSpPr>
          <p:spPr>
            <a:xfrm>
              <a:off x="38100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58" name="Google Shape;9558;p56"/>
            <p:cNvSpPr/>
            <p:nvPr/>
          </p:nvSpPr>
          <p:spPr>
            <a:xfrm>
              <a:off x="76201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59" name="Google Shape;9559;p56"/>
            <p:cNvSpPr/>
            <p:nvPr/>
          </p:nvSpPr>
          <p:spPr>
            <a:xfrm>
              <a:off x="114301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60" name="Google Shape;9560;p56"/>
            <p:cNvSpPr/>
            <p:nvPr/>
          </p:nvSpPr>
          <p:spPr>
            <a:xfrm>
              <a:off x="152402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61" name="Google Shape;9561;p56"/>
            <p:cNvSpPr/>
            <p:nvPr/>
          </p:nvSpPr>
          <p:spPr>
            <a:xfrm>
              <a:off x="190502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62" name="Google Shape;9562;p56"/>
            <p:cNvSpPr/>
            <p:nvPr/>
          </p:nvSpPr>
          <p:spPr>
            <a:xfrm>
              <a:off x="228603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63" name="Google Shape;9563;p56"/>
            <p:cNvSpPr/>
            <p:nvPr/>
          </p:nvSpPr>
          <p:spPr>
            <a:xfrm>
              <a:off x="266703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64" name="Google Shape;9564;p56"/>
            <p:cNvSpPr/>
            <p:nvPr/>
          </p:nvSpPr>
          <p:spPr>
            <a:xfrm>
              <a:off x="304804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65" name="Google Shape;9565;p56"/>
            <p:cNvSpPr/>
            <p:nvPr/>
          </p:nvSpPr>
          <p:spPr>
            <a:xfrm>
              <a:off x="342904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66" name="Google Shape;9566;p56"/>
            <p:cNvSpPr/>
            <p:nvPr/>
          </p:nvSpPr>
          <p:spPr>
            <a:xfrm>
              <a:off x="381005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67" name="Google Shape;9567;p56"/>
            <p:cNvSpPr/>
            <p:nvPr/>
          </p:nvSpPr>
          <p:spPr>
            <a:xfrm>
              <a:off x="419105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68" name="Google Shape;9568;p56"/>
            <p:cNvSpPr/>
            <p:nvPr/>
          </p:nvSpPr>
          <p:spPr>
            <a:xfrm>
              <a:off x="457206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69" name="Google Shape;9569;p56"/>
            <p:cNvSpPr/>
            <p:nvPr/>
          </p:nvSpPr>
          <p:spPr>
            <a:xfrm>
              <a:off x="495306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70" name="Google Shape;9570;p56"/>
            <p:cNvSpPr/>
            <p:nvPr/>
          </p:nvSpPr>
          <p:spPr>
            <a:xfrm>
              <a:off x="533407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71" name="Google Shape;9571;p56"/>
            <p:cNvSpPr/>
            <p:nvPr/>
          </p:nvSpPr>
          <p:spPr>
            <a:xfrm>
              <a:off x="571507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72" name="Google Shape;9572;p56"/>
            <p:cNvSpPr/>
            <p:nvPr/>
          </p:nvSpPr>
          <p:spPr>
            <a:xfrm>
              <a:off x="609608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73" name="Google Shape;9573;p56"/>
            <p:cNvSpPr/>
            <p:nvPr/>
          </p:nvSpPr>
          <p:spPr>
            <a:xfrm>
              <a:off x="647708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74" name="Google Shape;9574;p56"/>
            <p:cNvSpPr/>
            <p:nvPr/>
          </p:nvSpPr>
          <p:spPr>
            <a:xfrm>
              <a:off x="685809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75" name="Google Shape;9575;p56"/>
            <p:cNvSpPr/>
            <p:nvPr/>
          </p:nvSpPr>
          <p:spPr>
            <a:xfrm>
              <a:off x="723909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76" name="Google Shape;9576;p56"/>
            <p:cNvSpPr/>
            <p:nvPr/>
          </p:nvSpPr>
          <p:spPr>
            <a:xfrm>
              <a:off x="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77" name="Google Shape;9577;p56"/>
            <p:cNvSpPr/>
            <p:nvPr/>
          </p:nvSpPr>
          <p:spPr>
            <a:xfrm>
              <a:off x="38100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78" name="Google Shape;9578;p56"/>
            <p:cNvSpPr/>
            <p:nvPr/>
          </p:nvSpPr>
          <p:spPr>
            <a:xfrm>
              <a:off x="76201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79" name="Google Shape;9579;p56"/>
            <p:cNvSpPr/>
            <p:nvPr/>
          </p:nvSpPr>
          <p:spPr>
            <a:xfrm>
              <a:off x="114301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80" name="Google Shape;9580;p56"/>
            <p:cNvSpPr/>
            <p:nvPr/>
          </p:nvSpPr>
          <p:spPr>
            <a:xfrm>
              <a:off x="152402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81" name="Google Shape;9581;p56"/>
            <p:cNvSpPr/>
            <p:nvPr/>
          </p:nvSpPr>
          <p:spPr>
            <a:xfrm>
              <a:off x="190502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82" name="Google Shape;9582;p56"/>
            <p:cNvSpPr/>
            <p:nvPr/>
          </p:nvSpPr>
          <p:spPr>
            <a:xfrm>
              <a:off x="228603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83" name="Google Shape;9583;p56"/>
            <p:cNvSpPr/>
            <p:nvPr/>
          </p:nvSpPr>
          <p:spPr>
            <a:xfrm>
              <a:off x="266703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84" name="Google Shape;9584;p56"/>
            <p:cNvSpPr/>
            <p:nvPr/>
          </p:nvSpPr>
          <p:spPr>
            <a:xfrm>
              <a:off x="304804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85" name="Google Shape;9585;p56"/>
            <p:cNvSpPr/>
            <p:nvPr/>
          </p:nvSpPr>
          <p:spPr>
            <a:xfrm>
              <a:off x="342904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86" name="Google Shape;9586;p56"/>
            <p:cNvSpPr/>
            <p:nvPr/>
          </p:nvSpPr>
          <p:spPr>
            <a:xfrm>
              <a:off x="381005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87" name="Google Shape;9587;p56"/>
            <p:cNvSpPr/>
            <p:nvPr/>
          </p:nvSpPr>
          <p:spPr>
            <a:xfrm>
              <a:off x="419105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88" name="Google Shape;9588;p56"/>
            <p:cNvSpPr/>
            <p:nvPr/>
          </p:nvSpPr>
          <p:spPr>
            <a:xfrm>
              <a:off x="457206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89" name="Google Shape;9589;p56"/>
            <p:cNvSpPr/>
            <p:nvPr/>
          </p:nvSpPr>
          <p:spPr>
            <a:xfrm>
              <a:off x="495306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90" name="Google Shape;9590;p56"/>
            <p:cNvSpPr/>
            <p:nvPr/>
          </p:nvSpPr>
          <p:spPr>
            <a:xfrm>
              <a:off x="533407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91" name="Google Shape;9591;p56"/>
            <p:cNvSpPr/>
            <p:nvPr/>
          </p:nvSpPr>
          <p:spPr>
            <a:xfrm>
              <a:off x="571507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92" name="Google Shape;9592;p56"/>
            <p:cNvSpPr/>
            <p:nvPr/>
          </p:nvSpPr>
          <p:spPr>
            <a:xfrm>
              <a:off x="609608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93" name="Google Shape;9593;p56"/>
            <p:cNvSpPr/>
            <p:nvPr/>
          </p:nvSpPr>
          <p:spPr>
            <a:xfrm>
              <a:off x="647708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94" name="Google Shape;9594;p56"/>
            <p:cNvSpPr/>
            <p:nvPr/>
          </p:nvSpPr>
          <p:spPr>
            <a:xfrm>
              <a:off x="685809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95" name="Google Shape;9595;p56"/>
            <p:cNvSpPr/>
            <p:nvPr/>
          </p:nvSpPr>
          <p:spPr>
            <a:xfrm>
              <a:off x="723909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96" name="Google Shape;9596;p56"/>
            <p:cNvSpPr/>
            <p:nvPr/>
          </p:nvSpPr>
          <p:spPr>
            <a:xfrm>
              <a:off x="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97" name="Google Shape;9597;p56"/>
            <p:cNvSpPr/>
            <p:nvPr/>
          </p:nvSpPr>
          <p:spPr>
            <a:xfrm>
              <a:off x="38100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98" name="Google Shape;9598;p56"/>
            <p:cNvSpPr/>
            <p:nvPr/>
          </p:nvSpPr>
          <p:spPr>
            <a:xfrm>
              <a:off x="76201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99" name="Google Shape;9599;p56"/>
            <p:cNvSpPr/>
            <p:nvPr/>
          </p:nvSpPr>
          <p:spPr>
            <a:xfrm>
              <a:off x="114301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00" name="Google Shape;9600;p56"/>
            <p:cNvSpPr/>
            <p:nvPr/>
          </p:nvSpPr>
          <p:spPr>
            <a:xfrm>
              <a:off x="152402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01" name="Google Shape;9601;p56"/>
            <p:cNvSpPr/>
            <p:nvPr/>
          </p:nvSpPr>
          <p:spPr>
            <a:xfrm>
              <a:off x="190502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02" name="Google Shape;9602;p56"/>
            <p:cNvSpPr/>
            <p:nvPr/>
          </p:nvSpPr>
          <p:spPr>
            <a:xfrm>
              <a:off x="228603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03" name="Google Shape;9603;p56"/>
            <p:cNvSpPr/>
            <p:nvPr/>
          </p:nvSpPr>
          <p:spPr>
            <a:xfrm>
              <a:off x="266703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04" name="Google Shape;9604;p56"/>
            <p:cNvSpPr/>
            <p:nvPr/>
          </p:nvSpPr>
          <p:spPr>
            <a:xfrm>
              <a:off x="304804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05" name="Google Shape;9605;p56"/>
            <p:cNvSpPr/>
            <p:nvPr/>
          </p:nvSpPr>
          <p:spPr>
            <a:xfrm>
              <a:off x="342904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06" name="Google Shape;9606;p56"/>
            <p:cNvSpPr/>
            <p:nvPr/>
          </p:nvSpPr>
          <p:spPr>
            <a:xfrm>
              <a:off x="381005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07" name="Google Shape;9607;p56"/>
            <p:cNvSpPr/>
            <p:nvPr/>
          </p:nvSpPr>
          <p:spPr>
            <a:xfrm>
              <a:off x="419105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08" name="Google Shape;9608;p56"/>
            <p:cNvSpPr/>
            <p:nvPr/>
          </p:nvSpPr>
          <p:spPr>
            <a:xfrm>
              <a:off x="457206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09" name="Google Shape;9609;p56"/>
            <p:cNvSpPr/>
            <p:nvPr/>
          </p:nvSpPr>
          <p:spPr>
            <a:xfrm>
              <a:off x="495306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10" name="Google Shape;9610;p56"/>
            <p:cNvSpPr/>
            <p:nvPr/>
          </p:nvSpPr>
          <p:spPr>
            <a:xfrm>
              <a:off x="533407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11" name="Google Shape;9611;p56"/>
            <p:cNvSpPr/>
            <p:nvPr/>
          </p:nvSpPr>
          <p:spPr>
            <a:xfrm>
              <a:off x="571507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12" name="Google Shape;9612;p56"/>
            <p:cNvSpPr/>
            <p:nvPr/>
          </p:nvSpPr>
          <p:spPr>
            <a:xfrm>
              <a:off x="609608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13" name="Google Shape;9613;p56"/>
            <p:cNvSpPr/>
            <p:nvPr/>
          </p:nvSpPr>
          <p:spPr>
            <a:xfrm>
              <a:off x="647708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14" name="Google Shape;9614;p56"/>
            <p:cNvSpPr/>
            <p:nvPr/>
          </p:nvSpPr>
          <p:spPr>
            <a:xfrm>
              <a:off x="685809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15" name="Google Shape;9615;p56"/>
            <p:cNvSpPr/>
            <p:nvPr/>
          </p:nvSpPr>
          <p:spPr>
            <a:xfrm>
              <a:off x="723909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16" name="Google Shape;9616;p56"/>
            <p:cNvSpPr/>
            <p:nvPr/>
          </p:nvSpPr>
          <p:spPr>
            <a:xfrm>
              <a:off x="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17" name="Google Shape;9617;p56"/>
            <p:cNvSpPr/>
            <p:nvPr/>
          </p:nvSpPr>
          <p:spPr>
            <a:xfrm>
              <a:off x="38100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18" name="Google Shape;9618;p56"/>
            <p:cNvSpPr/>
            <p:nvPr/>
          </p:nvSpPr>
          <p:spPr>
            <a:xfrm>
              <a:off x="76201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19" name="Google Shape;9619;p56"/>
            <p:cNvSpPr/>
            <p:nvPr/>
          </p:nvSpPr>
          <p:spPr>
            <a:xfrm>
              <a:off x="114301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20" name="Google Shape;9620;p56"/>
            <p:cNvSpPr/>
            <p:nvPr/>
          </p:nvSpPr>
          <p:spPr>
            <a:xfrm>
              <a:off x="152402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21" name="Google Shape;9621;p56"/>
            <p:cNvSpPr/>
            <p:nvPr/>
          </p:nvSpPr>
          <p:spPr>
            <a:xfrm>
              <a:off x="190502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22" name="Google Shape;9622;p56"/>
            <p:cNvSpPr/>
            <p:nvPr/>
          </p:nvSpPr>
          <p:spPr>
            <a:xfrm>
              <a:off x="228603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23" name="Google Shape;9623;p56"/>
            <p:cNvSpPr/>
            <p:nvPr/>
          </p:nvSpPr>
          <p:spPr>
            <a:xfrm>
              <a:off x="266703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24" name="Google Shape;9624;p56"/>
            <p:cNvSpPr/>
            <p:nvPr/>
          </p:nvSpPr>
          <p:spPr>
            <a:xfrm>
              <a:off x="304804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25" name="Google Shape;9625;p56"/>
            <p:cNvSpPr/>
            <p:nvPr/>
          </p:nvSpPr>
          <p:spPr>
            <a:xfrm>
              <a:off x="342904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26" name="Google Shape;9626;p56"/>
            <p:cNvSpPr/>
            <p:nvPr/>
          </p:nvSpPr>
          <p:spPr>
            <a:xfrm>
              <a:off x="381005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27" name="Google Shape;9627;p56"/>
            <p:cNvSpPr/>
            <p:nvPr/>
          </p:nvSpPr>
          <p:spPr>
            <a:xfrm>
              <a:off x="419105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28" name="Google Shape;9628;p56"/>
            <p:cNvSpPr/>
            <p:nvPr/>
          </p:nvSpPr>
          <p:spPr>
            <a:xfrm>
              <a:off x="457206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29" name="Google Shape;9629;p56"/>
            <p:cNvSpPr/>
            <p:nvPr/>
          </p:nvSpPr>
          <p:spPr>
            <a:xfrm>
              <a:off x="495306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30" name="Google Shape;9630;p56"/>
            <p:cNvSpPr/>
            <p:nvPr/>
          </p:nvSpPr>
          <p:spPr>
            <a:xfrm>
              <a:off x="533407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31" name="Google Shape;9631;p56"/>
            <p:cNvSpPr/>
            <p:nvPr/>
          </p:nvSpPr>
          <p:spPr>
            <a:xfrm>
              <a:off x="571507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32" name="Google Shape;9632;p56"/>
            <p:cNvSpPr/>
            <p:nvPr/>
          </p:nvSpPr>
          <p:spPr>
            <a:xfrm>
              <a:off x="609608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33" name="Google Shape;9633;p56"/>
            <p:cNvSpPr/>
            <p:nvPr/>
          </p:nvSpPr>
          <p:spPr>
            <a:xfrm>
              <a:off x="647708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34" name="Google Shape;9634;p56"/>
            <p:cNvSpPr/>
            <p:nvPr/>
          </p:nvSpPr>
          <p:spPr>
            <a:xfrm>
              <a:off x="685809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35" name="Google Shape;9635;p56"/>
            <p:cNvSpPr/>
            <p:nvPr/>
          </p:nvSpPr>
          <p:spPr>
            <a:xfrm>
              <a:off x="723909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36" name="Google Shape;9636;p56"/>
            <p:cNvSpPr/>
            <p:nvPr/>
          </p:nvSpPr>
          <p:spPr>
            <a:xfrm>
              <a:off x="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37" name="Google Shape;9637;p56"/>
            <p:cNvSpPr/>
            <p:nvPr/>
          </p:nvSpPr>
          <p:spPr>
            <a:xfrm>
              <a:off x="38100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38" name="Google Shape;9638;p56"/>
            <p:cNvSpPr/>
            <p:nvPr/>
          </p:nvSpPr>
          <p:spPr>
            <a:xfrm>
              <a:off x="76201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39" name="Google Shape;9639;p56"/>
            <p:cNvSpPr/>
            <p:nvPr/>
          </p:nvSpPr>
          <p:spPr>
            <a:xfrm>
              <a:off x="114301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40" name="Google Shape;9640;p56"/>
            <p:cNvSpPr/>
            <p:nvPr/>
          </p:nvSpPr>
          <p:spPr>
            <a:xfrm>
              <a:off x="152402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41" name="Google Shape;9641;p56"/>
            <p:cNvSpPr/>
            <p:nvPr/>
          </p:nvSpPr>
          <p:spPr>
            <a:xfrm>
              <a:off x="190502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42" name="Google Shape;9642;p56"/>
            <p:cNvSpPr/>
            <p:nvPr/>
          </p:nvSpPr>
          <p:spPr>
            <a:xfrm>
              <a:off x="228603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43" name="Google Shape;9643;p56"/>
            <p:cNvSpPr/>
            <p:nvPr/>
          </p:nvSpPr>
          <p:spPr>
            <a:xfrm>
              <a:off x="266703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44" name="Google Shape;9644;p56"/>
            <p:cNvSpPr/>
            <p:nvPr/>
          </p:nvSpPr>
          <p:spPr>
            <a:xfrm>
              <a:off x="304804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45" name="Google Shape;9645;p56"/>
            <p:cNvSpPr/>
            <p:nvPr/>
          </p:nvSpPr>
          <p:spPr>
            <a:xfrm>
              <a:off x="342904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46" name="Google Shape;9646;p56"/>
            <p:cNvSpPr/>
            <p:nvPr/>
          </p:nvSpPr>
          <p:spPr>
            <a:xfrm>
              <a:off x="381005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47" name="Google Shape;9647;p56"/>
            <p:cNvSpPr/>
            <p:nvPr/>
          </p:nvSpPr>
          <p:spPr>
            <a:xfrm>
              <a:off x="419105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48" name="Google Shape;9648;p56"/>
            <p:cNvSpPr/>
            <p:nvPr/>
          </p:nvSpPr>
          <p:spPr>
            <a:xfrm>
              <a:off x="457206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49" name="Google Shape;9649;p56"/>
            <p:cNvSpPr/>
            <p:nvPr/>
          </p:nvSpPr>
          <p:spPr>
            <a:xfrm>
              <a:off x="495306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50" name="Google Shape;9650;p56"/>
            <p:cNvSpPr/>
            <p:nvPr/>
          </p:nvSpPr>
          <p:spPr>
            <a:xfrm>
              <a:off x="533407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51" name="Google Shape;9651;p56"/>
            <p:cNvSpPr/>
            <p:nvPr/>
          </p:nvSpPr>
          <p:spPr>
            <a:xfrm>
              <a:off x="571507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52" name="Google Shape;9652;p56"/>
            <p:cNvSpPr/>
            <p:nvPr/>
          </p:nvSpPr>
          <p:spPr>
            <a:xfrm>
              <a:off x="609608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53" name="Google Shape;9653;p56"/>
            <p:cNvSpPr/>
            <p:nvPr/>
          </p:nvSpPr>
          <p:spPr>
            <a:xfrm>
              <a:off x="647708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54" name="Google Shape;9654;p56"/>
            <p:cNvSpPr/>
            <p:nvPr/>
          </p:nvSpPr>
          <p:spPr>
            <a:xfrm>
              <a:off x="685809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55" name="Google Shape;9655;p56"/>
            <p:cNvSpPr/>
            <p:nvPr/>
          </p:nvSpPr>
          <p:spPr>
            <a:xfrm>
              <a:off x="723909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56" name="Google Shape;9656;p56"/>
            <p:cNvSpPr/>
            <p:nvPr/>
          </p:nvSpPr>
          <p:spPr>
            <a:xfrm>
              <a:off x="7620110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57" name="Google Shape;9657;p56"/>
            <p:cNvSpPr/>
            <p:nvPr/>
          </p:nvSpPr>
          <p:spPr>
            <a:xfrm>
              <a:off x="8001115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58" name="Google Shape;9658;p56"/>
            <p:cNvSpPr/>
            <p:nvPr/>
          </p:nvSpPr>
          <p:spPr>
            <a:xfrm>
              <a:off x="8382120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59" name="Google Shape;9659;p56"/>
            <p:cNvSpPr/>
            <p:nvPr/>
          </p:nvSpPr>
          <p:spPr>
            <a:xfrm>
              <a:off x="8763125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0" name="Google Shape;9660;p56"/>
            <p:cNvSpPr/>
            <p:nvPr/>
          </p:nvSpPr>
          <p:spPr>
            <a:xfrm>
              <a:off x="7620110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1" name="Google Shape;9661;p56"/>
            <p:cNvSpPr/>
            <p:nvPr/>
          </p:nvSpPr>
          <p:spPr>
            <a:xfrm>
              <a:off x="8001115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2" name="Google Shape;9662;p56"/>
            <p:cNvSpPr/>
            <p:nvPr/>
          </p:nvSpPr>
          <p:spPr>
            <a:xfrm>
              <a:off x="8382120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3" name="Google Shape;9663;p56"/>
            <p:cNvSpPr/>
            <p:nvPr/>
          </p:nvSpPr>
          <p:spPr>
            <a:xfrm>
              <a:off x="8763125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4" name="Google Shape;9664;p56"/>
            <p:cNvSpPr/>
            <p:nvPr/>
          </p:nvSpPr>
          <p:spPr>
            <a:xfrm>
              <a:off x="7620110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5" name="Google Shape;9665;p56"/>
            <p:cNvSpPr/>
            <p:nvPr/>
          </p:nvSpPr>
          <p:spPr>
            <a:xfrm>
              <a:off x="8001115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6" name="Google Shape;9666;p56"/>
            <p:cNvSpPr/>
            <p:nvPr/>
          </p:nvSpPr>
          <p:spPr>
            <a:xfrm>
              <a:off x="8382120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7" name="Google Shape;9667;p56"/>
            <p:cNvSpPr/>
            <p:nvPr/>
          </p:nvSpPr>
          <p:spPr>
            <a:xfrm>
              <a:off x="8763125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8" name="Google Shape;9668;p56"/>
            <p:cNvSpPr/>
            <p:nvPr/>
          </p:nvSpPr>
          <p:spPr>
            <a:xfrm>
              <a:off x="7620110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9" name="Google Shape;9669;p56"/>
            <p:cNvSpPr/>
            <p:nvPr/>
          </p:nvSpPr>
          <p:spPr>
            <a:xfrm>
              <a:off x="8001115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70" name="Google Shape;9670;p56"/>
            <p:cNvSpPr/>
            <p:nvPr/>
          </p:nvSpPr>
          <p:spPr>
            <a:xfrm>
              <a:off x="8382120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71" name="Google Shape;9671;p56"/>
            <p:cNvSpPr/>
            <p:nvPr/>
          </p:nvSpPr>
          <p:spPr>
            <a:xfrm>
              <a:off x="8763125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72" name="Google Shape;9672;p56"/>
            <p:cNvSpPr/>
            <p:nvPr/>
          </p:nvSpPr>
          <p:spPr>
            <a:xfrm>
              <a:off x="7620110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73" name="Google Shape;9673;p56"/>
            <p:cNvSpPr/>
            <p:nvPr/>
          </p:nvSpPr>
          <p:spPr>
            <a:xfrm>
              <a:off x="8001115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74" name="Google Shape;9674;p56"/>
            <p:cNvSpPr/>
            <p:nvPr/>
          </p:nvSpPr>
          <p:spPr>
            <a:xfrm>
              <a:off x="8382120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75" name="Google Shape;9675;p56"/>
            <p:cNvSpPr/>
            <p:nvPr/>
          </p:nvSpPr>
          <p:spPr>
            <a:xfrm>
              <a:off x="8763125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76" name="Google Shape;9676;p56"/>
            <p:cNvSpPr/>
            <p:nvPr/>
          </p:nvSpPr>
          <p:spPr>
            <a:xfrm>
              <a:off x="7620110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77" name="Google Shape;9677;p56"/>
            <p:cNvSpPr/>
            <p:nvPr/>
          </p:nvSpPr>
          <p:spPr>
            <a:xfrm>
              <a:off x="8001115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78" name="Google Shape;9678;p56"/>
            <p:cNvSpPr/>
            <p:nvPr/>
          </p:nvSpPr>
          <p:spPr>
            <a:xfrm>
              <a:off x="8382120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79" name="Google Shape;9679;p56"/>
            <p:cNvSpPr/>
            <p:nvPr/>
          </p:nvSpPr>
          <p:spPr>
            <a:xfrm>
              <a:off x="8763125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80" name="Google Shape;9680;p56"/>
            <p:cNvSpPr/>
            <p:nvPr/>
          </p:nvSpPr>
          <p:spPr>
            <a:xfrm>
              <a:off x="7620110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81" name="Google Shape;9681;p56"/>
            <p:cNvSpPr/>
            <p:nvPr/>
          </p:nvSpPr>
          <p:spPr>
            <a:xfrm>
              <a:off x="8001115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82" name="Google Shape;9682;p56"/>
            <p:cNvSpPr/>
            <p:nvPr/>
          </p:nvSpPr>
          <p:spPr>
            <a:xfrm>
              <a:off x="8382120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83" name="Google Shape;9683;p56"/>
            <p:cNvSpPr/>
            <p:nvPr/>
          </p:nvSpPr>
          <p:spPr>
            <a:xfrm>
              <a:off x="8763125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84" name="Google Shape;9684;p56"/>
            <p:cNvSpPr/>
            <p:nvPr/>
          </p:nvSpPr>
          <p:spPr>
            <a:xfrm>
              <a:off x="7620110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85" name="Google Shape;9685;p56"/>
            <p:cNvSpPr/>
            <p:nvPr/>
          </p:nvSpPr>
          <p:spPr>
            <a:xfrm>
              <a:off x="8001115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86" name="Google Shape;9686;p56"/>
            <p:cNvSpPr/>
            <p:nvPr/>
          </p:nvSpPr>
          <p:spPr>
            <a:xfrm>
              <a:off x="8382120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87" name="Google Shape;9687;p56"/>
            <p:cNvSpPr/>
            <p:nvPr/>
          </p:nvSpPr>
          <p:spPr>
            <a:xfrm>
              <a:off x="8763125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88" name="Google Shape;9688;p56"/>
            <p:cNvSpPr/>
            <p:nvPr/>
          </p:nvSpPr>
          <p:spPr>
            <a:xfrm>
              <a:off x="7620110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89" name="Google Shape;9689;p56"/>
            <p:cNvSpPr/>
            <p:nvPr/>
          </p:nvSpPr>
          <p:spPr>
            <a:xfrm>
              <a:off x="8001115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90" name="Google Shape;9690;p56"/>
            <p:cNvSpPr/>
            <p:nvPr/>
          </p:nvSpPr>
          <p:spPr>
            <a:xfrm>
              <a:off x="8382120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91" name="Google Shape;9691;p56"/>
            <p:cNvSpPr/>
            <p:nvPr/>
          </p:nvSpPr>
          <p:spPr>
            <a:xfrm>
              <a:off x="8763125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92" name="Google Shape;9692;p56"/>
            <p:cNvSpPr/>
            <p:nvPr/>
          </p:nvSpPr>
          <p:spPr>
            <a:xfrm>
              <a:off x="7620110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93" name="Google Shape;9693;p56"/>
            <p:cNvSpPr/>
            <p:nvPr/>
          </p:nvSpPr>
          <p:spPr>
            <a:xfrm>
              <a:off x="8001115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94" name="Google Shape;9694;p56"/>
            <p:cNvSpPr/>
            <p:nvPr/>
          </p:nvSpPr>
          <p:spPr>
            <a:xfrm>
              <a:off x="8382120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95" name="Google Shape;9695;p56"/>
            <p:cNvSpPr/>
            <p:nvPr/>
          </p:nvSpPr>
          <p:spPr>
            <a:xfrm>
              <a:off x="8763125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96" name="Google Shape;9696;p56"/>
            <p:cNvSpPr/>
            <p:nvPr/>
          </p:nvSpPr>
          <p:spPr>
            <a:xfrm>
              <a:off x="7620110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97" name="Google Shape;9697;p56"/>
            <p:cNvSpPr/>
            <p:nvPr/>
          </p:nvSpPr>
          <p:spPr>
            <a:xfrm>
              <a:off x="8001115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98" name="Google Shape;9698;p56"/>
            <p:cNvSpPr/>
            <p:nvPr/>
          </p:nvSpPr>
          <p:spPr>
            <a:xfrm>
              <a:off x="8382120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99" name="Google Shape;9699;p56"/>
            <p:cNvSpPr/>
            <p:nvPr/>
          </p:nvSpPr>
          <p:spPr>
            <a:xfrm>
              <a:off x="8763125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00" name="Google Shape;9700;p56"/>
            <p:cNvSpPr/>
            <p:nvPr/>
          </p:nvSpPr>
          <p:spPr>
            <a:xfrm>
              <a:off x="7620110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01" name="Google Shape;9701;p56"/>
            <p:cNvSpPr/>
            <p:nvPr/>
          </p:nvSpPr>
          <p:spPr>
            <a:xfrm>
              <a:off x="8001115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02" name="Google Shape;9702;p56"/>
            <p:cNvSpPr/>
            <p:nvPr/>
          </p:nvSpPr>
          <p:spPr>
            <a:xfrm>
              <a:off x="8382120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03" name="Google Shape;9703;p56"/>
            <p:cNvSpPr/>
            <p:nvPr/>
          </p:nvSpPr>
          <p:spPr>
            <a:xfrm>
              <a:off x="8763125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04" name="Google Shape;9704;p56"/>
            <p:cNvSpPr/>
            <p:nvPr/>
          </p:nvSpPr>
          <p:spPr>
            <a:xfrm>
              <a:off x="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05" name="Google Shape;9705;p56"/>
            <p:cNvSpPr/>
            <p:nvPr/>
          </p:nvSpPr>
          <p:spPr>
            <a:xfrm>
              <a:off x="38100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06" name="Google Shape;9706;p56"/>
            <p:cNvSpPr/>
            <p:nvPr/>
          </p:nvSpPr>
          <p:spPr>
            <a:xfrm>
              <a:off x="76201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07" name="Google Shape;9707;p56"/>
            <p:cNvSpPr/>
            <p:nvPr/>
          </p:nvSpPr>
          <p:spPr>
            <a:xfrm>
              <a:off x="114301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08" name="Google Shape;9708;p56"/>
            <p:cNvSpPr/>
            <p:nvPr/>
          </p:nvSpPr>
          <p:spPr>
            <a:xfrm>
              <a:off x="152402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09" name="Google Shape;9709;p56"/>
            <p:cNvSpPr/>
            <p:nvPr/>
          </p:nvSpPr>
          <p:spPr>
            <a:xfrm>
              <a:off x="190502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10" name="Google Shape;9710;p56"/>
            <p:cNvSpPr/>
            <p:nvPr/>
          </p:nvSpPr>
          <p:spPr>
            <a:xfrm>
              <a:off x="228603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11" name="Google Shape;9711;p56"/>
            <p:cNvSpPr/>
            <p:nvPr/>
          </p:nvSpPr>
          <p:spPr>
            <a:xfrm>
              <a:off x="266703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12" name="Google Shape;9712;p56"/>
            <p:cNvSpPr/>
            <p:nvPr/>
          </p:nvSpPr>
          <p:spPr>
            <a:xfrm>
              <a:off x="304804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13" name="Google Shape;9713;p56"/>
            <p:cNvSpPr/>
            <p:nvPr/>
          </p:nvSpPr>
          <p:spPr>
            <a:xfrm>
              <a:off x="342904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14" name="Google Shape;9714;p56"/>
            <p:cNvSpPr/>
            <p:nvPr/>
          </p:nvSpPr>
          <p:spPr>
            <a:xfrm>
              <a:off x="381005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15" name="Google Shape;9715;p56"/>
            <p:cNvSpPr/>
            <p:nvPr/>
          </p:nvSpPr>
          <p:spPr>
            <a:xfrm>
              <a:off x="419105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16" name="Google Shape;9716;p56"/>
            <p:cNvSpPr/>
            <p:nvPr/>
          </p:nvSpPr>
          <p:spPr>
            <a:xfrm>
              <a:off x="457206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17" name="Google Shape;9717;p56"/>
            <p:cNvSpPr/>
            <p:nvPr/>
          </p:nvSpPr>
          <p:spPr>
            <a:xfrm>
              <a:off x="495306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18" name="Google Shape;9718;p56"/>
            <p:cNvSpPr/>
            <p:nvPr/>
          </p:nvSpPr>
          <p:spPr>
            <a:xfrm>
              <a:off x="533407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19" name="Google Shape;9719;p56"/>
            <p:cNvSpPr/>
            <p:nvPr/>
          </p:nvSpPr>
          <p:spPr>
            <a:xfrm>
              <a:off x="571507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20" name="Google Shape;9720;p56"/>
            <p:cNvSpPr/>
            <p:nvPr/>
          </p:nvSpPr>
          <p:spPr>
            <a:xfrm>
              <a:off x="609608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21" name="Google Shape;9721;p56"/>
            <p:cNvSpPr/>
            <p:nvPr/>
          </p:nvSpPr>
          <p:spPr>
            <a:xfrm>
              <a:off x="647708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22" name="Google Shape;9722;p56"/>
            <p:cNvSpPr/>
            <p:nvPr/>
          </p:nvSpPr>
          <p:spPr>
            <a:xfrm>
              <a:off x="685809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23" name="Google Shape;9723;p56"/>
            <p:cNvSpPr/>
            <p:nvPr/>
          </p:nvSpPr>
          <p:spPr>
            <a:xfrm>
              <a:off x="723909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24" name="Google Shape;9724;p56"/>
            <p:cNvSpPr/>
            <p:nvPr/>
          </p:nvSpPr>
          <p:spPr>
            <a:xfrm>
              <a:off x="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25" name="Google Shape;9725;p56"/>
            <p:cNvSpPr/>
            <p:nvPr/>
          </p:nvSpPr>
          <p:spPr>
            <a:xfrm>
              <a:off x="38100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26" name="Google Shape;9726;p56"/>
            <p:cNvSpPr/>
            <p:nvPr/>
          </p:nvSpPr>
          <p:spPr>
            <a:xfrm>
              <a:off x="76201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27" name="Google Shape;9727;p56"/>
            <p:cNvSpPr/>
            <p:nvPr/>
          </p:nvSpPr>
          <p:spPr>
            <a:xfrm>
              <a:off x="114301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28" name="Google Shape;9728;p56"/>
            <p:cNvSpPr/>
            <p:nvPr/>
          </p:nvSpPr>
          <p:spPr>
            <a:xfrm>
              <a:off x="152402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29" name="Google Shape;9729;p56"/>
            <p:cNvSpPr/>
            <p:nvPr/>
          </p:nvSpPr>
          <p:spPr>
            <a:xfrm>
              <a:off x="190502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30" name="Google Shape;9730;p56"/>
            <p:cNvSpPr/>
            <p:nvPr/>
          </p:nvSpPr>
          <p:spPr>
            <a:xfrm>
              <a:off x="228603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31" name="Google Shape;9731;p56"/>
            <p:cNvSpPr/>
            <p:nvPr/>
          </p:nvSpPr>
          <p:spPr>
            <a:xfrm>
              <a:off x="266703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32" name="Google Shape;9732;p56"/>
            <p:cNvSpPr/>
            <p:nvPr/>
          </p:nvSpPr>
          <p:spPr>
            <a:xfrm>
              <a:off x="304804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33" name="Google Shape;9733;p56"/>
            <p:cNvSpPr/>
            <p:nvPr/>
          </p:nvSpPr>
          <p:spPr>
            <a:xfrm>
              <a:off x="342904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34" name="Google Shape;9734;p56"/>
            <p:cNvSpPr/>
            <p:nvPr/>
          </p:nvSpPr>
          <p:spPr>
            <a:xfrm>
              <a:off x="381005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35" name="Google Shape;9735;p56"/>
            <p:cNvSpPr/>
            <p:nvPr/>
          </p:nvSpPr>
          <p:spPr>
            <a:xfrm>
              <a:off x="419105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36" name="Google Shape;9736;p56"/>
            <p:cNvSpPr/>
            <p:nvPr/>
          </p:nvSpPr>
          <p:spPr>
            <a:xfrm>
              <a:off x="457206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37" name="Google Shape;9737;p56"/>
            <p:cNvSpPr/>
            <p:nvPr/>
          </p:nvSpPr>
          <p:spPr>
            <a:xfrm>
              <a:off x="495306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38" name="Google Shape;9738;p56"/>
            <p:cNvSpPr/>
            <p:nvPr/>
          </p:nvSpPr>
          <p:spPr>
            <a:xfrm>
              <a:off x="533407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39" name="Google Shape;9739;p56"/>
            <p:cNvSpPr/>
            <p:nvPr/>
          </p:nvSpPr>
          <p:spPr>
            <a:xfrm>
              <a:off x="571507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40" name="Google Shape;9740;p56"/>
            <p:cNvSpPr/>
            <p:nvPr/>
          </p:nvSpPr>
          <p:spPr>
            <a:xfrm>
              <a:off x="609608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41" name="Google Shape;9741;p56"/>
            <p:cNvSpPr/>
            <p:nvPr/>
          </p:nvSpPr>
          <p:spPr>
            <a:xfrm>
              <a:off x="647708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42" name="Google Shape;9742;p56"/>
            <p:cNvSpPr/>
            <p:nvPr/>
          </p:nvSpPr>
          <p:spPr>
            <a:xfrm>
              <a:off x="685809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43" name="Google Shape;9743;p56"/>
            <p:cNvSpPr/>
            <p:nvPr/>
          </p:nvSpPr>
          <p:spPr>
            <a:xfrm>
              <a:off x="723909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44" name="Google Shape;9744;p56"/>
            <p:cNvSpPr/>
            <p:nvPr/>
          </p:nvSpPr>
          <p:spPr>
            <a:xfrm>
              <a:off x="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45" name="Google Shape;9745;p56"/>
            <p:cNvSpPr/>
            <p:nvPr/>
          </p:nvSpPr>
          <p:spPr>
            <a:xfrm>
              <a:off x="38100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46" name="Google Shape;9746;p56"/>
            <p:cNvSpPr/>
            <p:nvPr/>
          </p:nvSpPr>
          <p:spPr>
            <a:xfrm>
              <a:off x="76201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47" name="Google Shape;9747;p56"/>
            <p:cNvSpPr/>
            <p:nvPr/>
          </p:nvSpPr>
          <p:spPr>
            <a:xfrm>
              <a:off x="114301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48" name="Google Shape;9748;p56"/>
            <p:cNvSpPr/>
            <p:nvPr/>
          </p:nvSpPr>
          <p:spPr>
            <a:xfrm>
              <a:off x="152402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49" name="Google Shape;9749;p56"/>
            <p:cNvSpPr/>
            <p:nvPr/>
          </p:nvSpPr>
          <p:spPr>
            <a:xfrm>
              <a:off x="190502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50" name="Google Shape;9750;p56"/>
            <p:cNvSpPr/>
            <p:nvPr/>
          </p:nvSpPr>
          <p:spPr>
            <a:xfrm>
              <a:off x="228603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51" name="Google Shape;9751;p56"/>
            <p:cNvSpPr/>
            <p:nvPr/>
          </p:nvSpPr>
          <p:spPr>
            <a:xfrm>
              <a:off x="266703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52" name="Google Shape;9752;p56"/>
            <p:cNvSpPr/>
            <p:nvPr/>
          </p:nvSpPr>
          <p:spPr>
            <a:xfrm>
              <a:off x="304804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53" name="Google Shape;9753;p56"/>
            <p:cNvSpPr/>
            <p:nvPr/>
          </p:nvSpPr>
          <p:spPr>
            <a:xfrm>
              <a:off x="342904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54" name="Google Shape;9754;p56"/>
            <p:cNvSpPr/>
            <p:nvPr/>
          </p:nvSpPr>
          <p:spPr>
            <a:xfrm>
              <a:off x="381005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55" name="Google Shape;9755;p56"/>
            <p:cNvSpPr/>
            <p:nvPr/>
          </p:nvSpPr>
          <p:spPr>
            <a:xfrm>
              <a:off x="419105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56" name="Google Shape;9756;p56"/>
            <p:cNvSpPr/>
            <p:nvPr/>
          </p:nvSpPr>
          <p:spPr>
            <a:xfrm>
              <a:off x="457206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57" name="Google Shape;9757;p56"/>
            <p:cNvSpPr/>
            <p:nvPr/>
          </p:nvSpPr>
          <p:spPr>
            <a:xfrm>
              <a:off x="495306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58" name="Google Shape;9758;p56"/>
            <p:cNvSpPr/>
            <p:nvPr/>
          </p:nvSpPr>
          <p:spPr>
            <a:xfrm>
              <a:off x="533407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59" name="Google Shape;9759;p56"/>
            <p:cNvSpPr/>
            <p:nvPr/>
          </p:nvSpPr>
          <p:spPr>
            <a:xfrm>
              <a:off x="571507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60" name="Google Shape;9760;p56"/>
            <p:cNvSpPr/>
            <p:nvPr/>
          </p:nvSpPr>
          <p:spPr>
            <a:xfrm>
              <a:off x="609608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61" name="Google Shape;9761;p56"/>
            <p:cNvSpPr/>
            <p:nvPr/>
          </p:nvSpPr>
          <p:spPr>
            <a:xfrm>
              <a:off x="647708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62" name="Google Shape;9762;p56"/>
            <p:cNvSpPr/>
            <p:nvPr/>
          </p:nvSpPr>
          <p:spPr>
            <a:xfrm>
              <a:off x="685809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63" name="Google Shape;9763;p56"/>
            <p:cNvSpPr/>
            <p:nvPr/>
          </p:nvSpPr>
          <p:spPr>
            <a:xfrm>
              <a:off x="723909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64" name="Google Shape;9764;p56"/>
            <p:cNvSpPr/>
            <p:nvPr/>
          </p:nvSpPr>
          <p:spPr>
            <a:xfrm>
              <a:off x="7620110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65" name="Google Shape;9765;p56"/>
            <p:cNvSpPr/>
            <p:nvPr/>
          </p:nvSpPr>
          <p:spPr>
            <a:xfrm>
              <a:off x="8001115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66" name="Google Shape;9766;p56"/>
            <p:cNvSpPr/>
            <p:nvPr/>
          </p:nvSpPr>
          <p:spPr>
            <a:xfrm>
              <a:off x="8382120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67" name="Google Shape;9767;p56"/>
            <p:cNvSpPr/>
            <p:nvPr/>
          </p:nvSpPr>
          <p:spPr>
            <a:xfrm>
              <a:off x="8763125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68" name="Google Shape;9768;p56"/>
            <p:cNvSpPr/>
            <p:nvPr/>
          </p:nvSpPr>
          <p:spPr>
            <a:xfrm>
              <a:off x="7620110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69" name="Google Shape;9769;p56"/>
            <p:cNvSpPr/>
            <p:nvPr/>
          </p:nvSpPr>
          <p:spPr>
            <a:xfrm>
              <a:off x="8001115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70" name="Google Shape;9770;p56"/>
            <p:cNvSpPr/>
            <p:nvPr/>
          </p:nvSpPr>
          <p:spPr>
            <a:xfrm>
              <a:off x="8382120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71" name="Google Shape;9771;p56"/>
            <p:cNvSpPr/>
            <p:nvPr/>
          </p:nvSpPr>
          <p:spPr>
            <a:xfrm>
              <a:off x="8763125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72" name="Google Shape;9772;p56"/>
            <p:cNvSpPr/>
            <p:nvPr/>
          </p:nvSpPr>
          <p:spPr>
            <a:xfrm>
              <a:off x="7620110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73" name="Google Shape;9773;p56"/>
            <p:cNvSpPr/>
            <p:nvPr/>
          </p:nvSpPr>
          <p:spPr>
            <a:xfrm>
              <a:off x="8001115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74" name="Google Shape;9774;p56"/>
            <p:cNvSpPr/>
            <p:nvPr/>
          </p:nvSpPr>
          <p:spPr>
            <a:xfrm>
              <a:off x="8382120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75" name="Google Shape;9775;p56"/>
            <p:cNvSpPr/>
            <p:nvPr/>
          </p:nvSpPr>
          <p:spPr>
            <a:xfrm>
              <a:off x="8763125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776" name="Google Shape;9776;p56"/>
          <p:cNvSpPr/>
          <p:nvPr/>
        </p:nvSpPr>
        <p:spPr>
          <a:xfrm flipH="1">
            <a:off x="0" y="0"/>
            <a:ext cx="9144000" cy="5143500"/>
          </a:xfrm>
          <a:prstGeom prst="rtTriangle">
            <a:avLst/>
          </a:prstGeom>
          <a:solidFill>
            <a:srgbClr val="005051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777" name="Google Shape;9777;p56"/>
          <p:cNvGrpSpPr/>
          <p:nvPr/>
        </p:nvGrpSpPr>
        <p:grpSpPr>
          <a:xfrm>
            <a:off x="553048" y="535000"/>
            <a:ext cx="8105852" cy="4302000"/>
            <a:chOff x="553048" y="535000"/>
            <a:chExt cx="8105852" cy="4302000"/>
          </a:xfrm>
        </p:grpSpPr>
        <p:sp>
          <p:nvSpPr>
            <p:cNvPr id="9778" name="Google Shape;9778;p56"/>
            <p:cNvSpPr/>
            <p:nvPr/>
          </p:nvSpPr>
          <p:spPr>
            <a:xfrm>
              <a:off x="942300" y="763600"/>
              <a:ext cx="7716600" cy="4073400"/>
            </a:xfrm>
            <a:prstGeom prst="roundRect">
              <a:avLst>
                <a:gd fmla="val 2480" name="adj"/>
              </a:avLst>
            </a:prstGeom>
            <a:solidFill>
              <a:srgbClr val="222828">
                <a:alpha val="2039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79" name="Google Shape;9779;p56"/>
            <p:cNvSpPr/>
            <p:nvPr/>
          </p:nvSpPr>
          <p:spPr>
            <a:xfrm>
              <a:off x="712275" y="535000"/>
              <a:ext cx="7716600" cy="4073400"/>
            </a:xfrm>
            <a:prstGeom prst="roundRect">
              <a:avLst>
                <a:gd fmla="val 248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80" name="Google Shape;9780;p56"/>
            <p:cNvSpPr/>
            <p:nvPr/>
          </p:nvSpPr>
          <p:spPr>
            <a:xfrm>
              <a:off x="848698" y="898261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5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5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81" name="Google Shape;9781;p56"/>
            <p:cNvSpPr/>
            <p:nvPr/>
          </p:nvSpPr>
          <p:spPr>
            <a:xfrm>
              <a:off x="553048" y="931482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19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8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7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82" name="Google Shape;9782;p56"/>
            <p:cNvSpPr/>
            <p:nvPr/>
          </p:nvSpPr>
          <p:spPr>
            <a:xfrm>
              <a:off x="848698" y="1332681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8"/>
                    <a:pt x="0" y="7608"/>
                  </a:cubicBezTo>
                  <a:cubicBezTo>
                    <a:pt x="0" y="11808"/>
                    <a:pt x="3404" y="15212"/>
                    <a:pt x="7604" y="15212"/>
                  </a:cubicBezTo>
                  <a:cubicBezTo>
                    <a:pt x="11804" y="15212"/>
                    <a:pt x="15209" y="11808"/>
                    <a:pt x="15209" y="7608"/>
                  </a:cubicBezTo>
                  <a:cubicBezTo>
                    <a:pt x="15209" y="3408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83" name="Google Shape;9783;p56"/>
            <p:cNvSpPr/>
            <p:nvPr/>
          </p:nvSpPr>
          <p:spPr>
            <a:xfrm>
              <a:off x="553048" y="1365902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71"/>
                    <a:pt x="0" y="1497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9"/>
                  </a:lnTo>
                  <a:cubicBezTo>
                    <a:pt x="23340" y="7948"/>
                    <a:pt x="21591" y="9042"/>
                    <a:pt x="19596" y="9042"/>
                  </a:cubicBezTo>
                  <a:lnTo>
                    <a:pt x="1493" y="9042"/>
                  </a:lnTo>
                  <a:cubicBezTo>
                    <a:pt x="671" y="9042"/>
                    <a:pt x="0" y="9709"/>
                    <a:pt x="0" y="10535"/>
                  </a:cubicBezTo>
                  <a:cubicBezTo>
                    <a:pt x="0" y="11361"/>
                    <a:pt x="671" y="12028"/>
                    <a:pt x="1493" y="12028"/>
                  </a:cubicBezTo>
                  <a:lnTo>
                    <a:pt x="19596" y="12028"/>
                  </a:lnTo>
                  <a:cubicBezTo>
                    <a:pt x="23370" y="12028"/>
                    <a:pt x="26327" y="9688"/>
                    <a:pt x="26327" y="6699"/>
                  </a:cubicBezTo>
                  <a:lnTo>
                    <a:pt x="26327" y="5330"/>
                  </a:lnTo>
                  <a:cubicBezTo>
                    <a:pt x="26327" y="2344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84" name="Google Shape;9784;p56"/>
            <p:cNvSpPr/>
            <p:nvPr/>
          </p:nvSpPr>
          <p:spPr>
            <a:xfrm>
              <a:off x="848698" y="1767184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4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4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85" name="Google Shape;9785;p56"/>
            <p:cNvSpPr/>
            <p:nvPr/>
          </p:nvSpPr>
          <p:spPr>
            <a:xfrm>
              <a:off x="553048" y="1800405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68"/>
                    <a:pt x="0" y="1493"/>
                  </a:cubicBezTo>
                  <a:cubicBezTo>
                    <a:pt x="0" y="2319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5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7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86" name="Google Shape;9786;p56"/>
            <p:cNvSpPr/>
            <p:nvPr/>
          </p:nvSpPr>
          <p:spPr>
            <a:xfrm>
              <a:off x="848698" y="2201603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5"/>
                    <a:pt x="0" y="7608"/>
                  </a:cubicBezTo>
                  <a:cubicBezTo>
                    <a:pt x="0" y="11808"/>
                    <a:pt x="3404" y="15212"/>
                    <a:pt x="7604" y="15212"/>
                  </a:cubicBezTo>
                  <a:cubicBezTo>
                    <a:pt x="11804" y="15212"/>
                    <a:pt x="15209" y="11808"/>
                    <a:pt x="15209" y="7608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87" name="Google Shape;9787;p56"/>
            <p:cNvSpPr/>
            <p:nvPr/>
          </p:nvSpPr>
          <p:spPr>
            <a:xfrm>
              <a:off x="553048" y="2234824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68"/>
                    <a:pt x="0" y="1494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9"/>
                  </a:lnTo>
                  <a:cubicBezTo>
                    <a:pt x="23340" y="7945"/>
                    <a:pt x="21591" y="9039"/>
                    <a:pt x="19596" y="9039"/>
                  </a:cubicBezTo>
                  <a:lnTo>
                    <a:pt x="1493" y="9039"/>
                  </a:lnTo>
                  <a:cubicBezTo>
                    <a:pt x="671" y="9039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9"/>
                  </a:cubicBezTo>
                  <a:lnTo>
                    <a:pt x="26327" y="5330"/>
                  </a:lnTo>
                  <a:cubicBezTo>
                    <a:pt x="26327" y="2341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88" name="Google Shape;9788;p56"/>
            <p:cNvSpPr/>
            <p:nvPr/>
          </p:nvSpPr>
          <p:spPr>
            <a:xfrm>
              <a:off x="848698" y="2636106"/>
              <a:ext cx="317374" cy="317374"/>
            </a:xfrm>
            <a:custGeom>
              <a:rect b="b" l="l" r="r" t="t"/>
              <a:pathLst>
                <a:path extrusionOk="0" h="15209" w="15209">
                  <a:moveTo>
                    <a:pt x="7604" y="0"/>
                  </a:moveTo>
                  <a:cubicBezTo>
                    <a:pt x="3404" y="0"/>
                    <a:pt x="0" y="3404"/>
                    <a:pt x="0" y="7604"/>
                  </a:cubicBezTo>
                  <a:cubicBezTo>
                    <a:pt x="0" y="11805"/>
                    <a:pt x="3404" y="15209"/>
                    <a:pt x="7604" y="15209"/>
                  </a:cubicBezTo>
                  <a:cubicBezTo>
                    <a:pt x="11804" y="15209"/>
                    <a:pt x="15209" y="11805"/>
                    <a:pt x="15209" y="7604"/>
                  </a:cubicBezTo>
                  <a:cubicBezTo>
                    <a:pt x="15209" y="3404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89" name="Google Shape;9789;p56"/>
            <p:cNvSpPr/>
            <p:nvPr/>
          </p:nvSpPr>
          <p:spPr>
            <a:xfrm>
              <a:off x="553048" y="2669265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71"/>
                    <a:pt x="0" y="1496"/>
                  </a:cubicBezTo>
                  <a:cubicBezTo>
                    <a:pt x="0" y="2322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8"/>
                  </a:lnTo>
                  <a:cubicBezTo>
                    <a:pt x="23340" y="7947"/>
                    <a:pt x="21591" y="9041"/>
                    <a:pt x="19596" y="9041"/>
                  </a:cubicBezTo>
                  <a:lnTo>
                    <a:pt x="1493" y="9041"/>
                  </a:lnTo>
                  <a:cubicBezTo>
                    <a:pt x="671" y="9041"/>
                    <a:pt x="0" y="9709"/>
                    <a:pt x="0" y="10534"/>
                  </a:cubicBezTo>
                  <a:cubicBezTo>
                    <a:pt x="0" y="11360"/>
                    <a:pt x="671" y="12028"/>
                    <a:pt x="1493" y="12028"/>
                  </a:cubicBezTo>
                  <a:lnTo>
                    <a:pt x="19596" y="12028"/>
                  </a:lnTo>
                  <a:cubicBezTo>
                    <a:pt x="23370" y="12028"/>
                    <a:pt x="26327" y="9688"/>
                    <a:pt x="26327" y="6698"/>
                  </a:cubicBezTo>
                  <a:lnTo>
                    <a:pt x="26327" y="5330"/>
                  </a:lnTo>
                  <a:cubicBezTo>
                    <a:pt x="26327" y="2343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90" name="Google Shape;9790;p56"/>
            <p:cNvSpPr/>
            <p:nvPr/>
          </p:nvSpPr>
          <p:spPr>
            <a:xfrm>
              <a:off x="848698" y="3070526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5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91" name="Google Shape;9791;p56"/>
            <p:cNvSpPr/>
            <p:nvPr/>
          </p:nvSpPr>
          <p:spPr>
            <a:xfrm>
              <a:off x="553048" y="3103747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20"/>
                    <a:pt x="671" y="2987"/>
                    <a:pt x="1493" y="2987"/>
                  </a:cubicBezTo>
                  <a:lnTo>
                    <a:pt x="19596" y="2987"/>
                  </a:lnTo>
                  <a:cubicBezTo>
                    <a:pt x="21591" y="2987"/>
                    <a:pt x="23340" y="4081"/>
                    <a:pt x="23340" y="5330"/>
                  </a:cubicBezTo>
                  <a:lnTo>
                    <a:pt x="23340" y="6696"/>
                  </a:lnTo>
                  <a:cubicBezTo>
                    <a:pt x="23340" y="7945"/>
                    <a:pt x="21591" y="9039"/>
                    <a:pt x="19596" y="9039"/>
                  </a:cubicBezTo>
                  <a:lnTo>
                    <a:pt x="1493" y="9039"/>
                  </a:lnTo>
                  <a:cubicBezTo>
                    <a:pt x="671" y="9039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6"/>
                  </a:cubicBezTo>
                  <a:lnTo>
                    <a:pt x="26327" y="5330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92" name="Google Shape;9792;p56"/>
            <p:cNvSpPr/>
            <p:nvPr/>
          </p:nvSpPr>
          <p:spPr>
            <a:xfrm>
              <a:off x="848698" y="3504966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7"/>
                    <a:pt x="0" y="7607"/>
                  </a:cubicBezTo>
                  <a:cubicBezTo>
                    <a:pt x="0" y="11807"/>
                    <a:pt x="3404" y="15212"/>
                    <a:pt x="7604" y="15212"/>
                  </a:cubicBezTo>
                  <a:cubicBezTo>
                    <a:pt x="11804" y="15212"/>
                    <a:pt x="15209" y="11807"/>
                    <a:pt x="15209" y="7607"/>
                  </a:cubicBezTo>
                  <a:cubicBezTo>
                    <a:pt x="15209" y="3407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93" name="Google Shape;9793;p56"/>
            <p:cNvSpPr/>
            <p:nvPr/>
          </p:nvSpPr>
          <p:spPr>
            <a:xfrm>
              <a:off x="553048" y="3538167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72"/>
                    <a:pt x="0" y="1497"/>
                  </a:cubicBezTo>
                  <a:cubicBezTo>
                    <a:pt x="0" y="2320"/>
                    <a:pt x="671" y="2991"/>
                    <a:pt x="1493" y="2991"/>
                  </a:cubicBezTo>
                  <a:lnTo>
                    <a:pt x="19596" y="2991"/>
                  </a:lnTo>
                  <a:cubicBezTo>
                    <a:pt x="21591" y="2991"/>
                    <a:pt x="23340" y="4085"/>
                    <a:pt x="23340" y="5331"/>
                  </a:cubicBezTo>
                  <a:lnTo>
                    <a:pt x="23340" y="6699"/>
                  </a:lnTo>
                  <a:cubicBezTo>
                    <a:pt x="23340" y="7948"/>
                    <a:pt x="21591" y="9042"/>
                    <a:pt x="19596" y="9042"/>
                  </a:cubicBezTo>
                  <a:lnTo>
                    <a:pt x="1493" y="9042"/>
                  </a:lnTo>
                  <a:cubicBezTo>
                    <a:pt x="671" y="9042"/>
                    <a:pt x="0" y="9710"/>
                    <a:pt x="0" y="10535"/>
                  </a:cubicBezTo>
                  <a:cubicBezTo>
                    <a:pt x="0" y="11361"/>
                    <a:pt x="671" y="12029"/>
                    <a:pt x="1493" y="12029"/>
                  </a:cubicBezTo>
                  <a:lnTo>
                    <a:pt x="19596" y="12029"/>
                  </a:lnTo>
                  <a:cubicBezTo>
                    <a:pt x="23370" y="12029"/>
                    <a:pt x="26327" y="9689"/>
                    <a:pt x="26327" y="6699"/>
                  </a:cubicBezTo>
                  <a:lnTo>
                    <a:pt x="26327" y="5331"/>
                  </a:lnTo>
                  <a:cubicBezTo>
                    <a:pt x="26327" y="2344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94" name="Google Shape;9794;p56"/>
            <p:cNvSpPr/>
            <p:nvPr/>
          </p:nvSpPr>
          <p:spPr>
            <a:xfrm>
              <a:off x="848698" y="3939449"/>
              <a:ext cx="317374" cy="317395"/>
            </a:xfrm>
            <a:custGeom>
              <a:rect b="b" l="l" r="r" t="t"/>
              <a:pathLst>
                <a:path extrusionOk="0" h="15210" w="15209">
                  <a:moveTo>
                    <a:pt x="7604" y="1"/>
                  </a:moveTo>
                  <a:cubicBezTo>
                    <a:pt x="3404" y="1"/>
                    <a:pt x="0" y="3405"/>
                    <a:pt x="0" y="7605"/>
                  </a:cubicBezTo>
                  <a:cubicBezTo>
                    <a:pt x="0" y="11805"/>
                    <a:pt x="3404" y="15209"/>
                    <a:pt x="7604" y="15209"/>
                  </a:cubicBezTo>
                  <a:cubicBezTo>
                    <a:pt x="11804" y="15209"/>
                    <a:pt x="15209" y="11805"/>
                    <a:pt x="15209" y="7605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95" name="Google Shape;9795;p56"/>
            <p:cNvSpPr/>
            <p:nvPr/>
          </p:nvSpPr>
          <p:spPr>
            <a:xfrm>
              <a:off x="553048" y="3972670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5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796" name="Google Shape;9796;p56"/>
          <p:cNvSpPr/>
          <p:nvPr/>
        </p:nvSpPr>
        <p:spPr>
          <a:xfrm>
            <a:off x="8428900" y="1041975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0"/>
                </a:moveTo>
                <a:lnTo>
                  <a:pt x="0" y="25897"/>
                </a:lnTo>
                <a:cubicBezTo>
                  <a:pt x="3176" y="25897"/>
                  <a:pt x="5749" y="23323"/>
                  <a:pt x="5749" y="20147"/>
                </a:cubicBezTo>
                <a:lnTo>
                  <a:pt x="5749" y="5752"/>
                </a:lnTo>
                <a:cubicBezTo>
                  <a:pt x="5749" y="2576"/>
                  <a:pt x="3176" y="0"/>
                  <a:pt x="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97" name="Google Shape;9797;p56"/>
          <p:cNvSpPr/>
          <p:nvPr/>
        </p:nvSpPr>
        <p:spPr>
          <a:xfrm>
            <a:off x="8428900" y="2620900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0"/>
                </a:moveTo>
                <a:lnTo>
                  <a:pt x="0" y="25897"/>
                </a:lnTo>
                <a:cubicBezTo>
                  <a:pt x="3176" y="25897"/>
                  <a:pt x="5749" y="23323"/>
                  <a:pt x="5749" y="20148"/>
                </a:cubicBezTo>
                <a:lnTo>
                  <a:pt x="5749" y="5752"/>
                </a:lnTo>
                <a:cubicBezTo>
                  <a:pt x="5749" y="2577"/>
                  <a:pt x="3176" y="0"/>
                  <a:pt x="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98" name="Google Shape;9798;p56"/>
          <p:cNvSpPr/>
          <p:nvPr/>
        </p:nvSpPr>
        <p:spPr>
          <a:xfrm>
            <a:off x="8428900" y="1811900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0"/>
                </a:moveTo>
                <a:lnTo>
                  <a:pt x="0" y="25897"/>
                </a:lnTo>
                <a:cubicBezTo>
                  <a:pt x="3176" y="25897"/>
                  <a:pt x="5749" y="23320"/>
                  <a:pt x="5749" y="20147"/>
                </a:cubicBezTo>
                <a:lnTo>
                  <a:pt x="5749" y="5749"/>
                </a:lnTo>
                <a:cubicBezTo>
                  <a:pt x="5749" y="2574"/>
                  <a:pt x="3176" y="0"/>
                  <a:pt x="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99" name="Google Shape;9799;p56"/>
          <p:cNvSpPr/>
          <p:nvPr/>
        </p:nvSpPr>
        <p:spPr>
          <a:xfrm>
            <a:off x="8428900" y="3454000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1"/>
                </a:moveTo>
                <a:lnTo>
                  <a:pt x="0" y="25897"/>
                </a:lnTo>
                <a:cubicBezTo>
                  <a:pt x="3176" y="25897"/>
                  <a:pt x="5749" y="23323"/>
                  <a:pt x="5749" y="20148"/>
                </a:cubicBezTo>
                <a:lnTo>
                  <a:pt x="5749" y="5752"/>
                </a:lnTo>
                <a:cubicBezTo>
                  <a:pt x="5749" y="2577"/>
                  <a:pt x="3176" y="1"/>
                  <a:pt x="0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800" name="Google Shape;9800;p56"/>
          <p:cNvGrpSpPr/>
          <p:nvPr/>
        </p:nvGrpSpPr>
        <p:grpSpPr>
          <a:xfrm>
            <a:off x="2061088" y="4050081"/>
            <a:ext cx="1055760" cy="753780"/>
            <a:chOff x="3308425" y="649500"/>
            <a:chExt cx="947975" cy="676825"/>
          </a:xfrm>
        </p:grpSpPr>
        <p:sp>
          <p:nvSpPr>
            <p:cNvPr id="9801" name="Google Shape;9801;p56"/>
            <p:cNvSpPr/>
            <p:nvPr/>
          </p:nvSpPr>
          <p:spPr>
            <a:xfrm>
              <a:off x="3308425" y="649500"/>
              <a:ext cx="947975" cy="676275"/>
            </a:xfrm>
            <a:custGeom>
              <a:rect b="b" l="l" r="r" t="t"/>
              <a:pathLst>
                <a:path extrusionOk="0" h="27051" w="37919">
                  <a:moveTo>
                    <a:pt x="12816" y="19976"/>
                  </a:moveTo>
                  <a:cubicBezTo>
                    <a:pt x="12818" y="19976"/>
                    <a:pt x="12821" y="19976"/>
                    <a:pt x="12824" y="19976"/>
                  </a:cubicBezTo>
                  <a:lnTo>
                    <a:pt x="12824" y="19976"/>
                  </a:lnTo>
                  <a:cubicBezTo>
                    <a:pt x="12815" y="19979"/>
                    <a:pt x="12808" y="19979"/>
                    <a:pt x="12804" y="19979"/>
                  </a:cubicBezTo>
                  <a:cubicBezTo>
                    <a:pt x="12796" y="19979"/>
                    <a:pt x="12800" y="19976"/>
                    <a:pt x="12816" y="19976"/>
                  </a:cubicBezTo>
                  <a:close/>
                  <a:moveTo>
                    <a:pt x="23205" y="24113"/>
                  </a:moveTo>
                  <a:cubicBezTo>
                    <a:pt x="23209" y="24113"/>
                    <a:pt x="23211" y="24115"/>
                    <a:pt x="23210" y="24120"/>
                  </a:cubicBezTo>
                  <a:cubicBezTo>
                    <a:pt x="23210" y="24121"/>
                    <a:pt x="23207" y="24122"/>
                    <a:pt x="23199" y="24122"/>
                  </a:cubicBezTo>
                  <a:cubicBezTo>
                    <a:pt x="23195" y="24122"/>
                    <a:pt x="23190" y="24121"/>
                    <a:pt x="23183" y="24121"/>
                  </a:cubicBezTo>
                  <a:lnTo>
                    <a:pt x="23183" y="24121"/>
                  </a:lnTo>
                  <a:cubicBezTo>
                    <a:pt x="23192" y="24116"/>
                    <a:pt x="23200" y="24113"/>
                    <a:pt x="23205" y="24113"/>
                  </a:cubicBezTo>
                  <a:close/>
                  <a:moveTo>
                    <a:pt x="36242" y="1377"/>
                  </a:moveTo>
                  <a:cubicBezTo>
                    <a:pt x="35424" y="2822"/>
                    <a:pt x="34606" y="4266"/>
                    <a:pt x="33786" y="5709"/>
                  </a:cubicBezTo>
                  <a:cubicBezTo>
                    <a:pt x="31759" y="9274"/>
                    <a:pt x="29728" y="12836"/>
                    <a:pt x="27681" y="16390"/>
                  </a:cubicBezTo>
                  <a:cubicBezTo>
                    <a:pt x="26227" y="18914"/>
                    <a:pt x="24824" y="21495"/>
                    <a:pt x="23229" y="23934"/>
                  </a:cubicBezTo>
                  <a:cubicBezTo>
                    <a:pt x="23191" y="23992"/>
                    <a:pt x="23148" y="24050"/>
                    <a:pt x="23106" y="24108"/>
                  </a:cubicBezTo>
                  <a:lnTo>
                    <a:pt x="23106" y="24108"/>
                  </a:lnTo>
                  <a:cubicBezTo>
                    <a:pt x="23088" y="24104"/>
                    <a:pt x="23067" y="24099"/>
                    <a:pt x="23044" y="24092"/>
                  </a:cubicBezTo>
                  <a:cubicBezTo>
                    <a:pt x="22905" y="24054"/>
                    <a:pt x="22768" y="24012"/>
                    <a:pt x="22633" y="23962"/>
                  </a:cubicBezTo>
                  <a:cubicBezTo>
                    <a:pt x="22302" y="23842"/>
                    <a:pt x="21982" y="23692"/>
                    <a:pt x="21664" y="23540"/>
                  </a:cubicBezTo>
                  <a:cubicBezTo>
                    <a:pt x="19793" y="22645"/>
                    <a:pt x="18001" y="21587"/>
                    <a:pt x="16189" y="20578"/>
                  </a:cubicBezTo>
                  <a:cubicBezTo>
                    <a:pt x="15443" y="20163"/>
                    <a:pt x="14697" y="19740"/>
                    <a:pt x="13928" y="19365"/>
                  </a:cubicBezTo>
                  <a:cubicBezTo>
                    <a:pt x="13607" y="19207"/>
                    <a:pt x="13229" y="18985"/>
                    <a:pt x="12857" y="18985"/>
                  </a:cubicBezTo>
                  <a:cubicBezTo>
                    <a:pt x="12737" y="18985"/>
                    <a:pt x="12617" y="19009"/>
                    <a:pt x="12500" y="19066"/>
                  </a:cubicBezTo>
                  <a:cubicBezTo>
                    <a:pt x="12209" y="19207"/>
                    <a:pt x="11959" y="19472"/>
                    <a:pt x="11729" y="19693"/>
                  </a:cubicBezTo>
                  <a:cubicBezTo>
                    <a:pt x="11318" y="20094"/>
                    <a:pt x="10928" y="20513"/>
                    <a:pt x="10534" y="20928"/>
                  </a:cubicBezTo>
                  <a:cubicBezTo>
                    <a:pt x="9428" y="22101"/>
                    <a:pt x="8325" y="23277"/>
                    <a:pt x="7166" y="24400"/>
                  </a:cubicBezTo>
                  <a:cubicBezTo>
                    <a:pt x="6929" y="24629"/>
                    <a:pt x="6690" y="24856"/>
                    <a:pt x="6448" y="25080"/>
                  </a:cubicBezTo>
                  <a:lnTo>
                    <a:pt x="6448" y="25080"/>
                  </a:lnTo>
                  <a:cubicBezTo>
                    <a:pt x="7055" y="22855"/>
                    <a:pt x="7613" y="20617"/>
                    <a:pt x="8177" y="18381"/>
                  </a:cubicBezTo>
                  <a:cubicBezTo>
                    <a:pt x="8331" y="17766"/>
                    <a:pt x="8727" y="16974"/>
                    <a:pt x="8278" y="16415"/>
                  </a:cubicBezTo>
                  <a:cubicBezTo>
                    <a:pt x="7575" y="15537"/>
                    <a:pt x="6292" y="15010"/>
                    <a:pt x="5320" y="14501"/>
                  </a:cubicBezTo>
                  <a:cubicBezTo>
                    <a:pt x="4122" y="13870"/>
                    <a:pt x="2890" y="13287"/>
                    <a:pt x="1708" y="12620"/>
                  </a:cubicBezTo>
                  <a:lnTo>
                    <a:pt x="1708" y="12620"/>
                  </a:lnTo>
                  <a:cubicBezTo>
                    <a:pt x="6998" y="10932"/>
                    <a:pt x="12278" y="9210"/>
                    <a:pt x="17556" y="7490"/>
                  </a:cubicBezTo>
                  <a:cubicBezTo>
                    <a:pt x="23048" y="5699"/>
                    <a:pt x="28536" y="3904"/>
                    <a:pt x="34026" y="2105"/>
                  </a:cubicBezTo>
                  <a:cubicBezTo>
                    <a:pt x="34765" y="1863"/>
                    <a:pt x="35503" y="1620"/>
                    <a:pt x="36242" y="1377"/>
                  </a:cubicBezTo>
                  <a:close/>
                  <a:moveTo>
                    <a:pt x="37319" y="0"/>
                  </a:moveTo>
                  <a:cubicBezTo>
                    <a:pt x="37273" y="0"/>
                    <a:pt x="37225" y="7"/>
                    <a:pt x="37176" y="23"/>
                  </a:cubicBezTo>
                  <a:cubicBezTo>
                    <a:pt x="33967" y="1077"/>
                    <a:pt x="30757" y="2128"/>
                    <a:pt x="27546" y="3179"/>
                  </a:cubicBezTo>
                  <a:cubicBezTo>
                    <a:pt x="21382" y="5195"/>
                    <a:pt x="15218" y="7209"/>
                    <a:pt x="9047" y="9209"/>
                  </a:cubicBezTo>
                  <a:cubicBezTo>
                    <a:pt x="6184" y="10137"/>
                    <a:pt x="3319" y="11064"/>
                    <a:pt x="452" y="11976"/>
                  </a:cubicBezTo>
                  <a:lnTo>
                    <a:pt x="452" y="11976"/>
                  </a:lnTo>
                  <a:cubicBezTo>
                    <a:pt x="371" y="11985"/>
                    <a:pt x="297" y="12018"/>
                    <a:pt x="233" y="12067"/>
                  </a:cubicBezTo>
                  <a:lnTo>
                    <a:pt x="233" y="12067"/>
                  </a:lnTo>
                  <a:cubicBezTo>
                    <a:pt x="111" y="12148"/>
                    <a:pt x="46" y="12272"/>
                    <a:pt x="28" y="12402"/>
                  </a:cubicBezTo>
                  <a:lnTo>
                    <a:pt x="28" y="12402"/>
                  </a:lnTo>
                  <a:cubicBezTo>
                    <a:pt x="0" y="12540"/>
                    <a:pt x="26" y="12688"/>
                    <a:pt x="128" y="12807"/>
                  </a:cubicBezTo>
                  <a:lnTo>
                    <a:pt x="128" y="12807"/>
                  </a:lnTo>
                  <a:cubicBezTo>
                    <a:pt x="180" y="12878"/>
                    <a:pt x="249" y="12934"/>
                    <a:pt x="332" y="12964"/>
                  </a:cubicBezTo>
                  <a:lnTo>
                    <a:pt x="332" y="12964"/>
                  </a:lnTo>
                  <a:cubicBezTo>
                    <a:pt x="1532" y="13711"/>
                    <a:pt x="2813" y="14326"/>
                    <a:pt x="4069" y="14970"/>
                  </a:cubicBezTo>
                  <a:cubicBezTo>
                    <a:pt x="5152" y="15529"/>
                    <a:pt x="6416" y="16055"/>
                    <a:pt x="7339" y="16873"/>
                  </a:cubicBezTo>
                  <a:cubicBezTo>
                    <a:pt x="7383" y="16913"/>
                    <a:pt x="7435" y="16989"/>
                    <a:pt x="7487" y="17027"/>
                  </a:cubicBezTo>
                  <a:lnTo>
                    <a:pt x="7487" y="17027"/>
                  </a:lnTo>
                  <a:cubicBezTo>
                    <a:pt x="7393" y="17359"/>
                    <a:pt x="7319" y="17699"/>
                    <a:pt x="7235" y="18033"/>
                  </a:cubicBezTo>
                  <a:cubicBezTo>
                    <a:pt x="6913" y="19321"/>
                    <a:pt x="6584" y="20606"/>
                    <a:pt x="6254" y="21891"/>
                  </a:cubicBezTo>
                  <a:cubicBezTo>
                    <a:pt x="5860" y="23410"/>
                    <a:pt x="5464" y="24931"/>
                    <a:pt x="5034" y="26439"/>
                  </a:cubicBezTo>
                  <a:cubicBezTo>
                    <a:pt x="4930" y="26803"/>
                    <a:pt x="5214" y="27050"/>
                    <a:pt x="5517" y="27050"/>
                  </a:cubicBezTo>
                  <a:cubicBezTo>
                    <a:pt x="5639" y="27050"/>
                    <a:pt x="5763" y="27011"/>
                    <a:pt x="5866" y="26924"/>
                  </a:cubicBezTo>
                  <a:cubicBezTo>
                    <a:pt x="8247" y="24910"/>
                    <a:pt x="10227" y="22525"/>
                    <a:pt x="12464" y="20370"/>
                  </a:cubicBezTo>
                  <a:cubicBezTo>
                    <a:pt x="12589" y="20250"/>
                    <a:pt x="12713" y="20123"/>
                    <a:pt x="12852" y="20018"/>
                  </a:cubicBezTo>
                  <a:cubicBezTo>
                    <a:pt x="12863" y="20009"/>
                    <a:pt x="12877" y="19999"/>
                    <a:pt x="12890" y="19990"/>
                  </a:cubicBezTo>
                  <a:lnTo>
                    <a:pt x="12890" y="19990"/>
                  </a:lnTo>
                  <a:cubicBezTo>
                    <a:pt x="12900" y="19993"/>
                    <a:pt x="12910" y="19997"/>
                    <a:pt x="12921" y="20001"/>
                  </a:cubicBezTo>
                  <a:cubicBezTo>
                    <a:pt x="13088" y="20068"/>
                    <a:pt x="13031" y="20039"/>
                    <a:pt x="13176" y="20106"/>
                  </a:cubicBezTo>
                  <a:cubicBezTo>
                    <a:pt x="13893" y="20437"/>
                    <a:pt x="14584" y="20827"/>
                    <a:pt x="15275" y="21210"/>
                  </a:cubicBezTo>
                  <a:cubicBezTo>
                    <a:pt x="17105" y="22224"/>
                    <a:pt x="18913" y="23285"/>
                    <a:pt x="20786" y="24217"/>
                  </a:cubicBezTo>
                  <a:cubicBezTo>
                    <a:pt x="21424" y="24535"/>
                    <a:pt x="22098" y="24897"/>
                    <a:pt x="22800" y="25057"/>
                  </a:cubicBezTo>
                  <a:cubicBezTo>
                    <a:pt x="22930" y="25087"/>
                    <a:pt x="23053" y="25105"/>
                    <a:pt x="23169" y="25105"/>
                  </a:cubicBezTo>
                  <a:cubicBezTo>
                    <a:pt x="23448" y="25105"/>
                    <a:pt x="23685" y="25004"/>
                    <a:pt x="23880" y="24741"/>
                  </a:cubicBezTo>
                  <a:cubicBezTo>
                    <a:pt x="24388" y="24059"/>
                    <a:pt x="24801" y="23292"/>
                    <a:pt x="25237" y="22563"/>
                  </a:cubicBezTo>
                  <a:cubicBezTo>
                    <a:pt x="26092" y="21124"/>
                    <a:pt x="26933" y="19677"/>
                    <a:pt x="27771" y="18227"/>
                  </a:cubicBezTo>
                  <a:cubicBezTo>
                    <a:pt x="29844" y="14642"/>
                    <a:pt x="31898" y="11043"/>
                    <a:pt x="33946" y="7443"/>
                  </a:cubicBezTo>
                  <a:cubicBezTo>
                    <a:pt x="35191" y="5254"/>
                    <a:pt x="36493" y="3084"/>
                    <a:pt x="37679" y="860"/>
                  </a:cubicBezTo>
                  <a:cubicBezTo>
                    <a:pt x="37698" y="826"/>
                    <a:pt x="37717" y="790"/>
                    <a:pt x="37738" y="754"/>
                  </a:cubicBezTo>
                  <a:cubicBezTo>
                    <a:pt x="37919" y="436"/>
                    <a:pt x="37673" y="0"/>
                    <a:pt x="373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02" name="Google Shape;9802;p56"/>
            <p:cNvSpPr/>
            <p:nvPr/>
          </p:nvSpPr>
          <p:spPr>
            <a:xfrm>
              <a:off x="3492300" y="863350"/>
              <a:ext cx="474450" cy="278325"/>
            </a:xfrm>
            <a:custGeom>
              <a:rect b="b" l="l" r="r" t="t"/>
              <a:pathLst>
                <a:path extrusionOk="0" h="11133" w="18978">
                  <a:moveTo>
                    <a:pt x="18335" y="1"/>
                  </a:moveTo>
                  <a:cubicBezTo>
                    <a:pt x="18285" y="1"/>
                    <a:pt x="18233" y="10"/>
                    <a:pt x="18179" y="31"/>
                  </a:cubicBezTo>
                  <a:cubicBezTo>
                    <a:pt x="15036" y="1249"/>
                    <a:pt x="11985" y="2675"/>
                    <a:pt x="8954" y="4143"/>
                  </a:cubicBezTo>
                  <a:cubicBezTo>
                    <a:pt x="6184" y="5485"/>
                    <a:pt x="3415" y="6829"/>
                    <a:pt x="534" y="7916"/>
                  </a:cubicBezTo>
                  <a:cubicBezTo>
                    <a:pt x="1" y="8116"/>
                    <a:pt x="152" y="8911"/>
                    <a:pt x="623" y="8911"/>
                  </a:cubicBezTo>
                  <a:cubicBezTo>
                    <a:pt x="678" y="8911"/>
                    <a:pt x="737" y="8900"/>
                    <a:pt x="799" y="8877"/>
                  </a:cubicBezTo>
                  <a:cubicBezTo>
                    <a:pt x="5885" y="6960"/>
                    <a:pt x="10658" y="4331"/>
                    <a:pt x="15633" y="2155"/>
                  </a:cubicBezTo>
                  <a:lnTo>
                    <a:pt x="15633" y="2155"/>
                  </a:lnTo>
                  <a:cubicBezTo>
                    <a:pt x="12206" y="4952"/>
                    <a:pt x="8533" y="7433"/>
                    <a:pt x="5160" y="10303"/>
                  </a:cubicBezTo>
                  <a:cubicBezTo>
                    <a:pt x="4776" y="10629"/>
                    <a:pt x="5131" y="11132"/>
                    <a:pt x="5535" y="11132"/>
                  </a:cubicBezTo>
                  <a:cubicBezTo>
                    <a:pt x="5646" y="11132"/>
                    <a:pt x="5760" y="11095"/>
                    <a:pt x="5863" y="11007"/>
                  </a:cubicBezTo>
                  <a:cubicBezTo>
                    <a:pt x="10016" y="7474"/>
                    <a:pt x="14621" y="4533"/>
                    <a:pt x="18664" y="863"/>
                  </a:cubicBezTo>
                  <a:cubicBezTo>
                    <a:pt x="18977" y="577"/>
                    <a:pt x="18723" y="1"/>
                    <a:pt x="183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03" name="Google Shape;9803;p56"/>
            <p:cNvSpPr/>
            <p:nvPr/>
          </p:nvSpPr>
          <p:spPr>
            <a:xfrm>
              <a:off x="3428775" y="1197550"/>
              <a:ext cx="352850" cy="128775"/>
            </a:xfrm>
            <a:custGeom>
              <a:rect b="b" l="l" r="r" t="t"/>
              <a:pathLst>
                <a:path extrusionOk="0" h="5151" w="14114">
                  <a:moveTo>
                    <a:pt x="13430" y="0"/>
                  </a:moveTo>
                  <a:cubicBezTo>
                    <a:pt x="13384" y="0"/>
                    <a:pt x="13335" y="7"/>
                    <a:pt x="13283" y="21"/>
                  </a:cubicBezTo>
                  <a:cubicBezTo>
                    <a:pt x="8994" y="1241"/>
                    <a:pt x="4865" y="2969"/>
                    <a:pt x="568" y="4169"/>
                  </a:cubicBezTo>
                  <a:cubicBezTo>
                    <a:pt x="1" y="4328"/>
                    <a:pt x="175" y="5151"/>
                    <a:pt x="688" y="5151"/>
                  </a:cubicBezTo>
                  <a:cubicBezTo>
                    <a:pt x="734" y="5151"/>
                    <a:pt x="782" y="5144"/>
                    <a:pt x="833" y="5130"/>
                  </a:cubicBezTo>
                  <a:cubicBezTo>
                    <a:pt x="5131" y="3929"/>
                    <a:pt x="9260" y="2202"/>
                    <a:pt x="13549" y="982"/>
                  </a:cubicBezTo>
                  <a:cubicBezTo>
                    <a:pt x="14113" y="822"/>
                    <a:pt x="13940" y="0"/>
                    <a:pt x="134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804" name="Google Shape;9804;p56"/>
          <p:cNvSpPr/>
          <p:nvPr/>
        </p:nvSpPr>
        <p:spPr>
          <a:xfrm rot="-900008">
            <a:off x="7239138" y="467741"/>
            <a:ext cx="585793" cy="623413"/>
          </a:xfrm>
          <a:custGeom>
            <a:rect b="b" l="l" r="r" t="t"/>
            <a:pathLst>
              <a:path extrusionOk="0" h="29017" w="27269">
                <a:moveTo>
                  <a:pt x="22507" y="0"/>
                </a:moveTo>
                <a:cubicBezTo>
                  <a:pt x="21719" y="0"/>
                  <a:pt x="20932" y="201"/>
                  <a:pt x="20248" y="603"/>
                </a:cubicBezTo>
                <a:cubicBezTo>
                  <a:pt x="20101" y="684"/>
                  <a:pt x="19960" y="774"/>
                  <a:pt x="19827" y="877"/>
                </a:cubicBezTo>
                <a:cubicBezTo>
                  <a:pt x="19689" y="973"/>
                  <a:pt x="19562" y="1080"/>
                  <a:pt x="19439" y="1195"/>
                </a:cubicBezTo>
                <a:cubicBezTo>
                  <a:pt x="19306" y="1313"/>
                  <a:pt x="19214" y="1408"/>
                  <a:pt x="19117" y="1505"/>
                </a:cubicBezTo>
                <a:lnTo>
                  <a:pt x="18821" y="1800"/>
                </a:lnTo>
                <a:lnTo>
                  <a:pt x="17642" y="2975"/>
                </a:lnTo>
                <a:lnTo>
                  <a:pt x="8210" y="12373"/>
                </a:lnTo>
                <a:lnTo>
                  <a:pt x="3494" y="17071"/>
                </a:lnTo>
                <a:lnTo>
                  <a:pt x="2315" y="18246"/>
                </a:lnTo>
                <a:lnTo>
                  <a:pt x="1721" y="18842"/>
                </a:lnTo>
                <a:cubicBezTo>
                  <a:pt x="1504" y="19073"/>
                  <a:pt x="1291" y="19311"/>
                  <a:pt x="1110" y="19576"/>
                </a:cubicBezTo>
                <a:cubicBezTo>
                  <a:pt x="744" y="20099"/>
                  <a:pt x="454" y="20675"/>
                  <a:pt x="267" y="21287"/>
                </a:cubicBezTo>
                <a:cubicBezTo>
                  <a:pt x="86" y="21900"/>
                  <a:pt x="1" y="22538"/>
                  <a:pt x="13" y="23174"/>
                </a:cubicBezTo>
                <a:cubicBezTo>
                  <a:pt x="35" y="24451"/>
                  <a:pt x="496" y="25713"/>
                  <a:pt x="1281" y="26719"/>
                </a:cubicBezTo>
                <a:cubicBezTo>
                  <a:pt x="1679" y="27216"/>
                  <a:pt x="2146" y="27657"/>
                  <a:pt x="2675" y="28015"/>
                </a:cubicBezTo>
                <a:cubicBezTo>
                  <a:pt x="3210" y="28365"/>
                  <a:pt x="3798" y="28634"/>
                  <a:pt x="4413" y="28805"/>
                </a:cubicBezTo>
                <a:cubicBezTo>
                  <a:pt x="4924" y="28947"/>
                  <a:pt x="5453" y="29016"/>
                  <a:pt x="5983" y="29016"/>
                </a:cubicBezTo>
                <a:cubicBezTo>
                  <a:pt x="6728" y="29016"/>
                  <a:pt x="7474" y="28878"/>
                  <a:pt x="8170" y="28610"/>
                </a:cubicBezTo>
                <a:cubicBezTo>
                  <a:pt x="8765" y="28375"/>
                  <a:pt x="9319" y="28045"/>
                  <a:pt x="9814" y="27642"/>
                </a:cubicBezTo>
                <a:lnTo>
                  <a:pt x="10170" y="27323"/>
                </a:lnTo>
                <a:cubicBezTo>
                  <a:pt x="10285" y="27216"/>
                  <a:pt x="10371" y="27125"/>
                  <a:pt x="10472" y="27025"/>
                </a:cubicBezTo>
                <a:lnTo>
                  <a:pt x="11063" y="26437"/>
                </a:lnTo>
                <a:lnTo>
                  <a:pt x="20495" y="17039"/>
                </a:lnTo>
                <a:cubicBezTo>
                  <a:pt x="21385" y="16152"/>
                  <a:pt x="21860" y="15184"/>
                  <a:pt x="21554" y="14878"/>
                </a:cubicBezTo>
                <a:cubicBezTo>
                  <a:pt x="21491" y="14814"/>
                  <a:pt x="21400" y="14784"/>
                  <a:pt x="21287" y="14784"/>
                </a:cubicBezTo>
                <a:cubicBezTo>
                  <a:pt x="20852" y="14784"/>
                  <a:pt x="20096" y="15227"/>
                  <a:pt x="19389" y="15931"/>
                </a:cubicBezTo>
                <a:lnTo>
                  <a:pt x="9957" y="25329"/>
                </a:lnTo>
                <a:lnTo>
                  <a:pt x="9369" y="25916"/>
                </a:lnTo>
                <a:cubicBezTo>
                  <a:pt x="9272" y="26009"/>
                  <a:pt x="9166" y="26121"/>
                  <a:pt x="9079" y="26200"/>
                </a:cubicBezTo>
                <a:lnTo>
                  <a:pt x="8814" y="26439"/>
                </a:lnTo>
                <a:cubicBezTo>
                  <a:pt x="8448" y="26735"/>
                  <a:pt x="8041" y="26978"/>
                  <a:pt x="7603" y="27152"/>
                </a:cubicBezTo>
                <a:cubicBezTo>
                  <a:pt x="7090" y="27349"/>
                  <a:pt x="6538" y="27451"/>
                  <a:pt x="5987" y="27451"/>
                </a:cubicBezTo>
                <a:cubicBezTo>
                  <a:pt x="5595" y="27451"/>
                  <a:pt x="5204" y="27399"/>
                  <a:pt x="4826" y="27294"/>
                </a:cubicBezTo>
                <a:cubicBezTo>
                  <a:pt x="4373" y="27166"/>
                  <a:pt x="3939" y="26970"/>
                  <a:pt x="3544" y="26715"/>
                </a:cubicBezTo>
                <a:cubicBezTo>
                  <a:pt x="3154" y="26449"/>
                  <a:pt x="2808" y="26121"/>
                  <a:pt x="2512" y="25753"/>
                </a:cubicBezTo>
                <a:cubicBezTo>
                  <a:pt x="1935" y="25011"/>
                  <a:pt x="1591" y="24083"/>
                  <a:pt x="1577" y="23138"/>
                </a:cubicBezTo>
                <a:cubicBezTo>
                  <a:pt x="1570" y="22667"/>
                  <a:pt x="1633" y="22194"/>
                  <a:pt x="1764" y="21743"/>
                </a:cubicBezTo>
                <a:cubicBezTo>
                  <a:pt x="1902" y="21291"/>
                  <a:pt x="2118" y="20866"/>
                  <a:pt x="2387" y="20480"/>
                </a:cubicBezTo>
                <a:cubicBezTo>
                  <a:pt x="2520" y="20285"/>
                  <a:pt x="2677" y="20110"/>
                  <a:pt x="2838" y="19937"/>
                </a:cubicBezTo>
                <a:lnTo>
                  <a:pt x="3418" y="19355"/>
                </a:lnTo>
                <a:lnTo>
                  <a:pt x="4597" y="18180"/>
                </a:lnTo>
                <a:lnTo>
                  <a:pt x="9313" y="13480"/>
                </a:lnTo>
                <a:lnTo>
                  <a:pt x="18747" y="4082"/>
                </a:lnTo>
                <a:lnTo>
                  <a:pt x="19926" y="2907"/>
                </a:lnTo>
                <a:lnTo>
                  <a:pt x="20220" y="2615"/>
                </a:lnTo>
                <a:cubicBezTo>
                  <a:pt x="20318" y="2515"/>
                  <a:pt x="20421" y="2412"/>
                  <a:pt x="20497" y="2348"/>
                </a:cubicBezTo>
                <a:cubicBezTo>
                  <a:pt x="20576" y="2273"/>
                  <a:pt x="20660" y="2201"/>
                  <a:pt x="20751" y="2140"/>
                </a:cubicBezTo>
                <a:cubicBezTo>
                  <a:pt x="20836" y="2070"/>
                  <a:pt x="20930" y="2014"/>
                  <a:pt x="21027" y="1961"/>
                </a:cubicBezTo>
                <a:cubicBezTo>
                  <a:pt x="21473" y="1696"/>
                  <a:pt x="21990" y="1565"/>
                  <a:pt x="22507" y="1565"/>
                </a:cubicBezTo>
                <a:cubicBezTo>
                  <a:pt x="22870" y="1565"/>
                  <a:pt x="23232" y="1629"/>
                  <a:pt x="23570" y="1758"/>
                </a:cubicBezTo>
                <a:cubicBezTo>
                  <a:pt x="24397" y="2056"/>
                  <a:pt x="25065" y="2764"/>
                  <a:pt x="25342" y="3593"/>
                </a:cubicBezTo>
                <a:cubicBezTo>
                  <a:pt x="25634" y="4424"/>
                  <a:pt x="25517" y="5384"/>
                  <a:pt x="25051" y="6128"/>
                </a:cubicBezTo>
                <a:cubicBezTo>
                  <a:pt x="24938" y="6315"/>
                  <a:pt x="24797" y="6486"/>
                  <a:pt x="24646" y="6647"/>
                </a:cubicBezTo>
                <a:lnTo>
                  <a:pt x="24063" y="7229"/>
                </a:lnTo>
                <a:lnTo>
                  <a:pt x="22884" y="8404"/>
                </a:lnTo>
                <a:lnTo>
                  <a:pt x="20526" y="10752"/>
                </a:lnTo>
                <a:lnTo>
                  <a:pt x="15811" y="15452"/>
                </a:lnTo>
                <a:lnTo>
                  <a:pt x="11095" y="20150"/>
                </a:lnTo>
                <a:lnTo>
                  <a:pt x="10506" y="20739"/>
                </a:lnTo>
                <a:cubicBezTo>
                  <a:pt x="10283" y="20961"/>
                  <a:pt x="10170" y="21073"/>
                  <a:pt x="10011" y="21174"/>
                </a:cubicBezTo>
                <a:cubicBezTo>
                  <a:pt x="9754" y="21340"/>
                  <a:pt x="9447" y="21423"/>
                  <a:pt x="9141" y="21423"/>
                </a:cubicBezTo>
                <a:cubicBezTo>
                  <a:pt x="9072" y="21423"/>
                  <a:pt x="9004" y="21419"/>
                  <a:pt x="8936" y="21411"/>
                </a:cubicBezTo>
                <a:cubicBezTo>
                  <a:pt x="8184" y="21331"/>
                  <a:pt x="7552" y="20653"/>
                  <a:pt x="7524" y="19898"/>
                </a:cubicBezTo>
                <a:cubicBezTo>
                  <a:pt x="7500" y="19524"/>
                  <a:pt x="7607" y="19142"/>
                  <a:pt x="7834" y="18846"/>
                </a:cubicBezTo>
                <a:cubicBezTo>
                  <a:pt x="7858" y="18806"/>
                  <a:pt x="7890" y="18770"/>
                  <a:pt x="7922" y="18737"/>
                </a:cubicBezTo>
                <a:cubicBezTo>
                  <a:pt x="7951" y="18701"/>
                  <a:pt x="7979" y="18667"/>
                  <a:pt x="8035" y="18611"/>
                </a:cubicBezTo>
                <a:lnTo>
                  <a:pt x="8325" y="18313"/>
                </a:lnTo>
                <a:lnTo>
                  <a:pt x="8906" y="17717"/>
                </a:lnTo>
                <a:lnTo>
                  <a:pt x="11224" y="15333"/>
                </a:lnTo>
                <a:lnTo>
                  <a:pt x="15864" y="10561"/>
                </a:lnTo>
                <a:cubicBezTo>
                  <a:pt x="16739" y="9661"/>
                  <a:pt x="17200" y="8685"/>
                  <a:pt x="16894" y="8380"/>
                </a:cubicBezTo>
                <a:cubicBezTo>
                  <a:pt x="16832" y="8319"/>
                  <a:pt x="16743" y="8290"/>
                  <a:pt x="16633" y="8290"/>
                </a:cubicBezTo>
                <a:cubicBezTo>
                  <a:pt x="16201" y="8290"/>
                  <a:pt x="15448" y="8744"/>
                  <a:pt x="14749" y="9464"/>
                </a:cubicBezTo>
                <a:lnTo>
                  <a:pt x="10105" y="14239"/>
                </a:lnTo>
                <a:lnTo>
                  <a:pt x="7784" y="16627"/>
                </a:lnTo>
                <a:lnTo>
                  <a:pt x="7204" y="17224"/>
                </a:lnTo>
                <a:lnTo>
                  <a:pt x="6914" y="17522"/>
                </a:lnTo>
                <a:cubicBezTo>
                  <a:pt x="6870" y="17566"/>
                  <a:pt x="6806" y="17635"/>
                  <a:pt x="6745" y="17705"/>
                </a:cubicBezTo>
                <a:cubicBezTo>
                  <a:pt x="6685" y="17774"/>
                  <a:pt x="6625" y="17844"/>
                  <a:pt x="6574" y="17920"/>
                </a:cubicBezTo>
                <a:cubicBezTo>
                  <a:pt x="6130" y="18510"/>
                  <a:pt x="5916" y="19262"/>
                  <a:pt x="5963" y="19993"/>
                </a:cubicBezTo>
                <a:cubicBezTo>
                  <a:pt x="6005" y="20725"/>
                  <a:pt x="6307" y="21448"/>
                  <a:pt x="6816" y="21979"/>
                </a:cubicBezTo>
                <a:cubicBezTo>
                  <a:pt x="7313" y="22514"/>
                  <a:pt x="8009" y="22878"/>
                  <a:pt x="8739" y="22963"/>
                </a:cubicBezTo>
                <a:cubicBezTo>
                  <a:pt x="8873" y="22981"/>
                  <a:pt x="9009" y="22989"/>
                  <a:pt x="9144" y="22989"/>
                </a:cubicBezTo>
                <a:cubicBezTo>
                  <a:pt x="9743" y="22989"/>
                  <a:pt x="10342" y="22822"/>
                  <a:pt x="10848" y="22496"/>
                </a:cubicBezTo>
                <a:cubicBezTo>
                  <a:pt x="11003" y="22395"/>
                  <a:pt x="11152" y="22287"/>
                  <a:pt x="11286" y="22162"/>
                </a:cubicBezTo>
                <a:cubicBezTo>
                  <a:pt x="11439" y="22025"/>
                  <a:pt x="11502" y="21951"/>
                  <a:pt x="11612" y="21848"/>
                </a:cubicBezTo>
                <a:lnTo>
                  <a:pt x="12200" y="21260"/>
                </a:lnTo>
                <a:lnTo>
                  <a:pt x="16916" y="16562"/>
                </a:lnTo>
                <a:lnTo>
                  <a:pt x="21632" y="11862"/>
                </a:lnTo>
                <a:lnTo>
                  <a:pt x="23990" y="9514"/>
                </a:lnTo>
                <a:lnTo>
                  <a:pt x="25169" y="8339"/>
                </a:lnTo>
                <a:lnTo>
                  <a:pt x="25763" y="7742"/>
                </a:lnTo>
                <a:cubicBezTo>
                  <a:pt x="25994" y="7502"/>
                  <a:pt x="26206" y="7241"/>
                  <a:pt x="26381" y="6955"/>
                </a:cubicBezTo>
                <a:cubicBezTo>
                  <a:pt x="27093" y="5816"/>
                  <a:pt x="27268" y="4360"/>
                  <a:pt x="26825" y="3092"/>
                </a:cubicBezTo>
                <a:cubicBezTo>
                  <a:pt x="26397" y="1820"/>
                  <a:pt x="25389" y="758"/>
                  <a:pt x="24125" y="295"/>
                </a:cubicBezTo>
                <a:cubicBezTo>
                  <a:pt x="23609" y="98"/>
                  <a:pt x="23058" y="0"/>
                  <a:pt x="22507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7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accent5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0"/>
          <p:cNvSpPr txBox="1"/>
          <p:nvPr>
            <p:ph type="title"/>
          </p:nvPr>
        </p:nvSpPr>
        <p:spPr>
          <a:xfrm>
            <a:off x="1270650" y="629375"/>
            <a:ext cx="7020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b="0" i="0" sz="3300" u="none" cap="none" strike="noStrike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b="0" i="0" sz="3300" u="none" cap="none" strike="noStrike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b="0" i="0" sz="3300" u="none" cap="none" strike="noStrike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b="0" i="0" sz="3300" u="none" cap="none" strike="noStrike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b="0" i="0" sz="3300" u="none" cap="none" strike="noStrike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b="0" i="0" sz="3300" u="none" cap="none" strike="noStrike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b="0" i="0" sz="3300" u="none" cap="none" strike="noStrike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b="0" i="0" sz="3300" u="none" cap="none" strike="noStrike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b="0" i="0" sz="3300" u="none" cap="none" strike="noStrike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9pPr>
          </a:lstStyle>
          <a:p/>
        </p:txBody>
      </p:sp>
      <p:sp>
        <p:nvSpPr>
          <p:cNvPr id="7" name="Google Shape;7;p30"/>
          <p:cNvSpPr txBox="1"/>
          <p:nvPr>
            <p:ph idx="1" type="body"/>
          </p:nvPr>
        </p:nvSpPr>
        <p:spPr>
          <a:xfrm>
            <a:off x="1270650" y="1202075"/>
            <a:ext cx="7020000" cy="3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antari"/>
              <a:buChar char="●"/>
              <a:defRPr b="0" i="0" sz="1400" u="none" cap="none" strike="noStrike">
                <a:solidFill>
                  <a:schemeClr val="dk1"/>
                </a:solidFill>
                <a:latin typeface="Gantari"/>
                <a:ea typeface="Gantari"/>
                <a:cs typeface="Gantari"/>
                <a:sym typeface="Gantari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antari"/>
              <a:buChar char="○"/>
              <a:defRPr b="0" i="0" sz="1400" u="none" cap="none" strike="noStrike">
                <a:solidFill>
                  <a:schemeClr val="dk1"/>
                </a:solidFill>
                <a:latin typeface="Gantari"/>
                <a:ea typeface="Gantari"/>
                <a:cs typeface="Gantari"/>
                <a:sym typeface="Gantari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antari"/>
              <a:buChar char="■"/>
              <a:defRPr b="0" i="0" sz="1400" u="none" cap="none" strike="noStrike">
                <a:solidFill>
                  <a:schemeClr val="dk1"/>
                </a:solidFill>
                <a:latin typeface="Gantari"/>
                <a:ea typeface="Gantari"/>
                <a:cs typeface="Gantari"/>
                <a:sym typeface="Gantari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antari"/>
              <a:buChar char="●"/>
              <a:defRPr b="0" i="0" sz="1400" u="none" cap="none" strike="noStrike">
                <a:solidFill>
                  <a:schemeClr val="dk1"/>
                </a:solidFill>
                <a:latin typeface="Gantari"/>
                <a:ea typeface="Gantari"/>
                <a:cs typeface="Gantari"/>
                <a:sym typeface="Gantari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antari"/>
              <a:buChar char="○"/>
              <a:defRPr b="0" i="0" sz="1400" u="none" cap="none" strike="noStrike">
                <a:solidFill>
                  <a:schemeClr val="dk1"/>
                </a:solidFill>
                <a:latin typeface="Gantari"/>
                <a:ea typeface="Gantari"/>
                <a:cs typeface="Gantari"/>
                <a:sym typeface="Gantari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antari"/>
              <a:buChar char="■"/>
              <a:defRPr b="0" i="0" sz="1400" u="none" cap="none" strike="noStrike">
                <a:solidFill>
                  <a:schemeClr val="dk1"/>
                </a:solidFill>
                <a:latin typeface="Gantari"/>
                <a:ea typeface="Gantari"/>
                <a:cs typeface="Gantari"/>
                <a:sym typeface="Gantari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antari"/>
              <a:buChar char="●"/>
              <a:defRPr b="0" i="0" sz="1400" u="none" cap="none" strike="noStrike">
                <a:solidFill>
                  <a:schemeClr val="dk1"/>
                </a:solidFill>
                <a:latin typeface="Gantari"/>
                <a:ea typeface="Gantari"/>
                <a:cs typeface="Gantari"/>
                <a:sym typeface="Gantari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antari"/>
              <a:buChar char="○"/>
              <a:defRPr b="0" i="0" sz="1400" u="none" cap="none" strike="noStrike">
                <a:solidFill>
                  <a:schemeClr val="dk1"/>
                </a:solidFill>
                <a:latin typeface="Gantari"/>
                <a:ea typeface="Gantari"/>
                <a:cs typeface="Gantari"/>
                <a:sym typeface="Gantari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antari"/>
              <a:buChar char="■"/>
              <a:defRPr b="0" i="0" sz="1400" u="none" cap="none" strike="noStrike">
                <a:solidFill>
                  <a:schemeClr val="dk1"/>
                </a:solidFill>
                <a:latin typeface="Gantari"/>
                <a:ea typeface="Gantari"/>
                <a:cs typeface="Gantari"/>
                <a:sym typeface="Ganta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800">
          <p15:clr>
            <a:srgbClr val="EA4335"/>
          </p15:clr>
        </p15:guide>
        <p15:guide id="2" pos="5222">
          <p15:clr>
            <a:srgbClr val="EA4335"/>
          </p15:clr>
        </p15:guide>
        <p15:guide id="3" orient="horz" pos="2903">
          <p15:clr>
            <a:srgbClr val="EA4335"/>
          </p15:clr>
        </p15:guide>
        <p15:guide id="4" orient="horz" pos="396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08" name="Shape 9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9" name="Google Shape;9809;p1"/>
          <p:cNvSpPr/>
          <p:nvPr/>
        </p:nvSpPr>
        <p:spPr>
          <a:xfrm>
            <a:off x="1732686" y="1508292"/>
            <a:ext cx="6155400" cy="2374800"/>
          </a:xfrm>
          <a:prstGeom prst="roundRect">
            <a:avLst>
              <a:gd fmla="val 19511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rPr>
              <a:t>This is a sample </a:t>
            </a:r>
            <a:r>
              <a:rPr lang="es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rPr>
              <a:t>Digital Portfolio</a:t>
            </a:r>
            <a:r>
              <a:rPr b="0" i="0" lang="es" sz="1400" u="none" cap="none" strike="noStrike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rPr>
              <a:t>Template.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2"/>
              </a:solidFill>
              <a:latin typeface="Gantari ExtraBold"/>
              <a:ea typeface="Gantari ExtraBold"/>
              <a:cs typeface="Gantari ExtraBold"/>
              <a:sym typeface="Gantari ExtraBol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You are encouraged to create your own template to show your creativity.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9CDBE"/>
        </a:solidFill>
      </p:bgPr>
    </p:bg>
    <p:spTree>
      <p:nvGrpSpPr>
        <p:cNvPr id="9813" name="Shape 9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4" name="Google Shape;9814;p2"/>
          <p:cNvSpPr txBox="1"/>
          <p:nvPr>
            <p:ph type="ctrTitle"/>
          </p:nvPr>
        </p:nvSpPr>
        <p:spPr>
          <a:xfrm>
            <a:off x="1567175" y="1259309"/>
            <a:ext cx="65382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s" sz="3500"/>
              <a:t>MYP STUDENT DIGITAL PORTFOLIO</a:t>
            </a:r>
            <a:endParaRPr sz="3500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s" sz="3000">
                <a:solidFill>
                  <a:srgbClr val="FF0000"/>
                </a:solidFill>
              </a:rPr>
              <a:t>2025- 2026</a:t>
            </a:r>
            <a:endParaRPr sz="3000">
              <a:solidFill>
                <a:srgbClr val="FF0000"/>
              </a:solidFill>
            </a:endParaRPr>
          </a:p>
        </p:txBody>
      </p:sp>
      <p:grpSp>
        <p:nvGrpSpPr>
          <p:cNvPr id="9815" name="Google Shape;9815;p2"/>
          <p:cNvGrpSpPr/>
          <p:nvPr/>
        </p:nvGrpSpPr>
        <p:grpSpPr>
          <a:xfrm rot="-8670542">
            <a:off x="7375261" y="3085686"/>
            <a:ext cx="398109" cy="2141153"/>
            <a:chOff x="5686500" y="2272225"/>
            <a:chExt cx="481425" cy="2589250"/>
          </a:xfrm>
        </p:grpSpPr>
        <p:sp>
          <p:nvSpPr>
            <p:cNvPr id="9816" name="Google Shape;9816;p2"/>
            <p:cNvSpPr/>
            <p:nvPr/>
          </p:nvSpPr>
          <p:spPr>
            <a:xfrm>
              <a:off x="5686500" y="3674725"/>
              <a:ext cx="260950" cy="1082650"/>
            </a:xfrm>
            <a:custGeom>
              <a:rect b="b" l="l" r="r" t="t"/>
              <a:pathLst>
                <a:path extrusionOk="0" h="43306" w="10438">
                  <a:moveTo>
                    <a:pt x="7833" y="1"/>
                  </a:moveTo>
                  <a:cubicBezTo>
                    <a:pt x="7371" y="1"/>
                    <a:pt x="6972" y="354"/>
                    <a:pt x="6919" y="826"/>
                  </a:cubicBezTo>
                  <a:lnTo>
                    <a:pt x="6917" y="856"/>
                  </a:lnTo>
                  <a:cubicBezTo>
                    <a:pt x="6721" y="2624"/>
                    <a:pt x="6364" y="4312"/>
                    <a:pt x="5698" y="5866"/>
                  </a:cubicBezTo>
                  <a:cubicBezTo>
                    <a:pt x="5050" y="7434"/>
                    <a:pt x="4084" y="8863"/>
                    <a:pt x="3088" y="10468"/>
                  </a:cubicBezTo>
                  <a:cubicBezTo>
                    <a:pt x="2589" y="11280"/>
                    <a:pt x="2092" y="12124"/>
                    <a:pt x="1654" y="13039"/>
                  </a:cubicBezTo>
                  <a:cubicBezTo>
                    <a:pt x="1226" y="13954"/>
                    <a:pt x="864" y="14928"/>
                    <a:pt x="605" y="15926"/>
                  </a:cubicBezTo>
                  <a:cubicBezTo>
                    <a:pt x="331" y="16927"/>
                    <a:pt x="189" y="17942"/>
                    <a:pt x="83" y="18960"/>
                  </a:cubicBezTo>
                  <a:cubicBezTo>
                    <a:pt x="49" y="19968"/>
                    <a:pt x="0" y="20983"/>
                    <a:pt x="91" y="21967"/>
                  </a:cubicBezTo>
                  <a:cubicBezTo>
                    <a:pt x="306" y="25901"/>
                    <a:pt x="1297" y="29668"/>
                    <a:pt x="2718" y="33243"/>
                  </a:cubicBezTo>
                  <a:cubicBezTo>
                    <a:pt x="3455" y="35019"/>
                    <a:pt x="4316" y="36736"/>
                    <a:pt x="5302" y="38373"/>
                  </a:cubicBezTo>
                  <a:cubicBezTo>
                    <a:pt x="6303" y="40015"/>
                    <a:pt x="7369" y="41561"/>
                    <a:pt x="8712" y="43012"/>
                  </a:cubicBezTo>
                  <a:lnTo>
                    <a:pt x="8710" y="43012"/>
                  </a:lnTo>
                  <a:cubicBezTo>
                    <a:pt x="8886" y="43202"/>
                    <a:pt x="9133" y="43306"/>
                    <a:pt x="9386" y="43306"/>
                  </a:cubicBezTo>
                  <a:cubicBezTo>
                    <a:pt x="9540" y="43306"/>
                    <a:pt x="9697" y="43267"/>
                    <a:pt x="9840" y="43185"/>
                  </a:cubicBezTo>
                  <a:cubicBezTo>
                    <a:pt x="10281" y="42933"/>
                    <a:pt x="10437" y="42368"/>
                    <a:pt x="10185" y="41923"/>
                  </a:cubicBezTo>
                  <a:lnTo>
                    <a:pt x="10158" y="41872"/>
                  </a:lnTo>
                  <a:cubicBezTo>
                    <a:pt x="8416" y="38782"/>
                    <a:pt x="6936" y="35440"/>
                    <a:pt x="5813" y="32078"/>
                  </a:cubicBezTo>
                  <a:cubicBezTo>
                    <a:pt x="4693" y="28709"/>
                    <a:pt x="3905" y="25206"/>
                    <a:pt x="3643" y="21742"/>
                  </a:cubicBezTo>
                  <a:cubicBezTo>
                    <a:pt x="3499" y="20024"/>
                    <a:pt x="3580" y="18346"/>
                    <a:pt x="3929" y="16751"/>
                  </a:cubicBezTo>
                  <a:cubicBezTo>
                    <a:pt x="4282" y="15151"/>
                    <a:pt x="4942" y="13636"/>
                    <a:pt x="5789" y="12041"/>
                  </a:cubicBezTo>
                  <a:cubicBezTo>
                    <a:pt x="6645" y="10453"/>
                    <a:pt x="7602" y="8689"/>
                    <a:pt x="8169" y="6752"/>
                  </a:cubicBezTo>
                  <a:cubicBezTo>
                    <a:pt x="8749" y="4816"/>
                    <a:pt x="8903" y="2791"/>
                    <a:pt x="8752" y="856"/>
                  </a:cubicBezTo>
                  <a:cubicBezTo>
                    <a:pt x="8720" y="420"/>
                    <a:pt x="8382" y="58"/>
                    <a:pt x="7934" y="7"/>
                  </a:cubicBezTo>
                  <a:cubicBezTo>
                    <a:pt x="7900" y="3"/>
                    <a:pt x="7866" y="1"/>
                    <a:pt x="78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17" name="Google Shape;9817;p2"/>
            <p:cNvSpPr/>
            <p:nvPr/>
          </p:nvSpPr>
          <p:spPr>
            <a:xfrm>
              <a:off x="5880875" y="2440175"/>
              <a:ext cx="287050" cy="2421300"/>
            </a:xfrm>
            <a:custGeom>
              <a:rect b="b" l="l" r="r" t="t"/>
              <a:pathLst>
                <a:path extrusionOk="0" h="96852" w="11482">
                  <a:moveTo>
                    <a:pt x="1659" y="1"/>
                  </a:moveTo>
                  <a:cubicBezTo>
                    <a:pt x="668" y="15235"/>
                    <a:pt x="123" y="30274"/>
                    <a:pt x="66" y="45102"/>
                  </a:cubicBezTo>
                  <a:cubicBezTo>
                    <a:pt x="0" y="61213"/>
                    <a:pt x="514" y="77076"/>
                    <a:pt x="1659" y="92663"/>
                  </a:cubicBezTo>
                  <a:cubicBezTo>
                    <a:pt x="1659" y="93820"/>
                    <a:pt x="2124" y="94870"/>
                    <a:pt x="2877" y="95626"/>
                  </a:cubicBezTo>
                  <a:cubicBezTo>
                    <a:pt x="3631" y="96384"/>
                    <a:pt x="4673" y="96851"/>
                    <a:pt x="5823" y="96851"/>
                  </a:cubicBezTo>
                  <a:cubicBezTo>
                    <a:pt x="8128" y="96851"/>
                    <a:pt x="9990" y="94972"/>
                    <a:pt x="9990" y="92663"/>
                  </a:cubicBezTo>
                  <a:cubicBezTo>
                    <a:pt x="10968" y="77015"/>
                    <a:pt x="11470" y="61472"/>
                    <a:pt x="11477" y="46007"/>
                  </a:cubicBezTo>
                  <a:cubicBezTo>
                    <a:pt x="11482" y="30575"/>
                    <a:pt x="10993" y="15242"/>
                    <a:pt x="999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18" name="Google Shape;9818;p2"/>
            <p:cNvSpPr/>
            <p:nvPr/>
          </p:nvSpPr>
          <p:spPr>
            <a:xfrm>
              <a:off x="5922350" y="2272225"/>
              <a:ext cx="208275" cy="167975"/>
            </a:xfrm>
            <a:custGeom>
              <a:rect b="b" l="l" r="r" t="t"/>
              <a:pathLst>
                <a:path extrusionOk="0" h="6719" w="8331">
                  <a:moveTo>
                    <a:pt x="4165" y="0"/>
                  </a:moveTo>
                  <a:cubicBezTo>
                    <a:pt x="3993" y="0"/>
                    <a:pt x="3820" y="86"/>
                    <a:pt x="3721" y="257"/>
                  </a:cubicBezTo>
                  <a:lnTo>
                    <a:pt x="0" y="6719"/>
                  </a:lnTo>
                  <a:lnTo>
                    <a:pt x="8331" y="6719"/>
                  </a:lnTo>
                  <a:lnTo>
                    <a:pt x="4607" y="257"/>
                  </a:lnTo>
                  <a:cubicBezTo>
                    <a:pt x="4509" y="86"/>
                    <a:pt x="4337" y="0"/>
                    <a:pt x="416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19" name="Google Shape;9819;p2"/>
            <p:cNvSpPr/>
            <p:nvPr/>
          </p:nvSpPr>
          <p:spPr>
            <a:xfrm>
              <a:off x="5880875" y="3567725"/>
              <a:ext cx="286925" cy="1293750"/>
            </a:xfrm>
            <a:custGeom>
              <a:rect b="b" l="l" r="r" t="t"/>
              <a:pathLst>
                <a:path extrusionOk="0" h="51750" w="11477">
                  <a:moveTo>
                    <a:pt x="66" y="0"/>
                  </a:moveTo>
                  <a:lnTo>
                    <a:pt x="66" y="0"/>
                  </a:lnTo>
                  <a:cubicBezTo>
                    <a:pt x="0" y="16111"/>
                    <a:pt x="514" y="31974"/>
                    <a:pt x="1659" y="47561"/>
                  </a:cubicBezTo>
                  <a:cubicBezTo>
                    <a:pt x="1659" y="48718"/>
                    <a:pt x="2124" y="49768"/>
                    <a:pt x="2877" y="50524"/>
                  </a:cubicBezTo>
                  <a:cubicBezTo>
                    <a:pt x="3631" y="51282"/>
                    <a:pt x="4673" y="51749"/>
                    <a:pt x="5823" y="51749"/>
                  </a:cubicBezTo>
                  <a:cubicBezTo>
                    <a:pt x="8128" y="51749"/>
                    <a:pt x="9990" y="49870"/>
                    <a:pt x="9990" y="47561"/>
                  </a:cubicBezTo>
                  <a:cubicBezTo>
                    <a:pt x="10968" y="31913"/>
                    <a:pt x="11470" y="16370"/>
                    <a:pt x="11477" y="905"/>
                  </a:cubicBezTo>
                  <a:lnTo>
                    <a:pt x="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20" name="Google Shape;9820;p2"/>
            <p:cNvSpPr/>
            <p:nvPr/>
          </p:nvSpPr>
          <p:spPr>
            <a:xfrm>
              <a:off x="5954500" y="3306675"/>
              <a:ext cx="150975" cy="825125"/>
            </a:xfrm>
            <a:custGeom>
              <a:rect b="b" l="l" r="r" t="t"/>
              <a:pathLst>
                <a:path extrusionOk="0" h="33005" w="6039">
                  <a:moveTo>
                    <a:pt x="3020" y="0"/>
                  </a:moveTo>
                  <a:cubicBezTo>
                    <a:pt x="2220" y="0"/>
                    <a:pt x="1452" y="1740"/>
                    <a:pt x="887" y="4835"/>
                  </a:cubicBezTo>
                  <a:cubicBezTo>
                    <a:pt x="319" y="7930"/>
                    <a:pt x="1" y="12125"/>
                    <a:pt x="1" y="16502"/>
                  </a:cubicBezTo>
                  <a:cubicBezTo>
                    <a:pt x="1" y="20879"/>
                    <a:pt x="319" y="25077"/>
                    <a:pt x="887" y="28172"/>
                  </a:cubicBezTo>
                  <a:cubicBezTo>
                    <a:pt x="1452" y="31267"/>
                    <a:pt x="2220" y="33004"/>
                    <a:pt x="3020" y="33004"/>
                  </a:cubicBezTo>
                  <a:cubicBezTo>
                    <a:pt x="3820" y="33004"/>
                    <a:pt x="4588" y="31267"/>
                    <a:pt x="5153" y="28172"/>
                  </a:cubicBezTo>
                  <a:cubicBezTo>
                    <a:pt x="5721" y="25077"/>
                    <a:pt x="6039" y="20879"/>
                    <a:pt x="6039" y="16502"/>
                  </a:cubicBezTo>
                  <a:cubicBezTo>
                    <a:pt x="6039" y="12125"/>
                    <a:pt x="5721" y="7930"/>
                    <a:pt x="5153" y="4835"/>
                  </a:cubicBezTo>
                  <a:cubicBezTo>
                    <a:pt x="4588" y="1740"/>
                    <a:pt x="3820" y="0"/>
                    <a:pt x="302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821" name="Google Shape;9821;p2"/>
          <p:cNvSpPr/>
          <p:nvPr/>
        </p:nvSpPr>
        <p:spPr>
          <a:xfrm>
            <a:off x="1508413" y="3495888"/>
            <a:ext cx="117525" cy="110100"/>
          </a:xfrm>
          <a:custGeom>
            <a:rect b="b" l="l" r="r" t="t"/>
            <a:pathLst>
              <a:path extrusionOk="0" h="4404" w="4701">
                <a:moveTo>
                  <a:pt x="1951" y="1032"/>
                </a:moveTo>
                <a:cubicBezTo>
                  <a:pt x="1950" y="1033"/>
                  <a:pt x="1949" y="1033"/>
                  <a:pt x="1947" y="1033"/>
                </a:cubicBezTo>
                <a:cubicBezTo>
                  <a:pt x="1948" y="1033"/>
                  <a:pt x="1950" y="1033"/>
                  <a:pt x="1951" y="1032"/>
                </a:cubicBezTo>
                <a:close/>
                <a:moveTo>
                  <a:pt x="2857" y="1059"/>
                </a:moveTo>
                <a:cubicBezTo>
                  <a:pt x="2871" y="1059"/>
                  <a:pt x="2889" y="1066"/>
                  <a:pt x="2907" y="1075"/>
                </a:cubicBezTo>
                <a:lnTo>
                  <a:pt x="2907" y="1075"/>
                </a:lnTo>
                <a:cubicBezTo>
                  <a:pt x="2887" y="1068"/>
                  <a:pt x="2858" y="1059"/>
                  <a:pt x="2857" y="1059"/>
                </a:cubicBezTo>
                <a:close/>
                <a:moveTo>
                  <a:pt x="3091" y="1185"/>
                </a:moveTo>
                <a:cubicBezTo>
                  <a:pt x="3091" y="1185"/>
                  <a:pt x="3091" y="1185"/>
                  <a:pt x="3091" y="1185"/>
                </a:cubicBezTo>
                <a:lnTo>
                  <a:pt x="3091" y="1185"/>
                </a:lnTo>
                <a:cubicBezTo>
                  <a:pt x="3091" y="1185"/>
                  <a:pt x="3091" y="1185"/>
                  <a:pt x="3091" y="1185"/>
                </a:cubicBezTo>
                <a:close/>
                <a:moveTo>
                  <a:pt x="3104" y="1198"/>
                </a:moveTo>
                <a:cubicBezTo>
                  <a:pt x="3111" y="1203"/>
                  <a:pt x="3118" y="1208"/>
                  <a:pt x="3125" y="1213"/>
                </a:cubicBezTo>
                <a:cubicBezTo>
                  <a:pt x="3142" y="1224"/>
                  <a:pt x="3149" y="1229"/>
                  <a:pt x="3148" y="1229"/>
                </a:cubicBezTo>
                <a:cubicBezTo>
                  <a:pt x="3148" y="1229"/>
                  <a:pt x="3121" y="1211"/>
                  <a:pt x="3104" y="1198"/>
                </a:cubicBezTo>
                <a:close/>
                <a:moveTo>
                  <a:pt x="1747" y="3319"/>
                </a:moveTo>
                <a:cubicBezTo>
                  <a:pt x="1767" y="3326"/>
                  <a:pt x="1803" y="3338"/>
                  <a:pt x="1802" y="3338"/>
                </a:cubicBezTo>
                <a:cubicBezTo>
                  <a:pt x="1800" y="3339"/>
                  <a:pt x="1799" y="3339"/>
                  <a:pt x="1797" y="3339"/>
                </a:cubicBezTo>
                <a:cubicBezTo>
                  <a:pt x="1785" y="3339"/>
                  <a:pt x="1766" y="3330"/>
                  <a:pt x="1747" y="3319"/>
                </a:cubicBezTo>
                <a:close/>
                <a:moveTo>
                  <a:pt x="2463" y="3393"/>
                </a:moveTo>
                <a:cubicBezTo>
                  <a:pt x="2461" y="3393"/>
                  <a:pt x="2459" y="3393"/>
                  <a:pt x="2456" y="3393"/>
                </a:cubicBezTo>
                <a:lnTo>
                  <a:pt x="2456" y="3393"/>
                </a:lnTo>
                <a:cubicBezTo>
                  <a:pt x="2459" y="3393"/>
                  <a:pt x="2462" y="3393"/>
                  <a:pt x="2463" y="3393"/>
                </a:cubicBezTo>
                <a:close/>
                <a:moveTo>
                  <a:pt x="2387" y="989"/>
                </a:moveTo>
                <a:cubicBezTo>
                  <a:pt x="2440" y="989"/>
                  <a:pt x="2491" y="989"/>
                  <a:pt x="2541" y="993"/>
                </a:cubicBezTo>
                <a:cubicBezTo>
                  <a:pt x="2560" y="993"/>
                  <a:pt x="2582" y="997"/>
                  <a:pt x="2601" y="998"/>
                </a:cubicBezTo>
                <a:lnTo>
                  <a:pt x="2601" y="998"/>
                </a:lnTo>
                <a:cubicBezTo>
                  <a:pt x="2682" y="1018"/>
                  <a:pt x="2761" y="1029"/>
                  <a:pt x="2840" y="1057"/>
                </a:cubicBezTo>
                <a:cubicBezTo>
                  <a:pt x="2857" y="1061"/>
                  <a:pt x="2876" y="1069"/>
                  <a:pt x="2895" y="1076"/>
                </a:cubicBezTo>
                <a:cubicBezTo>
                  <a:pt x="2906" y="1079"/>
                  <a:pt x="2914" y="1081"/>
                  <a:pt x="2919" y="1082"/>
                </a:cubicBezTo>
                <a:lnTo>
                  <a:pt x="2919" y="1082"/>
                </a:lnTo>
                <a:cubicBezTo>
                  <a:pt x="2944" y="1096"/>
                  <a:pt x="2968" y="1113"/>
                  <a:pt x="2984" y="1122"/>
                </a:cubicBezTo>
                <a:cubicBezTo>
                  <a:pt x="3015" y="1139"/>
                  <a:pt x="3049" y="1160"/>
                  <a:pt x="3080" y="1181"/>
                </a:cubicBezTo>
                <a:cubicBezTo>
                  <a:pt x="3084" y="1184"/>
                  <a:pt x="3088" y="1186"/>
                  <a:pt x="3092" y="1189"/>
                </a:cubicBezTo>
                <a:lnTo>
                  <a:pt x="3092" y="1189"/>
                </a:lnTo>
                <a:cubicBezTo>
                  <a:pt x="3107" y="1217"/>
                  <a:pt x="3258" y="1347"/>
                  <a:pt x="3274" y="1366"/>
                </a:cubicBezTo>
                <a:cubicBezTo>
                  <a:pt x="3278" y="1370"/>
                  <a:pt x="3281" y="1374"/>
                  <a:pt x="3284" y="1378"/>
                </a:cubicBezTo>
                <a:lnTo>
                  <a:pt x="3284" y="1378"/>
                </a:lnTo>
                <a:cubicBezTo>
                  <a:pt x="3304" y="1410"/>
                  <a:pt x="3328" y="1440"/>
                  <a:pt x="3348" y="1474"/>
                </a:cubicBezTo>
                <a:cubicBezTo>
                  <a:pt x="3367" y="1503"/>
                  <a:pt x="3386" y="1535"/>
                  <a:pt x="3403" y="1569"/>
                </a:cubicBezTo>
                <a:cubicBezTo>
                  <a:pt x="3409" y="1579"/>
                  <a:pt x="3414" y="1591"/>
                  <a:pt x="3420" y="1604"/>
                </a:cubicBezTo>
                <a:lnTo>
                  <a:pt x="3420" y="1604"/>
                </a:lnTo>
                <a:cubicBezTo>
                  <a:pt x="3420" y="1602"/>
                  <a:pt x="3420" y="1600"/>
                  <a:pt x="3420" y="1598"/>
                </a:cubicBezTo>
                <a:lnTo>
                  <a:pt x="3420" y="1598"/>
                </a:lnTo>
                <a:cubicBezTo>
                  <a:pt x="3420" y="1600"/>
                  <a:pt x="3420" y="1602"/>
                  <a:pt x="3420" y="1604"/>
                </a:cubicBezTo>
                <a:lnTo>
                  <a:pt x="3420" y="1604"/>
                </a:lnTo>
                <a:cubicBezTo>
                  <a:pt x="3420" y="1604"/>
                  <a:pt x="3420" y="1604"/>
                  <a:pt x="3420" y="1604"/>
                </a:cubicBezTo>
                <a:lnTo>
                  <a:pt x="3420" y="1604"/>
                </a:lnTo>
                <a:cubicBezTo>
                  <a:pt x="3420" y="1621"/>
                  <a:pt x="3423" y="1634"/>
                  <a:pt x="3427" y="1644"/>
                </a:cubicBezTo>
                <a:lnTo>
                  <a:pt x="3427" y="1644"/>
                </a:lnTo>
                <a:cubicBezTo>
                  <a:pt x="3423" y="1630"/>
                  <a:pt x="3420" y="1616"/>
                  <a:pt x="3420" y="1604"/>
                </a:cubicBezTo>
                <a:lnTo>
                  <a:pt x="3420" y="1604"/>
                </a:lnTo>
                <a:cubicBezTo>
                  <a:pt x="3422" y="1608"/>
                  <a:pt x="3424" y="1613"/>
                  <a:pt x="3426" y="1617"/>
                </a:cubicBezTo>
                <a:cubicBezTo>
                  <a:pt x="3442" y="1646"/>
                  <a:pt x="3443" y="1659"/>
                  <a:pt x="3439" y="1659"/>
                </a:cubicBezTo>
                <a:cubicBezTo>
                  <a:pt x="3436" y="1659"/>
                  <a:pt x="3432" y="1654"/>
                  <a:pt x="3427" y="1644"/>
                </a:cubicBezTo>
                <a:lnTo>
                  <a:pt x="3427" y="1644"/>
                </a:lnTo>
                <a:cubicBezTo>
                  <a:pt x="3443" y="1697"/>
                  <a:pt x="3479" y="1760"/>
                  <a:pt x="3491" y="1802"/>
                </a:cubicBezTo>
                <a:cubicBezTo>
                  <a:pt x="3500" y="1838"/>
                  <a:pt x="3508" y="1874"/>
                  <a:pt x="3517" y="1910"/>
                </a:cubicBezTo>
                <a:cubicBezTo>
                  <a:pt x="3521" y="1933"/>
                  <a:pt x="3525" y="1954"/>
                  <a:pt x="3529" y="1977"/>
                </a:cubicBezTo>
                <a:cubicBezTo>
                  <a:pt x="3534" y="2005"/>
                  <a:pt x="3537" y="2015"/>
                  <a:pt x="3538" y="2015"/>
                </a:cubicBezTo>
                <a:cubicBezTo>
                  <a:pt x="3540" y="2015"/>
                  <a:pt x="3530" y="1942"/>
                  <a:pt x="3525" y="1939"/>
                </a:cubicBezTo>
                <a:lnTo>
                  <a:pt x="3525" y="1939"/>
                </a:lnTo>
                <a:cubicBezTo>
                  <a:pt x="3550" y="1954"/>
                  <a:pt x="3538" y="2142"/>
                  <a:pt x="3538" y="2173"/>
                </a:cubicBezTo>
                <a:cubicBezTo>
                  <a:pt x="3538" y="2215"/>
                  <a:pt x="3535" y="2257"/>
                  <a:pt x="3533" y="2297"/>
                </a:cubicBezTo>
                <a:cubicBezTo>
                  <a:pt x="3532" y="2312"/>
                  <a:pt x="3530" y="2326"/>
                  <a:pt x="3529" y="2339"/>
                </a:cubicBezTo>
                <a:lnTo>
                  <a:pt x="3529" y="2339"/>
                </a:lnTo>
                <a:cubicBezTo>
                  <a:pt x="3514" y="2409"/>
                  <a:pt x="3504" y="2477"/>
                  <a:pt x="3483" y="2546"/>
                </a:cubicBezTo>
                <a:cubicBezTo>
                  <a:pt x="3472" y="2582"/>
                  <a:pt x="3462" y="2618"/>
                  <a:pt x="3449" y="2651"/>
                </a:cubicBezTo>
                <a:cubicBezTo>
                  <a:pt x="3445" y="2663"/>
                  <a:pt x="3440" y="2676"/>
                  <a:pt x="3436" y="2688"/>
                </a:cubicBezTo>
                <a:lnTo>
                  <a:pt x="3436" y="2688"/>
                </a:lnTo>
                <a:cubicBezTo>
                  <a:pt x="3398" y="2751"/>
                  <a:pt x="3369" y="2818"/>
                  <a:pt x="3329" y="2881"/>
                </a:cubicBezTo>
                <a:cubicBezTo>
                  <a:pt x="3324" y="2889"/>
                  <a:pt x="3300" y="2922"/>
                  <a:pt x="3284" y="2945"/>
                </a:cubicBezTo>
                <a:lnTo>
                  <a:pt x="3284" y="2945"/>
                </a:lnTo>
                <a:cubicBezTo>
                  <a:pt x="3263" y="2968"/>
                  <a:pt x="3232" y="3005"/>
                  <a:pt x="3224" y="3014"/>
                </a:cubicBezTo>
                <a:cubicBezTo>
                  <a:pt x="3198" y="3041"/>
                  <a:pt x="3171" y="3069"/>
                  <a:pt x="3142" y="3094"/>
                </a:cubicBezTo>
                <a:cubicBezTo>
                  <a:pt x="3127" y="3106"/>
                  <a:pt x="3112" y="3119"/>
                  <a:pt x="3099" y="3132"/>
                </a:cubicBezTo>
                <a:cubicBezTo>
                  <a:pt x="3075" y="3154"/>
                  <a:pt x="3071" y="3163"/>
                  <a:pt x="3076" y="3163"/>
                </a:cubicBezTo>
                <a:cubicBezTo>
                  <a:pt x="3076" y="3163"/>
                  <a:pt x="3077" y="3163"/>
                  <a:pt x="3078" y="3162"/>
                </a:cubicBezTo>
                <a:lnTo>
                  <a:pt x="3078" y="3162"/>
                </a:lnTo>
                <a:cubicBezTo>
                  <a:pt x="3021" y="3203"/>
                  <a:pt x="2923" y="3245"/>
                  <a:pt x="2889" y="3262"/>
                </a:cubicBezTo>
                <a:cubicBezTo>
                  <a:pt x="2863" y="3275"/>
                  <a:pt x="2803" y="3296"/>
                  <a:pt x="2805" y="3296"/>
                </a:cubicBezTo>
                <a:cubicBezTo>
                  <a:pt x="2806" y="3296"/>
                  <a:pt x="2822" y="3291"/>
                  <a:pt x="2866" y="3277"/>
                </a:cubicBezTo>
                <a:lnTo>
                  <a:pt x="2866" y="3277"/>
                </a:lnTo>
                <a:cubicBezTo>
                  <a:pt x="2823" y="3292"/>
                  <a:pt x="2783" y="3309"/>
                  <a:pt x="2741" y="3323"/>
                </a:cubicBezTo>
                <a:cubicBezTo>
                  <a:pt x="2642" y="3355"/>
                  <a:pt x="2541" y="3376"/>
                  <a:pt x="2438" y="3395"/>
                </a:cubicBezTo>
                <a:cubicBezTo>
                  <a:pt x="2437" y="3395"/>
                  <a:pt x="2437" y="3395"/>
                  <a:pt x="2437" y="3395"/>
                </a:cubicBezTo>
                <a:lnTo>
                  <a:pt x="2437" y="3395"/>
                </a:lnTo>
                <a:cubicBezTo>
                  <a:pt x="2416" y="3397"/>
                  <a:pt x="2395" y="3400"/>
                  <a:pt x="2375" y="3401"/>
                </a:cubicBezTo>
                <a:cubicBezTo>
                  <a:pt x="2330" y="3403"/>
                  <a:pt x="2284" y="3406"/>
                  <a:pt x="2240" y="3406"/>
                </a:cubicBezTo>
                <a:cubicBezTo>
                  <a:pt x="2226" y="3406"/>
                  <a:pt x="2211" y="3406"/>
                  <a:pt x="2197" y="3406"/>
                </a:cubicBezTo>
                <a:cubicBezTo>
                  <a:pt x="2163" y="3406"/>
                  <a:pt x="2129" y="3405"/>
                  <a:pt x="2094" y="3403"/>
                </a:cubicBezTo>
                <a:cubicBezTo>
                  <a:pt x="2081" y="3402"/>
                  <a:pt x="2067" y="3400"/>
                  <a:pt x="2054" y="3398"/>
                </a:cubicBezTo>
                <a:lnTo>
                  <a:pt x="2054" y="3398"/>
                </a:lnTo>
                <a:cubicBezTo>
                  <a:pt x="1975" y="3376"/>
                  <a:pt x="1893" y="3365"/>
                  <a:pt x="1814" y="3340"/>
                </a:cubicBezTo>
                <a:cubicBezTo>
                  <a:pt x="1797" y="3334"/>
                  <a:pt x="1778" y="3326"/>
                  <a:pt x="1762" y="3321"/>
                </a:cubicBezTo>
                <a:cubicBezTo>
                  <a:pt x="1752" y="3318"/>
                  <a:pt x="1745" y="3316"/>
                  <a:pt x="1740" y="3315"/>
                </a:cubicBezTo>
                <a:lnTo>
                  <a:pt x="1740" y="3315"/>
                </a:lnTo>
                <a:cubicBezTo>
                  <a:pt x="1716" y="3301"/>
                  <a:pt x="1691" y="3283"/>
                  <a:pt x="1679" y="3277"/>
                </a:cubicBezTo>
                <a:cubicBezTo>
                  <a:pt x="1648" y="3258"/>
                  <a:pt x="1616" y="3241"/>
                  <a:pt x="1587" y="3220"/>
                </a:cubicBezTo>
                <a:cubicBezTo>
                  <a:pt x="1572" y="3210"/>
                  <a:pt x="1557" y="3199"/>
                  <a:pt x="1543" y="3191"/>
                </a:cubicBezTo>
                <a:cubicBezTo>
                  <a:pt x="1525" y="3180"/>
                  <a:pt x="1519" y="3175"/>
                  <a:pt x="1519" y="3175"/>
                </a:cubicBezTo>
                <a:lnTo>
                  <a:pt x="1519" y="3175"/>
                </a:lnTo>
                <a:cubicBezTo>
                  <a:pt x="1518" y="3175"/>
                  <a:pt x="1582" y="3218"/>
                  <a:pt x="1580" y="3218"/>
                </a:cubicBezTo>
                <a:cubicBezTo>
                  <a:pt x="1580" y="3218"/>
                  <a:pt x="1579" y="3218"/>
                  <a:pt x="1578" y="3218"/>
                </a:cubicBezTo>
                <a:cubicBezTo>
                  <a:pt x="1542" y="3218"/>
                  <a:pt x="1420" y="3070"/>
                  <a:pt x="1399" y="3045"/>
                </a:cubicBezTo>
                <a:cubicBezTo>
                  <a:pt x="1384" y="3030"/>
                  <a:pt x="1353" y="2977"/>
                  <a:pt x="1351" y="2977"/>
                </a:cubicBezTo>
                <a:lnTo>
                  <a:pt x="1351" y="2977"/>
                </a:lnTo>
                <a:cubicBezTo>
                  <a:pt x="1350" y="2977"/>
                  <a:pt x="1354" y="2985"/>
                  <a:pt x="1363" y="3005"/>
                </a:cubicBezTo>
                <a:cubicBezTo>
                  <a:pt x="1372" y="3025"/>
                  <a:pt x="1375" y="3032"/>
                  <a:pt x="1374" y="3032"/>
                </a:cubicBezTo>
                <a:cubicBezTo>
                  <a:pt x="1372" y="3032"/>
                  <a:pt x="1335" y="2962"/>
                  <a:pt x="1326" y="2946"/>
                </a:cubicBezTo>
                <a:cubicBezTo>
                  <a:pt x="1285" y="2881"/>
                  <a:pt x="1252" y="2814"/>
                  <a:pt x="1215" y="2746"/>
                </a:cubicBezTo>
                <a:lnTo>
                  <a:pt x="1215" y="2746"/>
                </a:lnTo>
                <a:cubicBezTo>
                  <a:pt x="1214" y="2743"/>
                  <a:pt x="1213" y="2740"/>
                  <a:pt x="1212" y="2736"/>
                </a:cubicBezTo>
                <a:cubicBezTo>
                  <a:pt x="1199" y="2702"/>
                  <a:pt x="1187" y="2668"/>
                  <a:pt x="1176" y="2635"/>
                </a:cubicBezTo>
                <a:cubicBezTo>
                  <a:pt x="1153" y="2559"/>
                  <a:pt x="1132" y="2481"/>
                  <a:pt x="1119" y="2403"/>
                </a:cubicBezTo>
                <a:cubicBezTo>
                  <a:pt x="1119" y="2401"/>
                  <a:pt x="1118" y="2399"/>
                  <a:pt x="1118" y="2397"/>
                </a:cubicBezTo>
                <a:lnTo>
                  <a:pt x="1118" y="2397"/>
                </a:lnTo>
                <a:cubicBezTo>
                  <a:pt x="1122" y="2365"/>
                  <a:pt x="1108" y="2315"/>
                  <a:pt x="1106" y="2283"/>
                </a:cubicBezTo>
                <a:cubicBezTo>
                  <a:pt x="1102" y="2203"/>
                  <a:pt x="1102" y="2123"/>
                  <a:pt x="1106" y="2043"/>
                </a:cubicBezTo>
                <a:cubicBezTo>
                  <a:pt x="1107" y="2033"/>
                  <a:pt x="1110" y="2004"/>
                  <a:pt x="1113" y="1978"/>
                </a:cubicBezTo>
                <a:lnTo>
                  <a:pt x="1113" y="1978"/>
                </a:lnTo>
                <a:cubicBezTo>
                  <a:pt x="1117" y="1953"/>
                  <a:pt x="1123" y="1911"/>
                  <a:pt x="1125" y="1899"/>
                </a:cubicBezTo>
                <a:cubicBezTo>
                  <a:pt x="1144" y="1813"/>
                  <a:pt x="1170" y="1731"/>
                  <a:pt x="1197" y="1647"/>
                </a:cubicBezTo>
                <a:cubicBezTo>
                  <a:pt x="1199" y="1642"/>
                  <a:pt x="1200" y="1637"/>
                  <a:pt x="1201" y="1634"/>
                </a:cubicBezTo>
                <a:lnTo>
                  <a:pt x="1201" y="1634"/>
                </a:lnTo>
                <a:cubicBezTo>
                  <a:pt x="1203" y="1630"/>
                  <a:pt x="1205" y="1626"/>
                  <a:pt x="1208" y="1621"/>
                </a:cubicBezTo>
                <a:cubicBezTo>
                  <a:pt x="1227" y="1583"/>
                  <a:pt x="1246" y="1543"/>
                  <a:pt x="1269" y="1507"/>
                </a:cubicBezTo>
                <a:cubicBezTo>
                  <a:pt x="1290" y="1470"/>
                  <a:pt x="1313" y="1434"/>
                  <a:pt x="1338" y="1398"/>
                </a:cubicBezTo>
                <a:cubicBezTo>
                  <a:pt x="1341" y="1394"/>
                  <a:pt x="1344" y="1390"/>
                  <a:pt x="1346" y="1386"/>
                </a:cubicBezTo>
                <a:lnTo>
                  <a:pt x="1346" y="1386"/>
                </a:lnTo>
                <a:cubicBezTo>
                  <a:pt x="1346" y="1386"/>
                  <a:pt x="1346" y="1386"/>
                  <a:pt x="1347" y="1385"/>
                </a:cubicBezTo>
                <a:cubicBezTo>
                  <a:pt x="1399" y="1329"/>
                  <a:pt x="1454" y="1275"/>
                  <a:pt x="1511" y="1223"/>
                </a:cubicBezTo>
                <a:lnTo>
                  <a:pt x="1511" y="1223"/>
                </a:lnTo>
                <a:cubicBezTo>
                  <a:pt x="1524" y="1213"/>
                  <a:pt x="1537" y="1203"/>
                  <a:pt x="1551" y="1194"/>
                </a:cubicBezTo>
                <a:cubicBezTo>
                  <a:pt x="1589" y="1170"/>
                  <a:pt x="1627" y="1147"/>
                  <a:pt x="1667" y="1126"/>
                </a:cubicBezTo>
                <a:cubicBezTo>
                  <a:pt x="1682" y="1119"/>
                  <a:pt x="1697" y="1111"/>
                  <a:pt x="1712" y="1103"/>
                </a:cubicBezTo>
                <a:lnTo>
                  <a:pt x="1712" y="1103"/>
                </a:lnTo>
                <a:cubicBezTo>
                  <a:pt x="1755" y="1090"/>
                  <a:pt x="1797" y="1075"/>
                  <a:pt x="1840" y="1063"/>
                </a:cubicBezTo>
                <a:cubicBezTo>
                  <a:pt x="1884" y="1050"/>
                  <a:pt x="1928" y="1042"/>
                  <a:pt x="1970" y="1031"/>
                </a:cubicBezTo>
                <a:cubicBezTo>
                  <a:pt x="1976" y="1030"/>
                  <a:pt x="1983" y="1028"/>
                  <a:pt x="1990" y="1026"/>
                </a:cubicBezTo>
                <a:lnTo>
                  <a:pt x="1990" y="1026"/>
                </a:lnTo>
                <a:cubicBezTo>
                  <a:pt x="2008" y="1025"/>
                  <a:pt x="2026" y="1024"/>
                  <a:pt x="2042" y="1023"/>
                </a:cubicBezTo>
                <a:cubicBezTo>
                  <a:pt x="2063" y="1021"/>
                  <a:pt x="2083" y="1018"/>
                  <a:pt x="2104" y="1015"/>
                </a:cubicBezTo>
                <a:lnTo>
                  <a:pt x="2104" y="1015"/>
                </a:lnTo>
                <a:cubicBezTo>
                  <a:pt x="2127" y="1013"/>
                  <a:pt x="2151" y="1010"/>
                  <a:pt x="2175" y="1006"/>
                </a:cubicBezTo>
                <a:cubicBezTo>
                  <a:pt x="2200" y="1002"/>
                  <a:pt x="2223" y="998"/>
                  <a:pt x="2248" y="996"/>
                </a:cubicBezTo>
                <a:lnTo>
                  <a:pt x="2248" y="996"/>
                </a:lnTo>
                <a:cubicBezTo>
                  <a:pt x="2202" y="1002"/>
                  <a:pt x="2186" y="1004"/>
                  <a:pt x="2186" y="1004"/>
                </a:cubicBezTo>
                <a:cubicBezTo>
                  <a:pt x="2187" y="1004"/>
                  <a:pt x="2227" y="999"/>
                  <a:pt x="2246" y="998"/>
                </a:cubicBezTo>
                <a:cubicBezTo>
                  <a:pt x="2293" y="996"/>
                  <a:pt x="2341" y="991"/>
                  <a:pt x="2387" y="989"/>
                </a:cubicBezTo>
                <a:close/>
                <a:moveTo>
                  <a:pt x="2431" y="0"/>
                </a:moveTo>
                <a:cubicBezTo>
                  <a:pt x="2283" y="0"/>
                  <a:pt x="2134" y="12"/>
                  <a:pt x="1987" y="33"/>
                </a:cubicBezTo>
                <a:lnTo>
                  <a:pt x="1987" y="33"/>
                </a:lnTo>
                <a:cubicBezTo>
                  <a:pt x="1519" y="79"/>
                  <a:pt x="1082" y="246"/>
                  <a:pt x="738" y="578"/>
                </a:cubicBezTo>
                <a:cubicBezTo>
                  <a:pt x="443" y="863"/>
                  <a:pt x="236" y="1259"/>
                  <a:pt x="158" y="1661"/>
                </a:cubicBezTo>
                <a:cubicBezTo>
                  <a:pt x="0" y="2477"/>
                  <a:pt x="228" y="3403"/>
                  <a:pt x="896" y="3941"/>
                </a:cubicBezTo>
                <a:cubicBezTo>
                  <a:pt x="1283" y="4251"/>
                  <a:pt x="1777" y="4404"/>
                  <a:pt x="2272" y="4404"/>
                </a:cubicBezTo>
                <a:cubicBezTo>
                  <a:pt x="2762" y="4404"/>
                  <a:pt x="3253" y="4255"/>
                  <a:pt x="3645" y="3962"/>
                </a:cubicBezTo>
                <a:cubicBezTo>
                  <a:pt x="4395" y="3401"/>
                  <a:pt x="4700" y="2409"/>
                  <a:pt x="4443" y="1512"/>
                </a:cubicBezTo>
                <a:cubicBezTo>
                  <a:pt x="4302" y="1025"/>
                  <a:pt x="4003" y="604"/>
                  <a:pt x="3582" y="321"/>
                </a:cubicBezTo>
                <a:cubicBezTo>
                  <a:pt x="3236" y="89"/>
                  <a:pt x="2836" y="0"/>
                  <a:pt x="243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22" name="Google Shape;9822;p2"/>
          <p:cNvSpPr txBox="1"/>
          <p:nvPr>
            <p:ph idx="1" type="body"/>
          </p:nvPr>
        </p:nvSpPr>
        <p:spPr>
          <a:xfrm>
            <a:off x="2124250" y="2847975"/>
            <a:ext cx="5225100" cy="11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"/>
              <a:t>Name:  _______________________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"/>
              <a:t>Grade: MYP Year _____________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"/>
              <a:t>Homeroom: __________________</a:t>
            </a:r>
            <a:endParaRPr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26" name="Shape 9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7" name="Google Shape;9827;p3"/>
          <p:cNvSpPr txBox="1"/>
          <p:nvPr>
            <p:ph type="title"/>
          </p:nvPr>
        </p:nvSpPr>
        <p:spPr>
          <a:xfrm>
            <a:off x="1270650" y="496400"/>
            <a:ext cx="7020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s" sz="2400"/>
              <a:t>TABLE OF CONTENT</a:t>
            </a:r>
            <a:endParaRPr sz="2400"/>
          </a:p>
        </p:txBody>
      </p:sp>
      <p:sp>
        <p:nvSpPr>
          <p:cNvPr id="9828" name="Google Shape;9828;p3"/>
          <p:cNvSpPr/>
          <p:nvPr/>
        </p:nvSpPr>
        <p:spPr>
          <a:xfrm>
            <a:off x="1719346" y="1330440"/>
            <a:ext cx="454031" cy="417380"/>
          </a:xfrm>
          <a:prstGeom prst="roundRect">
            <a:avLst>
              <a:gd fmla="val 21627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rPr>
              <a:t>01</a:t>
            </a:r>
            <a:endParaRPr b="0" i="0" sz="1000" u="none" cap="none" strike="noStrike">
              <a:solidFill>
                <a:schemeClr val="lt2"/>
              </a:solidFill>
              <a:latin typeface="Gantari ExtraBold"/>
              <a:ea typeface="Gantari ExtraBold"/>
              <a:cs typeface="Gantari ExtraBold"/>
              <a:sym typeface="Gantari ExtraBold"/>
            </a:endParaRPr>
          </a:p>
        </p:txBody>
      </p:sp>
      <p:sp>
        <p:nvSpPr>
          <p:cNvPr id="9829" name="Google Shape;9829;p3"/>
          <p:cNvSpPr txBox="1"/>
          <p:nvPr>
            <p:ph idx="4294967295" type="subTitle"/>
          </p:nvPr>
        </p:nvSpPr>
        <p:spPr>
          <a:xfrm>
            <a:off x="2324778" y="1947863"/>
            <a:ext cx="2373900" cy="34422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antari"/>
              <a:buNone/>
            </a:pPr>
            <a:r>
              <a:rPr b="0" i="0" lang="es" sz="1000" u="none" cap="none" strike="noStrike">
                <a:solidFill>
                  <a:schemeClr val="accent2"/>
                </a:solidFill>
                <a:highlight>
                  <a:schemeClr val="lt2"/>
                </a:highlight>
                <a:latin typeface="Gantari ExtraBold"/>
                <a:ea typeface="Gantari ExtraBold"/>
                <a:cs typeface="Gantari ExtraBold"/>
                <a:sym typeface="Gantari ExtraBold"/>
              </a:rPr>
              <a:t>ENGLISH LANGUAGE &amp; LITERATURE</a:t>
            </a:r>
            <a:endParaRPr b="0" i="0" sz="1000" u="none" cap="none" strike="noStrike">
              <a:solidFill>
                <a:schemeClr val="accent2"/>
              </a:solidFill>
              <a:highlight>
                <a:schemeClr val="lt2"/>
              </a:highlight>
              <a:latin typeface="Gantari ExtraBold"/>
              <a:ea typeface="Gantari ExtraBold"/>
              <a:cs typeface="Gantari ExtraBold"/>
              <a:sym typeface="Gantari ExtraBold"/>
            </a:endParaRPr>
          </a:p>
        </p:txBody>
      </p:sp>
      <p:sp>
        <p:nvSpPr>
          <p:cNvPr id="9830" name="Google Shape;9830;p3"/>
          <p:cNvSpPr txBox="1"/>
          <p:nvPr>
            <p:ph idx="4294967295" type="subTitle"/>
          </p:nvPr>
        </p:nvSpPr>
        <p:spPr>
          <a:xfrm>
            <a:off x="2324778" y="2473981"/>
            <a:ext cx="2373900" cy="46605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antari"/>
              <a:buNone/>
            </a:pPr>
            <a:r>
              <a:rPr b="0" i="0" lang="es" sz="1000" u="none" cap="none" strike="noStrike">
                <a:solidFill>
                  <a:schemeClr val="accent2"/>
                </a:solidFill>
                <a:highlight>
                  <a:schemeClr val="lt2"/>
                </a:highlight>
                <a:latin typeface="Gantari ExtraBold"/>
                <a:ea typeface="Gantari ExtraBold"/>
                <a:cs typeface="Gantari ExtraBold"/>
                <a:sym typeface="Gantari ExtraBold"/>
              </a:rPr>
              <a:t>LANGUAGE ACQUISITION- (FRENCH  &amp; SPANISH)</a:t>
            </a:r>
            <a:endParaRPr b="0" i="0" sz="1000" u="none" cap="none" strike="noStrike">
              <a:solidFill>
                <a:schemeClr val="accent2"/>
              </a:solidFill>
              <a:highlight>
                <a:schemeClr val="lt2"/>
              </a:highlight>
              <a:latin typeface="Gantari ExtraBold"/>
              <a:ea typeface="Gantari ExtraBold"/>
              <a:cs typeface="Gantari ExtraBold"/>
              <a:sym typeface="Gantari ExtraBold"/>
            </a:endParaRPr>
          </a:p>
        </p:txBody>
      </p:sp>
      <p:sp>
        <p:nvSpPr>
          <p:cNvPr id="9831" name="Google Shape;9831;p3"/>
          <p:cNvSpPr txBox="1"/>
          <p:nvPr>
            <p:ph idx="4294967295" type="subTitle"/>
          </p:nvPr>
        </p:nvSpPr>
        <p:spPr>
          <a:xfrm>
            <a:off x="2324778" y="3100615"/>
            <a:ext cx="2373900" cy="35641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antari"/>
              <a:buNone/>
            </a:pPr>
            <a:r>
              <a:rPr b="0" i="0" lang="es" sz="1000" u="none" cap="none" strike="noStrike">
                <a:solidFill>
                  <a:schemeClr val="accent2"/>
                </a:solidFill>
                <a:highlight>
                  <a:schemeClr val="lt2"/>
                </a:highlight>
                <a:latin typeface="Gantari ExtraBold"/>
                <a:ea typeface="Gantari ExtraBold"/>
                <a:cs typeface="Gantari ExtraBold"/>
                <a:sym typeface="Gantari ExtraBold"/>
              </a:rPr>
              <a:t>INDIVIDUALS &amp; SOCIETIES</a:t>
            </a:r>
            <a:endParaRPr b="0" i="0" sz="1000" u="none" cap="none" strike="noStrike">
              <a:solidFill>
                <a:schemeClr val="accent2"/>
              </a:solidFill>
              <a:highlight>
                <a:schemeClr val="lt2"/>
              </a:highlight>
              <a:latin typeface="Gantari ExtraBold"/>
              <a:ea typeface="Gantari ExtraBold"/>
              <a:cs typeface="Gantari ExtraBold"/>
              <a:sym typeface="Gantari ExtraBold"/>
            </a:endParaRPr>
          </a:p>
        </p:txBody>
      </p:sp>
      <p:sp>
        <p:nvSpPr>
          <p:cNvPr id="9832" name="Google Shape;9832;p3"/>
          <p:cNvSpPr txBox="1"/>
          <p:nvPr>
            <p:ph idx="4294967295" type="subTitle"/>
          </p:nvPr>
        </p:nvSpPr>
        <p:spPr>
          <a:xfrm>
            <a:off x="2314557" y="3650619"/>
            <a:ext cx="2373900" cy="37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antari"/>
              <a:buNone/>
            </a:pPr>
            <a:r>
              <a:rPr b="0" i="0" lang="es" sz="1000" u="none" cap="none" strike="noStrike">
                <a:solidFill>
                  <a:schemeClr val="accent2"/>
                </a:solidFill>
                <a:highlight>
                  <a:schemeClr val="lt2"/>
                </a:highlight>
                <a:latin typeface="Gantari ExtraBold"/>
                <a:ea typeface="Gantari ExtraBold"/>
                <a:cs typeface="Gantari ExtraBold"/>
                <a:sym typeface="Gantari ExtraBold"/>
              </a:rPr>
              <a:t>INTEGRATED SCIENCE</a:t>
            </a:r>
            <a:endParaRPr b="0" i="0" sz="1000" u="none" cap="none" strike="noStrike">
              <a:solidFill>
                <a:schemeClr val="accent2"/>
              </a:solidFill>
              <a:highlight>
                <a:schemeClr val="lt2"/>
              </a:highlight>
              <a:latin typeface="Gantari ExtraBold"/>
              <a:ea typeface="Gantari ExtraBold"/>
              <a:cs typeface="Gantari ExtraBold"/>
              <a:sym typeface="Gantari ExtraBold"/>
            </a:endParaRPr>
          </a:p>
        </p:txBody>
      </p:sp>
      <p:sp>
        <p:nvSpPr>
          <p:cNvPr id="9833" name="Google Shape;9833;p3"/>
          <p:cNvSpPr txBox="1"/>
          <p:nvPr>
            <p:ph idx="4294967295" type="subTitle"/>
          </p:nvPr>
        </p:nvSpPr>
        <p:spPr>
          <a:xfrm>
            <a:off x="2314557" y="4237761"/>
            <a:ext cx="2373900" cy="34422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antari"/>
              <a:buNone/>
            </a:pPr>
            <a:r>
              <a:rPr b="0" i="0" lang="es" sz="1000" u="none" cap="none" strike="noStrike">
                <a:solidFill>
                  <a:schemeClr val="accent2"/>
                </a:solidFill>
                <a:highlight>
                  <a:schemeClr val="lt2"/>
                </a:highlight>
                <a:latin typeface="Gantari ExtraBold"/>
                <a:ea typeface="Gantari ExtraBold"/>
                <a:cs typeface="Gantari ExtraBold"/>
                <a:sym typeface="Gantari ExtraBold"/>
              </a:rPr>
              <a:t>MATHEMATICS</a:t>
            </a:r>
            <a:endParaRPr b="0" i="0" sz="1000" u="none" cap="none" strike="noStrike">
              <a:solidFill>
                <a:schemeClr val="accent2"/>
              </a:solidFill>
              <a:highlight>
                <a:schemeClr val="lt2"/>
              </a:highlight>
              <a:latin typeface="Gantari ExtraBold"/>
              <a:ea typeface="Gantari ExtraBold"/>
              <a:cs typeface="Gantari ExtraBold"/>
              <a:sym typeface="Gantari ExtraBold"/>
            </a:endParaRPr>
          </a:p>
        </p:txBody>
      </p:sp>
      <p:sp>
        <p:nvSpPr>
          <p:cNvPr id="9834" name="Google Shape;9834;p3"/>
          <p:cNvSpPr txBox="1"/>
          <p:nvPr>
            <p:ph idx="4294967295" type="subTitle"/>
          </p:nvPr>
        </p:nvSpPr>
        <p:spPr>
          <a:xfrm>
            <a:off x="5666278" y="1364698"/>
            <a:ext cx="2373900" cy="364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antari"/>
              <a:buNone/>
            </a:pPr>
            <a:r>
              <a:rPr b="0" i="0" lang="es" sz="1000" u="none" cap="none" strike="noStrike">
                <a:solidFill>
                  <a:schemeClr val="accent2"/>
                </a:solidFill>
                <a:highlight>
                  <a:schemeClr val="lt2"/>
                </a:highlight>
                <a:latin typeface="Gantari ExtraBold"/>
                <a:ea typeface="Gantari ExtraBold"/>
                <a:cs typeface="Gantari ExtraBold"/>
                <a:sym typeface="Gantari ExtraBold"/>
              </a:rPr>
              <a:t>VISUAL ARTS</a:t>
            </a:r>
            <a:endParaRPr b="0" i="0" sz="1000" u="none" cap="none" strike="noStrike">
              <a:solidFill>
                <a:schemeClr val="accent2"/>
              </a:solidFill>
              <a:highlight>
                <a:schemeClr val="lt2"/>
              </a:highlight>
              <a:latin typeface="Gantari ExtraBold"/>
              <a:ea typeface="Gantari ExtraBold"/>
              <a:cs typeface="Gantari ExtraBold"/>
              <a:sym typeface="Gantari ExtraBold"/>
            </a:endParaRPr>
          </a:p>
        </p:txBody>
      </p:sp>
      <p:sp>
        <p:nvSpPr>
          <p:cNvPr id="9835" name="Google Shape;9835;p3"/>
          <p:cNvSpPr/>
          <p:nvPr/>
        </p:nvSpPr>
        <p:spPr>
          <a:xfrm>
            <a:off x="7922650" y="3564300"/>
            <a:ext cx="117525" cy="110100"/>
          </a:xfrm>
          <a:custGeom>
            <a:rect b="b" l="l" r="r" t="t"/>
            <a:pathLst>
              <a:path extrusionOk="0" h="4404" w="4701">
                <a:moveTo>
                  <a:pt x="1951" y="1032"/>
                </a:moveTo>
                <a:cubicBezTo>
                  <a:pt x="1950" y="1033"/>
                  <a:pt x="1949" y="1033"/>
                  <a:pt x="1947" y="1033"/>
                </a:cubicBezTo>
                <a:cubicBezTo>
                  <a:pt x="1948" y="1033"/>
                  <a:pt x="1950" y="1033"/>
                  <a:pt x="1951" y="1032"/>
                </a:cubicBezTo>
                <a:close/>
                <a:moveTo>
                  <a:pt x="2857" y="1059"/>
                </a:moveTo>
                <a:cubicBezTo>
                  <a:pt x="2871" y="1059"/>
                  <a:pt x="2889" y="1066"/>
                  <a:pt x="2907" y="1075"/>
                </a:cubicBezTo>
                <a:lnTo>
                  <a:pt x="2907" y="1075"/>
                </a:lnTo>
                <a:cubicBezTo>
                  <a:pt x="2887" y="1068"/>
                  <a:pt x="2858" y="1059"/>
                  <a:pt x="2857" y="1059"/>
                </a:cubicBezTo>
                <a:close/>
                <a:moveTo>
                  <a:pt x="3091" y="1185"/>
                </a:moveTo>
                <a:cubicBezTo>
                  <a:pt x="3091" y="1185"/>
                  <a:pt x="3091" y="1185"/>
                  <a:pt x="3091" y="1185"/>
                </a:cubicBezTo>
                <a:lnTo>
                  <a:pt x="3091" y="1185"/>
                </a:lnTo>
                <a:cubicBezTo>
                  <a:pt x="3091" y="1185"/>
                  <a:pt x="3091" y="1185"/>
                  <a:pt x="3091" y="1185"/>
                </a:cubicBezTo>
                <a:close/>
                <a:moveTo>
                  <a:pt x="3104" y="1198"/>
                </a:moveTo>
                <a:cubicBezTo>
                  <a:pt x="3111" y="1203"/>
                  <a:pt x="3118" y="1208"/>
                  <a:pt x="3125" y="1213"/>
                </a:cubicBezTo>
                <a:cubicBezTo>
                  <a:pt x="3142" y="1224"/>
                  <a:pt x="3149" y="1229"/>
                  <a:pt x="3148" y="1229"/>
                </a:cubicBezTo>
                <a:cubicBezTo>
                  <a:pt x="3148" y="1229"/>
                  <a:pt x="3121" y="1211"/>
                  <a:pt x="3104" y="1198"/>
                </a:cubicBezTo>
                <a:close/>
                <a:moveTo>
                  <a:pt x="1747" y="3319"/>
                </a:moveTo>
                <a:cubicBezTo>
                  <a:pt x="1767" y="3326"/>
                  <a:pt x="1803" y="3338"/>
                  <a:pt x="1802" y="3338"/>
                </a:cubicBezTo>
                <a:cubicBezTo>
                  <a:pt x="1800" y="3339"/>
                  <a:pt x="1799" y="3339"/>
                  <a:pt x="1797" y="3339"/>
                </a:cubicBezTo>
                <a:cubicBezTo>
                  <a:pt x="1785" y="3339"/>
                  <a:pt x="1766" y="3330"/>
                  <a:pt x="1747" y="3319"/>
                </a:cubicBezTo>
                <a:close/>
                <a:moveTo>
                  <a:pt x="2463" y="3393"/>
                </a:moveTo>
                <a:cubicBezTo>
                  <a:pt x="2461" y="3393"/>
                  <a:pt x="2459" y="3393"/>
                  <a:pt x="2456" y="3393"/>
                </a:cubicBezTo>
                <a:lnTo>
                  <a:pt x="2456" y="3393"/>
                </a:lnTo>
                <a:cubicBezTo>
                  <a:pt x="2459" y="3393"/>
                  <a:pt x="2462" y="3393"/>
                  <a:pt x="2463" y="3393"/>
                </a:cubicBezTo>
                <a:close/>
                <a:moveTo>
                  <a:pt x="2387" y="989"/>
                </a:moveTo>
                <a:cubicBezTo>
                  <a:pt x="2440" y="989"/>
                  <a:pt x="2491" y="989"/>
                  <a:pt x="2541" y="993"/>
                </a:cubicBezTo>
                <a:cubicBezTo>
                  <a:pt x="2560" y="993"/>
                  <a:pt x="2582" y="997"/>
                  <a:pt x="2601" y="998"/>
                </a:cubicBezTo>
                <a:lnTo>
                  <a:pt x="2601" y="998"/>
                </a:lnTo>
                <a:cubicBezTo>
                  <a:pt x="2682" y="1018"/>
                  <a:pt x="2761" y="1029"/>
                  <a:pt x="2840" y="1057"/>
                </a:cubicBezTo>
                <a:cubicBezTo>
                  <a:pt x="2857" y="1061"/>
                  <a:pt x="2876" y="1069"/>
                  <a:pt x="2895" y="1076"/>
                </a:cubicBezTo>
                <a:cubicBezTo>
                  <a:pt x="2906" y="1079"/>
                  <a:pt x="2914" y="1081"/>
                  <a:pt x="2919" y="1082"/>
                </a:cubicBezTo>
                <a:lnTo>
                  <a:pt x="2919" y="1082"/>
                </a:lnTo>
                <a:cubicBezTo>
                  <a:pt x="2944" y="1096"/>
                  <a:pt x="2968" y="1113"/>
                  <a:pt x="2984" y="1122"/>
                </a:cubicBezTo>
                <a:cubicBezTo>
                  <a:pt x="3015" y="1139"/>
                  <a:pt x="3049" y="1160"/>
                  <a:pt x="3080" y="1181"/>
                </a:cubicBezTo>
                <a:cubicBezTo>
                  <a:pt x="3084" y="1184"/>
                  <a:pt x="3088" y="1186"/>
                  <a:pt x="3092" y="1189"/>
                </a:cubicBezTo>
                <a:lnTo>
                  <a:pt x="3092" y="1189"/>
                </a:lnTo>
                <a:cubicBezTo>
                  <a:pt x="3107" y="1217"/>
                  <a:pt x="3258" y="1347"/>
                  <a:pt x="3274" y="1366"/>
                </a:cubicBezTo>
                <a:cubicBezTo>
                  <a:pt x="3278" y="1370"/>
                  <a:pt x="3281" y="1374"/>
                  <a:pt x="3284" y="1378"/>
                </a:cubicBezTo>
                <a:lnTo>
                  <a:pt x="3284" y="1378"/>
                </a:lnTo>
                <a:cubicBezTo>
                  <a:pt x="3304" y="1410"/>
                  <a:pt x="3328" y="1440"/>
                  <a:pt x="3348" y="1474"/>
                </a:cubicBezTo>
                <a:cubicBezTo>
                  <a:pt x="3367" y="1503"/>
                  <a:pt x="3386" y="1535"/>
                  <a:pt x="3403" y="1569"/>
                </a:cubicBezTo>
                <a:cubicBezTo>
                  <a:pt x="3409" y="1579"/>
                  <a:pt x="3414" y="1591"/>
                  <a:pt x="3420" y="1604"/>
                </a:cubicBezTo>
                <a:lnTo>
                  <a:pt x="3420" y="1604"/>
                </a:lnTo>
                <a:cubicBezTo>
                  <a:pt x="3420" y="1602"/>
                  <a:pt x="3420" y="1600"/>
                  <a:pt x="3420" y="1598"/>
                </a:cubicBezTo>
                <a:lnTo>
                  <a:pt x="3420" y="1598"/>
                </a:lnTo>
                <a:cubicBezTo>
                  <a:pt x="3420" y="1600"/>
                  <a:pt x="3420" y="1602"/>
                  <a:pt x="3420" y="1604"/>
                </a:cubicBezTo>
                <a:lnTo>
                  <a:pt x="3420" y="1604"/>
                </a:lnTo>
                <a:cubicBezTo>
                  <a:pt x="3420" y="1604"/>
                  <a:pt x="3420" y="1604"/>
                  <a:pt x="3420" y="1604"/>
                </a:cubicBezTo>
                <a:lnTo>
                  <a:pt x="3420" y="1604"/>
                </a:lnTo>
                <a:cubicBezTo>
                  <a:pt x="3420" y="1621"/>
                  <a:pt x="3423" y="1634"/>
                  <a:pt x="3427" y="1644"/>
                </a:cubicBezTo>
                <a:lnTo>
                  <a:pt x="3427" y="1644"/>
                </a:lnTo>
                <a:cubicBezTo>
                  <a:pt x="3423" y="1630"/>
                  <a:pt x="3420" y="1616"/>
                  <a:pt x="3420" y="1604"/>
                </a:cubicBezTo>
                <a:lnTo>
                  <a:pt x="3420" y="1604"/>
                </a:lnTo>
                <a:cubicBezTo>
                  <a:pt x="3422" y="1608"/>
                  <a:pt x="3424" y="1613"/>
                  <a:pt x="3426" y="1617"/>
                </a:cubicBezTo>
                <a:cubicBezTo>
                  <a:pt x="3442" y="1646"/>
                  <a:pt x="3443" y="1659"/>
                  <a:pt x="3439" y="1659"/>
                </a:cubicBezTo>
                <a:cubicBezTo>
                  <a:pt x="3436" y="1659"/>
                  <a:pt x="3432" y="1654"/>
                  <a:pt x="3427" y="1644"/>
                </a:cubicBezTo>
                <a:lnTo>
                  <a:pt x="3427" y="1644"/>
                </a:lnTo>
                <a:cubicBezTo>
                  <a:pt x="3443" y="1697"/>
                  <a:pt x="3479" y="1760"/>
                  <a:pt x="3491" y="1802"/>
                </a:cubicBezTo>
                <a:cubicBezTo>
                  <a:pt x="3500" y="1838"/>
                  <a:pt x="3508" y="1874"/>
                  <a:pt x="3517" y="1910"/>
                </a:cubicBezTo>
                <a:cubicBezTo>
                  <a:pt x="3521" y="1933"/>
                  <a:pt x="3525" y="1954"/>
                  <a:pt x="3529" y="1977"/>
                </a:cubicBezTo>
                <a:cubicBezTo>
                  <a:pt x="3534" y="2005"/>
                  <a:pt x="3537" y="2015"/>
                  <a:pt x="3538" y="2015"/>
                </a:cubicBezTo>
                <a:cubicBezTo>
                  <a:pt x="3540" y="2015"/>
                  <a:pt x="3530" y="1942"/>
                  <a:pt x="3525" y="1939"/>
                </a:cubicBezTo>
                <a:lnTo>
                  <a:pt x="3525" y="1939"/>
                </a:lnTo>
                <a:cubicBezTo>
                  <a:pt x="3550" y="1954"/>
                  <a:pt x="3538" y="2142"/>
                  <a:pt x="3538" y="2173"/>
                </a:cubicBezTo>
                <a:cubicBezTo>
                  <a:pt x="3538" y="2215"/>
                  <a:pt x="3535" y="2257"/>
                  <a:pt x="3533" y="2297"/>
                </a:cubicBezTo>
                <a:cubicBezTo>
                  <a:pt x="3532" y="2312"/>
                  <a:pt x="3530" y="2326"/>
                  <a:pt x="3529" y="2339"/>
                </a:cubicBezTo>
                <a:lnTo>
                  <a:pt x="3529" y="2339"/>
                </a:lnTo>
                <a:cubicBezTo>
                  <a:pt x="3514" y="2409"/>
                  <a:pt x="3504" y="2477"/>
                  <a:pt x="3483" y="2546"/>
                </a:cubicBezTo>
                <a:cubicBezTo>
                  <a:pt x="3472" y="2582"/>
                  <a:pt x="3462" y="2618"/>
                  <a:pt x="3449" y="2651"/>
                </a:cubicBezTo>
                <a:cubicBezTo>
                  <a:pt x="3445" y="2663"/>
                  <a:pt x="3440" y="2676"/>
                  <a:pt x="3436" y="2688"/>
                </a:cubicBezTo>
                <a:lnTo>
                  <a:pt x="3436" y="2688"/>
                </a:lnTo>
                <a:cubicBezTo>
                  <a:pt x="3398" y="2751"/>
                  <a:pt x="3369" y="2818"/>
                  <a:pt x="3329" y="2881"/>
                </a:cubicBezTo>
                <a:cubicBezTo>
                  <a:pt x="3324" y="2889"/>
                  <a:pt x="3300" y="2922"/>
                  <a:pt x="3284" y="2945"/>
                </a:cubicBezTo>
                <a:lnTo>
                  <a:pt x="3284" y="2945"/>
                </a:lnTo>
                <a:cubicBezTo>
                  <a:pt x="3263" y="2968"/>
                  <a:pt x="3232" y="3005"/>
                  <a:pt x="3224" y="3014"/>
                </a:cubicBezTo>
                <a:cubicBezTo>
                  <a:pt x="3198" y="3041"/>
                  <a:pt x="3171" y="3069"/>
                  <a:pt x="3142" y="3094"/>
                </a:cubicBezTo>
                <a:cubicBezTo>
                  <a:pt x="3127" y="3106"/>
                  <a:pt x="3112" y="3119"/>
                  <a:pt x="3099" y="3132"/>
                </a:cubicBezTo>
                <a:cubicBezTo>
                  <a:pt x="3075" y="3154"/>
                  <a:pt x="3071" y="3163"/>
                  <a:pt x="3076" y="3163"/>
                </a:cubicBezTo>
                <a:cubicBezTo>
                  <a:pt x="3076" y="3163"/>
                  <a:pt x="3077" y="3163"/>
                  <a:pt x="3078" y="3162"/>
                </a:cubicBezTo>
                <a:lnTo>
                  <a:pt x="3078" y="3162"/>
                </a:lnTo>
                <a:cubicBezTo>
                  <a:pt x="3021" y="3203"/>
                  <a:pt x="2923" y="3245"/>
                  <a:pt x="2889" y="3262"/>
                </a:cubicBezTo>
                <a:cubicBezTo>
                  <a:pt x="2863" y="3275"/>
                  <a:pt x="2803" y="3296"/>
                  <a:pt x="2805" y="3296"/>
                </a:cubicBezTo>
                <a:cubicBezTo>
                  <a:pt x="2806" y="3296"/>
                  <a:pt x="2822" y="3291"/>
                  <a:pt x="2866" y="3277"/>
                </a:cubicBezTo>
                <a:lnTo>
                  <a:pt x="2866" y="3277"/>
                </a:lnTo>
                <a:cubicBezTo>
                  <a:pt x="2823" y="3292"/>
                  <a:pt x="2783" y="3309"/>
                  <a:pt x="2741" y="3323"/>
                </a:cubicBezTo>
                <a:cubicBezTo>
                  <a:pt x="2642" y="3355"/>
                  <a:pt x="2541" y="3376"/>
                  <a:pt x="2438" y="3395"/>
                </a:cubicBezTo>
                <a:cubicBezTo>
                  <a:pt x="2437" y="3395"/>
                  <a:pt x="2437" y="3395"/>
                  <a:pt x="2437" y="3395"/>
                </a:cubicBezTo>
                <a:lnTo>
                  <a:pt x="2437" y="3395"/>
                </a:lnTo>
                <a:cubicBezTo>
                  <a:pt x="2416" y="3397"/>
                  <a:pt x="2395" y="3400"/>
                  <a:pt x="2375" y="3401"/>
                </a:cubicBezTo>
                <a:cubicBezTo>
                  <a:pt x="2330" y="3403"/>
                  <a:pt x="2284" y="3406"/>
                  <a:pt x="2240" y="3406"/>
                </a:cubicBezTo>
                <a:cubicBezTo>
                  <a:pt x="2226" y="3406"/>
                  <a:pt x="2211" y="3406"/>
                  <a:pt x="2197" y="3406"/>
                </a:cubicBezTo>
                <a:cubicBezTo>
                  <a:pt x="2163" y="3406"/>
                  <a:pt x="2129" y="3405"/>
                  <a:pt x="2094" y="3403"/>
                </a:cubicBezTo>
                <a:cubicBezTo>
                  <a:pt x="2081" y="3402"/>
                  <a:pt x="2067" y="3400"/>
                  <a:pt x="2054" y="3398"/>
                </a:cubicBezTo>
                <a:lnTo>
                  <a:pt x="2054" y="3398"/>
                </a:lnTo>
                <a:cubicBezTo>
                  <a:pt x="1975" y="3376"/>
                  <a:pt x="1893" y="3365"/>
                  <a:pt x="1814" y="3340"/>
                </a:cubicBezTo>
                <a:cubicBezTo>
                  <a:pt x="1797" y="3334"/>
                  <a:pt x="1778" y="3326"/>
                  <a:pt x="1762" y="3321"/>
                </a:cubicBezTo>
                <a:cubicBezTo>
                  <a:pt x="1752" y="3318"/>
                  <a:pt x="1745" y="3316"/>
                  <a:pt x="1740" y="3315"/>
                </a:cubicBezTo>
                <a:lnTo>
                  <a:pt x="1740" y="3315"/>
                </a:lnTo>
                <a:cubicBezTo>
                  <a:pt x="1716" y="3301"/>
                  <a:pt x="1691" y="3283"/>
                  <a:pt x="1679" y="3277"/>
                </a:cubicBezTo>
                <a:cubicBezTo>
                  <a:pt x="1648" y="3258"/>
                  <a:pt x="1616" y="3241"/>
                  <a:pt x="1587" y="3220"/>
                </a:cubicBezTo>
                <a:cubicBezTo>
                  <a:pt x="1572" y="3210"/>
                  <a:pt x="1557" y="3199"/>
                  <a:pt x="1543" y="3191"/>
                </a:cubicBezTo>
                <a:cubicBezTo>
                  <a:pt x="1525" y="3180"/>
                  <a:pt x="1519" y="3175"/>
                  <a:pt x="1519" y="3175"/>
                </a:cubicBezTo>
                <a:lnTo>
                  <a:pt x="1519" y="3175"/>
                </a:lnTo>
                <a:cubicBezTo>
                  <a:pt x="1518" y="3175"/>
                  <a:pt x="1582" y="3218"/>
                  <a:pt x="1580" y="3218"/>
                </a:cubicBezTo>
                <a:cubicBezTo>
                  <a:pt x="1580" y="3218"/>
                  <a:pt x="1579" y="3218"/>
                  <a:pt x="1578" y="3218"/>
                </a:cubicBezTo>
                <a:cubicBezTo>
                  <a:pt x="1542" y="3218"/>
                  <a:pt x="1420" y="3070"/>
                  <a:pt x="1399" y="3045"/>
                </a:cubicBezTo>
                <a:cubicBezTo>
                  <a:pt x="1384" y="3030"/>
                  <a:pt x="1353" y="2977"/>
                  <a:pt x="1351" y="2977"/>
                </a:cubicBezTo>
                <a:lnTo>
                  <a:pt x="1351" y="2977"/>
                </a:lnTo>
                <a:cubicBezTo>
                  <a:pt x="1350" y="2977"/>
                  <a:pt x="1354" y="2985"/>
                  <a:pt x="1363" y="3005"/>
                </a:cubicBezTo>
                <a:cubicBezTo>
                  <a:pt x="1372" y="3025"/>
                  <a:pt x="1375" y="3032"/>
                  <a:pt x="1374" y="3032"/>
                </a:cubicBezTo>
                <a:cubicBezTo>
                  <a:pt x="1372" y="3032"/>
                  <a:pt x="1335" y="2962"/>
                  <a:pt x="1326" y="2946"/>
                </a:cubicBezTo>
                <a:cubicBezTo>
                  <a:pt x="1285" y="2881"/>
                  <a:pt x="1252" y="2814"/>
                  <a:pt x="1215" y="2746"/>
                </a:cubicBezTo>
                <a:lnTo>
                  <a:pt x="1215" y="2746"/>
                </a:lnTo>
                <a:cubicBezTo>
                  <a:pt x="1214" y="2743"/>
                  <a:pt x="1213" y="2740"/>
                  <a:pt x="1212" y="2736"/>
                </a:cubicBezTo>
                <a:cubicBezTo>
                  <a:pt x="1199" y="2702"/>
                  <a:pt x="1187" y="2668"/>
                  <a:pt x="1176" y="2635"/>
                </a:cubicBezTo>
                <a:cubicBezTo>
                  <a:pt x="1153" y="2559"/>
                  <a:pt x="1132" y="2481"/>
                  <a:pt x="1119" y="2403"/>
                </a:cubicBezTo>
                <a:cubicBezTo>
                  <a:pt x="1119" y="2401"/>
                  <a:pt x="1118" y="2399"/>
                  <a:pt x="1118" y="2397"/>
                </a:cubicBezTo>
                <a:lnTo>
                  <a:pt x="1118" y="2397"/>
                </a:lnTo>
                <a:cubicBezTo>
                  <a:pt x="1122" y="2365"/>
                  <a:pt x="1108" y="2315"/>
                  <a:pt x="1106" y="2283"/>
                </a:cubicBezTo>
                <a:cubicBezTo>
                  <a:pt x="1102" y="2203"/>
                  <a:pt x="1102" y="2123"/>
                  <a:pt x="1106" y="2043"/>
                </a:cubicBezTo>
                <a:cubicBezTo>
                  <a:pt x="1107" y="2033"/>
                  <a:pt x="1110" y="2004"/>
                  <a:pt x="1113" y="1978"/>
                </a:cubicBezTo>
                <a:lnTo>
                  <a:pt x="1113" y="1978"/>
                </a:lnTo>
                <a:cubicBezTo>
                  <a:pt x="1117" y="1953"/>
                  <a:pt x="1123" y="1911"/>
                  <a:pt x="1125" y="1899"/>
                </a:cubicBezTo>
                <a:cubicBezTo>
                  <a:pt x="1144" y="1813"/>
                  <a:pt x="1170" y="1731"/>
                  <a:pt x="1197" y="1647"/>
                </a:cubicBezTo>
                <a:cubicBezTo>
                  <a:pt x="1199" y="1642"/>
                  <a:pt x="1200" y="1637"/>
                  <a:pt x="1201" y="1634"/>
                </a:cubicBezTo>
                <a:lnTo>
                  <a:pt x="1201" y="1634"/>
                </a:lnTo>
                <a:cubicBezTo>
                  <a:pt x="1203" y="1630"/>
                  <a:pt x="1205" y="1626"/>
                  <a:pt x="1208" y="1621"/>
                </a:cubicBezTo>
                <a:cubicBezTo>
                  <a:pt x="1227" y="1583"/>
                  <a:pt x="1246" y="1543"/>
                  <a:pt x="1269" y="1507"/>
                </a:cubicBezTo>
                <a:cubicBezTo>
                  <a:pt x="1290" y="1470"/>
                  <a:pt x="1313" y="1434"/>
                  <a:pt x="1338" y="1398"/>
                </a:cubicBezTo>
                <a:cubicBezTo>
                  <a:pt x="1341" y="1394"/>
                  <a:pt x="1344" y="1390"/>
                  <a:pt x="1346" y="1386"/>
                </a:cubicBezTo>
                <a:lnTo>
                  <a:pt x="1346" y="1386"/>
                </a:lnTo>
                <a:cubicBezTo>
                  <a:pt x="1346" y="1386"/>
                  <a:pt x="1346" y="1386"/>
                  <a:pt x="1347" y="1385"/>
                </a:cubicBezTo>
                <a:cubicBezTo>
                  <a:pt x="1399" y="1329"/>
                  <a:pt x="1454" y="1275"/>
                  <a:pt x="1511" y="1223"/>
                </a:cubicBezTo>
                <a:lnTo>
                  <a:pt x="1511" y="1223"/>
                </a:lnTo>
                <a:cubicBezTo>
                  <a:pt x="1524" y="1213"/>
                  <a:pt x="1537" y="1203"/>
                  <a:pt x="1551" y="1194"/>
                </a:cubicBezTo>
                <a:cubicBezTo>
                  <a:pt x="1589" y="1170"/>
                  <a:pt x="1627" y="1147"/>
                  <a:pt x="1667" y="1126"/>
                </a:cubicBezTo>
                <a:cubicBezTo>
                  <a:pt x="1682" y="1119"/>
                  <a:pt x="1697" y="1111"/>
                  <a:pt x="1712" y="1103"/>
                </a:cubicBezTo>
                <a:lnTo>
                  <a:pt x="1712" y="1103"/>
                </a:lnTo>
                <a:cubicBezTo>
                  <a:pt x="1755" y="1090"/>
                  <a:pt x="1797" y="1075"/>
                  <a:pt x="1840" y="1063"/>
                </a:cubicBezTo>
                <a:cubicBezTo>
                  <a:pt x="1884" y="1050"/>
                  <a:pt x="1928" y="1042"/>
                  <a:pt x="1970" y="1031"/>
                </a:cubicBezTo>
                <a:cubicBezTo>
                  <a:pt x="1976" y="1030"/>
                  <a:pt x="1983" y="1028"/>
                  <a:pt x="1990" y="1026"/>
                </a:cubicBezTo>
                <a:lnTo>
                  <a:pt x="1990" y="1026"/>
                </a:lnTo>
                <a:cubicBezTo>
                  <a:pt x="2008" y="1025"/>
                  <a:pt x="2026" y="1024"/>
                  <a:pt x="2042" y="1023"/>
                </a:cubicBezTo>
                <a:cubicBezTo>
                  <a:pt x="2063" y="1021"/>
                  <a:pt x="2083" y="1018"/>
                  <a:pt x="2104" y="1015"/>
                </a:cubicBezTo>
                <a:lnTo>
                  <a:pt x="2104" y="1015"/>
                </a:lnTo>
                <a:cubicBezTo>
                  <a:pt x="2127" y="1013"/>
                  <a:pt x="2151" y="1010"/>
                  <a:pt x="2175" y="1006"/>
                </a:cubicBezTo>
                <a:cubicBezTo>
                  <a:pt x="2200" y="1002"/>
                  <a:pt x="2223" y="998"/>
                  <a:pt x="2248" y="996"/>
                </a:cubicBezTo>
                <a:lnTo>
                  <a:pt x="2248" y="996"/>
                </a:lnTo>
                <a:cubicBezTo>
                  <a:pt x="2202" y="1002"/>
                  <a:pt x="2186" y="1004"/>
                  <a:pt x="2186" y="1004"/>
                </a:cubicBezTo>
                <a:cubicBezTo>
                  <a:pt x="2187" y="1004"/>
                  <a:pt x="2227" y="999"/>
                  <a:pt x="2246" y="998"/>
                </a:cubicBezTo>
                <a:cubicBezTo>
                  <a:pt x="2293" y="996"/>
                  <a:pt x="2341" y="991"/>
                  <a:pt x="2387" y="989"/>
                </a:cubicBezTo>
                <a:close/>
                <a:moveTo>
                  <a:pt x="2431" y="0"/>
                </a:moveTo>
                <a:cubicBezTo>
                  <a:pt x="2283" y="0"/>
                  <a:pt x="2134" y="12"/>
                  <a:pt x="1987" y="33"/>
                </a:cubicBezTo>
                <a:lnTo>
                  <a:pt x="1987" y="33"/>
                </a:lnTo>
                <a:cubicBezTo>
                  <a:pt x="1519" y="79"/>
                  <a:pt x="1082" y="246"/>
                  <a:pt x="738" y="578"/>
                </a:cubicBezTo>
                <a:cubicBezTo>
                  <a:pt x="443" y="863"/>
                  <a:pt x="236" y="1259"/>
                  <a:pt x="158" y="1661"/>
                </a:cubicBezTo>
                <a:cubicBezTo>
                  <a:pt x="0" y="2477"/>
                  <a:pt x="228" y="3403"/>
                  <a:pt x="896" y="3941"/>
                </a:cubicBezTo>
                <a:cubicBezTo>
                  <a:pt x="1283" y="4251"/>
                  <a:pt x="1777" y="4404"/>
                  <a:pt x="2272" y="4404"/>
                </a:cubicBezTo>
                <a:cubicBezTo>
                  <a:pt x="2762" y="4404"/>
                  <a:pt x="3253" y="4255"/>
                  <a:pt x="3645" y="3962"/>
                </a:cubicBezTo>
                <a:cubicBezTo>
                  <a:pt x="4395" y="3401"/>
                  <a:pt x="4700" y="2409"/>
                  <a:pt x="4443" y="1512"/>
                </a:cubicBezTo>
                <a:cubicBezTo>
                  <a:pt x="4302" y="1025"/>
                  <a:pt x="4003" y="604"/>
                  <a:pt x="3582" y="321"/>
                </a:cubicBezTo>
                <a:cubicBezTo>
                  <a:pt x="3236" y="89"/>
                  <a:pt x="2836" y="0"/>
                  <a:pt x="243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36" name="Google Shape;9836;p3"/>
          <p:cNvSpPr/>
          <p:nvPr/>
        </p:nvSpPr>
        <p:spPr>
          <a:xfrm>
            <a:off x="7203538" y="3925250"/>
            <a:ext cx="388400" cy="411925"/>
          </a:xfrm>
          <a:custGeom>
            <a:rect b="b" l="l" r="r" t="t"/>
            <a:pathLst>
              <a:path extrusionOk="0" h="16477" w="15536">
                <a:moveTo>
                  <a:pt x="6847" y="1663"/>
                </a:moveTo>
                <a:cubicBezTo>
                  <a:pt x="7694" y="2699"/>
                  <a:pt x="8474" y="3796"/>
                  <a:pt x="9217" y="4915"/>
                </a:cubicBezTo>
                <a:lnTo>
                  <a:pt x="9217" y="4915"/>
                </a:lnTo>
                <a:cubicBezTo>
                  <a:pt x="8312" y="5132"/>
                  <a:pt x="7406" y="5345"/>
                  <a:pt x="6499" y="5555"/>
                </a:cubicBezTo>
                <a:lnTo>
                  <a:pt x="6499" y="5555"/>
                </a:lnTo>
                <a:cubicBezTo>
                  <a:pt x="6577" y="4254"/>
                  <a:pt x="6686" y="2956"/>
                  <a:pt x="6847" y="1663"/>
                </a:cubicBezTo>
                <a:close/>
                <a:moveTo>
                  <a:pt x="13631" y="4832"/>
                </a:moveTo>
                <a:cubicBezTo>
                  <a:pt x="13054" y="5635"/>
                  <a:pt x="12464" y="6428"/>
                  <a:pt x="11865" y="7213"/>
                </a:cubicBezTo>
                <a:lnTo>
                  <a:pt x="11865" y="7213"/>
                </a:lnTo>
                <a:cubicBezTo>
                  <a:pt x="11783" y="7081"/>
                  <a:pt x="11700" y="6949"/>
                  <a:pt x="11617" y="6817"/>
                </a:cubicBezTo>
                <a:cubicBezTo>
                  <a:pt x="11353" y="6396"/>
                  <a:pt x="11086" y="5973"/>
                  <a:pt x="10816" y="5552"/>
                </a:cubicBezTo>
                <a:lnTo>
                  <a:pt x="10816" y="5552"/>
                </a:lnTo>
                <a:cubicBezTo>
                  <a:pt x="11756" y="5320"/>
                  <a:pt x="12695" y="5082"/>
                  <a:pt x="13631" y="4832"/>
                </a:cubicBezTo>
                <a:close/>
                <a:moveTo>
                  <a:pt x="5447" y="6821"/>
                </a:moveTo>
                <a:lnTo>
                  <a:pt x="5447" y="6821"/>
                </a:lnTo>
                <a:cubicBezTo>
                  <a:pt x="5412" y="7578"/>
                  <a:pt x="5383" y="8337"/>
                  <a:pt x="5358" y="9095"/>
                </a:cubicBezTo>
                <a:lnTo>
                  <a:pt x="5358" y="9095"/>
                </a:lnTo>
                <a:cubicBezTo>
                  <a:pt x="4278" y="8603"/>
                  <a:pt x="3200" y="8103"/>
                  <a:pt x="2127" y="7595"/>
                </a:cubicBezTo>
                <a:lnTo>
                  <a:pt x="2127" y="7595"/>
                </a:lnTo>
                <a:cubicBezTo>
                  <a:pt x="3233" y="7333"/>
                  <a:pt x="4340" y="7077"/>
                  <a:pt x="5447" y="6821"/>
                </a:cubicBezTo>
                <a:close/>
                <a:moveTo>
                  <a:pt x="9795" y="5801"/>
                </a:moveTo>
                <a:cubicBezTo>
                  <a:pt x="10147" y="6347"/>
                  <a:pt x="10492" y="6896"/>
                  <a:pt x="10833" y="7443"/>
                </a:cubicBezTo>
                <a:cubicBezTo>
                  <a:pt x="10961" y="7647"/>
                  <a:pt x="11089" y="7852"/>
                  <a:pt x="11216" y="8057"/>
                </a:cubicBezTo>
                <a:lnTo>
                  <a:pt x="11216" y="8057"/>
                </a:lnTo>
                <a:cubicBezTo>
                  <a:pt x="10515" y="8963"/>
                  <a:pt x="9804" y="9861"/>
                  <a:pt x="9090" y="10757"/>
                </a:cubicBezTo>
                <a:lnTo>
                  <a:pt x="9090" y="10757"/>
                </a:lnTo>
                <a:cubicBezTo>
                  <a:pt x="8168" y="10356"/>
                  <a:pt x="7249" y="9949"/>
                  <a:pt x="6332" y="9536"/>
                </a:cubicBezTo>
                <a:lnTo>
                  <a:pt x="6332" y="9536"/>
                </a:lnTo>
                <a:cubicBezTo>
                  <a:pt x="6362" y="8553"/>
                  <a:pt x="6396" y="7571"/>
                  <a:pt x="6443" y="6590"/>
                </a:cubicBezTo>
                <a:lnTo>
                  <a:pt x="6443" y="6590"/>
                </a:lnTo>
                <a:cubicBezTo>
                  <a:pt x="7562" y="6331"/>
                  <a:pt x="8679" y="6070"/>
                  <a:pt x="9795" y="5801"/>
                </a:cubicBezTo>
                <a:close/>
                <a:moveTo>
                  <a:pt x="11771" y="8958"/>
                </a:moveTo>
                <a:cubicBezTo>
                  <a:pt x="12536" y="10214"/>
                  <a:pt x="13278" y="11491"/>
                  <a:pt x="13947" y="12799"/>
                </a:cubicBezTo>
                <a:lnTo>
                  <a:pt x="13947" y="12799"/>
                </a:lnTo>
                <a:cubicBezTo>
                  <a:pt x="12637" y="12267"/>
                  <a:pt x="11332" y="11721"/>
                  <a:pt x="10032" y="11163"/>
                </a:cubicBezTo>
                <a:lnTo>
                  <a:pt x="10032" y="11163"/>
                </a:lnTo>
                <a:cubicBezTo>
                  <a:pt x="10616" y="10431"/>
                  <a:pt x="11196" y="9697"/>
                  <a:pt x="11771" y="8958"/>
                </a:cubicBezTo>
                <a:close/>
                <a:moveTo>
                  <a:pt x="6300" y="10607"/>
                </a:moveTo>
                <a:cubicBezTo>
                  <a:pt x="7016" y="10927"/>
                  <a:pt x="7732" y="11244"/>
                  <a:pt x="8451" y="11557"/>
                </a:cubicBezTo>
                <a:lnTo>
                  <a:pt x="8451" y="11557"/>
                </a:lnTo>
                <a:cubicBezTo>
                  <a:pt x="7691" y="12508"/>
                  <a:pt x="6929" y="13457"/>
                  <a:pt x="6174" y="14413"/>
                </a:cubicBezTo>
                <a:lnTo>
                  <a:pt x="6174" y="14413"/>
                </a:lnTo>
                <a:cubicBezTo>
                  <a:pt x="6229" y="13146"/>
                  <a:pt x="6264" y="11877"/>
                  <a:pt x="6300" y="10607"/>
                </a:cubicBezTo>
                <a:close/>
                <a:moveTo>
                  <a:pt x="6513" y="1"/>
                </a:moveTo>
                <a:cubicBezTo>
                  <a:pt x="6290" y="1"/>
                  <a:pt x="6060" y="131"/>
                  <a:pt x="6026" y="362"/>
                </a:cubicBezTo>
                <a:cubicBezTo>
                  <a:pt x="5760" y="2163"/>
                  <a:pt x="5604" y="3972"/>
                  <a:pt x="5501" y="5786"/>
                </a:cubicBezTo>
                <a:lnTo>
                  <a:pt x="5501" y="5786"/>
                </a:lnTo>
                <a:cubicBezTo>
                  <a:pt x="3837" y="6171"/>
                  <a:pt x="2172" y="6555"/>
                  <a:pt x="511" y="6958"/>
                </a:cubicBezTo>
                <a:cubicBezTo>
                  <a:pt x="115" y="7055"/>
                  <a:pt x="1" y="7681"/>
                  <a:pt x="393" y="7868"/>
                </a:cubicBezTo>
                <a:cubicBezTo>
                  <a:pt x="2028" y="8652"/>
                  <a:pt x="3672" y="9419"/>
                  <a:pt x="5324" y="10167"/>
                </a:cubicBezTo>
                <a:lnTo>
                  <a:pt x="5324" y="10167"/>
                </a:lnTo>
                <a:cubicBezTo>
                  <a:pt x="5265" y="12097"/>
                  <a:pt x="5213" y="14027"/>
                  <a:pt x="5099" y="15951"/>
                </a:cubicBezTo>
                <a:cubicBezTo>
                  <a:pt x="5085" y="16196"/>
                  <a:pt x="5221" y="16347"/>
                  <a:pt x="5397" y="16404"/>
                </a:cubicBezTo>
                <a:lnTo>
                  <a:pt x="5397" y="16404"/>
                </a:lnTo>
                <a:cubicBezTo>
                  <a:pt x="5468" y="16450"/>
                  <a:pt x="5548" y="16477"/>
                  <a:pt x="5628" y="16477"/>
                </a:cubicBezTo>
                <a:cubicBezTo>
                  <a:pt x="5740" y="16477"/>
                  <a:pt x="5853" y="16426"/>
                  <a:pt x="5948" y="16303"/>
                </a:cubicBezTo>
                <a:cubicBezTo>
                  <a:pt x="7084" y="14845"/>
                  <a:pt x="8241" y="13406"/>
                  <a:pt x="9393" y="11965"/>
                </a:cubicBezTo>
                <a:lnTo>
                  <a:pt x="9393" y="11965"/>
                </a:lnTo>
                <a:cubicBezTo>
                  <a:pt x="11196" y="12741"/>
                  <a:pt x="13009" y="13494"/>
                  <a:pt x="14832" y="14222"/>
                </a:cubicBezTo>
                <a:cubicBezTo>
                  <a:pt x="14891" y="14245"/>
                  <a:pt x="14947" y="14256"/>
                  <a:pt x="14999" y="14256"/>
                </a:cubicBezTo>
                <a:cubicBezTo>
                  <a:pt x="15344" y="14256"/>
                  <a:pt x="15535" y="13791"/>
                  <a:pt x="15394" y="13491"/>
                </a:cubicBezTo>
                <a:cubicBezTo>
                  <a:pt x="14529" y="11640"/>
                  <a:pt x="13496" y="9859"/>
                  <a:pt x="12424" y="8114"/>
                </a:cubicBezTo>
                <a:lnTo>
                  <a:pt x="12424" y="8114"/>
                </a:lnTo>
                <a:cubicBezTo>
                  <a:pt x="13397" y="6844"/>
                  <a:pt x="14350" y="5557"/>
                  <a:pt x="15264" y="4238"/>
                </a:cubicBezTo>
                <a:cubicBezTo>
                  <a:pt x="15493" y="3909"/>
                  <a:pt x="15177" y="3491"/>
                  <a:pt x="14822" y="3491"/>
                </a:cubicBezTo>
                <a:cubicBezTo>
                  <a:pt x="14782" y="3491"/>
                  <a:pt x="14741" y="3496"/>
                  <a:pt x="14701" y="3507"/>
                </a:cubicBezTo>
                <a:cubicBezTo>
                  <a:pt x="13221" y="3921"/>
                  <a:pt x="11733" y="4302"/>
                  <a:pt x="10242" y="4667"/>
                </a:cubicBezTo>
                <a:lnTo>
                  <a:pt x="10242" y="4667"/>
                </a:lnTo>
                <a:cubicBezTo>
                  <a:pt x="9206" y="3091"/>
                  <a:pt x="8105" y="1549"/>
                  <a:pt x="6860" y="143"/>
                </a:cubicBezTo>
                <a:cubicBezTo>
                  <a:pt x="6774" y="46"/>
                  <a:pt x="6645" y="1"/>
                  <a:pt x="6513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37" name="Google Shape;9837;p3"/>
          <p:cNvSpPr/>
          <p:nvPr/>
        </p:nvSpPr>
        <p:spPr>
          <a:xfrm rot="-4499992">
            <a:off x="6847733" y="393814"/>
            <a:ext cx="585793" cy="623413"/>
          </a:xfrm>
          <a:custGeom>
            <a:rect b="b" l="l" r="r" t="t"/>
            <a:pathLst>
              <a:path extrusionOk="0" h="29017" w="27269">
                <a:moveTo>
                  <a:pt x="22507" y="0"/>
                </a:moveTo>
                <a:cubicBezTo>
                  <a:pt x="21719" y="0"/>
                  <a:pt x="20932" y="201"/>
                  <a:pt x="20248" y="603"/>
                </a:cubicBezTo>
                <a:cubicBezTo>
                  <a:pt x="20101" y="684"/>
                  <a:pt x="19960" y="774"/>
                  <a:pt x="19827" y="877"/>
                </a:cubicBezTo>
                <a:cubicBezTo>
                  <a:pt x="19689" y="973"/>
                  <a:pt x="19562" y="1080"/>
                  <a:pt x="19439" y="1195"/>
                </a:cubicBezTo>
                <a:cubicBezTo>
                  <a:pt x="19306" y="1313"/>
                  <a:pt x="19214" y="1408"/>
                  <a:pt x="19117" y="1505"/>
                </a:cubicBezTo>
                <a:lnTo>
                  <a:pt x="18821" y="1800"/>
                </a:lnTo>
                <a:lnTo>
                  <a:pt x="17642" y="2975"/>
                </a:lnTo>
                <a:lnTo>
                  <a:pt x="8210" y="12373"/>
                </a:lnTo>
                <a:lnTo>
                  <a:pt x="3494" y="17071"/>
                </a:lnTo>
                <a:lnTo>
                  <a:pt x="2315" y="18246"/>
                </a:lnTo>
                <a:lnTo>
                  <a:pt x="1721" y="18842"/>
                </a:lnTo>
                <a:cubicBezTo>
                  <a:pt x="1504" y="19073"/>
                  <a:pt x="1291" y="19311"/>
                  <a:pt x="1110" y="19576"/>
                </a:cubicBezTo>
                <a:cubicBezTo>
                  <a:pt x="744" y="20099"/>
                  <a:pt x="454" y="20675"/>
                  <a:pt x="267" y="21287"/>
                </a:cubicBezTo>
                <a:cubicBezTo>
                  <a:pt x="86" y="21900"/>
                  <a:pt x="1" y="22538"/>
                  <a:pt x="13" y="23174"/>
                </a:cubicBezTo>
                <a:cubicBezTo>
                  <a:pt x="35" y="24451"/>
                  <a:pt x="496" y="25713"/>
                  <a:pt x="1281" y="26719"/>
                </a:cubicBezTo>
                <a:cubicBezTo>
                  <a:pt x="1679" y="27216"/>
                  <a:pt x="2146" y="27657"/>
                  <a:pt x="2675" y="28015"/>
                </a:cubicBezTo>
                <a:cubicBezTo>
                  <a:pt x="3210" y="28365"/>
                  <a:pt x="3798" y="28634"/>
                  <a:pt x="4413" y="28805"/>
                </a:cubicBezTo>
                <a:cubicBezTo>
                  <a:pt x="4924" y="28947"/>
                  <a:pt x="5453" y="29016"/>
                  <a:pt x="5983" y="29016"/>
                </a:cubicBezTo>
                <a:cubicBezTo>
                  <a:pt x="6728" y="29016"/>
                  <a:pt x="7474" y="28878"/>
                  <a:pt x="8170" y="28610"/>
                </a:cubicBezTo>
                <a:cubicBezTo>
                  <a:pt x="8765" y="28375"/>
                  <a:pt x="9319" y="28045"/>
                  <a:pt x="9814" y="27642"/>
                </a:cubicBezTo>
                <a:lnTo>
                  <a:pt x="10170" y="27323"/>
                </a:lnTo>
                <a:cubicBezTo>
                  <a:pt x="10285" y="27216"/>
                  <a:pt x="10371" y="27125"/>
                  <a:pt x="10472" y="27025"/>
                </a:cubicBezTo>
                <a:lnTo>
                  <a:pt x="11063" y="26437"/>
                </a:lnTo>
                <a:lnTo>
                  <a:pt x="20495" y="17039"/>
                </a:lnTo>
                <a:cubicBezTo>
                  <a:pt x="21385" y="16152"/>
                  <a:pt x="21860" y="15184"/>
                  <a:pt x="21554" y="14878"/>
                </a:cubicBezTo>
                <a:cubicBezTo>
                  <a:pt x="21491" y="14814"/>
                  <a:pt x="21400" y="14784"/>
                  <a:pt x="21287" y="14784"/>
                </a:cubicBezTo>
                <a:cubicBezTo>
                  <a:pt x="20852" y="14784"/>
                  <a:pt x="20096" y="15227"/>
                  <a:pt x="19389" y="15931"/>
                </a:cubicBezTo>
                <a:lnTo>
                  <a:pt x="9957" y="25329"/>
                </a:lnTo>
                <a:lnTo>
                  <a:pt x="9369" y="25916"/>
                </a:lnTo>
                <a:cubicBezTo>
                  <a:pt x="9272" y="26009"/>
                  <a:pt x="9166" y="26121"/>
                  <a:pt x="9079" y="26200"/>
                </a:cubicBezTo>
                <a:lnTo>
                  <a:pt x="8814" y="26439"/>
                </a:lnTo>
                <a:cubicBezTo>
                  <a:pt x="8448" y="26735"/>
                  <a:pt x="8041" y="26978"/>
                  <a:pt x="7603" y="27152"/>
                </a:cubicBezTo>
                <a:cubicBezTo>
                  <a:pt x="7090" y="27349"/>
                  <a:pt x="6538" y="27451"/>
                  <a:pt x="5987" y="27451"/>
                </a:cubicBezTo>
                <a:cubicBezTo>
                  <a:pt x="5595" y="27451"/>
                  <a:pt x="5204" y="27399"/>
                  <a:pt x="4826" y="27294"/>
                </a:cubicBezTo>
                <a:cubicBezTo>
                  <a:pt x="4373" y="27166"/>
                  <a:pt x="3939" y="26970"/>
                  <a:pt x="3544" y="26715"/>
                </a:cubicBezTo>
                <a:cubicBezTo>
                  <a:pt x="3154" y="26449"/>
                  <a:pt x="2808" y="26121"/>
                  <a:pt x="2512" y="25753"/>
                </a:cubicBezTo>
                <a:cubicBezTo>
                  <a:pt x="1935" y="25011"/>
                  <a:pt x="1591" y="24083"/>
                  <a:pt x="1577" y="23138"/>
                </a:cubicBezTo>
                <a:cubicBezTo>
                  <a:pt x="1570" y="22667"/>
                  <a:pt x="1633" y="22194"/>
                  <a:pt x="1764" y="21743"/>
                </a:cubicBezTo>
                <a:cubicBezTo>
                  <a:pt x="1902" y="21291"/>
                  <a:pt x="2118" y="20866"/>
                  <a:pt x="2387" y="20480"/>
                </a:cubicBezTo>
                <a:cubicBezTo>
                  <a:pt x="2520" y="20285"/>
                  <a:pt x="2677" y="20110"/>
                  <a:pt x="2838" y="19937"/>
                </a:cubicBezTo>
                <a:lnTo>
                  <a:pt x="3418" y="19355"/>
                </a:lnTo>
                <a:lnTo>
                  <a:pt x="4597" y="18180"/>
                </a:lnTo>
                <a:lnTo>
                  <a:pt x="9313" y="13480"/>
                </a:lnTo>
                <a:lnTo>
                  <a:pt x="18747" y="4082"/>
                </a:lnTo>
                <a:lnTo>
                  <a:pt x="19926" y="2907"/>
                </a:lnTo>
                <a:lnTo>
                  <a:pt x="20220" y="2615"/>
                </a:lnTo>
                <a:cubicBezTo>
                  <a:pt x="20318" y="2515"/>
                  <a:pt x="20421" y="2412"/>
                  <a:pt x="20497" y="2348"/>
                </a:cubicBezTo>
                <a:cubicBezTo>
                  <a:pt x="20576" y="2273"/>
                  <a:pt x="20660" y="2201"/>
                  <a:pt x="20751" y="2140"/>
                </a:cubicBezTo>
                <a:cubicBezTo>
                  <a:pt x="20836" y="2070"/>
                  <a:pt x="20930" y="2014"/>
                  <a:pt x="21027" y="1961"/>
                </a:cubicBezTo>
                <a:cubicBezTo>
                  <a:pt x="21473" y="1696"/>
                  <a:pt x="21990" y="1565"/>
                  <a:pt x="22507" y="1565"/>
                </a:cubicBezTo>
                <a:cubicBezTo>
                  <a:pt x="22870" y="1565"/>
                  <a:pt x="23232" y="1629"/>
                  <a:pt x="23570" y="1758"/>
                </a:cubicBezTo>
                <a:cubicBezTo>
                  <a:pt x="24397" y="2056"/>
                  <a:pt x="25065" y="2764"/>
                  <a:pt x="25342" y="3593"/>
                </a:cubicBezTo>
                <a:cubicBezTo>
                  <a:pt x="25634" y="4424"/>
                  <a:pt x="25517" y="5384"/>
                  <a:pt x="25051" y="6128"/>
                </a:cubicBezTo>
                <a:cubicBezTo>
                  <a:pt x="24938" y="6315"/>
                  <a:pt x="24797" y="6486"/>
                  <a:pt x="24646" y="6647"/>
                </a:cubicBezTo>
                <a:lnTo>
                  <a:pt x="24063" y="7229"/>
                </a:lnTo>
                <a:lnTo>
                  <a:pt x="22884" y="8404"/>
                </a:lnTo>
                <a:lnTo>
                  <a:pt x="20526" y="10752"/>
                </a:lnTo>
                <a:lnTo>
                  <a:pt x="15811" y="15452"/>
                </a:lnTo>
                <a:lnTo>
                  <a:pt x="11095" y="20150"/>
                </a:lnTo>
                <a:lnTo>
                  <a:pt x="10506" y="20739"/>
                </a:lnTo>
                <a:cubicBezTo>
                  <a:pt x="10283" y="20961"/>
                  <a:pt x="10170" y="21073"/>
                  <a:pt x="10011" y="21174"/>
                </a:cubicBezTo>
                <a:cubicBezTo>
                  <a:pt x="9754" y="21340"/>
                  <a:pt x="9447" y="21423"/>
                  <a:pt x="9141" y="21423"/>
                </a:cubicBezTo>
                <a:cubicBezTo>
                  <a:pt x="9072" y="21423"/>
                  <a:pt x="9004" y="21419"/>
                  <a:pt x="8936" y="21411"/>
                </a:cubicBezTo>
                <a:cubicBezTo>
                  <a:pt x="8184" y="21331"/>
                  <a:pt x="7552" y="20653"/>
                  <a:pt x="7524" y="19898"/>
                </a:cubicBezTo>
                <a:cubicBezTo>
                  <a:pt x="7500" y="19524"/>
                  <a:pt x="7607" y="19142"/>
                  <a:pt x="7834" y="18846"/>
                </a:cubicBezTo>
                <a:cubicBezTo>
                  <a:pt x="7858" y="18806"/>
                  <a:pt x="7890" y="18770"/>
                  <a:pt x="7922" y="18737"/>
                </a:cubicBezTo>
                <a:cubicBezTo>
                  <a:pt x="7951" y="18701"/>
                  <a:pt x="7979" y="18667"/>
                  <a:pt x="8035" y="18611"/>
                </a:cubicBezTo>
                <a:lnTo>
                  <a:pt x="8325" y="18313"/>
                </a:lnTo>
                <a:lnTo>
                  <a:pt x="8906" y="17717"/>
                </a:lnTo>
                <a:lnTo>
                  <a:pt x="11224" y="15333"/>
                </a:lnTo>
                <a:lnTo>
                  <a:pt x="15864" y="10561"/>
                </a:lnTo>
                <a:cubicBezTo>
                  <a:pt x="16739" y="9661"/>
                  <a:pt x="17200" y="8685"/>
                  <a:pt x="16894" y="8380"/>
                </a:cubicBezTo>
                <a:cubicBezTo>
                  <a:pt x="16832" y="8319"/>
                  <a:pt x="16743" y="8290"/>
                  <a:pt x="16633" y="8290"/>
                </a:cubicBezTo>
                <a:cubicBezTo>
                  <a:pt x="16201" y="8290"/>
                  <a:pt x="15448" y="8744"/>
                  <a:pt x="14749" y="9464"/>
                </a:cubicBezTo>
                <a:lnTo>
                  <a:pt x="10105" y="14239"/>
                </a:lnTo>
                <a:lnTo>
                  <a:pt x="7784" y="16627"/>
                </a:lnTo>
                <a:lnTo>
                  <a:pt x="7204" y="17224"/>
                </a:lnTo>
                <a:lnTo>
                  <a:pt x="6914" y="17522"/>
                </a:lnTo>
                <a:cubicBezTo>
                  <a:pt x="6870" y="17566"/>
                  <a:pt x="6806" y="17635"/>
                  <a:pt x="6745" y="17705"/>
                </a:cubicBezTo>
                <a:cubicBezTo>
                  <a:pt x="6685" y="17774"/>
                  <a:pt x="6625" y="17844"/>
                  <a:pt x="6574" y="17920"/>
                </a:cubicBezTo>
                <a:cubicBezTo>
                  <a:pt x="6130" y="18510"/>
                  <a:pt x="5916" y="19262"/>
                  <a:pt x="5963" y="19993"/>
                </a:cubicBezTo>
                <a:cubicBezTo>
                  <a:pt x="6005" y="20725"/>
                  <a:pt x="6307" y="21448"/>
                  <a:pt x="6816" y="21979"/>
                </a:cubicBezTo>
                <a:cubicBezTo>
                  <a:pt x="7313" y="22514"/>
                  <a:pt x="8009" y="22878"/>
                  <a:pt x="8739" y="22963"/>
                </a:cubicBezTo>
                <a:cubicBezTo>
                  <a:pt x="8873" y="22981"/>
                  <a:pt x="9009" y="22989"/>
                  <a:pt x="9144" y="22989"/>
                </a:cubicBezTo>
                <a:cubicBezTo>
                  <a:pt x="9743" y="22989"/>
                  <a:pt x="10342" y="22822"/>
                  <a:pt x="10848" y="22496"/>
                </a:cubicBezTo>
                <a:cubicBezTo>
                  <a:pt x="11003" y="22395"/>
                  <a:pt x="11152" y="22287"/>
                  <a:pt x="11286" y="22162"/>
                </a:cubicBezTo>
                <a:cubicBezTo>
                  <a:pt x="11439" y="22025"/>
                  <a:pt x="11502" y="21951"/>
                  <a:pt x="11612" y="21848"/>
                </a:cubicBezTo>
                <a:lnTo>
                  <a:pt x="12200" y="21260"/>
                </a:lnTo>
                <a:lnTo>
                  <a:pt x="16916" y="16562"/>
                </a:lnTo>
                <a:lnTo>
                  <a:pt x="21632" y="11862"/>
                </a:lnTo>
                <a:lnTo>
                  <a:pt x="23990" y="9514"/>
                </a:lnTo>
                <a:lnTo>
                  <a:pt x="25169" y="8339"/>
                </a:lnTo>
                <a:lnTo>
                  <a:pt x="25763" y="7742"/>
                </a:lnTo>
                <a:cubicBezTo>
                  <a:pt x="25994" y="7502"/>
                  <a:pt x="26206" y="7241"/>
                  <a:pt x="26381" y="6955"/>
                </a:cubicBezTo>
                <a:cubicBezTo>
                  <a:pt x="27093" y="5816"/>
                  <a:pt x="27268" y="4360"/>
                  <a:pt x="26825" y="3092"/>
                </a:cubicBezTo>
                <a:cubicBezTo>
                  <a:pt x="26397" y="1820"/>
                  <a:pt x="25389" y="758"/>
                  <a:pt x="24125" y="295"/>
                </a:cubicBezTo>
                <a:cubicBezTo>
                  <a:pt x="23609" y="98"/>
                  <a:pt x="23058" y="0"/>
                  <a:pt x="22507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38" name="Google Shape;9838;p3"/>
          <p:cNvSpPr/>
          <p:nvPr/>
        </p:nvSpPr>
        <p:spPr>
          <a:xfrm>
            <a:off x="6587700" y="970775"/>
            <a:ext cx="176025" cy="165050"/>
          </a:xfrm>
          <a:custGeom>
            <a:rect b="b" l="l" r="r" t="t"/>
            <a:pathLst>
              <a:path extrusionOk="0" h="6602" w="7041">
                <a:moveTo>
                  <a:pt x="4935" y="1378"/>
                </a:moveTo>
                <a:cubicBezTo>
                  <a:pt x="4939" y="1380"/>
                  <a:pt x="4948" y="1387"/>
                  <a:pt x="4965" y="1400"/>
                </a:cubicBezTo>
                <a:cubicBezTo>
                  <a:pt x="4955" y="1392"/>
                  <a:pt x="4945" y="1385"/>
                  <a:pt x="4935" y="1378"/>
                </a:cubicBezTo>
                <a:close/>
                <a:moveTo>
                  <a:pt x="1630" y="1762"/>
                </a:moveTo>
                <a:lnTo>
                  <a:pt x="1630" y="1762"/>
                </a:lnTo>
                <a:cubicBezTo>
                  <a:pt x="1621" y="1773"/>
                  <a:pt x="1618" y="1778"/>
                  <a:pt x="1618" y="1778"/>
                </a:cubicBezTo>
                <a:cubicBezTo>
                  <a:pt x="1618" y="1778"/>
                  <a:pt x="1623" y="1771"/>
                  <a:pt x="1630" y="1762"/>
                </a:cubicBezTo>
                <a:close/>
                <a:moveTo>
                  <a:pt x="3639" y="986"/>
                </a:moveTo>
                <a:cubicBezTo>
                  <a:pt x="4036" y="986"/>
                  <a:pt x="4418" y="1072"/>
                  <a:pt x="4734" y="1250"/>
                </a:cubicBezTo>
                <a:cubicBezTo>
                  <a:pt x="4786" y="1280"/>
                  <a:pt x="4839" y="1313"/>
                  <a:pt x="4890" y="1347"/>
                </a:cubicBezTo>
                <a:cubicBezTo>
                  <a:pt x="4906" y="1357"/>
                  <a:pt x="4921" y="1367"/>
                  <a:pt x="4935" y="1378"/>
                </a:cubicBezTo>
                <a:lnTo>
                  <a:pt x="4935" y="1378"/>
                </a:lnTo>
                <a:cubicBezTo>
                  <a:pt x="4934" y="1377"/>
                  <a:pt x="4933" y="1376"/>
                  <a:pt x="4933" y="1376"/>
                </a:cubicBezTo>
                <a:lnTo>
                  <a:pt x="4933" y="1376"/>
                </a:lnTo>
                <a:cubicBezTo>
                  <a:pt x="4934" y="1376"/>
                  <a:pt x="4964" y="1397"/>
                  <a:pt x="4972" y="1404"/>
                </a:cubicBezTo>
                <a:cubicBezTo>
                  <a:pt x="5081" y="1495"/>
                  <a:pt x="5182" y="1594"/>
                  <a:pt x="5275" y="1701"/>
                </a:cubicBezTo>
                <a:cubicBezTo>
                  <a:pt x="5296" y="1724"/>
                  <a:pt x="5315" y="1747"/>
                  <a:pt x="5332" y="1771"/>
                </a:cubicBezTo>
                <a:cubicBezTo>
                  <a:pt x="5336" y="1776"/>
                  <a:pt x="5339" y="1780"/>
                  <a:pt x="5342" y="1782"/>
                </a:cubicBezTo>
                <a:lnTo>
                  <a:pt x="5342" y="1782"/>
                </a:lnTo>
                <a:cubicBezTo>
                  <a:pt x="5378" y="1835"/>
                  <a:pt x="5414" y="1889"/>
                  <a:pt x="5446" y="1943"/>
                </a:cubicBezTo>
                <a:cubicBezTo>
                  <a:pt x="5477" y="1994"/>
                  <a:pt x="5507" y="2045"/>
                  <a:pt x="5534" y="2097"/>
                </a:cubicBezTo>
                <a:cubicBezTo>
                  <a:pt x="5548" y="2126"/>
                  <a:pt x="5603" y="2244"/>
                  <a:pt x="5604" y="2244"/>
                </a:cubicBezTo>
                <a:cubicBezTo>
                  <a:pt x="5605" y="2244"/>
                  <a:pt x="5604" y="2244"/>
                  <a:pt x="5604" y="2242"/>
                </a:cubicBezTo>
                <a:lnTo>
                  <a:pt x="5604" y="2242"/>
                </a:lnTo>
                <a:cubicBezTo>
                  <a:pt x="5646" y="2347"/>
                  <a:pt x="5682" y="2454"/>
                  <a:pt x="5711" y="2561"/>
                </a:cubicBezTo>
                <a:cubicBezTo>
                  <a:pt x="5726" y="2620"/>
                  <a:pt x="5741" y="2679"/>
                  <a:pt x="5751" y="2738"/>
                </a:cubicBezTo>
                <a:cubicBezTo>
                  <a:pt x="5756" y="2758"/>
                  <a:pt x="5778" y="2901"/>
                  <a:pt x="5781" y="2901"/>
                </a:cubicBezTo>
                <a:cubicBezTo>
                  <a:pt x="5781" y="2901"/>
                  <a:pt x="5781" y="2892"/>
                  <a:pt x="5779" y="2872"/>
                </a:cubicBezTo>
                <a:lnTo>
                  <a:pt x="5779" y="2872"/>
                </a:lnTo>
                <a:cubicBezTo>
                  <a:pt x="5793" y="2999"/>
                  <a:pt x="5800" y="3127"/>
                  <a:pt x="5800" y="3256"/>
                </a:cubicBezTo>
                <a:cubicBezTo>
                  <a:pt x="5798" y="3323"/>
                  <a:pt x="5796" y="3393"/>
                  <a:pt x="5791" y="3460"/>
                </a:cubicBezTo>
                <a:cubicBezTo>
                  <a:pt x="5787" y="3518"/>
                  <a:pt x="5781" y="3572"/>
                  <a:pt x="5780" y="3582"/>
                </a:cubicBezTo>
                <a:lnTo>
                  <a:pt x="5780" y="3582"/>
                </a:lnTo>
                <a:cubicBezTo>
                  <a:pt x="5759" y="3706"/>
                  <a:pt x="5734" y="3831"/>
                  <a:pt x="5699" y="3953"/>
                </a:cubicBezTo>
                <a:cubicBezTo>
                  <a:pt x="5682" y="4012"/>
                  <a:pt x="5663" y="4069"/>
                  <a:pt x="5642" y="4126"/>
                </a:cubicBezTo>
                <a:cubicBezTo>
                  <a:pt x="5631" y="4155"/>
                  <a:pt x="5621" y="4183"/>
                  <a:pt x="5610" y="4212"/>
                </a:cubicBezTo>
                <a:cubicBezTo>
                  <a:pt x="5606" y="4223"/>
                  <a:pt x="5602" y="4232"/>
                  <a:pt x="5600" y="4238"/>
                </a:cubicBezTo>
                <a:lnTo>
                  <a:pt x="5600" y="4238"/>
                </a:lnTo>
                <a:cubicBezTo>
                  <a:pt x="5597" y="4244"/>
                  <a:pt x="5593" y="4252"/>
                  <a:pt x="5589" y="4261"/>
                </a:cubicBezTo>
                <a:cubicBezTo>
                  <a:pt x="5534" y="4370"/>
                  <a:pt x="5477" y="4478"/>
                  <a:pt x="5412" y="4581"/>
                </a:cubicBezTo>
                <a:cubicBezTo>
                  <a:pt x="5311" y="4737"/>
                  <a:pt x="5324" y="4720"/>
                  <a:pt x="5189" y="4863"/>
                </a:cubicBezTo>
                <a:cubicBezTo>
                  <a:pt x="4814" y="5261"/>
                  <a:pt x="4355" y="5476"/>
                  <a:pt x="3756" y="5573"/>
                </a:cubicBezTo>
                <a:cubicBezTo>
                  <a:pt x="3620" y="5595"/>
                  <a:pt x="3482" y="5605"/>
                  <a:pt x="3344" y="5605"/>
                </a:cubicBezTo>
                <a:cubicBezTo>
                  <a:pt x="2954" y="5605"/>
                  <a:pt x="2572" y="5519"/>
                  <a:pt x="2265" y="5346"/>
                </a:cubicBezTo>
                <a:cubicBezTo>
                  <a:pt x="2214" y="5316"/>
                  <a:pt x="2164" y="5285"/>
                  <a:pt x="2113" y="5253"/>
                </a:cubicBezTo>
                <a:cubicBezTo>
                  <a:pt x="2098" y="5243"/>
                  <a:pt x="2015" y="5180"/>
                  <a:pt x="2013" y="5180"/>
                </a:cubicBezTo>
                <a:lnTo>
                  <a:pt x="2013" y="5180"/>
                </a:lnTo>
                <a:cubicBezTo>
                  <a:pt x="2013" y="5180"/>
                  <a:pt x="2019" y="5186"/>
                  <a:pt x="2037" y="5200"/>
                </a:cubicBezTo>
                <a:cubicBezTo>
                  <a:pt x="1930" y="5114"/>
                  <a:pt x="1831" y="5019"/>
                  <a:pt x="1740" y="4916"/>
                </a:cubicBezTo>
                <a:cubicBezTo>
                  <a:pt x="1728" y="4902"/>
                  <a:pt x="1675" y="4837"/>
                  <a:pt x="1657" y="4816"/>
                </a:cubicBezTo>
                <a:lnTo>
                  <a:pt x="1657" y="4816"/>
                </a:lnTo>
                <a:cubicBezTo>
                  <a:pt x="1647" y="4801"/>
                  <a:pt x="1584" y="4711"/>
                  <a:pt x="1570" y="4688"/>
                </a:cubicBezTo>
                <a:cubicBezTo>
                  <a:pt x="1500" y="4579"/>
                  <a:pt x="1439" y="4465"/>
                  <a:pt x="1382" y="4347"/>
                </a:cubicBezTo>
                <a:cubicBezTo>
                  <a:pt x="1372" y="4327"/>
                  <a:pt x="1369" y="4322"/>
                  <a:pt x="1368" y="4322"/>
                </a:cubicBezTo>
                <a:lnTo>
                  <a:pt x="1368" y="4322"/>
                </a:lnTo>
                <a:cubicBezTo>
                  <a:pt x="1368" y="4322"/>
                  <a:pt x="1368" y="4322"/>
                  <a:pt x="1368" y="4322"/>
                </a:cubicBezTo>
                <a:lnTo>
                  <a:pt x="1368" y="4322"/>
                </a:lnTo>
                <a:cubicBezTo>
                  <a:pt x="1366" y="4315"/>
                  <a:pt x="1360" y="4299"/>
                  <a:pt x="1348" y="4265"/>
                </a:cubicBezTo>
                <a:cubicBezTo>
                  <a:pt x="1329" y="4210"/>
                  <a:pt x="1308" y="4155"/>
                  <a:pt x="1291" y="4101"/>
                </a:cubicBezTo>
                <a:cubicBezTo>
                  <a:pt x="1251" y="3974"/>
                  <a:pt x="1220" y="3848"/>
                  <a:pt x="1197" y="3717"/>
                </a:cubicBezTo>
                <a:cubicBezTo>
                  <a:pt x="1192" y="3696"/>
                  <a:pt x="1179" y="3596"/>
                  <a:pt x="1178" y="3596"/>
                </a:cubicBezTo>
                <a:lnTo>
                  <a:pt x="1178" y="3596"/>
                </a:lnTo>
                <a:cubicBezTo>
                  <a:pt x="1178" y="3596"/>
                  <a:pt x="1179" y="3606"/>
                  <a:pt x="1182" y="3633"/>
                </a:cubicBezTo>
                <a:cubicBezTo>
                  <a:pt x="1173" y="3568"/>
                  <a:pt x="1167" y="3502"/>
                  <a:pt x="1165" y="3437"/>
                </a:cubicBezTo>
                <a:cubicBezTo>
                  <a:pt x="1157" y="3304"/>
                  <a:pt x="1157" y="3174"/>
                  <a:pt x="1165" y="3041"/>
                </a:cubicBezTo>
                <a:cubicBezTo>
                  <a:pt x="1167" y="3011"/>
                  <a:pt x="1179" y="2898"/>
                  <a:pt x="1181" y="2870"/>
                </a:cubicBezTo>
                <a:lnTo>
                  <a:pt x="1181" y="2870"/>
                </a:lnTo>
                <a:cubicBezTo>
                  <a:pt x="1186" y="2847"/>
                  <a:pt x="1203" y="2750"/>
                  <a:pt x="1209" y="2721"/>
                </a:cubicBezTo>
                <a:cubicBezTo>
                  <a:pt x="1239" y="2580"/>
                  <a:pt x="1281" y="2443"/>
                  <a:pt x="1327" y="2306"/>
                </a:cubicBezTo>
                <a:cubicBezTo>
                  <a:pt x="1342" y="2262"/>
                  <a:pt x="1345" y="2248"/>
                  <a:pt x="1346" y="2244"/>
                </a:cubicBezTo>
                <a:lnTo>
                  <a:pt x="1346" y="2244"/>
                </a:lnTo>
                <a:cubicBezTo>
                  <a:pt x="1348" y="2241"/>
                  <a:pt x="1355" y="2229"/>
                  <a:pt x="1376" y="2188"/>
                </a:cubicBezTo>
                <a:cubicBezTo>
                  <a:pt x="1407" y="2125"/>
                  <a:pt x="1439" y="2059"/>
                  <a:pt x="1475" y="1998"/>
                </a:cubicBezTo>
                <a:cubicBezTo>
                  <a:pt x="1511" y="1937"/>
                  <a:pt x="1551" y="1878"/>
                  <a:pt x="1588" y="1819"/>
                </a:cubicBezTo>
                <a:cubicBezTo>
                  <a:pt x="1603" y="1799"/>
                  <a:pt x="1618" y="1779"/>
                  <a:pt x="1632" y="1759"/>
                </a:cubicBezTo>
                <a:lnTo>
                  <a:pt x="1632" y="1759"/>
                </a:lnTo>
                <a:cubicBezTo>
                  <a:pt x="1639" y="1751"/>
                  <a:pt x="1646" y="1741"/>
                  <a:pt x="1654" y="1733"/>
                </a:cubicBezTo>
                <a:cubicBezTo>
                  <a:pt x="1744" y="1632"/>
                  <a:pt x="1839" y="1535"/>
                  <a:pt x="1945" y="1446"/>
                </a:cubicBezTo>
                <a:cubicBezTo>
                  <a:pt x="1949" y="1443"/>
                  <a:pt x="1952" y="1440"/>
                  <a:pt x="1955" y="1437"/>
                </a:cubicBezTo>
                <a:lnTo>
                  <a:pt x="1955" y="1437"/>
                </a:lnTo>
                <a:cubicBezTo>
                  <a:pt x="1958" y="1435"/>
                  <a:pt x="1960" y="1434"/>
                  <a:pt x="1963" y="1431"/>
                </a:cubicBezTo>
                <a:cubicBezTo>
                  <a:pt x="1993" y="1410"/>
                  <a:pt x="2022" y="1389"/>
                  <a:pt x="2054" y="1370"/>
                </a:cubicBezTo>
                <a:cubicBezTo>
                  <a:pt x="2115" y="1328"/>
                  <a:pt x="2180" y="1292"/>
                  <a:pt x="2246" y="1257"/>
                </a:cubicBezTo>
                <a:cubicBezTo>
                  <a:pt x="2372" y="1191"/>
                  <a:pt x="2412" y="1174"/>
                  <a:pt x="2604" y="1120"/>
                </a:cubicBezTo>
                <a:cubicBezTo>
                  <a:pt x="2802" y="1065"/>
                  <a:pt x="2859" y="1059"/>
                  <a:pt x="3023" y="1044"/>
                </a:cubicBezTo>
                <a:cubicBezTo>
                  <a:pt x="3046" y="1042"/>
                  <a:pt x="3069" y="1039"/>
                  <a:pt x="3092" y="1035"/>
                </a:cubicBezTo>
                <a:lnTo>
                  <a:pt x="3092" y="1035"/>
                </a:lnTo>
                <a:cubicBezTo>
                  <a:pt x="3113" y="1033"/>
                  <a:pt x="3134" y="1031"/>
                  <a:pt x="3156" y="1027"/>
                </a:cubicBezTo>
                <a:cubicBezTo>
                  <a:pt x="3317" y="1000"/>
                  <a:pt x="3479" y="986"/>
                  <a:pt x="3639" y="986"/>
                </a:cubicBezTo>
                <a:close/>
                <a:moveTo>
                  <a:pt x="3656" y="0"/>
                </a:moveTo>
                <a:cubicBezTo>
                  <a:pt x="3424" y="0"/>
                  <a:pt x="3191" y="20"/>
                  <a:pt x="2962" y="55"/>
                </a:cubicBezTo>
                <a:lnTo>
                  <a:pt x="2962" y="55"/>
                </a:lnTo>
                <a:cubicBezTo>
                  <a:pt x="1592" y="189"/>
                  <a:pt x="506" y="1128"/>
                  <a:pt x="238" y="2500"/>
                </a:cubicBezTo>
                <a:cubicBezTo>
                  <a:pt x="0" y="3730"/>
                  <a:pt x="360" y="5131"/>
                  <a:pt x="1367" y="5933"/>
                </a:cubicBezTo>
                <a:cubicBezTo>
                  <a:pt x="1934" y="6385"/>
                  <a:pt x="2656" y="6602"/>
                  <a:pt x="3382" y="6602"/>
                </a:cubicBezTo>
                <a:cubicBezTo>
                  <a:pt x="4138" y="6602"/>
                  <a:pt x="4898" y="6367"/>
                  <a:pt x="5494" y="5917"/>
                </a:cubicBezTo>
                <a:cubicBezTo>
                  <a:pt x="6607" y="5078"/>
                  <a:pt x="7041" y="3580"/>
                  <a:pt x="6659" y="2253"/>
                </a:cubicBezTo>
                <a:cubicBezTo>
                  <a:pt x="6453" y="1537"/>
                  <a:pt x="6015" y="905"/>
                  <a:pt x="5393" y="488"/>
                </a:cubicBezTo>
                <a:cubicBezTo>
                  <a:pt x="4872" y="137"/>
                  <a:pt x="4267" y="0"/>
                  <a:pt x="365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39" name="Google Shape;9839;p3"/>
          <p:cNvSpPr/>
          <p:nvPr/>
        </p:nvSpPr>
        <p:spPr>
          <a:xfrm>
            <a:off x="7805125" y="807350"/>
            <a:ext cx="117525" cy="110100"/>
          </a:xfrm>
          <a:custGeom>
            <a:rect b="b" l="l" r="r" t="t"/>
            <a:pathLst>
              <a:path extrusionOk="0" h="4404" w="4701">
                <a:moveTo>
                  <a:pt x="1951" y="1032"/>
                </a:moveTo>
                <a:cubicBezTo>
                  <a:pt x="1950" y="1033"/>
                  <a:pt x="1949" y="1033"/>
                  <a:pt x="1947" y="1033"/>
                </a:cubicBezTo>
                <a:cubicBezTo>
                  <a:pt x="1948" y="1033"/>
                  <a:pt x="1950" y="1033"/>
                  <a:pt x="1951" y="1032"/>
                </a:cubicBezTo>
                <a:close/>
                <a:moveTo>
                  <a:pt x="2857" y="1059"/>
                </a:moveTo>
                <a:cubicBezTo>
                  <a:pt x="2871" y="1059"/>
                  <a:pt x="2889" y="1066"/>
                  <a:pt x="2907" y="1075"/>
                </a:cubicBezTo>
                <a:lnTo>
                  <a:pt x="2907" y="1075"/>
                </a:lnTo>
                <a:cubicBezTo>
                  <a:pt x="2887" y="1068"/>
                  <a:pt x="2858" y="1059"/>
                  <a:pt x="2857" y="1059"/>
                </a:cubicBezTo>
                <a:close/>
                <a:moveTo>
                  <a:pt x="3091" y="1185"/>
                </a:moveTo>
                <a:cubicBezTo>
                  <a:pt x="3091" y="1185"/>
                  <a:pt x="3091" y="1185"/>
                  <a:pt x="3091" y="1185"/>
                </a:cubicBezTo>
                <a:lnTo>
                  <a:pt x="3091" y="1185"/>
                </a:lnTo>
                <a:cubicBezTo>
                  <a:pt x="3091" y="1185"/>
                  <a:pt x="3091" y="1185"/>
                  <a:pt x="3091" y="1185"/>
                </a:cubicBezTo>
                <a:close/>
                <a:moveTo>
                  <a:pt x="3104" y="1198"/>
                </a:moveTo>
                <a:cubicBezTo>
                  <a:pt x="3111" y="1203"/>
                  <a:pt x="3118" y="1208"/>
                  <a:pt x="3125" y="1213"/>
                </a:cubicBezTo>
                <a:cubicBezTo>
                  <a:pt x="3142" y="1224"/>
                  <a:pt x="3149" y="1229"/>
                  <a:pt x="3148" y="1229"/>
                </a:cubicBezTo>
                <a:cubicBezTo>
                  <a:pt x="3148" y="1229"/>
                  <a:pt x="3121" y="1211"/>
                  <a:pt x="3104" y="1198"/>
                </a:cubicBezTo>
                <a:close/>
                <a:moveTo>
                  <a:pt x="1747" y="3319"/>
                </a:moveTo>
                <a:cubicBezTo>
                  <a:pt x="1767" y="3326"/>
                  <a:pt x="1803" y="3338"/>
                  <a:pt x="1802" y="3338"/>
                </a:cubicBezTo>
                <a:cubicBezTo>
                  <a:pt x="1800" y="3339"/>
                  <a:pt x="1799" y="3339"/>
                  <a:pt x="1797" y="3339"/>
                </a:cubicBezTo>
                <a:cubicBezTo>
                  <a:pt x="1785" y="3339"/>
                  <a:pt x="1766" y="3330"/>
                  <a:pt x="1747" y="3319"/>
                </a:cubicBezTo>
                <a:close/>
                <a:moveTo>
                  <a:pt x="2463" y="3393"/>
                </a:moveTo>
                <a:cubicBezTo>
                  <a:pt x="2461" y="3393"/>
                  <a:pt x="2459" y="3393"/>
                  <a:pt x="2456" y="3393"/>
                </a:cubicBezTo>
                <a:lnTo>
                  <a:pt x="2456" y="3393"/>
                </a:lnTo>
                <a:cubicBezTo>
                  <a:pt x="2459" y="3393"/>
                  <a:pt x="2462" y="3393"/>
                  <a:pt x="2463" y="3393"/>
                </a:cubicBezTo>
                <a:close/>
                <a:moveTo>
                  <a:pt x="2387" y="989"/>
                </a:moveTo>
                <a:cubicBezTo>
                  <a:pt x="2440" y="989"/>
                  <a:pt x="2491" y="989"/>
                  <a:pt x="2541" y="993"/>
                </a:cubicBezTo>
                <a:cubicBezTo>
                  <a:pt x="2560" y="993"/>
                  <a:pt x="2582" y="997"/>
                  <a:pt x="2601" y="998"/>
                </a:cubicBezTo>
                <a:lnTo>
                  <a:pt x="2601" y="998"/>
                </a:lnTo>
                <a:cubicBezTo>
                  <a:pt x="2682" y="1018"/>
                  <a:pt x="2761" y="1029"/>
                  <a:pt x="2840" y="1057"/>
                </a:cubicBezTo>
                <a:cubicBezTo>
                  <a:pt x="2857" y="1061"/>
                  <a:pt x="2876" y="1069"/>
                  <a:pt x="2895" y="1076"/>
                </a:cubicBezTo>
                <a:cubicBezTo>
                  <a:pt x="2906" y="1079"/>
                  <a:pt x="2914" y="1081"/>
                  <a:pt x="2919" y="1082"/>
                </a:cubicBezTo>
                <a:lnTo>
                  <a:pt x="2919" y="1082"/>
                </a:lnTo>
                <a:cubicBezTo>
                  <a:pt x="2944" y="1096"/>
                  <a:pt x="2968" y="1113"/>
                  <a:pt x="2984" y="1122"/>
                </a:cubicBezTo>
                <a:cubicBezTo>
                  <a:pt x="3015" y="1139"/>
                  <a:pt x="3049" y="1160"/>
                  <a:pt x="3080" y="1181"/>
                </a:cubicBezTo>
                <a:cubicBezTo>
                  <a:pt x="3084" y="1184"/>
                  <a:pt x="3088" y="1186"/>
                  <a:pt x="3092" y="1189"/>
                </a:cubicBezTo>
                <a:lnTo>
                  <a:pt x="3092" y="1189"/>
                </a:lnTo>
                <a:cubicBezTo>
                  <a:pt x="3107" y="1217"/>
                  <a:pt x="3258" y="1347"/>
                  <a:pt x="3274" y="1366"/>
                </a:cubicBezTo>
                <a:cubicBezTo>
                  <a:pt x="3278" y="1370"/>
                  <a:pt x="3281" y="1374"/>
                  <a:pt x="3284" y="1378"/>
                </a:cubicBezTo>
                <a:lnTo>
                  <a:pt x="3284" y="1378"/>
                </a:lnTo>
                <a:cubicBezTo>
                  <a:pt x="3304" y="1410"/>
                  <a:pt x="3328" y="1440"/>
                  <a:pt x="3348" y="1474"/>
                </a:cubicBezTo>
                <a:cubicBezTo>
                  <a:pt x="3367" y="1503"/>
                  <a:pt x="3386" y="1535"/>
                  <a:pt x="3403" y="1569"/>
                </a:cubicBezTo>
                <a:cubicBezTo>
                  <a:pt x="3409" y="1579"/>
                  <a:pt x="3414" y="1591"/>
                  <a:pt x="3420" y="1604"/>
                </a:cubicBezTo>
                <a:lnTo>
                  <a:pt x="3420" y="1604"/>
                </a:lnTo>
                <a:cubicBezTo>
                  <a:pt x="3420" y="1602"/>
                  <a:pt x="3420" y="1600"/>
                  <a:pt x="3420" y="1598"/>
                </a:cubicBezTo>
                <a:lnTo>
                  <a:pt x="3420" y="1598"/>
                </a:lnTo>
                <a:cubicBezTo>
                  <a:pt x="3420" y="1600"/>
                  <a:pt x="3420" y="1602"/>
                  <a:pt x="3420" y="1604"/>
                </a:cubicBezTo>
                <a:lnTo>
                  <a:pt x="3420" y="1604"/>
                </a:lnTo>
                <a:cubicBezTo>
                  <a:pt x="3420" y="1604"/>
                  <a:pt x="3420" y="1604"/>
                  <a:pt x="3420" y="1604"/>
                </a:cubicBezTo>
                <a:lnTo>
                  <a:pt x="3420" y="1604"/>
                </a:lnTo>
                <a:cubicBezTo>
                  <a:pt x="3420" y="1621"/>
                  <a:pt x="3423" y="1634"/>
                  <a:pt x="3427" y="1644"/>
                </a:cubicBezTo>
                <a:lnTo>
                  <a:pt x="3427" y="1644"/>
                </a:lnTo>
                <a:cubicBezTo>
                  <a:pt x="3423" y="1630"/>
                  <a:pt x="3420" y="1616"/>
                  <a:pt x="3420" y="1604"/>
                </a:cubicBezTo>
                <a:lnTo>
                  <a:pt x="3420" y="1604"/>
                </a:lnTo>
                <a:cubicBezTo>
                  <a:pt x="3422" y="1608"/>
                  <a:pt x="3424" y="1613"/>
                  <a:pt x="3426" y="1617"/>
                </a:cubicBezTo>
                <a:cubicBezTo>
                  <a:pt x="3442" y="1646"/>
                  <a:pt x="3443" y="1659"/>
                  <a:pt x="3439" y="1659"/>
                </a:cubicBezTo>
                <a:cubicBezTo>
                  <a:pt x="3436" y="1659"/>
                  <a:pt x="3432" y="1654"/>
                  <a:pt x="3427" y="1644"/>
                </a:cubicBezTo>
                <a:lnTo>
                  <a:pt x="3427" y="1644"/>
                </a:lnTo>
                <a:cubicBezTo>
                  <a:pt x="3443" y="1697"/>
                  <a:pt x="3479" y="1760"/>
                  <a:pt x="3491" y="1802"/>
                </a:cubicBezTo>
                <a:cubicBezTo>
                  <a:pt x="3500" y="1838"/>
                  <a:pt x="3508" y="1874"/>
                  <a:pt x="3517" y="1910"/>
                </a:cubicBezTo>
                <a:cubicBezTo>
                  <a:pt x="3521" y="1933"/>
                  <a:pt x="3525" y="1954"/>
                  <a:pt x="3529" y="1977"/>
                </a:cubicBezTo>
                <a:cubicBezTo>
                  <a:pt x="3534" y="2005"/>
                  <a:pt x="3537" y="2015"/>
                  <a:pt x="3538" y="2015"/>
                </a:cubicBezTo>
                <a:cubicBezTo>
                  <a:pt x="3540" y="2015"/>
                  <a:pt x="3530" y="1942"/>
                  <a:pt x="3525" y="1939"/>
                </a:cubicBezTo>
                <a:lnTo>
                  <a:pt x="3525" y="1939"/>
                </a:lnTo>
                <a:cubicBezTo>
                  <a:pt x="3550" y="1954"/>
                  <a:pt x="3538" y="2142"/>
                  <a:pt x="3538" y="2173"/>
                </a:cubicBezTo>
                <a:cubicBezTo>
                  <a:pt x="3538" y="2215"/>
                  <a:pt x="3535" y="2257"/>
                  <a:pt x="3533" y="2297"/>
                </a:cubicBezTo>
                <a:cubicBezTo>
                  <a:pt x="3532" y="2312"/>
                  <a:pt x="3530" y="2326"/>
                  <a:pt x="3529" y="2339"/>
                </a:cubicBezTo>
                <a:lnTo>
                  <a:pt x="3529" y="2339"/>
                </a:lnTo>
                <a:cubicBezTo>
                  <a:pt x="3514" y="2409"/>
                  <a:pt x="3504" y="2477"/>
                  <a:pt x="3483" y="2546"/>
                </a:cubicBezTo>
                <a:cubicBezTo>
                  <a:pt x="3472" y="2582"/>
                  <a:pt x="3462" y="2618"/>
                  <a:pt x="3449" y="2651"/>
                </a:cubicBezTo>
                <a:cubicBezTo>
                  <a:pt x="3445" y="2663"/>
                  <a:pt x="3440" y="2676"/>
                  <a:pt x="3436" y="2688"/>
                </a:cubicBezTo>
                <a:lnTo>
                  <a:pt x="3436" y="2688"/>
                </a:lnTo>
                <a:cubicBezTo>
                  <a:pt x="3398" y="2751"/>
                  <a:pt x="3369" y="2818"/>
                  <a:pt x="3329" y="2881"/>
                </a:cubicBezTo>
                <a:cubicBezTo>
                  <a:pt x="3324" y="2889"/>
                  <a:pt x="3300" y="2922"/>
                  <a:pt x="3284" y="2945"/>
                </a:cubicBezTo>
                <a:lnTo>
                  <a:pt x="3284" y="2945"/>
                </a:lnTo>
                <a:cubicBezTo>
                  <a:pt x="3263" y="2968"/>
                  <a:pt x="3232" y="3005"/>
                  <a:pt x="3224" y="3014"/>
                </a:cubicBezTo>
                <a:cubicBezTo>
                  <a:pt x="3198" y="3041"/>
                  <a:pt x="3171" y="3069"/>
                  <a:pt x="3142" y="3094"/>
                </a:cubicBezTo>
                <a:cubicBezTo>
                  <a:pt x="3127" y="3106"/>
                  <a:pt x="3112" y="3119"/>
                  <a:pt x="3099" y="3132"/>
                </a:cubicBezTo>
                <a:cubicBezTo>
                  <a:pt x="3075" y="3154"/>
                  <a:pt x="3071" y="3163"/>
                  <a:pt x="3076" y="3163"/>
                </a:cubicBezTo>
                <a:cubicBezTo>
                  <a:pt x="3076" y="3163"/>
                  <a:pt x="3077" y="3163"/>
                  <a:pt x="3078" y="3162"/>
                </a:cubicBezTo>
                <a:lnTo>
                  <a:pt x="3078" y="3162"/>
                </a:lnTo>
                <a:cubicBezTo>
                  <a:pt x="3021" y="3203"/>
                  <a:pt x="2923" y="3245"/>
                  <a:pt x="2889" y="3262"/>
                </a:cubicBezTo>
                <a:cubicBezTo>
                  <a:pt x="2863" y="3275"/>
                  <a:pt x="2803" y="3296"/>
                  <a:pt x="2805" y="3296"/>
                </a:cubicBezTo>
                <a:cubicBezTo>
                  <a:pt x="2806" y="3296"/>
                  <a:pt x="2822" y="3291"/>
                  <a:pt x="2866" y="3277"/>
                </a:cubicBezTo>
                <a:lnTo>
                  <a:pt x="2866" y="3277"/>
                </a:lnTo>
                <a:cubicBezTo>
                  <a:pt x="2823" y="3292"/>
                  <a:pt x="2783" y="3309"/>
                  <a:pt x="2741" y="3323"/>
                </a:cubicBezTo>
                <a:cubicBezTo>
                  <a:pt x="2642" y="3355"/>
                  <a:pt x="2541" y="3376"/>
                  <a:pt x="2438" y="3395"/>
                </a:cubicBezTo>
                <a:cubicBezTo>
                  <a:pt x="2437" y="3395"/>
                  <a:pt x="2437" y="3395"/>
                  <a:pt x="2437" y="3395"/>
                </a:cubicBezTo>
                <a:lnTo>
                  <a:pt x="2437" y="3395"/>
                </a:lnTo>
                <a:cubicBezTo>
                  <a:pt x="2416" y="3397"/>
                  <a:pt x="2395" y="3400"/>
                  <a:pt x="2375" y="3401"/>
                </a:cubicBezTo>
                <a:cubicBezTo>
                  <a:pt x="2330" y="3403"/>
                  <a:pt x="2284" y="3406"/>
                  <a:pt x="2240" y="3406"/>
                </a:cubicBezTo>
                <a:cubicBezTo>
                  <a:pt x="2226" y="3406"/>
                  <a:pt x="2211" y="3406"/>
                  <a:pt x="2197" y="3406"/>
                </a:cubicBezTo>
                <a:cubicBezTo>
                  <a:pt x="2163" y="3406"/>
                  <a:pt x="2129" y="3405"/>
                  <a:pt x="2094" y="3403"/>
                </a:cubicBezTo>
                <a:cubicBezTo>
                  <a:pt x="2081" y="3402"/>
                  <a:pt x="2067" y="3400"/>
                  <a:pt x="2054" y="3398"/>
                </a:cubicBezTo>
                <a:lnTo>
                  <a:pt x="2054" y="3398"/>
                </a:lnTo>
                <a:cubicBezTo>
                  <a:pt x="1975" y="3376"/>
                  <a:pt x="1893" y="3365"/>
                  <a:pt x="1814" y="3340"/>
                </a:cubicBezTo>
                <a:cubicBezTo>
                  <a:pt x="1797" y="3334"/>
                  <a:pt x="1778" y="3326"/>
                  <a:pt x="1762" y="3321"/>
                </a:cubicBezTo>
                <a:cubicBezTo>
                  <a:pt x="1752" y="3318"/>
                  <a:pt x="1745" y="3316"/>
                  <a:pt x="1740" y="3315"/>
                </a:cubicBezTo>
                <a:lnTo>
                  <a:pt x="1740" y="3315"/>
                </a:lnTo>
                <a:cubicBezTo>
                  <a:pt x="1716" y="3301"/>
                  <a:pt x="1691" y="3283"/>
                  <a:pt x="1679" y="3277"/>
                </a:cubicBezTo>
                <a:cubicBezTo>
                  <a:pt x="1648" y="3258"/>
                  <a:pt x="1616" y="3241"/>
                  <a:pt x="1587" y="3220"/>
                </a:cubicBezTo>
                <a:cubicBezTo>
                  <a:pt x="1572" y="3210"/>
                  <a:pt x="1557" y="3199"/>
                  <a:pt x="1543" y="3191"/>
                </a:cubicBezTo>
                <a:cubicBezTo>
                  <a:pt x="1525" y="3180"/>
                  <a:pt x="1519" y="3175"/>
                  <a:pt x="1519" y="3175"/>
                </a:cubicBezTo>
                <a:lnTo>
                  <a:pt x="1519" y="3175"/>
                </a:lnTo>
                <a:cubicBezTo>
                  <a:pt x="1518" y="3175"/>
                  <a:pt x="1582" y="3218"/>
                  <a:pt x="1580" y="3218"/>
                </a:cubicBezTo>
                <a:cubicBezTo>
                  <a:pt x="1580" y="3218"/>
                  <a:pt x="1579" y="3218"/>
                  <a:pt x="1578" y="3218"/>
                </a:cubicBezTo>
                <a:cubicBezTo>
                  <a:pt x="1542" y="3218"/>
                  <a:pt x="1420" y="3070"/>
                  <a:pt x="1399" y="3045"/>
                </a:cubicBezTo>
                <a:cubicBezTo>
                  <a:pt x="1384" y="3030"/>
                  <a:pt x="1353" y="2977"/>
                  <a:pt x="1351" y="2977"/>
                </a:cubicBezTo>
                <a:lnTo>
                  <a:pt x="1351" y="2977"/>
                </a:lnTo>
                <a:cubicBezTo>
                  <a:pt x="1350" y="2977"/>
                  <a:pt x="1354" y="2985"/>
                  <a:pt x="1363" y="3005"/>
                </a:cubicBezTo>
                <a:cubicBezTo>
                  <a:pt x="1372" y="3025"/>
                  <a:pt x="1375" y="3032"/>
                  <a:pt x="1374" y="3032"/>
                </a:cubicBezTo>
                <a:cubicBezTo>
                  <a:pt x="1372" y="3032"/>
                  <a:pt x="1335" y="2962"/>
                  <a:pt x="1326" y="2946"/>
                </a:cubicBezTo>
                <a:cubicBezTo>
                  <a:pt x="1285" y="2881"/>
                  <a:pt x="1252" y="2814"/>
                  <a:pt x="1215" y="2746"/>
                </a:cubicBezTo>
                <a:lnTo>
                  <a:pt x="1215" y="2746"/>
                </a:lnTo>
                <a:cubicBezTo>
                  <a:pt x="1214" y="2743"/>
                  <a:pt x="1213" y="2740"/>
                  <a:pt x="1212" y="2736"/>
                </a:cubicBezTo>
                <a:cubicBezTo>
                  <a:pt x="1199" y="2702"/>
                  <a:pt x="1187" y="2668"/>
                  <a:pt x="1176" y="2635"/>
                </a:cubicBezTo>
                <a:cubicBezTo>
                  <a:pt x="1153" y="2559"/>
                  <a:pt x="1132" y="2481"/>
                  <a:pt x="1119" y="2403"/>
                </a:cubicBezTo>
                <a:cubicBezTo>
                  <a:pt x="1119" y="2401"/>
                  <a:pt x="1118" y="2399"/>
                  <a:pt x="1118" y="2397"/>
                </a:cubicBezTo>
                <a:lnTo>
                  <a:pt x="1118" y="2397"/>
                </a:lnTo>
                <a:cubicBezTo>
                  <a:pt x="1122" y="2365"/>
                  <a:pt x="1108" y="2315"/>
                  <a:pt x="1106" y="2283"/>
                </a:cubicBezTo>
                <a:cubicBezTo>
                  <a:pt x="1102" y="2203"/>
                  <a:pt x="1102" y="2123"/>
                  <a:pt x="1106" y="2043"/>
                </a:cubicBezTo>
                <a:cubicBezTo>
                  <a:pt x="1107" y="2033"/>
                  <a:pt x="1110" y="2004"/>
                  <a:pt x="1113" y="1978"/>
                </a:cubicBezTo>
                <a:lnTo>
                  <a:pt x="1113" y="1978"/>
                </a:lnTo>
                <a:cubicBezTo>
                  <a:pt x="1117" y="1953"/>
                  <a:pt x="1123" y="1911"/>
                  <a:pt x="1125" y="1899"/>
                </a:cubicBezTo>
                <a:cubicBezTo>
                  <a:pt x="1144" y="1813"/>
                  <a:pt x="1170" y="1731"/>
                  <a:pt x="1197" y="1647"/>
                </a:cubicBezTo>
                <a:cubicBezTo>
                  <a:pt x="1199" y="1642"/>
                  <a:pt x="1200" y="1637"/>
                  <a:pt x="1201" y="1634"/>
                </a:cubicBezTo>
                <a:lnTo>
                  <a:pt x="1201" y="1634"/>
                </a:lnTo>
                <a:cubicBezTo>
                  <a:pt x="1203" y="1630"/>
                  <a:pt x="1205" y="1626"/>
                  <a:pt x="1208" y="1621"/>
                </a:cubicBezTo>
                <a:cubicBezTo>
                  <a:pt x="1227" y="1583"/>
                  <a:pt x="1246" y="1543"/>
                  <a:pt x="1269" y="1507"/>
                </a:cubicBezTo>
                <a:cubicBezTo>
                  <a:pt x="1290" y="1470"/>
                  <a:pt x="1313" y="1434"/>
                  <a:pt x="1338" y="1398"/>
                </a:cubicBezTo>
                <a:cubicBezTo>
                  <a:pt x="1341" y="1394"/>
                  <a:pt x="1344" y="1390"/>
                  <a:pt x="1346" y="1386"/>
                </a:cubicBezTo>
                <a:lnTo>
                  <a:pt x="1346" y="1386"/>
                </a:lnTo>
                <a:cubicBezTo>
                  <a:pt x="1346" y="1386"/>
                  <a:pt x="1346" y="1386"/>
                  <a:pt x="1347" y="1385"/>
                </a:cubicBezTo>
                <a:cubicBezTo>
                  <a:pt x="1399" y="1329"/>
                  <a:pt x="1454" y="1275"/>
                  <a:pt x="1511" y="1223"/>
                </a:cubicBezTo>
                <a:lnTo>
                  <a:pt x="1511" y="1223"/>
                </a:lnTo>
                <a:cubicBezTo>
                  <a:pt x="1524" y="1213"/>
                  <a:pt x="1537" y="1203"/>
                  <a:pt x="1551" y="1194"/>
                </a:cubicBezTo>
                <a:cubicBezTo>
                  <a:pt x="1589" y="1170"/>
                  <a:pt x="1627" y="1147"/>
                  <a:pt x="1667" y="1126"/>
                </a:cubicBezTo>
                <a:cubicBezTo>
                  <a:pt x="1682" y="1119"/>
                  <a:pt x="1697" y="1111"/>
                  <a:pt x="1712" y="1103"/>
                </a:cubicBezTo>
                <a:lnTo>
                  <a:pt x="1712" y="1103"/>
                </a:lnTo>
                <a:cubicBezTo>
                  <a:pt x="1755" y="1090"/>
                  <a:pt x="1797" y="1075"/>
                  <a:pt x="1840" y="1063"/>
                </a:cubicBezTo>
                <a:cubicBezTo>
                  <a:pt x="1884" y="1050"/>
                  <a:pt x="1928" y="1042"/>
                  <a:pt x="1970" y="1031"/>
                </a:cubicBezTo>
                <a:cubicBezTo>
                  <a:pt x="1976" y="1030"/>
                  <a:pt x="1983" y="1028"/>
                  <a:pt x="1990" y="1026"/>
                </a:cubicBezTo>
                <a:lnTo>
                  <a:pt x="1990" y="1026"/>
                </a:lnTo>
                <a:cubicBezTo>
                  <a:pt x="2008" y="1025"/>
                  <a:pt x="2026" y="1024"/>
                  <a:pt x="2042" y="1023"/>
                </a:cubicBezTo>
                <a:cubicBezTo>
                  <a:pt x="2063" y="1021"/>
                  <a:pt x="2083" y="1018"/>
                  <a:pt x="2104" y="1015"/>
                </a:cubicBezTo>
                <a:lnTo>
                  <a:pt x="2104" y="1015"/>
                </a:lnTo>
                <a:cubicBezTo>
                  <a:pt x="2127" y="1013"/>
                  <a:pt x="2151" y="1010"/>
                  <a:pt x="2175" y="1006"/>
                </a:cubicBezTo>
                <a:cubicBezTo>
                  <a:pt x="2200" y="1002"/>
                  <a:pt x="2223" y="998"/>
                  <a:pt x="2248" y="996"/>
                </a:cubicBezTo>
                <a:lnTo>
                  <a:pt x="2248" y="996"/>
                </a:lnTo>
                <a:cubicBezTo>
                  <a:pt x="2202" y="1002"/>
                  <a:pt x="2186" y="1004"/>
                  <a:pt x="2186" y="1004"/>
                </a:cubicBezTo>
                <a:cubicBezTo>
                  <a:pt x="2187" y="1004"/>
                  <a:pt x="2227" y="999"/>
                  <a:pt x="2246" y="998"/>
                </a:cubicBezTo>
                <a:cubicBezTo>
                  <a:pt x="2293" y="996"/>
                  <a:pt x="2341" y="991"/>
                  <a:pt x="2387" y="989"/>
                </a:cubicBezTo>
                <a:close/>
                <a:moveTo>
                  <a:pt x="2431" y="0"/>
                </a:moveTo>
                <a:cubicBezTo>
                  <a:pt x="2283" y="0"/>
                  <a:pt x="2134" y="12"/>
                  <a:pt x="1987" y="33"/>
                </a:cubicBezTo>
                <a:lnTo>
                  <a:pt x="1987" y="33"/>
                </a:lnTo>
                <a:cubicBezTo>
                  <a:pt x="1519" y="79"/>
                  <a:pt x="1082" y="246"/>
                  <a:pt x="738" y="578"/>
                </a:cubicBezTo>
                <a:cubicBezTo>
                  <a:pt x="443" y="863"/>
                  <a:pt x="236" y="1259"/>
                  <a:pt x="158" y="1661"/>
                </a:cubicBezTo>
                <a:cubicBezTo>
                  <a:pt x="0" y="2477"/>
                  <a:pt x="228" y="3403"/>
                  <a:pt x="896" y="3941"/>
                </a:cubicBezTo>
                <a:cubicBezTo>
                  <a:pt x="1283" y="4251"/>
                  <a:pt x="1777" y="4404"/>
                  <a:pt x="2272" y="4404"/>
                </a:cubicBezTo>
                <a:cubicBezTo>
                  <a:pt x="2762" y="4404"/>
                  <a:pt x="3253" y="4255"/>
                  <a:pt x="3645" y="3962"/>
                </a:cubicBezTo>
                <a:cubicBezTo>
                  <a:pt x="4395" y="3401"/>
                  <a:pt x="4700" y="2409"/>
                  <a:pt x="4443" y="1512"/>
                </a:cubicBezTo>
                <a:cubicBezTo>
                  <a:pt x="4302" y="1025"/>
                  <a:pt x="4003" y="604"/>
                  <a:pt x="3582" y="321"/>
                </a:cubicBezTo>
                <a:cubicBezTo>
                  <a:pt x="3236" y="89"/>
                  <a:pt x="2836" y="0"/>
                  <a:pt x="243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840" name="Google Shape;9840;p3"/>
          <p:cNvCxnSpPr/>
          <p:nvPr/>
        </p:nvCxnSpPr>
        <p:spPr>
          <a:xfrm>
            <a:off x="1946360" y="2895652"/>
            <a:ext cx="0" cy="141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841" name="Google Shape;9841;p3"/>
          <p:cNvSpPr txBox="1"/>
          <p:nvPr>
            <p:ph idx="4294967295" type="subTitle"/>
          </p:nvPr>
        </p:nvSpPr>
        <p:spPr>
          <a:xfrm>
            <a:off x="5666278" y="3145230"/>
            <a:ext cx="2373900" cy="31676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antari"/>
              <a:buNone/>
            </a:pPr>
            <a:r>
              <a:rPr b="0" i="0" lang="es" sz="1000" u="none" cap="none" strike="noStrike">
                <a:solidFill>
                  <a:schemeClr val="accent2"/>
                </a:solidFill>
                <a:highlight>
                  <a:schemeClr val="lt2"/>
                </a:highlight>
                <a:latin typeface="Gantari ExtraBold"/>
                <a:ea typeface="Gantari ExtraBold"/>
                <a:cs typeface="Gantari ExtraBold"/>
                <a:sym typeface="Gantari ExtraBold"/>
              </a:rPr>
              <a:t>DESIGN</a:t>
            </a:r>
            <a:endParaRPr b="0" i="0" sz="1000" u="none" cap="none" strike="noStrike">
              <a:solidFill>
                <a:schemeClr val="accent2"/>
              </a:solidFill>
              <a:highlight>
                <a:schemeClr val="lt2"/>
              </a:highlight>
              <a:latin typeface="Gantari ExtraBold"/>
              <a:ea typeface="Gantari ExtraBold"/>
              <a:cs typeface="Gantari ExtraBold"/>
              <a:sym typeface="Gantari ExtraBold"/>
            </a:endParaRPr>
          </a:p>
        </p:txBody>
      </p:sp>
      <p:sp>
        <p:nvSpPr>
          <p:cNvPr id="9842" name="Google Shape;9842;p3"/>
          <p:cNvSpPr txBox="1"/>
          <p:nvPr>
            <p:ph idx="4294967295" type="subTitle"/>
          </p:nvPr>
        </p:nvSpPr>
        <p:spPr>
          <a:xfrm>
            <a:off x="5666278" y="2487272"/>
            <a:ext cx="2373900" cy="417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antari"/>
              <a:buNone/>
            </a:pPr>
            <a:r>
              <a:rPr b="0" i="0" lang="es" sz="1000" u="none" cap="none" strike="noStrike">
                <a:solidFill>
                  <a:schemeClr val="accent2"/>
                </a:solidFill>
                <a:highlight>
                  <a:schemeClr val="lt2"/>
                </a:highlight>
                <a:latin typeface="Gantari ExtraBold"/>
                <a:ea typeface="Gantari ExtraBold"/>
                <a:cs typeface="Gantari ExtraBold"/>
                <a:sym typeface="Gantari ExtraBold"/>
              </a:rPr>
              <a:t>PHYSICAL &amp; HEALTH EDUCATION</a:t>
            </a:r>
            <a:endParaRPr b="0" i="0" sz="1000" u="none" cap="none" strike="noStrike">
              <a:solidFill>
                <a:schemeClr val="accent2"/>
              </a:solidFill>
              <a:highlight>
                <a:schemeClr val="lt2"/>
              </a:highlight>
              <a:latin typeface="Gantari ExtraBold"/>
              <a:ea typeface="Gantari ExtraBold"/>
              <a:cs typeface="Gantari ExtraBold"/>
              <a:sym typeface="Gantari ExtraBold"/>
            </a:endParaRPr>
          </a:p>
        </p:txBody>
      </p:sp>
      <p:sp>
        <p:nvSpPr>
          <p:cNvPr id="9843" name="Google Shape;9843;p3"/>
          <p:cNvSpPr txBox="1"/>
          <p:nvPr>
            <p:ph idx="4294967295" type="subTitle"/>
          </p:nvPr>
        </p:nvSpPr>
        <p:spPr>
          <a:xfrm>
            <a:off x="5666278" y="1899320"/>
            <a:ext cx="2373900" cy="417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antari"/>
              <a:buNone/>
            </a:pPr>
            <a:r>
              <a:rPr b="0" i="0" lang="es" sz="1000" u="none" cap="none" strike="noStrike">
                <a:solidFill>
                  <a:schemeClr val="accent2"/>
                </a:solidFill>
                <a:highlight>
                  <a:schemeClr val="lt2"/>
                </a:highlight>
                <a:latin typeface="Gantari ExtraBold"/>
                <a:ea typeface="Gantari ExtraBold"/>
                <a:cs typeface="Gantari ExtraBold"/>
                <a:sym typeface="Gantari ExtraBold"/>
              </a:rPr>
              <a:t>PERFORMING ARTS</a:t>
            </a:r>
            <a:endParaRPr b="0" i="0" sz="1000" u="none" cap="none" strike="noStrike">
              <a:solidFill>
                <a:schemeClr val="accent2"/>
              </a:solidFill>
              <a:highlight>
                <a:schemeClr val="lt2"/>
              </a:highlight>
              <a:latin typeface="Gantari ExtraBold"/>
              <a:ea typeface="Gantari ExtraBold"/>
              <a:cs typeface="Gantari ExtraBold"/>
              <a:sym typeface="Gantari ExtraBold"/>
            </a:endParaRPr>
          </a:p>
        </p:txBody>
      </p:sp>
      <p:sp>
        <p:nvSpPr>
          <p:cNvPr id="9844" name="Google Shape;9844;p3"/>
          <p:cNvSpPr txBox="1"/>
          <p:nvPr>
            <p:ph idx="4294967295" type="subTitle"/>
          </p:nvPr>
        </p:nvSpPr>
        <p:spPr>
          <a:xfrm>
            <a:off x="5666275" y="3649022"/>
            <a:ext cx="2373900" cy="37639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antari"/>
              <a:buNone/>
            </a:pPr>
            <a:r>
              <a:rPr b="0" i="0" lang="es" sz="1000" u="none" cap="none" strike="noStrike">
                <a:solidFill>
                  <a:schemeClr val="accent2"/>
                </a:solidFill>
                <a:highlight>
                  <a:schemeClr val="lt2"/>
                </a:highlight>
                <a:latin typeface="Gantari ExtraBold"/>
                <a:ea typeface="Gantari ExtraBold"/>
                <a:cs typeface="Gantari ExtraBold"/>
                <a:sym typeface="Gantari ExtraBold"/>
              </a:rPr>
              <a:t>SERVICE AS ACTION/COMMUNITY PROJECT/ PERSONAL PROJECT</a:t>
            </a:r>
            <a:endParaRPr b="0" i="0" sz="1000" u="none" cap="none" strike="noStrike">
              <a:solidFill>
                <a:schemeClr val="accent2"/>
              </a:solidFill>
              <a:highlight>
                <a:schemeClr val="lt2"/>
              </a:highlight>
              <a:latin typeface="Gantari ExtraBold"/>
              <a:ea typeface="Gantari ExtraBold"/>
              <a:cs typeface="Gantari ExtraBold"/>
              <a:sym typeface="Gantari ExtraBold"/>
            </a:endParaRPr>
          </a:p>
        </p:txBody>
      </p:sp>
      <p:sp>
        <p:nvSpPr>
          <p:cNvPr id="9845" name="Google Shape;9845;p3"/>
          <p:cNvSpPr txBox="1"/>
          <p:nvPr>
            <p:ph idx="4294967295" type="subTitle"/>
          </p:nvPr>
        </p:nvSpPr>
        <p:spPr>
          <a:xfrm>
            <a:off x="5666275" y="4296636"/>
            <a:ext cx="2373900" cy="31676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antari"/>
              <a:buNone/>
            </a:pPr>
            <a:r>
              <a:rPr b="0" i="0" lang="es" sz="1000" u="none" cap="none" strike="noStrike">
                <a:solidFill>
                  <a:schemeClr val="accent2"/>
                </a:solidFill>
                <a:highlight>
                  <a:schemeClr val="lt2"/>
                </a:highlight>
                <a:latin typeface="Gantari ExtraBold"/>
                <a:ea typeface="Gantari ExtraBold"/>
                <a:cs typeface="Gantari ExtraBold"/>
                <a:sym typeface="Gantari ExtraBold"/>
              </a:rPr>
              <a:t>REFLECTION</a:t>
            </a:r>
            <a:endParaRPr b="0" i="0" sz="1000" u="none" cap="none" strike="noStrike">
              <a:solidFill>
                <a:schemeClr val="accent2"/>
              </a:solidFill>
              <a:highlight>
                <a:schemeClr val="lt2"/>
              </a:highlight>
              <a:latin typeface="Gantari ExtraBold"/>
              <a:ea typeface="Gantari ExtraBold"/>
              <a:cs typeface="Gantari ExtraBold"/>
              <a:sym typeface="Gantari ExtraBold"/>
            </a:endParaRPr>
          </a:p>
        </p:txBody>
      </p:sp>
      <p:sp>
        <p:nvSpPr>
          <p:cNvPr id="9846" name="Google Shape;9846;p3"/>
          <p:cNvSpPr/>
          <p:nvPr/>
        </p:nvSpPr>
        <p:spPr>
          <a:xfrm>
            <a:off x="1720788" y="1906416"/>
            <a:ext cx="454031" cy="417380"/>
          </a:xfrm>
          <a:prstGeom prst="roundRect">
            <a:avLst>
              <a:gd fmla="val 21627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rPr>
              <a:t>02</a:t>
            </a:r>
            <a:endParaRPr b="0" i="0" sz="1000" u="none" cap="none" strike="noStrike">
              <a:solidFill>
                <a:schemeClr val="lt2"/>
              </a:solidFill>
              <a:latin typeface="Gantari ExtraBold"/>
              <a:ea typeface="Gantari ExtraBold"/>
              <a:cs typeface="Gantari ExtraBold"/>
              <a:sym typeface="Gantari ExtraBold"/>
            </a:endParaRPr>
          </a:p>
        </p:txBody>
      </p:sp>
      <p:sp>
        <p:nvSpPr>
          <p:cNvPr id="9847" name="Google Shape;9847;p3"/>
          <p:cNvSpPr/>
          <p:nvPr/>
        </p:nvSpPr>
        <p:spPr>
          <a:xfrm>
            <a:off x="1719345" y="4201185"/>
            <a:ext cx="454031" cy="417380"/>
          </a:xfrm>
          <a:prstGeom prst="roundRect">
            <a:avLst>
              <a:gd fmla="val 21627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rPr>
              <a:t>06</a:t>
            </a:r>
            <a:endParaRPr b="0" i="0" sz="1000" u="none" cap="none" strike="noStrike">
              <a:solidFill>
                <a:schemeClr val="lt2"/>
              </a:solidFill>
              <a:latin typeface="Gantari ExtraBold"/>
              <a:ea typeface="Gantari ExtraBold"/>
              <a:cs typeface="Gantari ExtraBold"/>
              <a:sym typeface="Gantari ExtraBold"/>
            </a:endParaRPr>
          </a:p>
        </p:txBody>
      </p:sp>
      <p:sp>
        <p:nvSpPr>
          <p:cNvPr id="9848" name="Google Shape;9848;p3"/>
          <p:cNvSpPr/>
          <p:nvPr/>
        </p:nvSpPr>
        <p:spPr>
          <a:xfrm>
            <a:off x="1719346" y="3629329"/>
            <a:ext cx="454031" cy="417380"/>
          </a:xfrm>
          <a:prstGeom prst="roundRect">
            <a:avLst>
              <a:gd fmla="val 21627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rPr>
              <a:t>05</a:t>
            </a:r>
            <a:endParaRPr b="0" i="0" sz="1000" u="none" cap="none" strike="noStrike">
              <a:solidFill>
                <a:schemeClr val="lt2"/>
              </a:solidFill>
              <a:latin typeface="Gantari ExtraBold"/>
              <a:ea typeface="Gantari ExtraBold"/>
              <a:cs typeface="Gantari ExtraBold"/>
              <a:sym typeface="Gantari ExtraBold"/>
            </a:endParaRPr>
          </a:p>
        </p:txBody>
      </p:sp>
      <p:sp>
        <p:nvSpPr>
          <p:cNvPr id="9849" name="Google Shape;9849;p3"/>
          <p:cNvSpPr/>
          <p:nvPr/>
        </p:nvSpPr>
        <p:spPr>
          <a:xfrm>
            <a:off x="1720788" y="3054248"/>
            <a:ext cx="454031" cy="417380"/>
          </a:xfrm>
          <a:prstGeom prst="roundRect">
            <a:avLst>
              <a:gd fmla="val 21627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rPr>
              <a:t>04</a:t>
            </a:r>
            <a:endParaRPr b="0" i="0" sz="1000" u="none" cap="none" strike="noStrike">
              <a:solidFill>
                <a:schemeClr val="lt2"/>
              </a:solidFill>
              <a:latin typeface="Gantari ExtraBold"/>
              <a:ea typeface="Gantari ExtraBold"/>
              <a:cs typeface="Gantari ExtraBold"/>
              <a:sym typeface="Gantari ExtraBold"/>
            </a:endParaRPr>
          </a:p>
        </p:txBody>
      </p:sp>
      <p:sp>
        <p:nvSpPr>
          <p:cNvPr id="9850" name="Google Shape;9850;p3"/>
          <p:cNvSpPr/>
          <p:nvPr/>
        </p:nvSpPr>
        <p:spPr>
          <a:xfrm>
            <a:off x="1720788" y="2478272"/>
            <a:ext cx="454031" cy="417380"/>
          </a:xfrm>
          <a:prstGeom prst="roundRect">
            <a:avLst>
              <a:gd fmla="val 21627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rPr>
              <a:t>03</a:t>
            </a:r>
            <a:endParaRPr b="0" i="0" sz="1000" u="none" cap="none" strike="noStrike">
              <a:solidFill>
                <a:schemeClr val="lt2"/>
              </a:solidFill>
              <a:latin typeface="Gantari ExtraBold"/>
              <a:ea typeface="Gantari ExtraBold"/>
              <a:cs typeface="Gantari ExtraBold"/>
              <a:sym typeface="Gantari ExtraBold"/>
            </a:endParaRPr>
          </a:p>
        </p:txBody>
      </p:sp>
      <p:sp>
        <p:nvSpPr>
          <p:cNvPr id="9851" name="Google Shape;9851;p3"/>
          <p:cNvSpPr/>
          <p:nvPr/>
        </p:nvSpPr>
        <p:spPr>
          <a:xfrm>
            <a:off x="1724173" y="1299795"/>
            <a:ext cx="454031" cy="417380"/>
          </a:xfrm>
          <a:prstGeom prst="roundRect">
            <a:avLst>
              <a:gd fmla="val 21627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rPr>
              <a:t>01</a:t>
            </a:r>
            <a:endParaRPr b="0" i="0" sz="1000" u="none" cap="none" strike="noStrike">
              <a:solidFill>
                <a:schemeClr val="lt2"/>
              </a:solidFill>
              <a:latin typeface="Gantari ExtraBold"/>
              <a:ea typeface="Gantari ExtraBold"/>
              <a:cs typeface="Gantari ExtraBold"/>
              <a:sym typeface="Gantari ExtraBold"/>
            </a:endParaRPr>
          </a:p>
        </p:txBody>
      </p:sp>
      <p:sp>
        <p:nvSpPr>
          <p:cNvPr id="9852" name="Google Shape;9852;p3"/>
          <p:cNvSpPr/>
          <p:nvPr/>
        </p:nvSpPr>
        <p:spPr>
          <a:xfrm>
            <a:off x="5041713" y="3056677"/>
            <a:ext cx="454031" cy="417380"/>
          </a:xfrm>
          <a:prstGeom prst="roundRect">
            <a:avLst>
              <a:gd fmla="val 21627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rPr>
              <a:t>10</a:t>
            </a:r>
            <a:endParaRPr b="0" i="0" sz="1000" u="none" cap="none" strike="noStrike">
              <a:solidFill>
                <a:schemeClr val="lt2"/>
              </a:solidFill>
              <a:latin typeface="Gantari ExtraBold"/>
              <a:ea typeface="Gantari ExtraBold"/>
              <a:cs typeface="Gantari ExtraBold"/>
              <a:sym typeface="Gantari ExtraBold"/>
            </a:endParaRPr>
          </a:p>
        </p:txBody>
      </p:sp>
      <p:sp>
        <p:nvSpPr>
          <p:cNvPr id="9853" name="Google Shape;9853;p3"/>
          <p:cNvSpPr/>
          <p:nvPr/>
        </p:nvSpPr>
        <p:spPr>
          <a:xfrm>
            <a:off x="5041713" y="2478272"/>
            <a:ext cx="454031" cy="417380"/>
          </a:xfrm>
          <a:prstGeom prst="roundRect">
            <a:avLst>
              <a:gd fmla="val 21627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rPr>
              <a:t>09</a:t>
            </a:r>
            <a:endParaRPr b="0" i="0" sz="1000" u="none" cap="none" strike="noStrike">
              <a:solidFill>
                <a:schemeClr val="lt2"/>
              </a:solidFill>
              <a:latin typeface="Gantari ExtraBold"/>
              <a:ea typeface="Gantari ExtraBold"/>
              <a:cs typeface="Gantari ExtraBold"/>
              <a:sym typeface="Gantari ExtraBold"/>
            </a:endParaRPr>
          </a:p>
        </p:txBody>
      </p:sp>
      <p:sp>
        <p:nvSpPr>
          <p:cNvPr id="9854" name="Google Shape;9854;p3"/>
          <p:cNvSpPr/>
          <p:nvPr/>
        </p:nvSpPr>
        <p:spPr>
          <a:xfrm>
            <a:off x="5041712" y="1906416"/>
            <a:ext cx="454031" cy="417380"/>
          </a:xfrm>
          <a:prstGeom prst="roundRect">
            <a:avLst>
              <a:gd fmla="val 21627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rPr>
              <a:t>08</a:t>
            </a:r>
            <a:endParaRPr b="0" i="0" sz="1000" u="none" cap="none" strike="noStrike">
              <a:solidFill>
                <a:schemeClr val="lt2"/>
              </a:solidFill>
              <a:latin typeface="Gantari ExtraBold"/>
              <a:ea typeface="Gantari ExtraBold"/>
              <a:cs typeface="Gantari ExtraBold"/>
              <a:sym typeface="Gantari ExtraBold"/>
            </a:endParaRPr>
          </a:p>
        </p:txBody>
      </p:sp>
      <p:sp>
        <p:nvSpPr>
          <p:cNvPr id="9855" name="Google Shape;9855;p3"/>
          <p:cNvSpPr/>
          <p:nvPr/>
        </p:nvSpPr>
        <p:spPr>
          <a:xfrm>
            <a:off x="5041712" y="1330440"/>
            <a:ext cx="454031" cy="417380"/>
          </a:xfrm>
          <a:prstGeom prst="roundRect">
            <a:avLst>
              <a:gd fmla="val 21627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rPr>
              <a:t>07</a:t>
            </a:r>
            <a:endParaRPr b="0" i="0" sz="1000" u="none" cap="none" strike="noStrike">
              <a:solidFill>
                <a:schemeClr val="lt2"/>
              </a:solidFill>
              <a:latin typeface="Gantari ExtraBold"/>
              <a:ea typeface="Gantari ExtraBold"/>
              <a:cs typeface="Gantari ExtraBold"/>
              <a:sym typeface="Gantari ExtraBold"/>
            </a:endParaRPr>
          </a:p>
        </p:txBody>
      </p:sp>
      <p:sp>
        <p:nvSpPr>
          <p:cNvPr id="9856" name="Google Shape;9856;p3"/>
          <p:cNvSpPr/>
          <p:nvPr/>
        </p:nvSpPr>
        <p:spPr>
          <a:xfrm>
            <a:off x="5056711" y="4207961"/>
            <a:ext cx="454031" cy="417380"/>
          </a:xfrm>
          <a:prstGeom prst="roundRect">
            <a:avLst>
              <a:gd fmla="val 21627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rPr>
              <a:t>12</a:t>
            </a:r>
            <a:endParaRPr b="0" i="0" sz="1000" u="none" cap="none" strike="noStrike">
              <a:solidFill>
                <a:schemeClr val="lt2"/>
              </a:solidFill>
              <a:latin typeface="Gantari ExtraBold"/>
              <a:ea typeface="Gantari ExtraBold"/>
              <a:cs typeface="Gantari ExtraBold"/>
              <a:sym typeface="Gantari ExtraBold"/>
            </a:endParaRPr>
          </a:p>
        </p:txBody>
      </p:sp>
      <p:sp>
        <p:nvSpPr>
          <p:cNvPr id="9857" name="Google Shape;9857;p3"/>
          <p:cNvSpPr/>
          <p:nvPr/>
        </p:nvSpPr>
        <p:spPr>
          <a:xfrm>
            <a:off x="5056711" y="3629556"/>
            <a:ext cx="454031" cy="417380"/>
          </a:xfrm>
          <a:prstGeom prst="roundRect">
            <a:avLst>
              <a:gd fmla="val 21627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rPr>
              <a:t>11</a:t>
            </a:r>
            <a:endParaRPr b="0" i="0" sz="1000" u="none" cap="none" strike="noStrike">
              <a:solidFill>
                <a:schemeClr val="lt2"/>
              </a:solidFill>
              <a:latin typeface="Gantari ExtraBold"/>
              <a:ea typeface="Gantari ExtraBold"/>
              <a:cs typeface="Gantari ExtraBold"/>
              <a:sym typeface="Gantari ExtraBold"/>
            </a:endParaRPr>
          </a:p>
        </p:txBody>
      </p:sp>
      <p:sp>
        <p:nvSpPr>
          <p:cNvPr id="9858" name="Google Shape;9858;p3"/>
          <p:cNvSpPr txBox="1"/>
          <p:nvPr/>
        </p:nvSpPr>
        <p:spPr>
          <a:xfrm>
            <a:off x="2343912" y="1391294"/>
            <a:ext cx="2373900" cy="34422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antari"/>
              <a:buNone/>
            </a:pPr>
            <a:r>
              <a:rPr b="0" i="0" lang="es" sz="1000" u="none" cap="none" strike="noStrike">
                <a:solidFill>
                  <a:schemeClr val="accent2"/>
                </a:solidFill>
                <a:highlight>
                  <a:schemeClr val="lt2"/>
                </a:highlight>
                <a:latin typeface="Gantari ExtraBold"/>
                <a:ea typeface="Gantari ExtraBold"/>
                <a:cs typeface="Gantari ExtraBold"/>
                <a:sym typeface="Gantari ExtraBold"/>
              </a:rPr>
              <a:t>ALL-ABOUT-ME</a:t>
            </a:r>
            <a:endParaRPr/>
          </a:p>
        </p:txBody>
      </p:sp>
      <p:cxnSp>
        <p:nvCxnSpPr>
          <p:cNvPr id="9859" name="Google Shape;9859;p3"/>
          <p:cNvCxnSpPr/>
          <p:nvPr/>
        </p:nvCxnSpPr>
        <p:spPr>
          <a:xfrm>
            <a:off x="1946360" y="1765116"/>
            <a:ext cx="0" cy="141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860" name="Google Shape;9860;p3"/>
          <p:cNvCxnSpPr/>
          <p:nvPr/>
        </p:nvCxnSpPr>
        <p:spPr>
          <a:xfrm>
            <a:off x="1946360" y="2316700"/>
            <a:ext cx="0" cy="141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861" name="Google Shape;9861;p3"/>
          <p:cNvCxnSpPr/>
          <p:nvPr/>
        </p:nvCxnSpPr>
        <p:spPr>
          <a:xfrm>
            <a:off x="5268727" y="1758020"/>
            <a:ext cx="0" cy="141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862" name="Google Shape;9862;p3"/>
          <p:cNvCxnSpPr/>
          <p:nvPr/>
        </p:nvCxnSpPr>
        <p:spPr>
          <a:xfrm>
            <a:off x="1935703" y="3488029"/>
            <a:ext cx="0" cy="141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863" name="Google Shape;9863;p3"/>
          <p:cNvCxnSpPr/>
          <p:nvPr/>
        </p:nvCxnSpPr>
        <p:spPr>
          <a:xfrm>
            <a:off x="5283726" y="4059885"/>
            <a:ext cx="0" cy="141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864" name="Google Shape;9864;p3"/>
          <p:cNvCxnSpPr/>
          <p:nvPr/>
        </p:nvCxnSpPr>
        <p:spPr>
          <a:xfrm>
            <a:off x="5283726" y="2323796"/>
            <a:ext cx="0" cy="141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865" name="Google Shape;9865;p3"/>
          <p:cNvCxnSpPr/>
          <p:nvPr/>
        </p:nvCxnSpPr>
        <p:spPr>
          <a:xfrm>
            <a:off x="5276655" y="3457031"/>
            <a:ext cx="0" cy="141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866" name="Google Shape;9866;p3"/>
          <p:cNvCxnSpPr/>
          <p:nvPr/>
        </p:nvCxnSpPr>
        <p:spPr>
          <a:xfrm>
            <a:off x="5283726" y="2899596"/>
            <a:ext cx="0" cy="141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867" name="Google Shape;9867;p3"/>
          <p:cNvCxnSpPr/>
          <p:nvPr/>
        </p:nvCxnSpPr>
        <p:spPr>
          <a:xfrm>
            <a:off x="1936197" y="4025419"/>
            <a:ext cx="0" cy="141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71" name="Shape 9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2" name="Google Shape;9872;p4"/>
          <p:cNvSpPr txBox="1"/>
          <p:nvPr>
            <p:ph idx="2" type="subTitle"/>
          </p:nvPr>
        </p:nvSpPr>
        <p:spPr>
          <a:xfrm>
            <a:off x="3905059" y="1234546"/>
            <a:ext cx="4393580" cy="327994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Gantari"/>
              <a:buChar char="●"/>
            </a:pPr>
            <a:r>
              <a:rPr lang="es">
                <a:solidFill>
                  <a:schemeClr val="lt2"/>
                </a:solidFill>
              </a:rPr>
              <a:t>A few things you should know about me: </a:t>
            </a:r>
            <a:endParaRPr/>
          </a:p>
          <a:p>
            <a:pPr indent="0" lvl="0" marL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</a:pPr>
            <a:r>
              <a:t/>
            </a:r>
            <a:endParaRPr>
              <a:solidFill>
                <a:schemeClr val="lt2"/>
              </a:solidFill>
            </a:endParaRPr>
          </a:p>
          <a:p>
            <a:pPr indent="0" lvl="0" marL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</a:pPr>
            <a:r>
              <a:t/>
            </a:r>
            <a:endParaRPr>
              <a:solidFill>
                <a:schemeClr val="lt2"/>
              </a:solidFill>
            </a:endParaRPr>
          </a:p>
          <a:p>
            <a:pPr indent="0" lvl="0" marL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</a:pPr>
            <a:r>
              <a:t/>
            </a:r>
            <a:endParaRPr>
              <a:solidFill>
                <a:schemeClr val="lt2"/>
              </a:solidFill>
            </a:endParaRPr>
          </a:p>
          <a:p>
            <a:pPr indent="0" lvl="0" marL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</a:pPr>
            <a:r>
              <a:t/>
            </a:r>
            <a:endParaRPr>
              <a:solidFill>
                <a:schemeClr val="lt2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Gantari"/>
              <a:buChar char="●"/>
            </a:pPr>
            <a:r>
              <a:rPr lang="es">
                <a:solidFill>
                  <a:schemeClr val="lt2"/>
                </a:solidFill>
              </a:rPr>
              <a:t>My hobbies and a few of my favorite things:</a:t>
            </a:r>
            <a:endParaRPr/>
          </a:p>
          <a:p>
            <a:pPr indent="0" lvl="0" marL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</a:pPr>
            <a:r>
              <a:t/>
            </a:r>
            <a:endParaRPr>
              <a:solidFill>
                <a:schemeClr val="lt2"/>
              </a:solidFill>
            </a:endParaRPr>
          </a:p>
          <a:p>
            <a:pPr indent="0" lvl="0" marL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</a:pPr>
            <a:r>
              <a:t/>
            </a:r>
            <a:endParaRPr>
              <a:solidFill>
                <a:schemeClr val="lt2"/>
              </a:solidFill>
            </a:endParaRPr>
          </a:p>
          <a:p>
            <a:pPr indent="0" lvl="0" marL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</a:pPr>
            <a:r>
              <a:t/>
            </a:r>
            <a:endParaRPr>
              <a:solidFill>
                <a:schemeClr val="lt2"/>
              </a:solidFill>
            </a:endParaRPr>
          </a:p>
          <a:p>
            <a:pPr indent="0" lvl="0" marL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</a:pPr>
            <a:r>
              <a:t/>
            </a:r>
            <a:endParaRPr>
              <a:solidFill>
                <a:schemeClr val="lt2"/>
              </a:solidFill>
            </a:endParaRPr>
          </a:p>
          <a:p>
            <a:pPr indent="0" lvl="0" marL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</a:pPr>
            <a:r>
              <a:t/>
            </a:r>
            <a:endParaRPr>
              <a:solidFill>
                <a:schemeClr val="lt2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Gantari"/>
              <a:buChar char="●"/>
            </a:pPr>
            <a:r>
              <a:rPr lang="es">
                <a:solidFill>
                  <a:schemeClr val="lt2"/>
                </a:solidFill>
              </a:rPr>
              <a:t>Learner Profile attributes and how I have exhibited them:</a:t>
            </a:r>
            <a:endParaRPr/>
          </a:p>
          <a:p>
            <a:pPr indent="0" lvl="0" marL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</a:pPr>
            <a:r>
              <a:rPr lang="es">
                <a:solidFill>
                  <a:schemeClr val="lt2"/>
                </a:solidFill>
              </a:rPr>
              <a:t>………………………………………………………………………………………………………………………………………………………………</a:t>
            </a:r>
            <a:endParaRPr/>
          </a:p>
          <a:p>
            <a:pPr indent="0" lvl="0" marL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</a:pPr>
            <a:r>
              <a:t/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9873" name="Google Shape;9873;p4"/>
          <p:cNvSpPr/>
          <p:nvPr/>
        </p:nvSpPr>
        <p:spPr>
          <a:xfrm>
            <a:off x="7818975" y="1147025"/>
            <a:ext cx="117525" cy="110100"/>
          </a:xfrm>
          <a:custGeom>
            <a:rect b="b" l="l" r="r" t="t"/>
            <a:pathLst>
              <a:path extrusionOk="0" h="4404" w="4701">
                <a:moveTo>
                  <a:pt x="1951" y="1032"/>
                </a:moveTo>
                <a:cubicBezTo>
                  <a:pt x="1950" y="1033"/>
                  <a:pt x="1949" y="1033"/>
                  <a:pt x="1947" y="1033"/>
                </a:cubicBezTo>
                <a:cubicBezTo>
                  <a:pt x="1948" y="1033"/>
                  <a:pt x="1950" y="1033"/>
                  <a:pt x="1951" y="1032"/>
                </a:cubicBezTo>
                <a:close/>
                <a:moveTo>
                  <a:pt x="2857" y="1059"/>
                </a:moveTo>
                <a:cubicBezTo>
                  <a:pt x="2871" y="1059"/>
                  <a:pt x="2889" y="1066"/>
                  <a:pt x="2907" y="1075"/>
                </a:cubicBezTo>
                <a:lnTo>
                  <a:pt x="2907" y="1075"/>
                </a:lnTo>
                <a:cubicBezTo>
                  <a:pt x="2887" y="1068"/>
                  <a:pt x="2858" y="1059"/>
                  <a:pt x="2857" y="1059"/>
                </a:cubicBezTo>
                <a:close/>
                <a:moveTo>
                  <a:pt x="3091" y="1185"/>
                </a:moveTo>
                <a:cubicBezTo>
                  <a:pt x="3091" y="1185"/>
                  <a:pt x="3091" y="1185"/>
                  <a:pt x="3091" y="1185"/>
                </a:cubicBezTo>
                <a:lnTo>
                  <a:pt x="3091" y="1185"/>
                </a:lnTo>
                <a:cubicBezTo>
                  <a:pt x="3091" y="1185"/>
                  <a:pt x="3091" y="1185"/>
                  <a:pt x="3091" y="1185"/>
                </a:cubicBezTo>
                <a:close/>
                <a:moveTo>
                  <a:pt x="3104" y="1198"/>
                </a:moveTo>
                <a:cubicBezTo>
                  <a:pt x="3111" y="1203"/>
                  <a:pt x="3118" y="1208"/>
                  <a:pt x="3125" y="1213"/>
                </a:cubicBezTo>
                <a:cubicBezTo>
                  <a:pt x="3142" y="1224"/>
                  <a:pt x="3149" y="1229"/>
                  <a:pt x="3148" y="1229"/>
                </a:cubicBezTo>
                <a:cubicBezTo>
                  <a:pt x="3148" y="1229"/>
                  <a:pt x="3121" y="1211"/>
                  <a:pt x="3104" y="1198"/>
                </a:cubicBezTo>
                <a:close/>
                <a:moveTo>
                  <a:pt x="1747" y="3319"/>
                </a:moveTo>
                <a:cubicBezTo>
                  <a:pt x="1767" y="3326"/>
                  <a:pt x="1803" y="3338"/>
                  <a:pt x="1802" y="3338"/>
                </a:cubicBezTo>
                <a:cubicBezTo>
                  <a:pt x="1800" y="3339"/>
                  <a:pt x="1799" y="3339"/>
                  <a:pt x="1797" y="3339"/>
                </a:cubicBezTo>
                <a:cubicBezTo>
                  <a:pt x="1785" y="3339"/>
                  <a:pt x="1766" y="3330"/>
                  <a:pt x="1747" y="3319"/>
                </a:cubicBezTo>
                <a:close/>
                <a:moveTo>
                  <a:pt x="2463" y="3393"/>
                </a:moveTo>
                <a:cubicBezTo>
                  <a:pt x="2461" y="3393"/>
                  <a:pt x="2459" y="3393"/>
                  <a:pt x="2456" y="3393"/>
                </a:cubicBezTo>
                <a:lnTo>
                  <a:pt x="2456" y="3393"/>
                </a:lnTo>
                <a:cubicBezTo>
                  <a:pt x="2459" y="3393"/>
                  <a:pt x="2462" y="3393"/>
                  <a:pt x="2463" y="3393"/>
                </a:cubicBezTo>
                <a:close/>
                <a:moveTo>
                  <a:pt x="2387" y="989"/>
                </a:moveTo>
                <a:cubicBezTo>
                  <a:pt x="2440" y="989"/>
                  <a:pt x="2491" y="989"/>
                  <a:pt x="2541" y="993"/>
                </a:cubicBezTo>
                <a:cubicBezTo>
                  <a:pt x="2560" y="993"/>
                  <a:pt x="2582" y="997"/>
                  <a:pt x="2601" y="998"/>
                </a:cubicBezTo>
                <a:lnTo>
                  <a:pt x="2601" y="998"/>
                </a:lnTo>
                <a:cubicBezTo>
                  <a:pt x="2682" y="1018"/>
                  <a:pt x="2761" y="1029"/>
                  <a:pt x="2840" y="1057"/>
                </a:cubicBezTo>
                <a:cubicBezTo>
                  <a:pt x="2857" y="1061"/>
                  <a:pt x="2876" y="1069"/>
                  <a:pt x="2895" y="1076"/>
                </a:cubicBezTo>
                <a:cubicBezTo>
                  <a:pt x="2906" y="1079"/>
                  <a:pt x="2914" y="1081"/>
                  <a:pt x="2919" y="1082"/>
                </a:cubicBezTo>
                <a:lnTo>
                  <a:pt x="2919" y="1082"/>
                </a:lnTo>
                <a:cubicBezTo>
                  <a:pt x="2944" y="1096"/>
                  <a:pt x="2968" y="1113"/>
                  <a:pt x="2984" y="1122"/>
                </a:cubicBezTo>
                <a:cubicBezTo>
                  <a:pt x="3015" y="1139"/>
                  <a:pt x="3049" y="1160"/>
                  <a:pt x="3080" y="1181"/>
                </a:cubicBezTo>
                <a:cubicBezTo>
                  <a:pt x="3084" y="1184"/>
                  <a:pt x="3088" y="1186"/>
                  <a:pt x="3092" y="1189"/>
                </a:cubicBezTo>
                <a:lnTo>
                  <a:pt x="3092" y="1189"/>
                </a:lnTo>
                <a:cubicBezTo>
                  <a:pt x="3107" y="1217"/>
                  <a:pt x="3258" y="1347"/>
                  <a:pt x="3274" y="1366"/>
                </a:cubicBezTo>
                <a:cubicBezTo>
                  <a:pt x="3278" y="1370"/>
                  <a:pt x="3281" y="1374"/>
                  <a:pt x="3284" y="1378"/>
                </a:cubicBezTo>
                <a:lnTo>
                  <a:pt x="3284" y="1378"/>
                </a:lnTo>
                <a:cubicBezTo>
                  <a:pt x="3304" y="1410"/>
                  <a:pt x="3328" y="1440"/>
                  <a:pt x="3348" y="1474"/>
                </a:cubicBezTo>
                <a:cubicBezTo>
                  <a:pt x="3367" y="1503"/>
                  <a:pt x="3386" y="1535"/>
                  <a:pt x="3403" y="1569"/>
                </a:cubicBezTo>
                <a:cubicBezTo>
                  <a:pt x="3409" y="1579"/>
                  <a:pt x="3414" y="1591"/>
                  <a:pt x="3420" y="1604"/>
                </a:cubicBezTo>
                <a:lnTo>
                  <a:pt x="3420" y="1604"/>
                </a:lnTo>
                <a:cubicBezTo>
                  <a:pt x="3420" y="1602"/>
                  <a:pt x="3420" y="1600"/>
                  <a:pt x="3420" y="1598"/>
                </a:cubicBezTo>
                <a:lnTo>
                  <a:pt x="3420" y="1598"/>
                </a:lnTo>
                <a:cubicBezTo>
                  <a:pt x="3420" y="1600"/>
                  <a:pt x="3420" y="1602"/>
                  <a:pt x="3420" y="1604"/>
                </a:cubicBezTo>
                <a:lnTo>
                  <a:pt x="3420" y="1604"/>
                </a:lnTo>
                <a:cubicBezTo>
                  <a:pt x="3420" y="1604"/>
                  <a:pt x="3420" y="1604"/>
                  <a:pt x="3420" y="1604"/>
                </a:cubicBezTo>
                <a:lnTo>
                  <a:pt x="3420" y="1604"/>
                </a:lnTo>
                <a:cubicBezTo>
                  <a:pt x="3420" y="1621"/>
                  <a:pt x="3423" y="1634"/>
                  <a:pt x="3427" y="1644"/>
                </a:cubicBezTo>
                <a:lnTo>
                  <a:pt x="3427" y="1644"/>
                </a:lnTo>
                <a:cubicBezTo>
                  <a:pt x="3423" y="1630"/>
                  <a:pt x="3420" y="1616"/>
                  <a:pt x="3420" y="1604"/>
                </a:cubicBezTo>
                <a:lnTo>
                  <a:pt x="3420" y="1604"/>
                </a:lnTo>
                <a:cubicBezTo>
                  <a:pt x="3422" y="1608"/>
                  <a:pt x="3424" y="1613"/>
                  <a:pt x="3426" y="1617"/>
                </a:cubicBezTo>
                <a:cubicBezTo>
                  <a:pt x="3442" y="1646"/>
                  <a:pt x="3443" y="1659"/>
                  <a:pt x="3439" y="1659"/>
                </a:cubicBezTo>
                <a:cubicBezTo>
                  <a:pt x="3436" y="1659"/>
                  <a:pt x="3432" y="1654"/>
                  <a:pt x="3427" y="1644"/>
                </a:cubicBezTo>
                <a:lnTo>
                  <a:pt x="3427" y="1644"/>
                </a:lnTo>
                <a:cubicBezTo>
                  <a:pt x="3443" y="1697"/>
                  <a:pt x="3479" y="1760"/>
                  <a:pt x="3491" y="1802"/>
                </a:cubicBezTo>
                <a:cubicBezTo>
                  <a:pt x="3500" y="1838"/>
                  <a:pt x="3508" y="1874"/>
                  <a:pt x="3517" y="1910"/>
                </a:cubicBezTo>
                <a:cubicBezTo>
                  <a:pt x="3521" y="1933"/>
                  <a:pt x="3525" y="1954"/>
                  <a:pt x="3529" y="1977"/>
                </a:cubicBezTo>
                <a:cubicBezTo>
                  <a:pt x="3534" y="2005"/>
                  <a:pt x="3537" y="2015"/>
                  <a:pt x="3538" y="2015"/>
                </a:cubicBezTo>
                <a:cubicBezTo>
                  <a:pt x="3540" y="2015"/>
                  <a:pt x="3530" y="1942"/>
                  <a:pt x="3525" y="1939"/>
                </a:cubicBezTo>
                <a:lnTo>
                  <a:pt x="3525" y="1939"/>
                </a:lnTo>
                <a:cubicBezTo>
                  <a:pt x="3550" y="1954"/>
                  <a:pt x="3538" y="2142"/>
                  <a:pt x="3538" y="2173"/>
                </a:cubicBezTo>
                <a:cubicBezTo>
                  <a:pt x="3538" y="2215"/>
                  <a:pt x="3535" y="2257"/>
                  <a:pt x="3533" y="2297"/>
                </a:cubicBezTo>
                <a:cubicBezTo>
                  <a:pt x="3532" y="2312"/>
                  <a:pt x="3530" y="2326"/>
                  <a:pt x="3529" y="2339"/>
                </a:cubicBezTo>
                <a:lnTo>
                  <a:pt x="3529" y="2339"/>
                </a:lnTo>
                <a:cubicBezTo>
                  <a:pt x="3514" y="2409"/>
                  <a:pt x="3504" y="2477"/>
                  <a:pt x="3483" y="2546"/>
                </a:cubicBezTo>
                <a:cubicBezTo>
                  <a:pt x="3472" y="2582"/>
                  <a:pt x="3462" y="2618"/>
                  <a:pt x="3449" y="2651"/>
                </a:cubicBezTo>
                <a:cubicBezTo>
                  <a:pt x="3445" y="2663"/>
                  <a:pt x="3440" y="2676"/>
                  <a:pt x="3436" y="2688"/>
                </a:cubicBezTo>
                <a:lnTo>
                  <a:pt x="3436" y="2688"/>
                </a:lnTo>
                <a:cubicBezTo>
                  <a:pt x="3398" y="2751"/>
                  <a:pt x="3369" y="2818"/>
                  <a:pt x="3329" y="2881"/>
                </a:cubicBezTo>
                <a:cubicBezTo>
                  <a:pt x="3324" y="2889"/>
                  <a:pt x="3300" y="2922"/>
                  <a:pt x="3284" y="2945"/>
                </a:cubicBezTo>
                <a:lnTo>
                  <a:pt x="3284" y="2945"/>
                </a:lnTo>
                <a:cubicBezTo>
                  <a:pt x="3263" y="2968"/>
                  <a:pt x="3232" y="3005"/>
                  <a:pt x="3224" y="3014"/>
                </a:cubicBezTo>
                <a:cubicBezTo>
                  <a:pt x="3198" y="3041"/>
                  <a:pt x="3171" y="3069"/>
                  <a:pt x="3142" y="3094"/>
                </a:cubicBezTo>
                <a:cubicBezTo>
                  <a:pt x="3127" y="3106"/>
                  <a:pt x="3112" y="3119"/>
                  <a:pt x="3099" y="3132"/>
                </a:cubicBezTo>
                <a:cubicBezTo>
                  <a:pt x="3075" y="3154"/>
                  <a:pt x="3071" y="3163"/>
                  <a:pt x="3076" y="3163"/>
                </a:cubicBezTo>
                <a:cubicBezTo>
                  <a:pt x="3076" y="3163"/>
                  <a:pt x="3077" y="3163"/>
                  <a:pt x="3078" y="3162"/>
                </a:cubicBezTo>
                <a:lnTo>
                  <a:pt x="3078" y="3162"/>
                </a:lnTo>
                <a:cubicBezTo>
                  <a:pt x="3021" y="3203"/>
                  <a:pt x="2923" y="3245"/>
                  <a:pt x="2889" y="3262"/>
                </a:cubicBezTo>
                <a:cubicBezTo>
                  <a:pt x="2863" y="3275"/>
                  <a:pt x="2803" y="3296"/>
                  <a:pt x="2805" y="3296"/>
                </a:cubicBezTo>
                <a:cubicBezTo>
                  <a:pt x="2806" y="3296"/>
                  <a:pt x="2822" y="3291"/>
                  <a:pt x="2866" y="3277"/>
                </a:cubicBezTo>
                <a:lnTo>
                  <a:pt x="2866" y="3277"/>
                </a:lnTo>
                <a:cubicBezTo>
                  <a:pt x="2823" y="3292"/>
                  <a:pt x="2783" y="3309"/>
                  <a:pt x="2741" y="3323"/>
                </a:cubicBezTo>
                <a:cubicBezTo>
                  <a:pt x="2642" y="3355"/>
                  <a:pt x="2541" y="3376"/>
                  <a:pt x="2438" y="3395"/>
                </a:cubicBezTo>
                <a:cubicBezTo>
                  <a:pt x="2437" y="3395"/>
                  <a:pt x="2437" y="3395"/>
                  <a:pt x="2437" y="3395"/>
                </a:cubicBezTo>
                <a:lnTo>
                  <a:pt x="2437" y="3395"/>
                </a:lnTo>
                <a:cubicBezTo>
                  <a:pt x="2416" y="3397"/>
                  <a:pt x="2395" y="3400"/>
                  <a:pt x="2375" y="3401"/>
                </a:cubicBezTo>
                <a:cubicBezTo>
                  <a:pt x="2330" y="3403"/>
                  <a:pt x="2284" y="3406"/>
                  <a:pt x="2240" y="3406"/>
                </a:cubicBezTo>
                <a:cubicBezTo>
                  <a:pt x="2226" y="3406"/>
                  <a:pt x="2211" y="3406"/>
                  <a:pt x="2197" y="3406"/>
                </a:cubicBezTo>
                <a:cubicBezTo>
                  <a:pt x="2163" y="3406"/>
                  <a:pt x="2129" y="3405"/>
                  <a:pt x="2094" y="3403"/>
                </a:cubicBezTo>
                <a:cubicBezTo>
                  <a:pt x="2081" y="3402"/>
                  <a:pt x="2067" y="3400"/>
                  <a:pt x="2054" y="3398"/>
                </a:cubicBezTo>
                <a:lnTo>
                  <a:pt x="2054" y="3398"/>
                </a:lnTo>
                <a:cubicBezTo>
                  <a:pt x="1975" y="3376"/>
                  <a:pt x="1893" y="3365"/>
                  <a:pt x="1814" y="3340"/>
                </a:cubicBezTo>
                <a:cubicBezTo>
                  <a:pt x="1797" y="3334"/>
                  <a:pt x="1778" y="3326"/>
                  <a:pt x="1762" y="3321"/>
                </a:cubicBezTo>
                <a:cubicBezTo>
                  <a:pt x="1752" y="3318"/>
                  <a:pt x="1745" y="3316"/>
                  <a:pt x="1740" y="3315"/>
                </a:cubicBezTo>
                <a:lnTo>
                  <a:pt x="1740" y="3315"/>
                </a:lnTo>
                <a:cubicBezTo>
                  <a:pt x="1716" y="3301"/>
                  <a:pt x="1691" y="3283"/>
                  <a:pt x="1679" y="3277"/>
                </a:cubicBezTo>
                <a:cubicBezTo>
                  <a:pt x="1648" y="3258"/>
                  <a:pt x="1616" y="3241"/>
                  <a:pt x="1587" y="3220"/>
                </a:cubicBezTo>
                <a:cubicBezTo>
                  <a:pt x="1572" y="3210"/>
                  <a:pt x="1557" y="3199"/>
                  <a:pt x="1543" y="3191"/>
                </a:cubicBezTo>
                <a:cubicBezTo>
                  <a:pt x="1525" y="3180"/>
                  <a:pt x="1519" y="3175"/>
                  <a:pt x="1519" y="3175"/>
                </a:cubicBezTo>
                <a:lnTo>
                  <a:pt x="1519" y="3175"/>
                </a:lnTo>
                <a:cubicBezTo>
                  <a:pt x="1518" y="3175"/>
                  <a:pt x="1582" y="3218"/>
                  <a:pt x="1580" y="3218"/>
                </a:cubicBezTo>
                <a:cubicBezTo>
                  <a:pt x="1580" y="3218"/>
                  <a:pt x="1579" y="3218"/>
                  <a:pt x="1578" y="3218"/>
                </a:cubicBezTo>
                <a:cubicBezTo>
                  <a:pt x="1542" y="3218"/>
                  <a:pt x="1420" y="3070"/>
                  <a:pt x="1399" y="3045"/>
                </a:cubicBezTo>
                <a:cubicBezTo>
                  <a:pt x="1384" y="3030"/>
                  <a:pt x="1353" y="2977"/>
                  <a:pt x="1351" y="2977"/>
                </a:cubicBezTo>
                <a:lnTo>
                  <a:pt x="1351" y="2977"/>
                </a:lnTo>
                <a:cubicBezTo>
                  <a:pt x="1350" y="2977"/>
                  <a:pt x="1354" y="2985"/>
                  <a:pt x="1363" y="3005"/>
                </a:cubicBezTo>
                <a:cubicBezTo>
                  <a:pt x="1372" y="3025"/>
                  <a:pt x="1375" y="3032"/>
                  <a:pt x="1374" y="3032"/>
                </a:cubicBezTo>
                <a:cubicBezTo>
                  <a:pt x="1372" y="3032"/>
                  <a:pt x="1335" y="2962"/>
                  <a:pt x="1326" y="2946"/>
                </a:cubicBezTo>
                <a:cubicBezTo>
                  <a:pt x="1285" y="2881"/>
                  <a:pt x="1252" y="2814"/>
                  <a:pt x="1215" y="2746"/>
                </a:cubicBezTo>
                <a:lnTo>
                  <a:pt x="1215" y="2746"/>
                </a:lnTo>
                <a:cubicBezTo>
                  <a:pt x="1214" y="2743"/>
                  <a:pt x="1213" y="2740"/>
                  <a:pt x="1212" y="2736"/>
                </a:cubicBezTo>
                <a:cubicBezTo>
                  <a:pt x="1199" y="2702"/>
                  <a:pt x="1187" y="2668"/>
                  <a:pt x="1176" y="2635"/>
                </a:cubicBezTo>
                <a:cubicBezTo>
                  <a:pt x="1153" y="2559"/>
                  <a:pt x="1132" y="2481"/>
                  <a:pt x="1119" y="2403"/>
                </a:cubicBezTo>
                <a:cubicBezTo>
                  <a:pt x="1119" y="2401"/>
                  <a:pt x="1118" y="2399"/>
                  <a:pt x="1118" y="2397"/>
                </a:cubicBezTo>
                <a:lnTo>
                  <a:pt x="1118" y="2397"/>
                </a:lnTo>
                <a:cubicBezTo>
                  <a:pt x="1122" y="2365"/>
                  <a:pt x="1108" y="2315"/>
                  <a:pt x="1106" y="2283"/>
                </a:cubicBezTo>
                <a:cubicBezTo>
                  <a:pt x="1102" y="2203"/>
                  <a:pt x="1102" y="2123"/>
                  <a:pt x="1106" y="2043"/>
                </a:cubicBezTo>
                <a:cubicBezTo>
                  <a:pt x="1107" y="2033"/>
                  <a:pt x="1110" y="2004"/>
                  <a:pt x="1113" y="1978"/>
                </a:cubicBezTo>
                <a:lnTo>
                  <a:pt x="1113" y="1978"/>
                </a:lnTo>
                <a:cubicBezTo>
                  <a:pt x="1117" y="1953"/>
                  <a:pt x="1123" y="1911"/>
                  <a:pt x="1125" y="1899"/>
                </a:cubicBezTo>
                <a:cubicBezTo>
                  <a:pt x="1144" y="1813"/>
                  <a:pt x="1170" y="1731"/>
                  <a:pt x="1197" y="1647"/>
                </a:cubicBezTo>
                <a:cubicBezTo>
                  <a:pt x="1199" y="1642"/>
                  <a:pt x="1200" y="1637"/>
                  <a:pt x="1201" y="1634"/>
                </a:cubicBezTo>
                <a:lnTo>
                  <a:pt x="1201" y="1634"/>
                </a:lnTo>
                <a:cubicBezTo>
                  <a:pt x="1203" y="1630"/>
                  <a:pt x="1205" y="1626"/>
                  <a:pt x="1208" y="1621"/>
                </a:cubicBezTo>
                <a:cubicBezTo>
                  <a:pt x="1227" y="1583"/>
                  <a:pt x="1246" y="1543"/>
                  <a:pt x="1269" y="1507"/>
                </a:cubicBezTo>
                <a:cubicBezTo>
                  <a:pt x="1290" y="1470"/>
                  <a:pt x="1313" y="1434"/>
                  <a:pt x="1338" y="1398"/>
                </a:cubicBezTo>
                <a:cubicBezTo>
                  <a:pt x="1341" y="1394"/>
                  <a:pt x="1344" y="1390"/>
                  <a:pt x="1346" y="1386"/>
                </a:cubicBezTo>
                <a:lnTo>
                  <a:pt x="1346" y="1386"/>
                </a:lnTo>
                <a:cubicBezTo>
                  <a:pt x="1346" y="1386"/>
                  <a:pt x="1346" y="1386"/>
                  <a:pt x="1347" y="1385"/>
                </a:cubicBezTo>
                <a:cubicBezTo>
                  <a:pt x="1399" y="1329"/>
                  <a:pt x="1454" y="1275"/>
                  <a:pt x="1511" y="1223"/>
                </a:cubicBezTo>
                <a:lnTo>
                  <a:pt x="1511" y="1223"/>
                </a:lnTo>
                <a:cubicBezTo>
                  <a:pt x="1524" y="1213"/>
                  <a:pt x="1537" y="1203"/>
                  <a:pt x="1551" y="1194"/>
                </a:cubicBezTo>
                <a:cubicBezTo>
                  <a:pt x="1589" y="1170"/>
                  <a:pt x="1627" y="1147"/>
                  <a:pt x="1667" y="1126"/>
                </a:cubicBezTo>
                <a:cubicBezTo>
                  <a:pt x="1682" y="1119"/>
                  <a:pt x="1697" y="1111"/>
                  <a:pt x="1712" y="1103"/>
                </a:cubicBezTo>
                <a:lnTo>
                  <a:pt x="1712" y="1103"/>
                </a:lnTo>
                <a:cubicBezTo>
                  <a:pt x="1755" y="1090"/>
                  <a:pt x="1797" y="1075"/>
                  <a:pt x="1840" y="1063"/>
                </a:cubicBezTo>
                <a:cubicBezTo>
                  <a:pt x="1884" y="1050"/>
                  <a:pt x="1928" y="1042"/>
                  <a:pt x="1970" y="1031"/>
                </a:cubicBezTo>
                <a:cubicBezTo>
                  <a:pt x="1976" y="1030"/>
                  <a:pt x="1983" y="1028"/>
                  <a:pt x="1990" y="1026"/>
                </a:cubicBezTo>
                <a:lnTo>
                  <a:pt x="1990" y="1026"/>
                </a:lnTo>
                <a:cubicBezTo>
                  <a:pt x="2008" y="1025"/>
                  <a:pt x="2026" y="1024"/>
                  <a:pt x="2042" y="1023"/>
                </a:cubicBezTo>
                <a:cubicBezTo>
                  <a:pt x="2063" y="1021"/>
                  <a:pt x="2083" y="1018"/>
                  <a:pt x="2104" y="1015"/>
                </a:cubicBezTo>
                <a:lnTo>
                  <a:pt x="2104" y="1015"/>
                </a:lnTo>
                <a:cubicBezTo>
                  <a:pt x="2127" y="1013"/>
                  <a:pt x="2151" y="1010"/>
                  <a:pt x="2175" y="1006"/>
                </a:cubicBezTo>
                <a:cubicBezTo>
                  <a:pt x="2200" y="1002"/>
                  <a:pt x="2223" y="998"/>
                  <a:pt x="2248" y="996"/>
                </a:cubicBezTo>
                <a:lnTo>
                  <a:pt x="2248" y="996"/>
                </a:lnTo>
                <a:cubicBezTo>
                  <a:pt x="2202" y="1002"/>
                  <a:pt x="2186" y="1004"/>
                  <a:pt x="2186" y="1004"/>
                </a:cubicBezTo>
                <a:cubicBezTo>
                  <a:pt x="2187" y="1004"/>
                  <a:pt x="2227" y="999"/>
                  <a:pt x="2246" y="998"/>
                </a:cubicBezTo>
                <a:cubicBezTo>
                  <a:pt x="2293" y="996"/>
                  <a:pt x="2341" y="991"/>
                  <a:pt x="2387" y="989"/>
                </a:cubicBezTo>
                <a:close/>
                <a:moveTo>
                  <a:pt x="2431" y="0"/>
                </a:moveTo>
                <a:cubicBezTo>
                  <a:pt x="2283" y="0"/>
                  <a:pt x="2134" y="12"/>
                  <a:pt x="1987" y="33"/>
                </a:cubicBezTo>
                <a:lnTo>
                  <a:pt x="1987" y="33"/>
                </a:lnTo>
                <a:cubicBezTo>
                  <a:pt x="1519" y="79"/>
                  <a:pt x="1082" y="246"/>
                  <a:pt x="738" y="578"/>
                </a:cubicBezTo>
                <a:cubicBezTo>
                  <a:pt x="443" y="863"/>
                  <a:pt x="236" y="1259"/>
                  <a:pt x="158" y="1661"/>
                </a:cubicBezTo>
                <a:cubicBezTo>
                  <a:pt x="0" y="2477"/>
                  <a:pt x="228" y="3403"/>
                  <a:pt x="896" y="3941"/>
                </a:cubicBezTo>
                <a:cubicBezTo>
                  <a:pt x="1283" y="4251"/>
                  <a:pt x="1777" y="4404"/>
                  <a:pt x="2272" y="4404"/>
                </a:cubicBezTo>
                <a:cubicBezTo>
                  <a:pt x="2762" y="4404"/>
                  <a:pt x="3253" y="4255"/>
                  <a:pt x="3645" y="3962"/>
                </a:cubicBezTo>
                <a:cubicBezTo>
                  <a:pt x="4395" y="3401"/>
                  <a:pt x="4700" y="2409"/>
                  <a:pt x="4443" y="1512"/>
                </a:cubicBezTo>
                <a:cubicBezTo>
                  <a:pt x="4302" y="1025"/>
                  <a:pt x="4003" y="604"/>
                  <a:pt x="3582" y="321"/>
                </a:cubicBezTo>
                <a:cubicBezTo>
                  <a:pt x="3236" y="89"/>
                  <a:pt x="2836" y="0"/>
                  <a:pt x="243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74" name="Google Shape;9874;p4"/>
          <p:cNvSpPr/>
          <p:nvPr/>
        </p:nvSpPr>
        <p:spPr>
          <a:xfrm>
            <a:off x="6518075" y="833200"/>
            <a:ext cx="176025" cy="165050"/>
          </a:xfrm>
          <a:custGeom>
            <a:rect b="b" l="l" r="r" t="t"/>
            <a:pathLst>
              <a:path extrusionOk="0" h="6602" w="7041">
                <a:moveTo>
                  <a:pt x="4935" y="1378"/>
                </a:moveTo>
                <a:cubicBezTo>
                  <a:pt x="4939" y="1380"/>
                  <a:pt x="4948" y="1387"/>
                  <a:pt x="4965" y="1400"/>
                </a:cubicBezTo>
                <a:cubicBezTo>
                  <a:pt x="4955" y="1392"/>
                  <a:pt x="4945" y="1385"/>
                  <a:pt x="4935" y="1378"/>
                </a:cubicBezTo>
                <a:close/>
                <a:moveTo>
                  <a:pt x="1630" y="1762"/>
                </a:moveTo>
                <a:lnTo>
                  <a:pt x="1630" y="1762"/>
                </a:lnTo>
                <a:cubicBezTo>
                  <a:pt x="1621" y="1773"/>
                  <a:pt x="1618" y="1778"/>
                  <a:pt x="1618" y="1778"/>
                </a:cubicBezTo>
                <a:cubicBezTo>
                  <a:pt x="1618" y="1778"/>
                  <a:pt x="1623" y="1771"/>
                  <a:pt x="1630" y="1762"/>
                </a:cubicBezTo>
                <a:close/>
                <a:moveTo>
                  <a:pt x="3639" y="986"/>
                </a:moveTo>
                <a:cubicBezTo>
                  <a:pt x="4036" y="986"/>
                  <a:pt x="4418" y="1072"/>
                  <a:pt x="4734" y="1250"/>
                </a:cubicBezTo>
                <a:cubicBezTo>
                  <a:pt x="4786" y="1280"/>
                  <a:pt x="4839" y="1313"/>
                  <a:pt x="4890" y="1347"/>
                </a:cubicBezTo>
                <a:cubicBezTo>
                  <a:pt x="4906" y="1357"/>
                  <a:pt x="4921" y="1367"/>
                  <a:pt x="4935" y="1378"/>
                </a:cubicBezTo>
                <a:lnTo>
                  <a:pt x="4935" y="1378"/>
                </a:lnTo>
                <a:cubicBezTo>
                  <a:pt x="4934" y="1377"/>
                  <a:pt x="4933" y="1376"/>
                  <a:pt x="4933" y="1376"/>
                </a:cubicBezTo>
                <a:lnTo>
                  <a:pt x="4933" y="1376"/>
                </a:lnTo>
                <a:cubicBezTo>
                  <a:pt x="4934" y="1376"/>
                  <a:pt x="4964" y="1397"/>
                  <a:pt x="4972" y="1404"/>
                </a:cubicBezTo>
                <a:cubicBezTo>
                  <a:pt x="5081" y="1495"/>
                  <a:pt x="5182" y="1594"/>
                  <a:pt x="5275" y="1701"/>
                </a:cubicBezTo>
                <a:cubicBezTo>
                  <a:pt x="5296" y="1724"/>
                  <a:pt x="5315" y="1747"/>
                  <a:pt x="5332" y="1771"/>
                </a:cubicBezTo>
                <a:cubicBezTo>
                  <a:pt x="5336" y="1776"/>
                  <a:pt x="5339" y="1780"/>
                  <a:pt x="5342" y="1782"/>
                </a:cubicBezTo>
                <a:lnTo>
                  <a:pt x="5342" y="1782"/>
                </a:lnTo>
                <a:cubicBezTo>
                  <a:pt x="5378" y="1835"/>
                  <a:pt x="5414" y="1889"/>
                  <a:pt x="5446" y="1943"/>
                </a:cubicBezTo>
                <a:cubicBezTo>
                  <a:pt x="5477" y="1994"/>
                  <a:pt x="5507" y="2045"/>
                  <a:pt x="5534" y="2097"/>
                </a:cubicBezTo>
                <a:cubicBezTo>
                  <a:pt x="5548" y="2126"/>
                  <a:pt x="5603" y="2244"/>
                  <a:pt x="5604" y="2244"/>
                </a:cubicBezTo>
                <a:cubicBezTo>
                  <a:pt x="5605" y="2244"/>
                  <a:pt x="5604" y="2244"/>
                  <a:pt x="5604" y="2242"/>
                </a:cubicBezTo>
                <a:lnTo>
                  <a:pt x="5604" y="2242"/>
                </a:lnTo>
                <a:cubicBezTo>
                  <a:pt x="5646" y="2347"/>
                  <a:pt x="5682" y="2454"/>
                  <a:pt x="5711" y="2561"/>
                </a:cubicBezTo>
                <a:cubicBezTo>
                  <a:pt x="5726" y="2620"/>
                  <a:pt x="5741" y="2679"/>
                  <a:pt x="5751" y="2738"/>
                </a:cubicBezTo>
                <a:cubicBezTo>
                  <a:pt x="5756" y="2758"/>
                  <a:pt x="5778" y="2901"/>
                  <a:pt x="5781" y="2901"/>
                </a:cubicBezTo>
                <a:cubicBezTo>
                  <a:pt x="5781" y="2901"/>
                  <a:pt x="5781" y="2892"/>
                  <a:pt x="5779" y="2872"/>
                </a:cubicBezTo>
                <a:lnTo>
                  <a:pt x="5779" y="2872"/>
                </a:lnTo>
                <a:cubicBezTo>
                  <a:pt x="5793" y="2999"/>
                  <a:pt x="5800" y="3127"/>
                  <a:pt x="5800" y="3256"/>
                </a:cubicBezTo>
                <a:cubicBezTo>
                  <a:pt x="5798" y="3323"/>
                  <a:pt x="5796" y="3393"/>
                  <a:pt x="5791" y="3460"/>
                </a:cubicBezTo>
                <a:cubicBezTo>
                  <a:pt x="5787" y="3518"/>
                  <a:pt x="5781" y="3572"/>
                  <a:pt x="5780" y="3582"/>
                </a:cubicBezTo>
                <a:lnTo>
                  <a:pt x="5780" y="3582"/>
                </a:lnTo>
                <a:cubicBezTo>
                  <a:pt x="5759" y="3706"/>
                  <a:pt x="5734" y="3831"/>
                  <a:pt x="5699" y="3953"/>
                </a:cubicBezTo>
                <a:cubicBezTo>
                  <a:pt x="5682" y="4012"/>
                  <a:pt x="5663" y="4069"/>
                  <a:pt x="5642" y="4126"/>
                </a:cubicBezTo>
                <a:cubicBezTo>
                  <a:pt x="5631" y="4155"/>
                  <a:pt x="5621" y="4183"/>
                  <a:pt x="5610" y="4212"/>
                </a:cubicBezTo>
                <a:cubicBezTo>
                  <a:pt x="5606" y="4223"/>
                  <a:pt x="5602" y="4232"/>
                  <a:pt x="5600" y="4238"/>
                </a:cubicBezTo>
                <a:lnTo>
                  <a:pt x="5600" y="4238"/>
                </a:lnTo>
                <a:cubicBezTo>
                  <a:pt x="5597" y="4244"/>
                  <a:pt x="5593" y="4252"/>
                  <a:pt x="5589" y="4261"/>
                </a:cubicBezTo>
                <a:cubicBezTo>
                  <a:pt x="5534" y="4370"/>
                  <a:pt x="5477" y="4478"/>
                  <a:pt x="5412" y="4581"/>
                </a:cubicBezTo>
                <a:cubicBezTo>
                  <a:pt x="5311" y="4737"/>
                  <a:pt x="5324" y="4720"/>
                  <a:pt x="5189" y="4863"/>
                </a:cubicBezTo>
                <a:cubicBezTo>
                  <a:pt x="4814" y="5261"/>
                  <a:pt x="4355" y="5476"/>
                  <a:pt x="3756" y="5573"/>
                </a:cubicBezTo>
                <a:cubicBezTo>
                  <a:pt x="3620" y="5595"/>
                  <a:pt x="3482" y="5605"/>
                  <a:pt x="3344" y="5605"/>
                </a:cubicBezTo>
                <a:cubicBezTo>
                  <a:pt x="2954" y="5605"/>
                  <a:pt x="2572" y="5519"/>
                  <a:pt x="2265" y="5346"/>
                </a:cubicBezTo>
                <a:cubicBezTo>
                  <a:pt x="2214" y="5316"/>
                  <a:pt x="2164" y="5285"/>
                  <a:pt x="2113" y="5253"/>
                </a:cubicBezTo>
                <a:cubicBezTo>
                  <a:pt x="2098" y="5243"/>
                  <a:pt x="2015" y="5180"/>
                  <a:pt x="2013" y="5180"/>
                </a:cubicBezTo>
                <a:lnTo>
                  <a:pt x="2013" y="5180"/>
                </a:lnTo>
                <a:cubicBezTo>
                  <a:pt x="2013" y="5180"/>
                  <a:pt x="2019" y="5186"/>
                  <a:pt x="2037" y="5200"/>
                </a:cubicBezTo>
                <a:cubicBezTo>
                  <a:pt x="1930" y="5114"/>
                  <a:pt x="1831" y="5019"/>
                  <a:pt x="1740" y="4916"/>
                </a:cubicBezTo>
                <a:cubicBezTo>
                  <a:pt x="1728" y="4902"/>
                  <a:pt x="1675" y="4837"/>
                  <a:pt x="1657" y="4816"/>
                </a:cubicBezTo>
                <a:lnTo>
                  <a:pt x="1657" y="4816"/>
                </a:lnTo>
                <a:cubicBezTo>
                  <a:pt x="1647" y="4801"/>
                  <a:pt x="1584" y="4711"/>
                  <a:pt x="1570" y="4688"/>
                </a:cubicBezTo>
                <a:cubicBezTo>
                  <a:pt x="1500" y="4579"/>
                  <a:pt x="1439" y="4465"/>
                  <a:pt x="1382" y="4347"/>
                </a:cubicBezTo>
                <a:cubicBezTo>
                  <a:pt x="1372" y="4327"/>
                  <a:pt x="1369" y="4322"/>
                  <a:pt x="1368" y="4322"/>
                </a:cubicBezTo>
                <a:lnTo>
                  <a:pt x="1368" y="4322"/>
                </a:lnTo>
                <a:cubicBezTo>
                  <a:pt x="1368" y="4322"/>
                  <a:pt x="1368" y="4322"/>
                  <a:pt x="1368" y="4322"/>
                </a:cubicBezTo>
                <a:lnTo>
                  <a:pt x="1368" y="4322"/>
                </a:lnTo>
                <a:cubicBezTo>
                  <a:pt x="1366" y="4315"/>
                  <a:pt x="1360" y="4299"/>
                  <a:pt x="1348" y="4265"/>
                </a:cubicBezTo>
                <a:cubicBezTo>
                  <a:pt x="1329" y="4210"/>
                  <a:pt x="1308" y="4155"/>
                  <a:pt x="1291" y="4101"/>
                </a:cubicBezTo>
                <a:cubicBezTo>
                  <a:pt x="1251" y="3974"/>
                  <a:pt x="1220" y="3848"/>
                  <a:pt x="1197" y="3717"/>
                </a:cubicBezTo>
                <a:cubicBezTo>
                  <a:pt x="1192" y="3696"/>
                  <a:pt x="1179" y="3596"/>
                  <a:pt x="1178" y="3596"/>
                </a:cubicBezTo>
                <a:lnTo>
                  <a:pt x="1178" y="3596"/>
                </a:lnTo>
                <a:cubicBezTo>
                  <a:pt x="1178" y="3596"/>
                  <a:pt x="1179" y="3606"/>
                  <a:pt x="1182" y="3633"/>
                </a:cubicBezTo>
                <a:cubicBezTo>
                  <a:pt x="1173" y="3568"/>
                  <a:pt x="1167" y="3502"/>
                  <a:pt x="1165" y="3437"/>
                </a:cubicBezTo>
                <a:cubicBezTo>
                  <a:pt x="1157" y="3304"/>
                  <a:pt x="1157" y="3174"/>
                  <a:pt x="1165" y="3041"/>
                </a:cubicBezTo>
                <a:cubicBezTo>
                  <a:pt x="1167" y="3011"/>
                  <a:pt x="1179" y="2898"/>
                  <a:pt x="1181" y="2870"/>
                </a:cubicBezTo>
                <a:lnTo>
                  <a:pt x="1181" y="2870"/>
                </a:lnTo>
                <a:cubicBezTo>
                  <a:pt x="1186" y="2847"/>
                  <a:pt x="1203" y="2750"/>
                  <a:pt x="1209" y="2721"/>
                </a:cubicBezTo>
                <a:cubicBezTo>
                  <a:pt x="1239" y="2580"/>
                  <a:pt x="1281" y="2443"/>
                  <a:pt x="1327" y="2306"/>
                </a:cubicBezTo>
                <a:cubicBezTo>
                  <a:pt x="1342" y="2262"/>
                  <a:pt x="1345" y="2248"/>
                  <a:pt x="1346" y="2244"/>
                </a:cubicBezTo>
                <a:lnTo>
                  <a:pt x="1346" y="2244"/>
                </a:lnTo>
                <a:cubicBezTo>
                  <a:pt x="1348" y="2241"/>
                  <a:pt x="1355" y="2229"/>
                  <a:pt x="1376" y="2188"/>
                </a:cubicBezTo>
                <a:cubicBezTo>
                  <a:pt x="1407" y="2125"/>
                  <a:pt x="1439" y="2059"/>
                  <a:pt x="1475" y="1998"/>
                </a:cubicBezTo>
                <a:cubicBezTo>
                  <a:pt x="1511" y="1937"/>
                  <a:pt x="1551" y="1878"/>
                  <a:pt x="1588" y="1819"/>
                </a:cubicBezTo>
                <a:cubicBezTo>
                  <a:pt x="1603" y="1799"/>
                  <a:pt x="1618" y="1779"/>
                  <a:pt x="1632" y="1759"/>
                </a:cubicBezTo>
                <a:lnTo>
                  <a:pt x="1632" y="1759"/>
                </a:lnTo>
                <a:cubicBezTo>
                  <a:pt x="1639" y="1751"/>
                  <a:pt x="1646" y="1741"/>
                  <a:pt x="1654" y="1733"/>
                </a:cubicBezTo>
                <a:cubicBezTo>
                  <a:pt x="1744" y="1632"/>
                  <a:pt x="1839" y="1535"/>
                  <a:pt x="1945" y="1446"/>
                </a:cubicBezTo>
                <a:cubicBezTo>
                  <a:pt x="1949" y="1443"/>
                  <a:pt x="1952" y="1440"/>
                  <a:pt x="1955" y="1437"/>
                </a:cubicBezTo>
                <a:lnTo>
                  <a:pt x="1955" y="1437"/>
                </a:lnTo>
                <a:cubicBezTo>
                  <a:pt x="1958" y="1435"/>
                  <a:pt x="1960" y="1434"/>
                  <a:pt x="1963" y="1431"/>
                </a:cubicBezTo>
                <a:cubicBezTo>
                  <a:pt x="1993" y="1410"/>
                  <a:pt x="2022" y="1389"/>
                  <a:pt x="2054" y="1370"/>
                </a:cubicBezTo>
                <a:cubicBezTo>
                  <a:pt x="2115" y="1328"/>
                  <a:pt x="2180" y="1292"/>
                  <a:pt x="2246" y="1257"/>
                </a:cubicBezTo>
                <a:cubicBezTo>
                  <a:pt x="2372" y="1191"/>
                  <a:pt x="2412" y="1174"/>
                  <a:pt x="2604" y="1120"/>
                </a:cubicBezTo>
                <a:cubicBezTo>
                  <a:pt x="2802" y="1065"/>
                  <a:pt x="2859" y="1059"/>
                  <a:pt x="3023" y="1044"/>
                </a:cubicBezTo>
                <a:cubicBezTo>
                  <a:pt x="3046" y="1042"/>
                  <a:pt x="3069" y="1039"/>
                  <a:pt x="3092" y="1035"/>
                </a:cubicBezTo>
                <a:lnTo>
                  <a:pt x="3092" y="1035"/>
                </a:lnTo>
                <a:cubicBezTo>
                  <a:pt x="3113" y="1033"/>
                  <a:pt x="3134" y="1031"/>
                  <a:pt x="3156" y="1027"/>
                </a:cubicBezTo>
                <a:cubicBezTo>
                  <a:pt x="3317" y="1000"/>
                  <a:pt x="3479" y="986"/>
                  <a:pt x="3639" y="986"/>
                </a:cubicBezTo>
                <a:close/>
                <a:moveTo>
                  <a:pt x="3656" y="0"/>
                </a:moveTo>
                <a:cubicBezTo>
                  <a:pt x="3424" y="0"/>
                  <a:pt x="3191" y="20"/>
                  <a:pt x="2962" y="55"/>
                </a:cubicBezTo>
                <a:lnTo>
                  <a:pt x="2962" y="55"/>
                </a:lnTo>
                <a:cubicBezTo>
                  <a:pt x="1592" y="189"/>
                  <a:pt x="506" y="1128"/>
                  <a:pt x="238" y="2500"/>
                </a:cubicBezTo>
                <a:cubicBezTo>
                  <a:pt x="0" y="3730"/>
                  <a:pt x="360" y="5131"/>
                  <a:pt x="1367" y="5933"/>
                </a:cubicBezTo>
                <a:cubicBezTo>
                  <a:pt x="1934" y="6385"/>
                  <a:pt x="2656" y="6602"/>
                  <a:pt x="3382" y="6602"/>
                </a:cubicBezTo>
                <a:cubicBezTo>
                  <a:pt x="4138" y="6602"/>
                  <a:pt x="4898" y="6367"/>
                  <a:pt x="5494" y="5917"/>
                </a:cubicBezTo>
                <a:cubicBezTo>
                  <a:pt x="6607" y="5078"/>
                  <a:pt x="7041" y="3580"/>
                  <a:pt x="6659" y="2253"/>
                </a:cubicBezTo>
                <a:cubicBezTo>
                  <a:pt x="6453" y="1537"/>
                  <a:pt x="6015" y="905"/>
                  <a:pt x="5393" y="488"/>
                </a:cubicBezTo>
                <a:cubicBezTo>
                  <a:pt x="4872" y="137"/>
                  <a:pt x="4267" y="0"/>
                  <a:pt x="365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875" name="Google Shape;9875;p4"/>
          <p:cNvGrpSpPr/>
          <p:nvPr/>
        </p:nvGrpSpPr>
        <p:grpSpPr>
          <a:xfrm rot="6300357">
            <a:off x="7268472" y="319628"/>
            <a:ext cx="707993" cy="442801"/>
            <a:chOff x="1445125" y="3867675"/>
            <a:chExt cx="803300" cy="502950"/>
          </a:xfrm>
        </p:grpSpPr>
        <p:sp>
          <p:nvSpPr>
            <p:cNvPr id="9876" name="Google Shape;9876;p4"/>
            <p:cNvSpPr/>
            <p:nvPr/>
          </p:nvSpPr>
          <p:spPr>
            <a:xfrm>
              <a:off x="1445125" y="3867675"/>
              <a:ext cx="535450" cy="502950"/>
            </a:xfrm>
            <a:custGeom>
              <a:rect b="b" l="l" r="r" t="t"/>
              <a:pathLst>
                <a:path extrusionOk="0" h="20118" w="21418">
                  <a:moveTo>
                    <a:pt x="5846" y="993"/>
                  </a:moveTo>
                  <a:cubicBezTo>
                    <a:pt x="6726" y="993"/>
                    <a:pt x="7300" y="1814"/>
                    <a:pt x="7545" y="2688"/>
                  </a:cubicBezTo>
                  <a:cubicBezTo>
                    <a:pt x="7686" y="3200"/>
                    <a:pt x="7749" y="3726"/>
                    <a:pt x="7770" y="4255"/>
                  </a:cubicBezTo>
                  <a:cubicBezTo>
                    <a:pt x="7787" y="4700"/>
                    <a:pt x="7676" y="5216"/>
                    <a:pt x="7812" y="5641"/>
                  </a:cubicBezTo>
                  <a:cubicBezTo>
                    <a:pt x="8017" y="6280"/>
                    <a:pt x="8790" y="6621"/>
                    <a:pt x="9352" y="6861"/>
                  </a:cubicBezTo>
                  <a:cubicBezTo>
                    <a:pt x="10899" y="7523"/>
                    <a:pt x="12588" y="7895"/>
                    <a:pt x="14238" y="8195"/>
                  </a:cubicBezTo>
                  <a:cubicBezTo>
                    <a:pt x="14279" y="8202"/>
                    <a:pt x="14320" y="8206"/>
                    <a:pt x="14360" y="8206"/>
                  </a:cubicBezTo>
                  <a:cubicBezTo>
                    <a:pt x="14538" y="8206"/>
                    <a:pt x="14697" y="8128"/>
                    <a:pt x="14800" y="7965"/>
                  </a:cubicBezTo>
                  <a:cubicBezTo>
                    <a:pt x="15658" y="6602"/>
                    <a:pt x="16673" y="5266"/>
                    <a:pt x="17868" y="4181"/>
                  </a:cubicBezTo>
                  <a:cubicBezTo>
                    <a:pt x="18246" y="3837"/>
                    <a:pt x="19055" y="3130"/>
                    <a:pt x="19662" y="3130"/>
                  </a:cubicBezTo>
                  <a:cubicBezTo>
                    <a:pt x="19761" y="3130"/>
                    <a:pt x="19855" y="3149"/>
                    <a:pt x="19941" y="3191"/>
                  </a:cubicBezTo>
                  <a:cubicBezTo>
                    <a:pt x="19972" y="3206"/>
                    <a:pt x="20042" y="3282"/>
                    <a:pt x="20078" y="3334"/>
                  </a:cubicBezTo>
                  <a:cubicBezTo>
                    <a:pt x="20170" y="3474"/>
                    <a:pt x="20200" y="3554"/>
                    <a:pt x="20244" y="3703"/>
                  </a:cubicBezTo>
                  <a:cubicBezTo>
                    <a:pt x="20356" y="4074"/>
                    <a:pt x="20385" y="4459"/>
                    <a:pt x="20391" y="4845"/>
                  </a:cubicBezTo>
                  <a:cubicBezTo>
                    <a:pt x="20434" y="7253"/>
                    <a:pt x="19715" y="9724"/>
                    <a:pt x="18959" y="11987"/>
                  </a:cubicBezTo>
                  <a:cubicBezTo>
                    <a:pt x="18546" y="13223"/>
                    <a:pt x="18074" y="14443"/>
                    <a:pt x="17505" y="15619"/>
                  </a:cubicBezTo>
                  <a:cubicBezTo>
                    <a:pt x="16974" y="16720"/>
                    <a:pt x="16385" y="17795"/>
                    <a:pt x="15472" y="18631"/>
                  </a:cubicBezTo>
                  <a:cubicBezTo>
                    <a:pt x="15279" y="18808"/>
                    <a:pt x="15055" y="19008"/>
                    <a:pt x="14800" y="19090"/>
                  </a:cubicBezTo>
                  <a:cubicBezTo>
                    <a:pt x="14731" y="19114"/>
                    <a:pt x="14679" y="19127"/>
                    <a:pt x="14633" y="19127"/>
                  </a:cubicBezTo>
                  <a:cubicBezTo>
                    <a:pt x="14584" y="19127"/>
                    <a:pt x="14541" y="19112"/>
                    <a:pt x="14491" y="19078"/>
                  </a:cubicBezTo>
                  <a:cubicBezTo>
                    <a:pt x="14179" y="18859"/>
                    <a:pt x="14040" y="18279"/>
                    <a:pt x="13943" y="17913"/>
                  </a:cubicBezTo>
                  <a:cubicBezTo>
                    <a:pt x="13496" y="16204"/>
                    <a:pt x="13420" y="14392"/>
                    <a:pt x="13231" y="12644"/>
                  </a:cubicBezTo>
                  <a:cubicBezTo>
                    <a:pt x="13231" y="12642"/>
                    <a:pt x="13231" y="12641"/>
                    <a:pt x="13230" y="12640"/>
                  </a:cubicBezTo>
                  <a:lnTo>
                    <a:pt x="13230" y="12640"/>
                  </a:lnTo>
                  <a:cubicBezTo>
                    <a:pt x="13241" y="12479"/>
                    <a:pt x="13172" y="12316"/>
                    <a:pt x="12984" y="12214"/>
                  </a:cubicBezTo>
                  <a:cubicBezTo>
                    <a:pt x="12340" y="11860"/>
                    <a:pt x="11598" y="11675"/>
                    <a:pt x="10890" y="11496"/>
                  </a:cubicBezTo>
                  <a:cubicBezTo>
                    <a:pt x="10069" y="11291"/>
                    <a:pt x="9239" y="11119"/>
                    <a:pt x="8404" y="10971"/>
                  </a:cubicBezTo>
                  <a:cubicBezTo>
                    <a:pt x="7943" y="10890"/>
                    <a:pt x="7439" y="10757"/>
                    <a:pt x="6964" y="10757"/>
                  </a:cubicBezTo>
                  <a:cubicBezTo>
                    <a:pt x="6933" y="10757"/>
                    <a:pt x="6903" y="10757"/>
                    <a:pt x="6873" y="10758"/>
                  </a:cubicBezTo>
                  <a:cubicBezTo>
                    <a:pt x="6281" y="10782"/>
                    <a:pt x="5857" y="11237"/>
                    <a:pt x="5518" y="11671"/>
                  </a:cubicBezTo>
                  <a:cubicBezTo>
                    <a:pt x="4848" y="12532"/>
                    <a:pt x="4110" y="13945"/>
                    <a:pt x="2900" y="13945"/>
                  </a:cubicBezTo>
                  <a:cubicBezTo>
                    <a:pt x="2748" y="13945"/>
                    <a:pt x="2589" y="13923"/>
                    <a:pt x="2421" y="13874"/>
                  </a:cubicBezTo>
                  <a:cubicBezTo>
                    <a:pt x="1265" y="13539"/>
                    <a:pt x="1147" y="12161"/>
                    <a:pt x="1191" y="11150"/>
                  </a:cubicBezTo>
                  <a:cubicBezTo>
                    <a:pt x="1259" y="9547"/>
                    <a:pt x="1735" y="7959"/>
                    <a:pt x="2242" y="6446"/>
                  </a:cubicBezTo>
                  <a:cubicBezTo>
                    <a:pt x="2666" y="5186"/>
                    <a:pt x="3155" y="3943"/>
                    <a:pt x="3669" y="2717"/>
                  </a:cubicBezTo>
                  <a:cubicBezTo>
                    <a:pt x="4014" y="1894"/>
                    <a:pt x="4701" y="1150"/>
                    <a:pt x="5619" y="1011"/>
                  </a:cubicBezTo>
                  <a:cubicBezTo>
                    <a:pt x="5697" y="999"/>
                    <a:pt x="5772" y="993"/>
                    <a:pt x="5846" y="993"/>
                  </a:cubicBezTo>
                  <a:close/>
                  <a:moveTo>
                    <a:pt x="5851" y="1"/>
                  </a:moveTo>
                  <a:cubicBezTo>
                    <a:pt x="4753" y="1"/>
                    <a:pt x="3750" y="699"/>
                    <a:pt x="3144" y="1580"/>
                  </a:cubicBezTo>
                  <a:cubicBezTo>
                    <a:pt x="2849" y="2009"/>
                    <a:pt x="2683" y="2515"/>
                    <a:pt x="2487" y="2993"/>
                  </a:cubicBezTo>
                  <a:cubicBezTo>
                    <a:pt x="2217" y="3653"/>
                    <a:pt x="1954" y="4314"/>
                    <a:pt x="1705" y="4982"/>
                  </a:cubicBezTo>
                  <a:cubicBezTo>
                    <a:pt x="1113" y="6581"/>
                    <a:pt x="576" y="8224"/>
                    <a:pt x="323" y="9914"/>
                  </a:cubicBezTo>
                  <a:cubicBezTo>
                    <a:pt x="121" y="11253"/>
                    <a:pt x="1" y="12901"/>
                    <a:pt x="913" y="14026"/>
                  </a:cubicBezTo>
                  <a:cubicBezTo>
                    <a:pt x="1411" y="14639"/>
                    <a:pt x="2111" y="14918"/>
                    <a:pt x="2824" y="14918"/>
                  </a:cubicBezTo>
                  <a:cubicBezTo>
                    <a:pt x="3509" y="14918"/>
                    <a:pt x="4207" y="14660"/>
                    <a:pt x="4751" y="14192"/>
                  </a:cubicBezTo>
                  <a:cubicBezTo>
                    <a:pt x="5371" y="13659"/>
                    <a:pt x="5777" y="12949"/>
                    <a:pt x="6272" y="12311"/>
                  </a:cubicBezTo>
                  <a:cubicBezTo>
                    <a:pt x="6566" y="11931"/>
                    <a:pt x="6732" y="11776"/>
                    <a:pt x="7065" y="11776"/>
                  </a:cubicBezTo>
                  <a:cubicBezTo>
                    <a:pt x="7129" y="11776"/>
                    <a:pt x="7199" y="11782"/>
                    <a:pt x="7277" y="11793"/>
                  </a:cubicBezTo>
                  <a:cubicBezTo>
                    <a:pt x="8166" y="11915"/>
                    <a:pt x="9053" y="12094"/>
                    <a:pt x="9930" y="12292"/>
                  </a:cubicBezTo>
                  <a:cubicBezTo>
                    <a:pt x="10726" y="12472"/>
                    <a:pt x="11550" y="12626"/>
                    <a:pt x="12268" y="12966"/>
                  </a:cubicBezTo>
                  <a:lnTo>
                    <a:pt x="12268" y="12966"/>
                  </a:lnTo>
                  <a:cubicBezTo>
                    <a:pt x="12439" y="14633"/>
                    <a:pt x="12548" y="16332"/>
                    <a:pt x="12930" y="17963"/>
                  </a:cubicBezTo>
                  <a:cubicBezTo>
                    <a:pt x="13136" y="18845"/>
                    <a:pt x="13555" y="20118"/>
                    <a:pt x="14640" y="20118"/>
                  </a:cubicBezTo>
                  <a:cubicBezTo>
                    <a:pt x="14672" y="20118"/>
                    <a:pt x="14706" y="20116"/>
                    <a:pt x="14739" y="20114"/>
                  </a:cubicBezTo>
                  <a:cubicBezTo>
                    <a:pt x="15314" y="20074"/>
                    <a:pt x="15818" y="19674"/>
                    <a:pt x="16220" y="19295"/>
                  </a:cubicBezTo>
                  <a:cubicBezTo>
                    <a:pt x="16778" y="18770"/>
                    <a:pt x="17242" y="18165"/>
                    <a:pt x="17630" y="17506"/>
                  </a:cubicBezTo>
                  <a:cubicBezTo>
                    <a:pt x="18329" y="16326"/>
                    <a:pt x="18879" y="15058"/>
                    <a:pt x="19372" y="13779"/>
                  </a:cubicBezTo>
                  <a:cubicBezTo>
                    <a:pt x="20387" y="11140"/>
                    <a:pt x="21255" y="8266"/>
                    <a:pt x="21379" y="5422"/>
                  </a:cubicBezTo>
                  <a:cubicBezTo>
                    <a:pt x="21417" y="4558"/>
                    <a:pt x="21409" y="3509"/>
                    <a:pt x="20893" y="2768"/>
                  </a:cubicBezTo>
                  <a:cubicBezTo>
                    <a:pt x="20591" y="2334"/>
                    <a:pt x="20167" y="2169"/>
                    <a:pt x="19717" y="2169"/>
                  </a:cubicBezTo>
                  <a:cubicBezTo>
                    <a:pt x="19269" y="2169"/>
                    <a:pt x="18796" y="2332"/>
                    <a:pt x="18392" y="2557"/>
                  </a:cubicBezTo>
                  <a:cubicBezTo>
                    <a:pt x="17206" y="3219"/>
                    <a:pt x="16258" y="4331"/>
                    <a:pt x="15430" y="5382"/>
                  </a:cubicBezTo>
                  <a:cubicBezTo>
                    <a:pt x="14975" y="5959"/>
                    <a:pt x="14535" y="6551"/>
                    <a:pt x="14131" y="7165"/>
                  </a:cubicBezTo>
                  <a:lnTo>
                    <a:pt x="14131" y="7165"/>
                  </a:lnTo>
                  <a:cubicBezTo>
                    <a:pt x="12741" y="6903"/>
                    <a:pt x="11340" y="6572"/>
                    <a:pt x="10022" y="6067"/>
                  </a:cubicBezTo>
                  <a:cubicBezTo>
                    <a:pt x="9692" y="5938"/>
                    <a:pt x="9355" y="5795"/>
                    <a:pt x="9057" y="5599"/>
                  </a:cubicBezTo>
                  <a:cubicBezTo>
                    <a:pt x="8975" y="5544"/>
                    <a:pt x="8902" y="5490"/>
                    <a:pt x="8830" y="5420"/>
                  </a:cubicBezTo>
                  <a:cubicBezTo>
                    <a:pt x="8801" y="5393"/>
                    <a:pt x="8791" y="5386"/>
                    <a:pt x="8788" y="5385"/>
                  </a:cubicBezTo>
                  <a:lnTo>
                    <a:pt x="8788" y="5385"/>
                  </a:lnTo>
                  <a:cubicBezTo>
                    <a:pt x="8787" y="5381"/>
                    <a:pt x="8781" y="5370"/>
                    <a:pt x="8767" y="5346"/>
                  </a:cubicBezTo>
                  <a:cubicBezTo>
                    <a:pt x="8764" y="5342"/>
                    <a:pt x="8761" y="5338"/>
                    <a:pt x="8759" y="5334"/>
                  </a:cubicBezTo>
                  <a:lnTo>
                    <a:pt x="8759" y="5334"/>
                  </a:lnTo>
                  <a:cubicBezTo>
                    <a:pt x="8759" y="5333"/>
                    <a:pt x="8759" y="5331"/>
                    <a:pt x="8758" y="5329"/>
                  </a:cubicBezTo>
                  <a:cubicBezTo>
                    <a:pt x="8680" y="4813"/>
                    <a:pt x="8779" y="4238"/>
                    <a:pt x="8729" y="3712"/>
                  </a:cubicBezTo>
                  <a:cubicBezTo>
                    <a:pt x="8683" y="3244"/>
                    <a:pt x="8611" y="2774"/>
                    <a:pt x="8476" y="2325"/>
                  </a:cubicBezTo>
                  <a:cubicBezTo>
                    <a:pt x="8116" y="1129"/>
                    <a:pt x="7256" y="33"/>
                    <a:pt x="5914" y="2"/>
                  </a:cubicBezTo>
                  <a:cubicBezTo>
                    <a:pt x="5893" y="1"/>
                    <a:pt x="5872" y="1"/>
                    <a:pt x="585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77" name="Google Shape;9877;p4"/>
            <p:cNvSpPr/>
            <p:nvPr/>
          </p:nvSpPr>
          <p:spPr>
            <a:xfrm>
              <a:off x="1903525" y="4088100"/>
              <a:ext cx="344900" cy="185850"/>
            </a:xfrm>
            <a:custGeom>
              <a:rect b="b" l="l" r="r" t="t"/>
              <a:pathLst>
                <a:path extrusionOk="0" h="7434" w="13796">
                  <a:moveTo>
                    <a:pt x="2035" y="1"/>
                  </a:moveTo>
                  <a:cubicBezTo>
                    <a:pt x="1593" y="1"/>
                    <a:pt x="1301" y="661"/>
                    <a:pt x="1777" y="928"/>
                  </a:cubicBezTo>
                  <a:cubicBezTo>
                    <a:pt x="5023" y="2748"/>
                    <a:pt x="8420" y="4238"/>
                    <a:pt x="11476" y="6352"/>
                  </a:cubicBezTo>
                  <a:lnTo>
                    <a:pt x="11476" y="6352"/>
                  </a:lnTo>
                  <a:cubicBezTo>
                    <a:pt x="7847" y="6103"/>
                    <a:pt x="4252" y="5482"/>
                    <a:pt x="636" y="5110"/>
                  </a:cubicBezTo>
                  <a:cubicBezTo>
                    <a:pt x="615" y="5108"/>
                    <a:pt x="596" y="5107"/>
                    <a:pt x="577" y="5107"/>
                  </a:cubicBezTo>
                  <a:cubicBezTo>
                    <a:pt x="0" y="5107"/>
                    <a:pt x="24" y="6045"/>
                    <a:pt x="636" y="6106"/>
                  </a:cubicBezTo>
                  <a:cubicBezTo>
                    <a:pt x="4792" y="6534"/>
                    <a:pt x="8919" y="7290"/>
                    <a:pt x="13101" y="7434"/>
                  </a:cubicBezTo>
                  <a:cubicBezTo>
                    <a:pt x="13106" y="7434"/>
                    <a:pt x="13111" y="7434"/>
                    <a:pt x="13115" y="7434"/>
                  </a:cubicBezTo>
                  <a:cubicBezTo>
                    <a:pt x="13508" y="7434"/>
                    <a:pt x="13796" y="6851"/>
                    <a:pt x="13455" y="6582"/>
                  </a:cubicBezTo>
                  <a:cubicBezTo>
                    <a:pt x="11767" y="5262"/>
                    <a:pt x="9981" y="4109"/>
                    <a:pt x="8087" y="3106"/>
                  </a:cubicBezTo>
                  <a:cubicBezTo>
                    <a:pt x="6157" y="2083"/>
                    <a:pt x="4187" y="1139"/>
                    <a:pt x="2281" y="69"/>
                  </a:cubicBezTo>
                  <a:cubicBezTo>
                    <a:pt x="2197" y="21"/>
                    <a:pt x="2114" y="1"/>
                    <a:pt x="20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78" name="Google Shape;9878;p4"/>
            <p:cNvSpPr/>
            <p:nvPr/>
          </p:nvSpPr>
          <p:spPr>
            <a:xfrm>
              <a:off x="1462675" y="3884050"/>
              <a:ext cx="125100" cy="332450"/>
            </a:xfrm>
            <a:custGeom>
              <a:rect b="b" l="l" r="r" t="t"/>
              <a:pathLst>
                <a:path extrusionOk="0" h="13298" w="5004">
                  <a:moveTo>
                    <a:pt x="4226" y="0"/>
                  </a:moveTo>
                  <a:cubicBezTo>
                    <a:pt x="3978" y="0"/>
                    <a:pt x="3745" y="159"/>
                    <a:pt x="3776" y="478"/>
                  </a:cubicBezTo>
                  <a:cubicBezTo>
                    <a:pt x="3995" y="2762"/>
                    <a:pt x="3470" y="4910"/>
                    <a:pt x="2764" y="7066"/>
                  </a:cubicBezTo>
                  <a:cubicBezTo>
                    <a:pt x="2160" y="8913"/>
                    <a:pt x="1574" y="10906"/>
                    <a:pt x="310" y="12425"/>
                  </a:cubicBezTo>
                  <a:cubicBezTo>
                    <a:pt x="1" y="12799"/>
                    <a:pt x="333" y="13298"/>
                    <a:pt x="690" y="13298"/>
                  </a:cubicBezTo>
                  <a:cubicBezTo>
                    <a:pt x="802" y="13298"/>
                    <a:pt x="916" y="13249"/>
                    <a:pt x="1014" y="13131"/>
                  </a:cubicBezTo>
                  <a:cubicBezTo>
                    <a:pt x="2366" y="11506"/>
                    <a:pt x="3030" y="9452"/>
                    <a:pt x="3679" y="7474"/>
                  </a:cubicBezTo>
                  <a:cubicBezTo>
                    <a:pt x="4424" y="5193"/>
                    <a:pt x="5004" y="2899"/>
                    <a:pt x="4772" y="478"/>
                  </a:cubicBezTo>
                  <a:cubicBezTo>
                    <a:pt x="4741" y="160"/>
                    <a:pt x="4476" y="0"/>
                    <a:pt x="42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879" name="Google Shape;9879;p4"/>
          <p:cNvSpPr txBox="1"/>
          <p:nvPr/>
        </p:nvSpPr>
        <p:spPr>
          <a:xfrm>
            <a:off x="1334962" y="769027"/>
            <a:ext cx="5982000" cy="49241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000" u="none" cap="none" strike="noStrike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rPr>
              <a:t>ALL –ABOUT- ME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80" name="Google Shape;9880;p4"/>
          <p:cNvSpPr/>
          <p:nvPr/>
        </p:nvSpPr>
        <p:spPr>
          <a:xfrm>
            <a:off x="1498445" y="1763583"/>
            <a:ext cx="2200508" cy="2417268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25400">
            <a:solidFill>
              <a:srgbClr val="B7B9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81" name="Google Shape;9881;p4"/>
          <p:cNvSpPr txBox="1"/>
          <p:nvPr/>
        </p:nvSpPr>
        <p:spPr>
          <a:xfrm>
            <a:off x="1469173" y="1385430"/>
            <a:ext cx="2259051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Place your photograph here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82" name="Google Shape;9882;p4"/>
          <p:cNvSpPr/>
          <p:nvPr/>
        </p:nvSpPr>
        <p:spPr>
          <a:xfrm>
            <a:off x="4325962" y="1648040"/>
            <a:ext cx="3551775" cy="667383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25400">
            <a:solidFill>
              <a:srgbClr val="B7B9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83" name="Google Shape;9883;p4"/>
          <p:cNvSpPr/>
          <p:nvPr/>
        </p:nvSpPr>
        <p:spPr>
          <a:xfrm>
            <a:off x="4325962" y="2860083"/>
            <a:ext cx="3551775" cy="667383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25400">
            <a:solidFill>
              <a:srgbClr val="B7B9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87" name="Shape 9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8" name="Google Shape;9888;p5"/>
          <p:cNvSpPr/>
          <p:nvPr/>
        </p:nvSpPr>
        <p:spPr>
          <a:xfrm>
            <a:off x="7818975" y="1147025"/>
            <a:ext cx="117525" cy="110100"/>
          </a:xfrm>
          <a:custGeom>
            <a:rect b="b" l="l" r="r" t="t"/>
            <a:pathLst>
              <a:path extrusionOk="0" h="4404" w="4701">
                <a:moveTo>
                  <a:pt x="1951" y="1032"/>
                </a:moveTo>
                <a:cubicBezTo>
                  <a:pt x="1950" y="1033"/>
                  <a:pt x="1949" y="1033"/>
                  <a:pt x="1947" y="1033"/>
                </a:cubicBezTo>
                <a:cubicBezTo>
                  <a:pt x="1948" y="1033"/>
                  <a:pt x="1950" y="1033"/>
                  <a:pt x="1951" y="1032"/>
                </a:cubicBezTo>
                <a:close/>
                <a:moveTo>
                  <a:pt x="2857" y="1059"/>
                </a:moveTo>
                <a:cubicBezTo>
                  <a:pt x="2871" y="1059"/>
                  <a:pt x="2889" y="1066"/>
                  <a:pt x="2907" y="1075"/>
                </a:cubicBezTo>
                <a:lnTo>
                  <a:pt x="2907" y="1075"/>
                </a:lnTo>
                <a:cubicBezTo>
                  <a:pt x="2887" y="1068"/>
                  <a:pt x="2858" y="1059"/>
                  <a:pt x="2857" y="1059"/>
                </a:cubicBezTo>
                <a:close/>
                <a:moveTo>
                  <a:pt x="3091" y="1185"/>
                </a:moveTo>
                <a:cubicBezTo>
                  <a:pt x="3091" y="1185"/>
                  <a:pt x="3091" y="1185"/>
                  <a:pt x="3091" y="1185"/>
                </a:cubicBezTo>
                <a:lnTo>
                  <a:pt x="3091" y="1185"/>
                </a:lnTo>
                <a:cubicBezTo>
                  <a:pt x="3091" y="1185"/>
                  <a:pt x="3091" y="1185"/>
                  <a:pt x="3091" y="1185"/>
                </a:cubicBezTo>
                <a:close/>
                <a:moveTo>
                  <a:pt x="3104" y="1198"/>
                </a:moveTo>
                <a:cubicBezTo>
                  <a:pt x="3111" y="1203"/>
                  <a:pt x="3118" y="1208"/>
                  <a:pt x="3125" y="1213"/>
                </a:cubicBezTo>
                <a:cubicBezTo>
                  <a:pt x="3142" y="1224"/>
                  <a:pt x="3149" y="1229"/>
                  <a:pt x="3148" y="1229"/>
                </a:cubicBezTo>
                <a:cubicBezTo>
                  <a:pt x="3148" y="1229"/>
                  <a:pt x="3121" y="1211"/>
                  <a:pt x="3104" y="1198"/>
                </a:cubicBezTo>
                <a:close/>
                <a:moveTo>
                  <a:pt x="1747" y="3319"/>
                </a:moveTo>
                <a:cubicBezTo>
                  <a:pt x="1767" y="3326"/>
                  <a:pt x="1803" y="3338"/>
                  <a:pt x="1802" y="3338"/>
                </a:cubicBezTo>
                <a:cubicBezTo>
                  <a:pt x="1800" y="3339"/>
                  <a:pt x="1799" y="3339"/>
                  <a:pt x="1797" y="3339"/>
                </a:cubicBezTo>
                <a:cubicBezTo>
                  <a:pt x="1785" y="3339"/>
                  <a:pt x="1766" y="3330"/>
                  <a:pt x="1747" y="3319"/>
                </a:cubicBezTo>
                <a:close/>
                <a:moveTo>
                  <a:pt x="2463" y="3393"/>
                </a:moveTo>
                <a:cubicBezTo>
                  <a:pt x="2461" y="3393"/>
                  <a:pt x="2459" y="3393"/>
                  <a:pt x="2456" y="3393"/>
                </a:cubicBezTo>
                <a:lnTo>
                  <a:pt x="2456" y="3393"/>
                </a:lnTo>
                <a:cubicBezTo>
                  <a:pt x="2459" y="3393"/>
                  <a:pt x="2462" y="3393"/>
                  <a:pt x="2463" y="3393"/>
                </a:cubicBezTo>
                <a:close/>
                <a:moveTo>
                  <a:pt x="2387" y="989"/>
                </a:moveTo>
                <a:cubicBezTo>
                  <a:pt x="2440" y="989"/>
                  <a:pt x="2491" y="989"/>
                  <a:pt x="2541" y="993"/>
                </a:cubicBezTo>
                <a:cubicBezTo>
                  <a:pt x="2560" y="993"/>
                  <a:pt x="2582" y="997"/>
                  <a:pt x="2601" y="998"/>
                </a:cubicBezTo>
                <a:lnTo>
                  <a:pt x="2601" y="998"/>
                </a:lnTo>
                <a:cubicBezTo>
                  <a:pt x="2682" y="1018"/>
                  <a:pt x="2761" y="1029"/>
                  <a:pt x="2840" y="1057"/>
                </a:cubicBezTo>
                <a:cubicBezTo>
                  <a:pt x="2857" y="1061"/>
                  <a:pt x="2876" y="1069"/>
                  <a:pt x="2895" y="1076"/>
                </a:cubicBezTo>
                <a:cubicBezTo>
                  <a:pt x="2906" y="1079"/>
                  <a:pt x="2914" y="1081"/>
                  <a:pt x="2919" y="1082"/>
                </a:cubicBezTo>
                <a:lnTo>
                  <a:pt x="2919" y="1082"/>
                </a:lnTo>
                <a:cubicBezTo>
                  <a:pt x="2944" y="1096"/>
                  <a:pt x="2968" y="1113"/>
                  <a:pt x="2984" y="1122"/>
                </a:cubicBezTo>
                <a:cubicBezTo>
                  <a:pt x="3015" y="1139"/>
                  <a:pt x="3049" y="1160"/>
                  <a:pt x="3080" y="1181"/>
                </a:cubicBezTo>
                <a:cubicBezTo>
                  <a:pt x="3084" y="1184"/>
                  <a:pt x="3088" y="1186"/>
                  <a:pt x="3092" y="1189"/>
                </a:cubicBezTo>
                <a:lnTo>
                  <a:pt x="3092" y="1189"/>
                </a:lnTo>
                <a:cubicBezTo>
                  <a:pt x="3107" y="1217"/>
                  <a:pt x="3258" y="1347"/>
                  <a:pt x="3274" y="1366"/>
                </a:cubicBezTo>
                <a:cubicBezTo>
                  <a:pt x="3278" y="1370"/>
                  <a:pt x="3281" y="1374"/>
                  <a:pt x="3284" y="1378"/>
                </a:cubicBezTo>
                <a:lnTo>
                  <a:pt x="3284" y="1378"/>
                </a:lnTo>
                <a:cubicBezTo>
                  <a:pt x="3304" y="1410"/>
                  <a:pt x="3328" y="1440"/>
                  <a:pt x="3348" y="1474"/>
                </a:cubicBezTo>
                <a:cubicBezTo>
                  <a:pt x="3367" y="1503"/>
                  <a:pt x="3386" y="1535"/>
                  <a:pt x="3403" y="1569"/>
                </a:cubicBezTo>
                <a:cubicBezTo>
                  <a:pt x="3409" y="1579"/>
                  <a:pt x="3414" y="1591"/>
                  <a:pt x="3420" y="1604"/>
                </a:cubicBezTo>
                <a:lnTo>
                  <a:pt x="3420" y="1604"/>
                </a:lnTo>
                <a:cubicBezTo>
                  <a:pt x="3420" y="1602"/>
                  <a:pt x="3420" y="1600"/>
                  <a:pt x="3420" y="1598"/>
                </a:cubicBezTo>
                <a:lnTo>
                  <a:pt x="3420" y="1598"/>
                </a:lnTo>
                <a:cubicBezTo>
                  <a:pt x="3420" y="1600"/>
                  <a:pt x="3420" y="1602"/>
                  <a:pt x="3420" y="1604"/>
                </a:cubicBezTo>
                <a:lnTo>
                  <a:pt x="3420" y="1604"/>
                </a:lnTo>
                <a:cubicBezTo>
                  <a:pt x="3420" y="1604"/>
                  <a:pt x="3420" y="1604"/>
                  <a:pt x="3420" y="1604"/>
                </a:cubicBezTo>
                <a:lnTo>
                  <a:pt x="3420" y="1604"/>
                </a:lnTo>
                <a:cubicBezTo>
                  <a:pt x="3420" y="1621"/>
                  <a:pt x="3423" y="1634"/>
                  <a:pt x="3427" y="1644"/>
                </a:cubicBezTo>
                <a:lnTo>
                  <a:pt x="3427" y="1644"/>
                </a:lnTo>
                <a:cubicBezTo>
                  <a:pt x="3423" y="1630"/>
                  <a:pt x="3420" y="1616"/>
                  <a:pt x="3420" y="1604"/>
                </a:cubicBezTo>
                <a:lnTo>
                  <a:pt x="3420" y="1604"/>
                </a:lnTo>
                <a:cubicBezTo>
                  <a:pt x="3422" y="1608"/>
                  <a:pt x="3424" y="1613"/>
                  <a:pt x="3426" y="1617"/>
                </a:cubicBezTo>
                <a:cubicBezTo>
                  <a:pt x="3442" y="1646"/>
                  <a:pt x="3443" y="1659"/>
                  <a:pt x="3439" y="1659"/>
                </a:cubicBezTo>
                <a:cubicBezTo>
                  <a:pt x="3436" y="1659"/>
                  <a:pt x="3432" y="1654"/>
                  <a:pt x="3427" y="1644"/>
                </a:cubicBezTo>
                <a:lnTo>
                  <a:pt x="3427" y="1644"/>
                </a:lnTo>
                <a:cubicBezTo>
                  <a:pt x="3443" y="1697"/>
                  <a:pt x="3479" y="1760"/>
                  <a:pt x="3491" y="1802"/>
                </a:cubicBezTo>
                <a:cubicBezTo>
                  <a:pt x="3500" y="1838"/>
                  <a:pt x="3508" y="1874"/>
                  <a:pt x="3517" y="1910"/>
                </a:cubicBezTo>
                <a:cubicBezTo>
                  <a:pt x="3521" y="1933"/>
                  <a:pt x="3525" y="1954"/>
                  <a:pt x="3529" y="1977"/>
                </a:cubicBezTo>
                <a:cubicBezTo>
                  <a:pt x="3534" y="2005"/>
                  <a:pt x="3537" y="2015"/>
                  <a:pt x="3538" y="2015"/>
                </a:cubicBezTo>
                <a:cubicBezTo>
                  <a:pt x="3540" y="2015"/>
                  <a:pt x="3530" y="1942"/>
                  <a:pt x="3525" y="1939"/>
                </a:cubicBezTo>
                <a:lnTo>
                  <a:pt x="3525" y="1939"/>
                </a:lnTo>
                <a:cubicBezTo>
                  <a:pt x="3550" y="1954"/>
                  <a:pt x="3538" y="2142"/>
                  <a:pt x="3538" y="2173"/>
                </a:cubicBezTo>
                <a:cubicBezTo>
                  <a:pt x="3538" y="2215"/>
                  <a:pt x="3535" y="2257"/>
                  <a:pt x="3533" y="2297"/>
                </a:cubicBezTo>
                <a:cubicBezTo>
                  <a:pt x="3532" y="2312"/>
                  <a:pt x="3530" y="2326"/>
                  <a:pt x="3529" y="2339"/>
                </a:cubicBezTo>
                <a:lnTo>
                  <a:pt x="3529" y="2339"/>
                </a:lnTo>
                <a:cubicBezTo>
                  <a:pt x="3514" y="2409"/>
                  <a:pt x="3504" y="2477"/>
                  <a:pt x="3483" y="2546"/>
                </a:cubicBezTo>
                <a:cubicBezTo>
                  <a:pt x="3472" y="2582"/>
                  <a:pt x="3462" y="2618"/>
                  <a:pt x="3449" y="2651"/>
                </a:cubicBezTo>
                <a:cubicBezTo>
                  <a:pt x="3445" y="2663"/>
                  <a:pt x="3440" y="2676"/>
                  <a:pt x="3436" y="2688"/>
                </a:cubicBezTo>
                <a:lnTo>
                  <a:pt x="3436" y="2688"/>
                </a:lnTo>
                <a:cubicBezTo>
                  <a:pt x="3398" y="2751"/>
                  <a:pt x="3369" y="2818"/>
                  <a:pt x="3329" y="2881"/>
                </a:cubicBezTo>
                <a:cubicBezTo>
                  <a:pt x="3324" y="2889"/>
                  <a:pt x="3300" y="2922"/>
                  <a:pt x="3284" y="2945"/>
                </a:cubicBezTo>
                <a:lnTo>
                  <a:pt x="3284" y="2945"/>
                </a:lnTo>
                <a:cubicBezTo>
                  <a:pt x="3263" y="2968"/>
                  <a:pt x="3232" y="3005"/>
                  <a:pt x="3224" y="3014"/>
                </a:cubicBezTo>
                <a:cubicBezTo>
                  <a:pt x="3198" y="3041"/>
                  <a:pt x="3171" y="3069"/>
                  <a:pt x="3142" y="3094"/>
                </a:cubicBezTo>
                <a:cubicBezTo>
                  <a:pt x="3127" y="3106"/>
                  <a:pt x="3112" y="3119"/>
                  <a:pt x="3099" y="3132"/>
                </a:cubicBezTo>
                <a:cubicBezTo>
                  <a:pt x="3075" y="3154"/>
                  <a:pt x="3071" y="3163"/>
                  <a:pt x="3076" y="3163"/>
                </a:cubicBezTo>
                <a:cubicBezTo>
                  <a:pt x="3076" y="3163"/>
                  <a:pt x="3077" y="3163"/>
                  <a:pt x="3078" y="3162"/>
                </a:cubicBezTo>
                <a:lnTo>
                  <a:pt x="3078" y="3162"/>
                </a:lnTo>
                <a:cubicBezTo>
                  <a:pt x="3021" y="3203"/>
                  <a:pt x="2923" y="3245"/>
                  <a:pt x="2889" y="3262"/>
                </a:cubicBezTo>
                <a:cubicBezTo>
                  <a:pt x="2863" y="3275"/>
                  <a:pt x="2803" y="3296"/>
                  <a:pt x="2805" y="3296"/>
                </a:cubicBezTo>
                <a:cubicBezTo>
                  <a:pt x="2806" y="3296"/>
                  <a:pt x="2822" y="3291"/>
                  <a:pt x="2866" y="3277"/>
                </a:cubicBezTo>
                <a:lnTo>
                  <a:pt x="2866" y="3277"/>
                </a:lnTo>
                <a:cubicBezTo>
                  <a:pt x="2823" y="3292"/>
                  <a:pt x="2783" y="3309"/>
                  <a:pt x="2741" y="3323"/>
                </a:cubicBezTo>
                <a:cubicBezTo>
                  <a:pt x="2642" y="3355"/>
                  <a:pt x="2541" y="3376"/>
                  <a:pt x="2438" y="3395"/>
                </a:cubicBezTo>
                <a:cubicBezTo>
                  <a:pt x="2437" y="3395"/>
                  <a:pt x="2437" y="3395"/>
                  <a:pt x="2437" y="3395"/>
                </a:cubicBezTo>
                <a:lnTo>
                  <a:pt x="2437" y="3395"/>
                </a:lnTo>
                <a:cubicBezTo>
                  <a:pt x="2416" y="3397"/>
                  <a:pt x="2395" y="3400"/>
                  <a:pt x="2375" y="3401"/>
                </a:cubicBezTo>
                <a:cubicBezTo>
                  <a:pt x="2330" y="3403"/>
                  <a:pt x="2284" y="3406"/>
                  <a:pt x="2240" y="3406"/>
                </a:cubicBezTo>
                <a:cubicBezTo>
                  <a:pt x="2226" y="3406"/>
                  <a:pt x="2211" y="3406"/>
                  <a:pt x="2197" y="3406"/>
                </a:cubicBezTo>
                <a:cubicBezTo>
                  <a:pt x="2163" y="3406"/>
                  <a:pt x="2129" y="3405"/>
                  <a:pt x="2094" y="3403"/>
                </a:cubicBezTo>
                <a:cubicBezTo>
                  <a:pt x="2081" y="3402"/>
                  <a:pt x="2067" y="3400"/>
                  <a:pt x="2054" y="3398"/>
                </a:cubicBezTo>
                <a:lnTo>
                  <a:pt x="2054" y="3398"/>
                </a:lnTo>
                <a:cubicBezTo>
                  <a:pt x="1975" y="3376"/>
                  <a:pt x="1893" y="3365"/>
                  <a:pt x="1814" y="3340"/>
                </a:cubicBezTo>
                <a:cubicBezTo>
                  <a:pt x="1797" y="3334"/>
                  <a:pt x="1778" y="3326"/>
                  <a:pt x="1762" y="3321"/>
                </a:cubicBezTo>
                <a:cubicBezTo>
                  <a:pt x="1752" y="3318"/>
                  <a:pt x="1745" y="3316"/>
                  <a:pt x="1740" y="3315"/>
                </a:cubicBezTo>
                <a:lnTo>
                  <a:pt x="1740" y="3315"/>
                </a:lnTo>
                <a:cubicBezTo>
                  <a:pt x="1716" y="3301"/>
                  <a:pt x="1691" y="3283"/>
                  <a:pt x="1679" y="3277"/>
                </a:cubicBezTo>
                <a:cubicBezTo>
                  <a:pt x="1648" y="3258"/>
                  <a:pt x="1616" y="3241"/>
                  <a:pt x="1587" y="3220"/>
                </a:cubicBezTo>
                <a:cubicBezTo>
                  <a:pt x="1572" y="3210"/>
                  <a:pt x="1557" y="3199"/>
                  <a:pt x="1543" y="3191"/>
                </a:cubicBezTo>
                <a:cubicBezTo>
                  <a:pt x="1525" y="3180"/>
                  <a:pt x="1519" y="3175"/>
                  <a:pt x="1519" y="3175"/>
                </a:cubicBezTo>
                <a:lnTo>
                  <a:pt x="1519" y="3175"/>
                </a:lnTo>
                <a:cubicBezTo>
                  <a:pt x="1518" y="3175"/>
                  <a:pt x="1582" y="3218"/>
                  <a:pt x="1580" y="3218"/>
                </a:cubicBezTo>
                <a:cubicBezTo>
                  <a:pt x="1580" y="3218"/>
                  <a:pt x="1579" y="3218"/>
                  <a:pt x="1578" y="3218"/>
                </a:cubicBezTo>
                <a:cubicBezTo>
                  <a:pt x="1542" y="3218"/>
                  <a:pt x="1420" y="3070"/>
                  <a:pt x="1399" y="3045"/>
                </a:cubicBezTo>
                <a:cubicBezTo>
                  <a:pt x="1384" y="3030"/>
                  <a:pt x="1353" y="2977"/>
                  <a:pt x="1351" y="2977"/>
                </a:cubicBezTo>
                <a:lnTo>
                  <a:pt x="1351" y="2977"/>
                </a:lnTo>
                <a:cubicBezTo>
                  <a:pt x="1350" y="2977"/>
                  <a:pt x="1354" y="2985"/>
                  <a:pt x="1363" y="3005"/>
                </a:cubicBezTo>
                <a:cubicBezTo>
                  <a:pt x="1372" y="3025"/>
                  <a:pt x="1375" y="3032"/>
                  <a:pt x="1374" y="3032"/>
                </a:cubicBezTo>
                <a:cubicBezTo>
                  <a:pt x="1372" y="3032"/>
                  <a:pt x="1335" y="2962"/>
                  <a:pt x="1326" y="2946"/>
                </a:cubicBezTo>
                <a:cubicBezTo>
                  <a:pt x="1285" y="2881"/>
                  <a:pt x="1252" y="2814"/>
                  <a:pt x="1215" y="2746"/>
                </a:cubicBezTo>
                <a:lnTo>
                  <a:pt x="1215" y="2746"/>
                </a:lnTo>
                <a:cubicBezTo>
                  <a:pt x="1214" y="2743"/>
                  <a:pt x="1213" y="2740"/>
                  <a:pt x="1212" y="2736"/>
                </a:cubicBezTo>
                <a:cubicBezTo>
                  <a:pt x="1199" y="2702"/>
                  <a:pt x="1187" y="2668"/>
                  <a:pt x="1176" y="2635"/>
                </a:cubicBezTo>
                <a:cubicBezTo>
                  <a:pt x="1153" y="2559"/>
                  <a:pt x="1132" y="2481"/>
                  <a:pt x="1119" y="2403"/>
                </a:cubicBezTo>
                <a:cubicBezTo>
                  <a:pt x="1119" y="2401"/>
                  <a:pt x="1118" y="2399"/>
                  <a:pt x="1118" y="2397"/>
                </a:cubicBezTo>
                <a:lnTo>
                  <a:pt x="1118" y="2397"/>
                </a:lnTo>
                <a:cubicBezTo>
                  <a:pt x="1122" y="2365"/>
                  <a:pt x="1108" y="2315"/>
                  <a:pt x="1106" y="2283"/>
                </a:cubicBezTo>
                <a:cubicBezTo>
                  <a:pt x="1102" y="2203"/>
                  <a:pt x="1102" y="2123"/>
                  <a:pt x="1106" y="2043"/>
                </a:cubicBezTo>
                <a:cubicBezTo>
                  <a:pt x="1107" y="2033"/>
                  <a:pt x="1110" y="2004"/>
                  <a:pt x="1113" y="1978"/>
                </a:cubicBezTo>
                <a:lnTo>
                  <a:pt x="1113" y="1978"/>
                </a:lnTo>
                <a:cubicBezTo>
                  <a:pt x="1117" y="1953"/>
                  <a:pt x="1123" y="1911"/>
                  <a:pt x="1125" y="1899"/>
                </a:cubicBezTo>
                <a:cubicBezTo>
                  <a:pt x="1144" y="1813"/>
                  <a:pt x="1170" y="1731"/>
                  <a:pt x="1197" y="1647"/>
                </a:cubicBezTo>
                <a:cubicBezTo>
                  <a:pt x="1199" y="1642"/>
                  <a:pt x="1200" y="1637"/>
                  <a:pt x="1201" y="1634"/>
                </a:cubicBezTo>
                <a:lnTo>
                  <a:pt x="1201" y="1634"/>
                </a:lnTo>
                <a:cubicBezTo>
                  <a:pt x="1203" y="1630"/>
                  <a:pt x="1205" y="1626"/>
                  <a:pt x="1208" y="1621"/>
                </a:cubicBezTo>
                <a:cubicBezTo>
                  <a:pt x="1227" y="1583"/>
                  <a:pt x="1246" y="1543"/>
                  <a:pt x="1269" y="1507"/>
                </a:cubicBezTo>
                <a:cubicBezTo>
                  <a:pt x="1290" y="1470"/>
                  <a:pt x="1313" y="1434"/>
                  <a:pt x="1338" y="1398"/>
                </a:cubicBezTo>
                <a:cubicBezTo>
                  <a:pt x="1341" y="1394"/>
                  <a:pt x="1344" y="1390"/>
                  <a:pt x="1346" y="1386"/>
                </a:cubicBezTo>
                <a:lnTo>
                  <a:pt x="1346" y="1386"/>
                </a:lnTo>
                <a:cubicBezTo>
                  <a:pt x="1346" y="1386"/>
                  <a:pt x="1346" y="1386"/>
                  <a:pt x="1347" y="1385"/>
                </a:cubicBezTo>
                <a:cubicBezTo>
                  <a:pt x="1399" y="1329"/>
                  <a:pt x="1454" y="1275"/>
                  <a:pt x="1511" y="1223"/>
                </a:cubicBezTo>
                <a:lnTo>
                  <a:pt x="1511" y="1223"/>
                </a:lnTo>
                <a:cubicBezTo>
                  <a:pt x="1524" y="1213"/>
                  <a:pt x="1537" y="1203"/>
                  <a:pt x="1551" y="1194"/>
                </a:cubicBezTo>
                <a:cubicBezTo>
                  <a:pt x="1589" y="1170"/>
                  <a:pt x="1627" y="1147"/>
                  <a:pt x="1667" y="1126"/>
                </a:cubicBezTo>
                <a:cubicBezTo>
                  <a:pt x="1682" y="1119"/>
                  <a:pt x="1697" y="1111"/>
                  <a:pt x="1712" y="1103"/>
                </a:cubicBezTo>
                <a:lnTo>
                  <a:pt x="1712" y="1103"/>
                </a:lnTo>
                <a:cubicBezTo>
                  <a:pt x="1755" y="1090"/>
                  <a:pt x="1797" y="1075"/>
                  <a:pt x="1840" y="1063"/>
                </a:cubicBezTo>
                <a:cubicBezTo>
                  <a:pt x="1884" y="1050"/>
                  <a:pt x="1928" y="1042"/>
                  <a:pt x="1970" y="1031"/>
                </a:cubicBezTo>
                <a:cubicBezTo>
                  <a:pt x="1976" y="1030"/>
                  <a:pt x="1983" y="1028"/>
                  <a:pt x="1990" y="1026"/>
                </a:cubicBezTo>
                <a:lnTo>
                  <a:pt x="1990" y="1026"/>
                </a:lnTo>
                <a:cubicBezTo>
                  <a:pt x="2008" y="1025"/>
                  <a:pt x="2026" y="1024"/>
                  <a:pt x="2042" y="1023"/>
                </a:cubicBezTo>
                <a:cubicBezTo>
                  <a:pt x="2063" y="1021"/>
                  <a:pt x="2083" y="1018"/>
                  <a:pt x="2104" y="1015"/>
                </a:cubicBezTo>
                <a:lnTo>
                  <a:pt x="2104" y="1015"/>
                </a:lnTo>
                <a:cubicBezTo>
                  <a:pt x="2127" y="1013"/>
                  <a:pt x="2151" y="1010"/>
                  <a:pt x="2175" y="1006"/>
                </a:cubicBezTo>
                <a:cubicBezTo>
                  <a:pt x="2200" y="1002"/>
                  <a:pt x="2223" y="998"/>
                  <a:pt x="2248" y="996"/>
                </a:cubicBezTo>
                <a:lnTo>
                  <a:pt x="2248" y="996"/>
                </a:lnTo>
                <a:cubicBezTo>
                  <a:pt x="2202" y="1002"/>
                  <a:pt x="2186" y="1004"/>
                  <a:pt x="2186" y="1004"/>
                </a:cubicBezTo>
                <a:cubicBezTo>
                  <a:pt x="2187" y="1004"/>
                  <a:pt x="2227" y="999"/>
                  <a:pt x="2246" y="998"/>
                </a:cubicBezTo>
                <a:cubicBezTo>
                  <a:pt x="2293" y="996"/>
                  <a:pt x="2341" y="991"/>
                  <a:pt x="2387" y="989"/>
                </a:cubicBezTo>
                <a:close/>
                <a:moveTo>
                  <a:pt x="2431" y="0"/>
                </a:moveTo>
                <a:cubicBezTo>
                  <a:pt x="2283" y="0"/>
                  <a:pt x="2134" y="12"/>
                  <a:pt x="1987" y="33"/>
                </a:cubicBezTo>
                <a:lnTo>
                  <a:pt x="1987" y="33"/>
                </a:lnTo>
                <a:cubicBezTo>
                  <a:pt x="1519" y="79"/>
                  <a:pt x="1082" y="246"/>
                  <a:pt x="738" y="578"/>
                </a:cubicBezTo>
                <a:cubicBezTo>
                  <a:pt x="443" y="863"/>
                  <a:pt x="236" y="1259"/>
                  <a:pt x="158" y="1661"/>
                </a:cubicBezTo>
                <a:cubicBezTo>
                  <a:pt x="0" y="2477"/>
                  <a:pt x="228" y="3403"/>
                  <a:pt x="896" y="3941"/>
                </a:cubicBezTo>
                <a:cubicBezTo>
                  <a:pt x="1283" y="4251"/>
                  <a:pt x="1777" y="4404"/>
                  <a:pt x="2272" y="4404"/>
                </a:cubicBezTo>
                <a:cubicBezTo>
                  <a:pt x="2762" y="4404"/>
                  <a:pt x="3253" y="4255"/>
                  <a:pt x="3645" y="3962"/>
                </a:cubicBezTo>
                <a:cubicBezTo>
                  <a:pt x="4395" y="3401"/>
                  <a:pt x="4700" y="2409"/>
                  <a:pt x="4443" y="1512"/>
                </a:cubicBezTo>
                <a:cubicBezTo>
                  <a:pt x="4302" y="1025"/>
                  <a:pt x="4003" y="604"/>
                  <a:pt x="3582" y="321"/>
                </a:cubicBezTo>
                <a:cubicBezTo>
                  <a:pt x="3236" y="89"/>
                  <a:pt x="2836" y="0"/>
                  <a:pt x="243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89" name="Google Shape;9889;p5"/>
          <p:cNvSpPr/>
          <p:nvPr/>
        </p:nvSpPr>
        <p:spPr>
          <a:xfrm>
            <a:off x="6518075" y="833200"/>
            <a:ext cx="176025" cy="165050"/>
          </a:xfrm>
          <a:custGeom>
            <a:rect b="b" l="l" r="r" t="t"/>
            <a:pathLst>
              <a:path extrusionOk="0" h="6602" w="7041">
                <a:moveTo>
                  <a:pt x="4935" y="1378"/>
                </a:moveTo>
                <a:cubicBezTo>
                  <a:pt x="4939" y="1380"/>
                  <a:pt x="4948" y="1387"/>
                  <a:pt x="4965" y="1400"/>
                </a:cubicBezTo>
                <a:cubicBezTo>
                  <a:pt x="4955" y="1392"/>
                  <a:pt x="4945" y="1385"/>
                  <a:pt x="4935" y="1378"/>
                </a:cubicBezTo>
                <a:close/>
                <a:moveTo>
                  <a:pt x="1630" y="1762"/>
                </a:moveTo>
                <a:lnTo>
                  <a:pt x="1630" y="1762"/>
                </a:lnTo>
                <a:cubicBezTo>
                  <a:pt x="1621" y="1773"/>
                  <a:pt x="1618" y="1778"/>
                  <a:pt x="1618" y="1778"/>
                </a:cubicBezTo>
                <a:cubicBezTo>
                  <a:pt x="1618" y="1778"/>
                  <a:pt x="1623" y="1771"/>
                  <a:pt x="1630" y="1762"/>
                </a:cubicBezTo>
                <a:close/>
                <a:moveTo>
                  <a:pt x="3639" y="986"/>
                </a:moveTo>
                <a:cubicBezTo>
                  <a:pt x="4036" y="986"/>
                  <a:pt x="4418" y="1072"/>
                  <a:pt x="4734" y="1250"/>
                </a:cubicBezTo>
                <a:cubicBezTo>
                  <a:pt x="4786" y="1280"/>
                  <a:pt x="4839" y="1313"/>
                  <a:pt x="4890" y="1347"/>
                </a:cubicBezTo>
                <a:cubicBezTo>
                  <a:pt x="4906" y="1357"/>
                  <a:pt x="4921" y="1367"/>
                  <a:pt x="4935" y="1378"/>
                </a:cubicBezTo>
                <a:lnTo>
                  <a:pt x="4935" y="1378"/>
                </a:lnTo>
                <a:cubicBezTo>
                  <a:pt x="4934" y="1377"/>
                  <a:pt x="4933" y="1376"/>
                  <a:pt x="4933" y="1376"/>
                </a:cubicBezTo>
                <a:lnTo>
                  <a:pt x="4933" y="1376"/>
                </a:lnTo>
                <a:cubicBezTo>
                  <a:pt x="4934" y="1376"/>
                  <a:pt x="4964" y="1397"/>
                  <a:pt x="4972" y="1404"/>
                </a:cubicBezTo>
                <a:cubicBezTo>
                  <a:pt x="5081" y="1495"/>
                  <a:pt x="5182" y="1594"/>
                  <a:pt x="5275" y="1701"/>
                </a:cubicBezTo>
                <a:cubicBezTo>
                  <a:pt x="5296" y="1724"/>
                  <a:pt x="5315" y="1747"/>
                  <a:pt x="5332" y="1771"/>
                </a:cubicBezTo>
                <a:cubicBezTo>
                  <a:pt x="5336" y="1776"/>
                  <a:pt x="5339" y="1780"/>
                  <a:pt x="5342" y="1782"/>
                </a:cubicBezTo>
                <a:lnTo>
                  <a:pt x="5342" y="1782"/>
                </a:lnTo>
                <a:cubicBezTo>
                  <a:pt x="5378" y="1835"/>
                  <a:pt x="5414" y="1889"/>
                  <a:pt x="5446" y="1943"/>
                </a:cubicBezTo>
                <a:cubicBezTo>
                  <a:pt x="5477" y="1994"/>
                  <a:pt x="5507" y="2045"/>
                  <a:pt x="5534" y="2097"/>
                </a:cubicBezTo>
                <a:cubicBezTo>
                  <a:pt x="5548" y="2126"/>
                  <a:pt x="5603" y="2244"/>
                  <a:pt x="5604" y="2244"/>
                </a:cubicBezTo>
                <a:cubicBezTo>
                  <a:pt x="5605" y="2244"/>
                  <a:pt x="5604" y="2244"/>
                  <a:pt x="5604" y="2242"/>
                </a:cubicBezTo>
                <a:lnTo>
                  <a:pt x="5604" y="2242"/>
                </a:lnTo>
                <a:cubicBezTo>
                  <a:pt x="5646" y="2347"/>
                  <a:pt x="5682" y="2454"/>
                  <a:pt x="5711" y="2561"/>
                </a:cubicBezTo>
                <a:cubicBezTo>
                  <a:pt x="5726" y="2620"/>
                  <a:pt x="5741" y="2679"/>
                  <a:pt x="5751" y="2738"/>
                </a:cubicBezTo>
                <a:cubicBezTo>
                  <a:pt x="5756" y="2758"/>
                  <a:pt x="5778" y="2901"/>
                  <a:pt x="5781" y="2901"/>
                </a:cubicBezTo>
                <a:cubicBezTo>
                  <a:pt x="5781" y="2901"/>
                  <a:pt x="5781" y="2892"/>
                  <a:pt x="5779" y="2872"/>
                </a:cubicBezTo>
                <a:lnTo>
                  <a:pt x="5779" y="2872"/>
                </a:lnTo>
                <a:cubicBezTo>
                  <a:pt x="5793" y="2999"/>
                  <a:pt x="5800" y="3127"/>
                  <a:pt x="5800" y="3256"/>
                </a:cubicBezTo>
                <a:cubicBezTo>
                  <a:pt x="5798" y="3323"/>
                  <a:pt x="5796" y="3393"/>
                  <a:pt x="5791" y="3460"/>
                </a:cubicBezTo>
                <a:cubicBezTo>
                  <a:pt x="5787" y="3518"/>
                  <a:pt x="5781" y="3572"/>
                  <a:pt x="5780" y="3582"/>
                </a:cubicBezTo>
                <a:lnTo>
                  <a:pt x="5780" y="3582"/>
                </a:lnTo>
                <a:cubicBezTo>
                  <a:pt x="5759" y="3706"/>
                  <a:pt x="5734" y="3831"/>
                  <a:pt x="5699" y="3953"/>
                </a:cubicBezTo>
                <a:cubicBezTo>
                  <a:pt x="5682" y="4012"/>
                  <a:pt x="5663" y="4069"/>
                  <a:pt x="5642" y="4126"/>
                </a:cubicBezTo>
                <a:cubicBezTo>
                  <a:pt x="5631" y="4155"/>
                  <a:pt x="5621" y="4183"/>
                  <a:pt x="5610" y="4212"/>
                </a:cubicBezTo>
                <a:cubicBezTo>
                  <a:pt x="5606" y="4223"/>
                  <a:pt x="5602" y="4232"/>
                  <a:pt x="5600" y="4238"/>
                </a:cubicBezTo>
                <a:lnTo>
                  <a:pt x="5600" y="4238"/>
                </a:lnTo>
                <a:cubicBezTo>
                  <a:pt x="5597" y="4244"/>
                  <a:pt x="5593" y="4252"/>
                  <a:pt x="5589" y="4261"/>
                </a:cubicBezTo>
                <a:cubicBezTo>
                  <a:pt x="5534" y="4370"/>
                  <a:pt x="5477" y="4478"/>
                  <a:pt x="5412" y="4581"/>
                </a:cubicBezTo>
                <a:cubicBezTo>
                  <a:pt x="5311" y="4737"/>
                  <a:pt x="5324" y="4720"/>
                  <a:pt x="5189" y="4863"/>
                </a:cubicBezTo>
                <a:cubicBezTo>
                  <a:pt x="4814" y="5261"/>
                  <a:pt x="4355" y="5476"/>
                  <a:pt x="3756" y="5573"/>
                </a:cubicBezTo>
                <a:cubicBezTo>
                  <a:pt x="3620" y="5595"/>
                  <a:pt x="3482" y="5605"/>
                  <a:pt x="3344" y="5605"/>
                </a:cubicBezTo>
                <a:cubicBezTo>
                  <a:pt x="2954" y="5605"/>
                  <a:pt x="2572" y="5519"/>
                  <a:pt x="2265" y="5346"/>
                </a:cubicBezTo>
                <a:cubicBezTo>
                  <a:pt x="2214" y="5316"/>
                  <a:pt x="2164" y="5285"/>
                  <a:pt x="2113" y="5253"/>
                </a:cubicBezTo>
                <a:cubicBezTo>
                  <a:pt x="2098" y="5243"/>
                  <a:pt x="2015" y="5180"/>
                  <a:pt x="2013" y="5180"/>
                </a:cubicBezTo>
                <a:lnTo>
                  <a:pt x="2013" y="5180"/>
                </a:lnTo>
                <a:cubicBezTo>
                  <a:pt x="2013" y="5180"/>
                  <a:pt x="2019" y="5186"/>
                  <a:pt x="2037" y="5200"/>
                </a:cubicBezTo>
                <a:cubicBezTo>
                  <a:pt x="1930" y="5114"/>
                  <a:pt x="1831" y="5019"/>
                  <a:pt x="1740" y="4916"/>
                </a:cubicBezTo>
                <a:cubicBezTo>
                  <a:pt x="1728" y="4902"/>
                  <a:pt x="1675" y="4837"/>
                  <a:pt x="1657" y="4816"/>
                </a:cubicBezTo>
                <a:lnTo>
                  <a:pt x="1657" y="4816"/>
                </a:lnTo>
                <a:cubicBezTo>
                  <a:pt x="1647" y="4801"/>
                  <a:pt x="1584" y="4711"/>
                  <a:pt x="1570" y="4688"/>
                </a:cubicBezTo>
                <a:cubicBezTo>
                  <a:pt x="1500" y="4579"/>
                  <a:pt x="1439" y="4465"/>
                  <a:pt x="1382" y="4347"/>
                </a:cubicBezTo>
                <a:cubicBezTo>
                  <a:pt x="1372" y="4327"/>
                  <a:pt x="1369" y="4322"/>
                  <a:pt x="1368" y="4322"/>
                </a:cubicBezTo>
                <a:lnTo>
                  <a:pt x="1368" y="4322"/>
                </a:lnTo>
                <a:cubicBezTo>
                  <a:pt x="1368" y="4322"/>
                  <a:pt x="1368" y="4322"/>
                  <a:pt x="1368" y="4322"/>
                </a:cubicBezTo>
                <a:lnTo>
                  <a:pt x="1368" y="4322"/>
                </a:lnTo>
                <a:cubicBezTo>
                  <a:pt x="1366" y="4315"/>
                  <a:pt x="1360" y="4299"/>
                  <a:pt x="1348" y="4265"/>
                </a:cubicBezTo>
                <a:cubicBezTo>
                  <a:pt x="1329" y="4210"/>
                  <a:pt x="1308" y="4155"/>
                  <a:pt x="1291" y="4101"/>
                </a:cubicBezTo>
                <a:cubicBezTo>
                  <a:pt x="1251" y="3974"/>
                  <a:pt x="1220" y="3848"/>
                  <a:pt x="1197" y="3717"/>
                </a:cubicBezTo>
                <a:cubicBezTo>
                  <a:pt x="1192" y="3696"/>
                  <a:pt x="1179" y="3596"/>
                  <a:pt x="1178" y="3596"/>
                </a:cubicBezTo>
                <a:lnTo>
                  <a:pt x="1178" y="3596"/>
                </a:lnTo>
                <a:cubicBezTo>
                  <a:pt x="1178" y="3596"/>
                  <a:pt x="1179" y="3606"/>
                  <a:pt x="1182" y="3633"/>
                </a:cubicBezTo>
                <a:cubicBezTo>
                  <a:pt x="1173" y="3568"/>
                  <a:pt x="1167" y="3502"/>
                  <a:pt x="1165" y="3437"/>
                </a:cubicBezTo>
                <a:cubicBezTo>
                  <a:pt x="1157" y="3304"/>
                  <a:pt x="1157" y="3174"/>
                  <a:pt x="1165" y="3041"/>
                </a:cubicBezTo>
                <a:cubicBezTo>
                  <a:pt x="1167" y="3011"/>
                  <a:pt x="1179" y="2898"/>
                  <a:pt x="1181" y="2870"/>
                </a:cubicBezTo>
                <a:lnTo>
                  <a:pt x="1181" y="2870"/>
                </a:lnTo>
                <a:cubicBezTo>
                  <a:pt x="1186" y="2847"/>
                  <a:pt x="1203" y="2750"/>
                  <a:pt x="1209" y="2721"/>
                </a:cubicBezTo>
                <a:cubicBezTo>
                  <a:pt x="1239" y="2580"/>
                  <a:pt x="1281" y="2443"/>
                  <a:pt x="1327" y="2306"/>
                </a:cubicBezTo>
                <a:cubicBezTo>
                  <a:pt x="1342" y="2262"/>
                  <a:pt x="1345" y="2248"/>
                  <a:pt x="1346" y="2244"/>
                </a:cubicBezTo>
                <a:lnTo>
                  <a:pt x="1346" y="2244"/>
                </a:lnTo>
                <a:cubicBezTo>
                  <a:pt x="1348" y="2241"/>
                  <a:pt x="1355" y="2229"/>
                  <a:pt x="1376" y="2188"/>
                </a:cubicBezTo>
                <a:cubicBezTo>
                  <a:pt x="1407" y="2125"/>
                  <a:pt x="1439" y="2059"/>
                  <a:pt x="1475" y="1998"/>
                </a:cubicBezTo>
                <a:cubicBezTo>
                  <a:pt x="1511" y="1937"/>
                  <a:pt x="1551" y="1878"/>
                  <a:pt x="1588" y="1819"/>
                </a:cubicBezTo>
                <a:cubicBezTo>
                  <a:pt x="1603" y="1799"/>
                  <a:pt x="1618" y="1779"/>
                  <a:pt x="1632" y="1759"/>
                </a:cubicBezTo>
                <a:lnTo>
                  <a:pt x="1632" y="1759"/>
                </a:lnTo>
                <a:cubicBezTo>
                  <a:pt x="1639" y="1751"/>
                  <a:pt x="1646" y="1741"/>
                  <a:pt x="1654" y="1733"/>
                </a:cubicBezTo>
                <a:cubicBezTo>
                  <a:pt x="1744" y="1632"/>
                  <a:pt x="1839" y="1535"/>
                  <a:pt x="1945" y="1446"/>
                </a:cubicBezTo>
                <a:cubicBezTo>
                  <a:pt x="1949" y="1443"/>
                  <a:pt x="1952" y="1440"/>
                  <a:pt x="1955" y="1437"/>
                </a:cubicBezTo>
                <a:lnTo>
                  <a:pt x="1955" y="1437"/>
                </a:lnTo>
                <a:cubicBezTo>
                  <a:pt x="1958" y="1435"/>
                  <a:pt x="1960" y="1434"/>
                  <a:pt x="1963" y="1431"/>
                </a:cubicBezTo>
                <a:cubicBezTo>
                  <a:pt x="1993" y="1410"/>
                  <a:pt x="2022" y="1389"/>
                  <a:pt x="2054" y="1370"/>
                </a:cubicBezTo>
                <a:cubicBezTo>
                  <a:pt x="2115" y="1328"/>
                  <a:pt x="2180" y="1292"/>
                  <a:pt x="2246" y="1257"/>
                </a:cubicBezTo>
                <a:cubicBezTo>
                  <a:pt x="2372" y="1191"/>
                  <a:pt x="2412" y="1174"/>
                  <a:pt x="2604" y="1120"/>
                </a:cubicBezTo>
                <a:cubicBezTo>
                  <a:pt x="2802" y="1065"/>
                  <a:pt x="2859" y="1059"/>
                  <a:pt x="3023" y="1044"/>
                </a:cubicBezTo>
                <a:cubicBezTo>
                  <a:pt x="3046" y="1042"/>
                  <a:pt x="3069" y="1039"/>
                  <a:pt x="3092" y="1035"/>
                </a:cubicBezTo>
                <a:lnTo>
                  <a:pt x="3092" y="1035"/>
                </a:lnTo>
                <a:cubicBezTo>
                  <a:pt x="3113" y="1033"/>
                  <a:pt x="3134" y="1031"/>
                  <a:pt x="3156" y="1027"/>
                </a:cubicBezTo>
                <a:cubicBezTo>
                  <a:pt x="3317" y="1000"/>
                  <a:pt x="3479" y="986"/>
                  <a:pt x="3639" y="986"/>
                </a:cubicBezTo>
                <a:close/>
                <a:moveTo>
                  <a:pt x="3656" y="0"/>
                </a:moveTo>
                <a:cubicBezTo>
                  <a:pt x="3424" y="0"/>
                  <a:pt x="3191" y="20"/>
                  <a:pt x="2962" y="55"/>
                </a:cubicBezTo>
                <a:lnTo>
                  <a:pt x="2962" y="55"/>
                </a:lnTo>
                <a:cubicBezTo>
                  <a:pt x="1592" y="189"/>
                  <a:pt x="506" y="1128"/>
                  <a:pt x="238" y="2500"/>
                </a:cubicBezTo>
                <a:cubicBezTo>
                  <a:pt x="0" y="3730"/>
                  <a:pt x="360" y="5131"/>
                  <a:pt x="1367" y="5933"/>
                </a:cubicBezTo>
                <a:cubicBezTo>
                  <a:pt x="1934" y="6385"/>
                  <a:pt x="2656" y="6602"/>
                  <a:pt x="3382" y="6602"/>
                </a:cubicBezTo>
                <a:cubicBezTo>
                  <a:pt x="4138" y="6602"/>
                  <a:pt x="4898" y="6367"/>
                  <a:pt x="5494" y="5917"/>
                </a:cubicBezTo>
                <a:cubicBezTo>
                  <a:pt x="6607" y="5078"/>
                  <a:pt x="7041" y="3580"/>
                  <a:pt x="6659" y="2253"/>
                </a:cubicBezTo>
                <a:cubicBezTo>
                  <a:pt x="6453" y="1537"/>
                  <a:pt x="6015" y="905"/>
                  <a:pt x="5393" y="488"/>
                </a:cubicBezTo>
                <a:cubicBezTo>
                  <a:pt x="4872" y="137"/>
                  <a:pt x="4267" y="0"/>
                  <a:pt x="365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890" name="Google Shape;9890;p5"/>
          <p:cNvGrpSpPr/>
          <p:nvPr/>
        </p:nvGrpSpPr>
        <p:grpSpPr>
          <a:xfrm rot="6300357">
            <a:off x="7142734" y="377600"/>
            <a:ext cx="707993" cy="442801"/>
            <a:chOff x="1445125" y="3867675"/>
            <a:chExt cx="803300" cy="502950"/>
          </a:xfrm>
        </p:grpSpPr>
        <p:sp>
          <p:nvSpPr>
            <p:cNvPr id="9891" name="Google Shape;9891;p5"/>
            <p:cNvSpPr/>
            <p:nvPr/>
          </p:nvSpPr>
          <p:spPr>
            <a:xfrm>
              <a:off x="1445125" y="3867675"/>
              <a:ext cx="535450" cy="502950"/>
            </a:xfrm>
            <a:custGeom>
              <a:rect b="b" l="l" r="r" t="t"/>
              <a:pathLst>
                <a:path extrusionOk="0" h="20118" w="21418">
                  <a:moveTo>
                    <a:pt x="5846" y="993"/>
                  </a:moveTo>
                  <a:cubicBezTo>
                    <a:pt x="6726" y="993"/>
                    <a:pt x="7300" y="1814"/>
                    <a:pt x="7545" y="2688"/>
                  </a:cubicBezTo>
                  <a:cubicBezTo>
                    <a:pt x="7686" y="3200"/>
                    <a:pt x="7749" y="3726"/>
                    <a:pt x="7770" y="4255"/>
                  </a:cubicBezTo>
                  <a:cubicBezTo>
                    <a:pt x="7787" y="4700"/>
                    <a:pt x="7676" y="5216"/>
                    <a:pt x="7812" y="5641"/>
                  </a:cubicBezTo>
                  <a:cubicBezTo>
                    <a:pt x="8017" y="6280"/>
                    <a:pt x="8790" y="6621"/>
                    <a:pt x="9352" y="6861"/>
                  </a:cubicBezTo>
                  <a:cubicBezTo>
                    <a:pt x="10899" y="7523"/>
                    <a:pt x="12588" y="7895"/>
                    <a:pt x="14238" y="8195"/>
                  </a:cubicBezTo>
                  <a:cubicBezTo>
                    <a:pt x="14279" y="8202"/>
                    <a:pt x="14320" y="8206"/>
                    <a:pt x="14360" y="8206"/>
                  </a:cubicBezTo>
                  <a:cubicBezTo>
                    <a:pt x="14538" y="8206"/>
                    <a:pt x="14697" y="8128"/>
                    <a:pt x="14800" y="7965"/>
                  </a:cubicBezTo>
                  <a:cubicBezTo>
                    <a:pt x="15658" y="6602"/>
                    <a:pt x="16673" y="5266"/>
                    <a:pt x="17868" y="4181"/>
                  </a:cubicBezTo>
                  <a:cubicBezTo>
                    <a:pt x="18246" y="3837"/>
                    <a:pt x="19055" y="3130"/>
                    <a:pt x="19662" y="3130"/>
                  </a:cubicBezTo>
                  <a:cubicBezTo>
                    <a:pt x="19761" y="3130"/>
                    <a:pt x="19855" y="3149"/>
                    <a:pt x="19941" y="3191"/>
                  </a:cubicBezTo>
                  <a:cubicBezTo>
                    <a:pt x="19972" y="3206"/>
                    <a:pt x="20042" y="3282"/>
                    <a:pt x="20078" y="3334"/>
                  </a:cubicBezTo>
                  <a:cubicBezTo>
                    <a:pt x="20170" y="3474"/>
                    <a:pt x="20200" y="3554"/>
                    <a:pt x="20244" y="3703"/>
                  </a:cubicBezTo>
                  <a:cubicBezTo>
                    <a:pt x="20356" y="4074"/>
                    <a:pt x="20385" y="4459"/>
                    <a:pt x="20391" y="4845"/>
                  </a:cubicBezTo>
                  <a:cubicBezTo>
                    <a:pt x="20434" y="7253"/>
                    <a:pt x="19715" y="9724"/>
                    <a:pt x="18959" y="11987"/>
                  </a:cubicBezTo>
                  <a:cubicBezTo>
                    <a:pt x="18546" y="13223"/>
                    <a:pt x="18074" y="14443"/>
                    <a:pt x="17505" y="15619"/>
                  </a:cubicBezTo>
                  <a:cubicBezTo>
                    <a:pt x="16974" y="16720"/>
                    <a:pt x="16385" y="17795"/>
                    <a:pt x="15472" y="18631"/>
                  </a:cubicBezTo>
                  <a:cubicBezTo>
                    <a:pt x="15279" y="18808"/>
                    <a:pt x="15055" y="19008"/>
                    <a:pt x="14800" y="19090"/>
                  </a:cubicBezTo>
                  <a:cubicBezTo>
                    <a:pt x="14731" y="19114"/>
                    <a:pt x="14679" y="19127"/>
                    <a:pt x="14633" y="19127"/>
                  </a:cubicBezTo>
                  <a:cubicBezTo>
                    <a:pt x="14584" y="19127"/>
                    <a:pt x="14541" y="19112"/>
                    <a:pt x="14491" y="19078"/>
                  </a:cubicBezTo>
                  <a:cubicBezTo>
                    <a:pt x="14179" y="18859"/>
                    <a:pt x="14040" y="18279"/>
                    <a:pt x="13943" y="17913"/>
                  </a:cubicBezTo>
                  <a:cubicBezTo>
                    <a:pt x="13496" y="16204"/>
                    <a:pt x="13420" y="14392"/>
                    <a:pt x="13231" y="12644"/>
                  </a:cubicBezTo>
                  <a:cubicBezTo>
                    <a:pt x="13231" y="12642"/>
                    <a:pt x="13231" y="12641"/>
                    <a:pt x="13230" y="12640"/>
                  </a:cubicBezTo>
                  <a:lnTo>
                    <a:pt x="13230" y="12640"/>
                  </a:lnTo>
                  <a:cubicBezTo>
                    <a:pt x="13241" y="12479"/>
                    <a:pt x="13172" y="12316"/>
                    <a:pt x="12984" y="12214"/>
                  </a:cubicBezTo>
                  <a:cubicBezTo>
                    <a:pt x="12340" y="11860"/>
                    <a:pt x="11598" y="11675"/>
                    <a:pt x="10890" y="11496"/>
                  </a:cubicBezTo>
                  <a:cubicBezTo>
                    <a:pt x="10069" y="11291"/>
                    <a:pt x="9239" y="11119"/>
                    <a:pt x="8404" y="10971"/>
                  </a:cubicBezTo>
                  <a:cubicBezTo>
                    <a:pt x="7943" y="10890"/>
                    <a:pt x="7439" y="10757"/>
                    <a:pt x="6964" y="10757"/>
                  </a:cubicBezTo>
                  <a:cubicBezTo>
                    <a:pt x="6933" y="10757"/>
                    <a:pt x="6903" y="10757"/>
                    <a:pt x="6873" y="10758"/>
                  </a:cubicBezTo>
                  <a:cubicBezTo>
                    <a:pt x="6281" y="10782"/>
                    <a:pt x="5857" y="11237"/>
                    <a:pt x="5518" y="11671"/>
                  </a:cubicBezTo>
                  <a:cubicBezTo>
                    <a:pt x="4848" y="12532"/>
                    <a:pt x="4110" y="13945"/>
                    <a:pt x="2900" y="13945"/>
                  </a:cubicBezTo>
                  <a:cubicBezTo>
                    <a:pt x="2748" y="13945"/>
                    <a:pt x="2589" y="13923"/>
                    <a:pt x="2421" y="13874"/>
                  </a:cubicBezTo>
                  <a:cubicBezTo>
                    <a:pt x="1265" y="13539"/>
                    <a:pt x="1147" y="12161"/>
                    <a:pt x="1191" y="11150"/>
                  </a:cubicBezTo>
                  <a:cubicBezTo>
                    <a:pt x="1259" y="9547"/>
                    <a:pt x="1735" y="7959"/>
                    <a:pt x="2242" y="6446"/>
                  </a:cubicBezTo>
                  <a:cubicBezTo>
                    <a:pt x="2666" y="5186"/>
                    <a:pt x="3155" y="3943"/>
                    <a:pt x="3669" y="2717"/>
                  </a:cubicBezTo>
                  <a:cubicBezTo>
                    <a:pt x="4014" y="1894"/>
                    <a:pt x="4701" y="1150"/>
                    <a:pt x="5619" y="1011"/>
                  </a:cubicBezTo>
                  <a:cubicBezTo>
                    <a:pt x="5697" y="999"/>
                    <a:pt x="5772" y="993"/>
                    <a:pt x="5846" y="993"/>
                  </a:cubicBezTo>
                  <a:close/>
                  <a:moveTo>
                    <a:pt x="5851" y="1"/>
                  </a:moveTo>
                  <a:cubicBezTo>
                    <a:pt x="4753" y="1"/>
                    <a:pt x="3750" y="699"/>
                    <a:pt x="3144" y="1580"/>
                  </a:cubicBezTo>
                  <a:cubicBezTo>
                    <a:pt x="2849" y="2009"/>
                    <a:pt x="2683" y="2515"/>
                    <a:pt x="2487" y="2993"/>
                  </a:cubicBezTo>
                  <a:cubicBezTo>
                    <a:pt x="2217" y="3653"/>
                    <a:pt x="1954" y="4314"/>
                    <a:pt x="1705" y="4982"/>
                  </a:cubicBezTo>
                  <a:cubicBezTo>
                    <a:pt x="1113" y="6581"/>
                    <a:pt x="576" y="8224"/>
                    <a:pt x="323" y="9914"/>
                  </a:cubicBezTo>
                  <a:cubicBezTo>
                    <a:pt x="121" y="11253"/>
                    <a:pt x="1" y="12901"/>
                    <a:pt x="913" y="14026"/>
                  </a:cubicBezTo>
                  <a:cubicBezTo>
                    <a:pt x="1411" y="14639"/>
                    <a:pt x="2111" y="14918"/>
                    <a:pt x="2824" y="14918"/>
                  </a:cubicBezTo>
                  <a:cubicBezTo>
                    <a:pt x="3509" y="14918"/>
                    <a:pt x="4207" y="14660"/>
                    <a:pt x="4751" y="14192"/>
                  </a:cubicBezTo>
                  <a:cubicBezTo>
                    <a:pt x="5371" y="13659"/>
                    <a:pt x="5777" y="12949"/>
                    <a:pt x="6272" y="12311"/>
                  </a:cubicBezTo>
                  <a:cubicBezTo>
                    <a:pt x="6566" y="11931"/>
                    <a:pt x="6732" y="11776"/>
                    <a:pt x="7065" y="11776"/>
                  </a:cubicBezTo>
                  <a:cubicBezTo>
                    <a:pt x="7129" y="11776"/>
                    <a:pt x="7199" y="11782"/>
                    <a:pt x="7277" y="11793"/>
                  </a:cubicBezTo>
                  <a:cubicBezTo>
                    <a:pt x="8166" y="11915"/>
                    <a:pt x="9053" y="12094"/>
                    <a:pt x="9930" y="12292"/>
                  </a:cubicBezTo>
                  <a:cubicBezTo>
                    <a:pt x="10726" y="12472"/>
                    <a:pt x="11550" y="12626"/>
                    <a:pt x="12268" y="12966"/>
                  </a:cubicBezTo>
                  <a:lnTo>
                    <a:pt x="12268" y="12966"/>
                  </a:lnTo>
                  <a:cubicBezTo>
                    <a:pt x="12439" y="14633"/>
                    <a:pt x="12548" y="16332"/>
                    <a:pt x="12930" y="17963"/>
                  </a:cubicBezTo>
                  <a:cubicBezTo>
                    <a:pt x="13136" y="18845"/>
                    <a:pt x="13555" y="20118"/>
                    <a:pt x="14640" y="20118"/>
                  </a:cubicBezTo>
                  <a:cubicBezTo>
                    <a:pt x="14672" y="20118"/>
                    <a:pt x="14706" y="20116"/>
                    <a:pt x="14739" y="20114"/>
                  </a:cubicBezTo>
                  <a:cubicBezTo>
                    <a:pt x="15314" y="20074"/>
                    <a:pt x="15818" y="19674"/>
                    <a:pt x="16220" y="19295"/>
                  </a:cubicBezTo>
                  <a:cubicBezTo>
                    <a:pt x="16778" y="18770"/>
                    <a:pt x="17242" y="18165"/>
                    <a:pt x="17630" y="17506"/>
                  </a:cubicBezTo>
                  <a:cubicBezTo>
                    <a:pt x="18329" y="16326"/>
                    <a:pt x="18879" y="15058"/>
                    <a:pt x="19372" y="13779"/>
                  </a:cubicBezTo>
                  <a:cubicBezTo>
                    <a:pt x="20387" y="11140"/>
                    <a:pt x="21255" y="8266"/>
                    <a:pt x="21379" y="5422"/>
                  </a:cubicBezTo>
                  <a:cubicBezTo>
                    <a:pt x="21417" y="4558"/>
                    <a:pt x="21409" y="3509"/>
                    <a:pt x="20893" y="2768"/>
                  </a:cubicBezTo>
                  <a:cubicBezTo>
                    <a:pt x="20591" y="2334"/>
                    <a:pt x="20167" y="2169"/>
                    <a:pt x="19717" y="2169"/>
                  </a:cubicBezTo>
                  <a:cubicBezTo>
                    <a:pt x="19269" y="2169"/>
                    <a:pt x="18796" y="2332"/>
                    <a:pt x="18392" y="2557"/>
                  </a:cubicBezTo>
                  <a:cubicBezTo>
                    <a:pt x="17206" y="3219"/>
                    <a:pt x="16258" y="4331"/>
                    <a:pt x="15430" y="5382"/>
                  </a:cubicBezTo>
                  <a:cubicBezTo>
                    <a:pt x="14975" y="5959"/>
                    <a:pt x="14535" y="6551"/>
                    <a:pt x="14131" y="7165"/>
                  </a:cubicBezTo>
                  <a:lnTo>
                    <a:pt x="14131" y="7165"/>
                  </a:lnTo>
                  <a:cubicBezTo>
                    <a:pt x="12741" y="6903"/>
                    <a:pt x="11340" y="6572"/>
                    <a:pt x="10022" y="6067"/>
                  </a:cubicBezTo>
                  <a:cubicBezTo>
                    <a:pt x="9692" y="5938"/>
                    <a:pt x="9355" y="5795"/>
                    <a:pt x="9057" y="5599"/>
                  </a:cubicBezTo>
                  <a:cubicBezTo>
                    <a:pt x="8975" y="5544"/>
                    <a:pt x="8902" y="5490"/>
                    <a:pt x="8830" y="5420"/>
                  </a:cubicBezTo>
                  <a:cubicBezTo>
                    <a:pt x="8801" y="5393"/>
                    <a:pt x="8791" y="5386"/>
                    <a:pt x="8788" y="5385"/>
                  </a:cubicBezTo>
                  <a:lnTo>
                    <a:pt x="8788" y="5385"/>
                  </a:lnTo>
                  <a:cubicBezTo>
                    <a:pt x="8787" y="5381"/>
                    <a:pt x="8781" y="5370"/>
                    <a:pt x="8767" y="5346"/>
                  </a:cubicBezTo>
                  <a:cubicBezTo>
                    <a:pt x="8764" y="5342"/>
                    <a:pt x="8761" y="5338"/>
                    <a:pt x="8759" y="5334"/>
                  </a:cubicBezTo>
                  <a:lnTo>
                    <a:pt x="8759" y="5334"/>
                  </a:lnTo>
                  <a:cubicBezTo>
                    <a:pt x="8759" y="5333"/>
                    <a:pt x="8759" y="5331"/>
                    <a:pt x="8758" y="5329"/>
                  </a:cubicBezTo>
                  <a:cubicBezTo>
                    <a:pt x="8680" y="4813"/>
                    <a:pt x="8779" y="4238"/>
                    <a:pt x="8729" y="3712"/>
                  </a:cubicBezTo>
                  <a:cubicBezTo>
                    <a:pt x="8683" y="3244"/>
                    <a:pt x="8611" y="2774"/>
                    <a:pt x="8476" y="2325"/>
                  </a:cubicBezTo>
                  <a:cubicBezTo>
                    <a:pt x="8116" y="1129"/>
                    <a:pt x="7256" y="33"/>
                    <a:pt x="5914" y="2"/>
                  </a:cubicBezTo>
                  <a:cubicBezTo>
                    <a:pt x="5893" y="1"/>
                    <a:pt x="5872" y="1"/>
                    <a:pt x="585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92" name="Google Shape;9892;p5"/>
            <p:cNvSpPr/>
            <p:nvPr/>
          </p:nvSpPr>
          <p:spPr>
            <a:xfrm>
              <a:off x="1903525" y="4088100"/>
              <a:ext cx="344900" cy="185850"/>
            </a:xfrm>
            <a:custGeom>
              <a:rect b="b" l="l" r="r" t="t"/>
              <a:pathLst>
                <a:path extrusionOk="0" h="7434" w="13796">
                  <a:moveTo>
                    <a:pt x="2035" y="1"/>
                  </a:moveTo>
                  <a:cubicBezTo>
                    <a:pt x="1593" y="1"/>
                    <a:pt x="1301" y="661"/>
                    <a:pt x="1777" y="928"/>
                  </a:cubicBezTo>
                  <a:cubicBezTo>
                    <a:pt x="5023" y="2748"/>
                    <a:pt x="8420" y="4238"/>
                    <a:pt x="11476" y="6352"/>
                  </a:cubicBezTo>
                  <a:lnTo>
                    <a:pt x="11476" y="6352"/>
                  </a:lnTo>
                  <a:cubicBezTo>
                    <a:pt x="7847" y="6103"/>
                    <a:pt x="4252" y="5482"/>
                    <a:pt x="636" y="5110"/>
                  </a:cubicBezTo>
                  <a:cubicBezTo>
                    <a:pt x="615" y="5108"/>
                    <a:pt x="596" y="5107"/>
                    <a:pt x="577" y="5107"/>
                  </a:cubicBezTo>
                  <a:cubicBezTo>
                    <a:pt x="0" y="5107"/>
                    <a:pt x="24" y="6045"/>
                    <a:pt x="636" y="6106"/>
                  </a:cubicBezTo>
                  <a:cubicBezTo>
                    <a:pt x="4792" y="6534"/>
                    <a:pt x="8919" y="7290"/>
                    <a:pt x="13101" y="7434"/>
                  </a:cubicBezTo>
                  <a:cubicBezTo>
                    <a:pt x="13106" y="7434"/>
                    <a:pt x="13111" y="7434"/>
                    <a:pt x="13115" y="7434"/>
                  </a:cubicBezTo>
                  <a:cubicBezTo>
                    <a:pt x="13508" y="7434"/>
                    <a:pt x="13796" y="6851"/>
                    <a:pt x="13455" y="6582"/>
                  </a:cubicBezTo>
                  <a:cubicBezTo>
                    <a:pt x="11767" y="5262"/>
                    <a:pt x="9981" y="4109"/>
                    <a:pt x="8087" y="3106"/>
                  </a:cubicBezTo>
                  <a:cubicBezTo>
                    <a:pt x="6157" y="2083"/>
                    <a:pt x="4187" y="1139"/>
                    <a:pt x="2281" y="69"/>
                  </a:cubicBezTo>
                  <a:cubicBezTo>
                    <a:pt x="2197" y="21"/>
                    <a:pt x="2114" y="1"/>
                    <a:pt x="20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93" name="Google Shape;9893;p5"/>
            <p:cNvSpPr/>
            <p:nvPr/>
          </p:nvSpPr>
          <p:spPr>
            <a:xfrm>
              <a:off x="1462675" y="3884050"/>
              <a:ext cx="125100" cy="332450"/>
            </a:xfrm>
            <a:custGeom>
              <a:rect b="b" l="l" r="r" t="t"/>
              <a:pathLst>
                <a:path extrusionOk="0" h="13298" w="5004">
                  <a:moveTo>
                    <a:pt x="4226" y="0"/>
                  </a:moveTo>
                  <a:cubicBezTo>
                    <a:pt x="3978" y="0"/>
                    <a:pt x="3745" y="159"/>
                    <a:pt x="3776" y="478"/>
                  </a:cubicBezTo>
                  <a:cubicBezTo>
                    <a:pt x="3995" y="2762"/>
                    <a:pt x="3470" y="4910"/>
                    <a:pt x="2764" y="7066"/>
                  </a:cubicBezTo>
                  <a:cubicBezTo>
                    <a:pt x="2160" y="8913"/>
                    <a:pt x="1574" y="10906"/>
                    <a:pt x="310" y="12425"/>
                  </a:cubicBezTo>
                  <a:cubicBezTo>
                    <a:pt x="1" y="12799"/>
                    <a:pt x="333" y="13298"/>
                    <a:pt x="690" y="13298"/>
                  </a:cubicBezTo>
                  <a:cubicBezTo>
                    <a:pt x="802" y="13298"/>
                    <a:pt x="916" y="13249"/>
                    <a:pt x="1014" y="13131"/>
                  </a:cubicBezTo>
                  <a:cubicBezTo>
                    <a:pt x="2366" y="11506"/>
                    <a:pt x="3030" y="9452"/>
                    <a:pt x="3679" y="7474"/>
                  </a:cubicBezTo>
                  <a:cubicBezTo>
                    <a:pt x="4424" y="5193"/>
                    <a:pt x="5004" y="2899"/>
                    <a:pt x="4772" y="478"/>
                  </a:cubicBezTo>
                  <a:cubicBezTo>
                    <a:pt x="4741" y="160"/>
                    <a:pt x="4476" y="0"/>
                    <a:pt x="42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894" name="Google Shape;9894;p5"/>
          <p:cNvSpPr txBox="1"/>
          <p:nvPr/>
        </p:nvSpPr>
        <p:spPr>
          <a:xfrm>
            <a:off x="1341761" y="594942"/>
            <a:ext cx="5982000" cy="49241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000" u="none" cap="none" strike="noStrike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rPr>
              <a:t>GOALS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MART Goal Setting for Students | ASVAB Career Exploration Program" id="9895" name="Google Shape;9895;p5"/>
          <p:cNvPicPr preferRelativeResize="0"/>
          <p:nvPr/>
        </p:nvPicPr>
        <p:blipFill rotWithShape="1">
          <a:blip r:embed="rId3">
            <a:alphaModFix/>
          </a:blip>
          <a:srcRect b="7981" l="8518" r="7945" t="8440"/>
          <a:stretch/>
        </p:blipFill>
        <p:spPr>
          <a:xfrm>
            <a:off x="5150723" y="1127922"/>
            <a:ext cx="3082778" cy="2969388"/>
          </a:xfrm>
          <a:prstGeom prst="rect">
            <a:avLst/>
          </a:prstGeom>
          <a:noFill/>
          <a:ln>
            <a:noFill/>
          </a:ln>
        </p:spPr>
      </p:pic>
      <p:sp>
        <p:nvSpPr>
          <p:cNvPr id="9896" name="Google Shape;9896;p5"/>
          <p:cNvSpPr txBox="1"/>
          <p:nvPr/>
        </p:nvSpPr>
        <p:spPr>
          <a:xfrm>
            <a:off x="1358737" y="1047728"/>
            <a:ext cx="3605561" cy="31297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39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Ganta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Gantari"/>
              <a:ea typeface="Gantari"/>
              <a:cs typeface="Gantari"/>
              <a:sym typeface="Gantari"/>
            </a:endParaRPr>
          </a:p>
          <a:p>
            <a:pPr indent="0" lvl="0" marL="139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Gantari"/>
              <a:buNone/>
            </a:pPr>
            <a:r>
              <a:rPr b="0" i="0" lang="es" sz="1400" u="none" cap="none" strike="noStrike">
                <a:solidFill>
                  <a:schemeClr val="dk1"/>
                </a:solidFill>
                <a:latin typeface="Gantari"/>
                <a:ea typeface="Gantari"/>
                <a:cs typeface="Gantari"/>
                <a:sym typeface="Gantari"/>
              </a:rPr>
              <a:t>Currently, I can _______________________</a:t>
            </a:r>
            <a:endParaRPr/>
          </a:p>
          <a:p>
            <a:pPr indent="0" lvl="0" marL="139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Ganta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Gantari"/>
              <a:ea typeface="Gantari"/>
              <a:cs typeface="Gantari"/>
              <a:sym typeface="Gantari"/>
            </a:endParaRPr>
          </a:p>
          <a:p>
            <a:pPr indent="0" lvl="0" marL="139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Gantari"/>
              <a:buNone/>
            </a:pPr>
            <a:r>
              <a:rPr b="0" i="0" lang="es" sz="1400" u="none" cap="none" strike="noStrike">
                <a:solidFill>
                  <a:schemeClr val="dk1"/>
                </a:solidFill>
                <a:latin typeface="Gantari"/>
                <a:ea typeface="Gantari"/>
                <a:cs typeface="Gantari"/>
                <a:sym typeface="Gantari"/>
              </a:rPr>
              <a:t>I want to improve _____________________</a:t>
            </a:r>
            <a:endParaRPr/>
          </a:p>
          <a:p>
            <a:pPr indent="0" lvl="0" marL="139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Ganta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Gantari"/>
              <a:ea typeface="Gantari"/>
              <a:cs typeface="Gantari"/>
              <a:sym typeface="Gantari"/>
            </a:endParaRPr>
          </a:p>
          <a:p>
            <a:pPr indent="0" lvl="0" marL="139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Gantari"/>
              <a:buNone/>
            </a:pPr>
            <a:r>
              <a:rPr b="0" i="0" lang="es" sz="1400" u="none" cap="none" strike="noStrike">
                <a:solidFill>
                  <a:schemeClr val="dk1"/>
                </a:solidFill>
                <a:latin typeface="Gantari"/>
                <a:ea typeface="Gantari"/>
                <a:cs typeface="Gantari"/>
                <a:sym typeface="Gantari"/>
              </a:rPr>
              <a:t>My goal is to __________________________</a:t>
            </a:r>
            <a:endParaRPr/>
          </a:p>
          <a:p>
            <a:pPr indent="0" lvl="0" marL="139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Ganta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Gantari"/>
              <a:ea typeface="Gantari"/>
              <a:cs typeface="Gantari"/>
              <a:sym typeface="Gantari"/>
            </a:endParaRPr>
          </a:p>
          <a:p>
            <a:pPr indent="0" lvl="0" marL="139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Gantari"/>
              <a:buNone/>
            </a:pPr>
            <a:r>
              <a:rPr b="0" i="0" lang="es" sz="1400" u="none" cap="none" strike="noStrike">
                <a:solidFill>
                  <a:schemeClr val="dk1"/>
                </a:solidFill>
                <a:latin typeface="Gantari"/>
                <a:ea typeface="Gantari"/>
                <a:cs typeface="Gantari"/>
                <a:sym typeface="Gantari"/>
              </a:rPr>
              <a:t>What are ways you can work toward your goal? ____________________________</a:t>
            </a:r>
            <a:endParaRPr/>
          </a:p>
          <a:p>
            <a:pPr indent="0" lvl="0" marL="139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Ganta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Gantari"/>
              <a:ea typeface="Gantari"/>
              <a:cs typeface="Gantari"/>
              <a:sym typeface="Gantari"/>
            </a:endParaRPr>
          </a:p>
          <a:p>
            <a:pPr indent="0" lvl="0" marL="139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Gantari"/>
              <a:buNone/>
            </a:pPr>
            <a:r>
              <a:rPr b="0" i="0" lang="es" sz="1400" u="none" cap="none" strike="noStrike">
                <a:solidFill>
                  <a:schemeClr val="dk1"/>
                </a:solidFill>
                <a:latin typeface="Gantari"/>
                <a:ea typeface="Gantari"/>
                <a:cs typeface="Gantari"/>
                <a:sym typeface="Gantari"/>
              </a:rPr>
              <a:t>I will work to achieve this goal by _____________________________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00" name="Shape 9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1" name="Google Shape;9901;p6"/>
          <p:cNvSpPr txBox="1"/>
          <p:nvPr>
            <p:ph idx="2" type="subTitle"/>
          </p:nvPr>
        </p:nvSpPr>
        <p:spPr>
          <a:xfrm>
            <a:off x="1541990" y="1264683"/>
            <a:ext cx="6088566" cy="302795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Gantari"/>
              <a:buChar char="●"/>
            </a:pPr>
            <a:r>
              <a:rPr b="1" lang="es"/>
              <a:t>UNIT TITLE: 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Gantari"/>
              <a:buChar char="●"/>
            </a:pPr>
            <a:r>
              <a:rPr b="1" lang="es"/>
              <a:t>SOI: </a:t>
            </a:r>
            <a:endParaRPr b="1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rial"/>
              <a:buChar char="●"/>
            </a:pPr>
            <a:r>
              <a:rPr b="1" lang="es"/>
              <a:t>PRODUCT:</a:t>
            </a:r>
            <a:r>
              <a:rPr lang="es"/>
              <a:t> Eg. Poster, presentation, article, etc.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rial"/>
              <a:buChar char="●"/>
            </a:pPr>
            <a:r>
              <a:rPr b="1" lang="es"/>
              <a:t>REFLECTION: </a:t>
            </a:r>
            <a:r>
              <a:rPr b="1" lang="es" sz="1100"/>
              <a:t>Use the following prompts to help you.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     What did you use to think before the lesson, how has your thinking changed after the lesson? 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     What are two things you learnt from the lesson?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     What strategies helped you understand the concept better? What challenges did you face?  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400"/>
              <a:buFont typeface="Arial"/>
              <a:buChar char="●"/>
            </a:pPr>
            <a:r>
              <a:rPr b="1" lang="es"/>
              <a:t>CONNECTION: </a:t>
            </a:r>
            <a:r>
              <a:rPr b="1" lang="es" sz="1100"/>
              <a:t>What connections can you make from the lesson to the real world? How will this lesson help you solve real life problems?</a:t>
            </a:r>
            <a:endParaRPr b="1" sz="1100"/>
          </a:p>
        </p:txBody>
      </p:sp>
      <p:sp>
        <p:nvSpPr>
          <p:cNvPr id="9902" name="Google Shape;9902;p6"/>
          <p:cNvSpPr/>
          <p:nvPr/>
        </p:nvSpPr>
        <p:spPr>
          <a:xfrm>
            <a:off x="7818975" y="1147025"/>
            <a:ext cx="117525" cy="110100"/>
          </a:xfrm>
          <a:custGeom>
            <a:rect b="b" l="l" r="r" t="t"/>
            <a:pathLst>
              <a:path extrusionOk="0" h="4404" w="4701">
                <a:moveTo>
                  <a:pt x="1951" y="1032"/>
                </a:moveTo>
                <a:cubicBezTo>
                  <a:pt x="1950" y="1033"/>
                  <a:pt x="1949" y="1033"/>
                  <a:pt x="1947" y="1033"/>
                </a:cubicBezTo>
                <a:cubicBezTo>
                  <a:pt x="1948" y="1033"/>
                  <a:pt x="1950" y="1033"/>
                  <a:pt x="1951" y="1032"/>
                </a:cubicBezTo>
                <a:close/>
                <a:moveTo>
                  <a:pt x="2857" y="1059"/>
                </a:moveTo>
                <a:cubicBezTo>
                  <a:pt x="2871" y="1059"/>
                  <a:pt x="2889" y="1066"/>
                  <a:pt x="2907" y="1075"/>
                </a:cubicBezTo>
                <a:lnTo>
                  <a:pt x="2907" y="1075"/>
                </a:lnTo>
                <a:cubicBezTo>
                  <a:pt x="2887" y="1068"/>
                  <a:pt x="2858" y="1059"/>
                  <a:pt x="2857" y="1059"/>
                </a:cubicBezTo>
                <a:close/>
                <a:moveTo>
                  <a:pt x="3091" y="1185"/>
                </a:moveTo>
                <a:cubicBezTo>
                  <a:pt x="3091" y="1185"/>
                  <a:pt x="3091" y="1185"/>
                  <a:pt x="3091" y="1185"/>
                </a:cubicBezTo>
                <a:lnTo>
                  <a:pt x="3091" y="1185"/>
                </a:lnTo>
                <a:cubicBezTo>
                  <a:pt x="3091" y="1185"/>
                  <a:pt x="3091" y="1185"/>
                  <a:pt x="3091" y="1185"/>
                </a:cubicBezTo>
                <a:close/>
                <a:moveTo>
                  <a:pt x="3104" y="1198"/>
                </a:moveTo>
                <a:cubicBezTo>
                  <a:pt x="3111" y="1203"/>
                  <a:pt x="3118" y="1208"/>
                  <a:pt x="3125" y="1213"/>
                </a:cubicBezTo>
                <a:cubicBezTo>
                  <a:pt x="3142" y="1224"/>
                  <a:pt x="3149" y="1229"/>
                  <a:pt x="3148" y="1229"/>
                </a:cubicBezTo>
                <a:cubicBezTo>
                  <a:pt x="3148" y="1229"/>
                  <a:pt x="3121" y="1211"/>
                  <a:pt x="3104" y="1198"/>
                </a:cubicBezTo>
                <a:close/>
                <a:moveTo>
                  <a:pt x="1747" y="3319"/>
                </a:moveTo>
                <a:cubicBezTo>
                  <a:pt x="1767" y="3326"/>
                  <a:pt x="1803" y="3338"/>
                  <a:pt x="1802" y="3338"/>
                </a:cubicBezTo>
                <a:cubicBezTo>
                  <a:pt x="1800" y="3339"/>
                  <a:pt x="1799" y="3339"/>
                  <a:pt x="1797" y="3339"/>
                </a:cubicBezTo>
                <a:cubicBezTo>
                  <a:pt x="1785" y="3339"/>
                  <a:pt x="1766" y="3330"/>
                  <a:pt x="1747" y="3319"/>
                </a:cubicBezTo>
                <a:close/>
                <a:moveTo>
                  <a:pt x="2463" y="3393"/>
                </a:moveTo>
                <a:cubicBezTo>
                  <a:pt x="2461" y="3393"/>
                  <a:pt x="2459" y="3393"/>
                  <a:pt x="2456" y="3393"/>
                </a:cubicBezTo>
                <a:lnTo>
                  <a:pt x="2456" y="3393"/>
                </a:lnTo>
                <a:cubicBezTo>
                  <a:pt x="2459" y="3393"/>
                  <a:pt x="2462" y="3393"/>
                  <a:pt x="2463" y="3393"/>
                </a:cubicBezTo>
                <a:close/>
                <a:moveTo>
                  <a:pt x="2387" y="989"/>
                </a:moveTo>
                <a:cubicBezTo>
                  <a:pt x="2440" y="989"/>
                  <a:pt x="2491" y="989"/>
                  <a:pt x="2541" y="993"/>
                </a:cubicBezTo>
                <a:cubicBezTo>
                  <a:pt x="2560" y="993"/>
                  <a:pt x="2582" y="997"/>
                  <a:pt x="2601" y="998"/>
                </a:cubicBezTo>
                <a:lnTo>
                  <a:pt x="2601" y="998"/>
                </a:lnTo>
                <a:cubicBezTo>
                  <a:pt x="2682" y="1018"/>
                  <a:pt x="2761" y="1029"/>
                  <a:pt x="2840" y="1057"/>
                </a:cubicBezTo>
                <a:cubicBezTo>
                  <a:pt x="2857" y="1061"/>
                  <a:pt x="2876" y="1069"/>
                  <a:pt x="2895" y="1076"/>
                </a:cubicBezTo>
                <a:cubicBezTo>
                  <a:pt x="2906" y="1079"/>
                  <a:pt x="2914" y="1081"/>
                  <a:pt x="2919" y="1082"/>
                </a:cubicBezTo>
                <a:lnTo>
                  <a:pt x="2919" y="1082"/>
                </a:lnTo>
                <a:cubicBezTo>
                  <a:pt x="2944" y="1096"/>
                  <a:pt x="2968" y="1113"/>
                  <a:pt x="2984" y="1122"/>
                </a:cubicBezTo>
                <a:cubicBezTo>
                  <a:pt x="3015" y="1139"/>
                  <a:pt x="3049" y="1160"/>
                  <a:pt x="3080" y="1181"/>
                </a:cubicBezTo>
                <a:cubicBezTo>
                  <a:pt x="3084" y="1184"/>
                  <a:pt x="3088" y="1186"/>
                  <a:pt x="3092" y="1189"/>
                </a:cubicBezTo>
                <a:lnTo>
                  <a:pt x="3092" y="1189"/>
                </a:lnTo>
                <a:cubicBezTo>
                  <a:pt x="3107" y="1217"/>
                  <a:pt x="3258" y="1347"/>
                  <a:pt x="3274" y="1366"/>
                </a:cubicBezTo>
                <a:cubicBezTo>
                  <a:pt x="3278" y="1370"/>
                  <a:pt x="3281" y="1374"/>
                  <a:pt x="3284" y="1378"/>
                </a:cubicBezTo>
                <a:lnTo>
                  <a:pt x="3284" y="1378"/>
                </a:lnTo>
                <a:cubicBezTo>
                  <a:pt x="3304" y="1410"/>
                  <a:pt x="3328" y="1440"/>
                  <a:pt x="3348" y="1474"/>
                </a:cubicBezTo>
                <a:cubicBezTo>
                  <a:pt x="3367" y="1503"/>
                  <a:pt x="3386" y="1535"/>
                  <a:pt x="3403" y="1569"/>
                </a:cubicBezTo>
                <a:cubicBezTo>
                  <a:pt x="3409" y="1579"/>
                  <a:pt x="3414" y="1591"/>
                  <a:pt x="3420" y="1604"/>
                </a:cubicBezTo>
                <a:lnTo>
                  <a:pt x="3420" y="1604"/>
                </a:lnTo>
                <a:cubicBezTo>
                  <a:pt x="3420" y="1602"/>
                  <a:pt x="3420" y="1600"/>
                  <a:pt x="3420" y="1598"/>
                </a:cubicBezTo>
                <a:lnTo>
                  <a:pt x="3420" y="1598"/>
                </a:lnTo>
                <a:cubicBezTo>
                  <a:pt x="3420" y="1600"/>
                  <a:pt x="3420" y="1602"/>
                  <a:pt x="3420" y="1604"/>
                </a:cubicBezTo>
                <a:lnTo>
                  <a:pt x="3420" y="1604"/>
                </a:lnTo>
                <a:cubicBezTo>
                  <a:pt x="3420" y="1604"/>
                  <a:pt x="3420" y="1604"/>
                  <a:pt x="3420" y="1604"/>
                </a:cubicBezTo>
                <a:lnTo>
                  <a:pt x="3420" y="1604"/>
                </a:lnTo>
                <a:cubicBezTo>
                  <a:pt x="3420" y="1621"/>
                  <a:pt x="3423" y="1634"/>
                  <a:pt x="3427" y="1644"/>
                </a:cubicBezTo>
                <a:lnTo>
                  <a:pt x="3427" y="1644"/>
                </a:lnTo>
                <a:cubicBezTo>
                  <a:pt x="3423" y="1630"/>
                  <a:pt x="3420" y="1616"/>
                  <a:pt x="3420" y="1604"/>
                </a:cubicBezTo>
                <a:lnTo>
                  <a:pt x="3420" y="1604"/>
                </a:lnTo>
                <a:cubicBezTo>
                  <a:pt x="3422" y="1608"/>
                  <a:pt x="3424" y="1613"/>
                  <a:pt x="3426" y="1617"/>
                </a:cubicBezTo>
                <a:cubicBezTo>
                  <a:pt x="3442" y="1646"/>
                  <a:pt x="3443" y="1659"/>
                  <a:pt x="3439" y="1659"/>
                </a:cubicBezTo>
                <a:cubicBezTo>
                  <a:pt x="3436" y="1659"/>
                  <a:pt x="3432" y="1654"/>
                  <a:pt x="3427" y="1644"/>
                </a:cubicBezTo>
                <a:lnTo>
                  <a:pt x="3427" y="1644"/>
                </a:lnTo>
                <a:cubicBezTo>
                  <a:pt x="3443" y="1697"/>
                  <a:pt x="3479" y="1760"/>
                  <a:pt x="3491" y="1802"/>
                </a:cubicBezTo>
                <a:cubicBezTo>
                  <a:pt x="3500" y="1838"/>
                  <a:pt x="3508" y="1874"/>
                  <a:pt x="3517" y="1910"/>
                </a:cubicBezTo>
                <a:cubicBezTo>
                  <a:pt x="3521" y="1933"/>
                  <a:pt x="3525" y="1954"/>
                  <a:pt x="3529" y="1977"/>
                </a:cubicBezTo>
                <a:cubicBezTo>
                  <a:pt x="3534" y="2005"/>
                  <a:pt x="3537" y="2015"/>
                  <a:pt x="3538" y="2015"/>
                </a:cubicBezTo>
                <a:cubicBezTo>
                  <a:pt x="3540" y="2015"/>
                  <a:pt x="3530" y="1942"/>
                  <a:pt x="3525" y="1939"/>
                </a:cubicBezTo>
                <a:lnTo>
                  <a:pt x="3525" y="1939"/>
                </a:lnTo>
                <a:cubicBezTo>
                  <a:pt x="3550" y="1954"/>
                  <a:pt x="3538" y="2142"/>
                  <a:pt x="3538" y="2173"/>
                </a:cubicBezTo>
                <a:cubicBezTo>
                  <a:pt x="3538" y="2215"/>
                  <a:pt x="3535" y="2257"/>
                  <a:pt x="3533" y="2297"/>
                </a:cubicBezTo>
                <a:cubicBezTo>
                  <a:pt x="3532" y="2312"/>
                  <a:pt x="3530" y="2326"/>
                  <a:pt x="3529" y="2339"/>
                </a:cubicBezTo>
                <a:lnTo>
                  <a:pt x="3529" y="2339"/>
                </a:lnTo>
                <a:cubicBezTo>
                  <a:pt x="3514" y="2409"/>
                  <a:pt x="3504" y="2477"/>
                  <a:pt x="3483" y="2546"/>
                </a:cubicBezTo>
                <a:cubicBezTo>
                  <a:pt x="3472" y="2582"/>
                  <a:pt x="3462" y="2618"/>
                  <a:pt x="3449" y="2651"/>
                </a:cubicBezTo>
                <a:cubicBezTo>
                  <a:pt x="3445" y="2663"/>
                  <a:pt x="3440" y="2676"/>
                  <a:pt x="3436" y="2688"/>
                </a:cubicBezTo>
                <a:lnTo>
                  <a:pt x="3436" y="2688"/>
                </a:lnTo>
                <a:cubicBezTo>
                  <a:pt x="3398" y="2751"/>
                  <a:pt x="3369" y="2818"/>
                  <a:pt x="3329" y="2881"/>
                </a:cubicBezTo>
                <a:cubicBezTo>
                  <a:pt x="3324" y="2889"/>
                  <a:pt x="3300" y="2922"/>
                  <a:pt x="3284" y="2945"/>
                </a:cubicBezTo>
                <a:lnTo>
                  <a:pt x="3284" y="2945"/>
                </a:lnTo>
                <a:cubicBezTo>
                  <a:pt x="3263" y="2968"/>
                  <a:pt x="3232" y="3005"/>
                  <a:pt x="3224" y="3014"/>
                </a:cubicBezTo>
                <a:cubicBezTo>
                  <a:pt x="3198" y="3041"/>
                  <a:pt x="3171" y="3069"/>
                  <a:pt x="3142" y="3094"/>
                </a:cubicBezTo>
                <a:cubicBezTo>
                  <a:pt x="3127" y="3106"/>
                  <a:pt x="3112" y="3119"/>
                  <a:pt x="3099" y="3132"/>
                </a:cubicBezTo>
                <a:cubicBezTo>
                  <a:pt x="3075" y="3154"/>
                  <a:pt x="3071" y="3163"/>
                  <a:pt x="3076" y="3163"/>
                </a:cubicBezTo>
                <a:cubicBezTo>
                  <a:pt x="3076" y="3163"/>
                  <a:pt x="3077" y="3163"/>
                  <a:pt x="3078" y="3162"/>
                </a:cubicBezTo>
                <a:lnTo>
                  <a:pt x="3078" y="3162"/>
                </a:lnTo>
                <a:cubicBezTo>
                  <a:pt x="3021" y="3203"/>
                  <a:pt x="2923" y="3245"/>
                  <a:pt x="2889" y="3262"/>
                </a:cubicBezTo>
                <a:cubicBezTo>
                  <a:pt x="2863" y="3275"/>
                  <a:pt x="2803" y="3296"/>
                  <a:pt x="2805" y="3296"/>
                </a:cubicBezTo>
                <a:cubicBezTo>
                  <a:pt x="2806" y="3296"/>
                  <a:pt x="2822" y="3291"/>
                  <a:pt x="2866" y="3277"/>
                </a:cubicBezTo>
                <a:lnTo>
                  <a:pt x="2866" y="3277"/>
                </a:lnTo>
                <a:cubicBezTo>
                  <a:pt x="2823" y="3292"/>
                  <a:pt x="2783" y="3309"/>
                  <a:pt x="2741" y="3323"/>
                </a:cubicBezTo>
                <a:cubicBezTo>
                  <a:pt x="2642" y="3355"/>
                  <a:pt x="2541" y="3376"/>
                  <a:pt x="2438" y="3395"/>
                </a:cubicBezTo>
                <a:cubicBezTo>
                  <a:pt x="2437" y="3395"/>
                  <a:pt x="2437" y="3395"/>
                  <a:pt x="2437" y="3395"/>
                </a:cubicBezTo>
                <a:lnTo>
                  <a:pt x="2437" y="3395"/>
                </a:lnTo>
                <a:cubicBezTo>
                  <a:pt x="2416" y="3397"/>
                  <a:pt x="2395" y="3400"/>
                  <a:pt x="2375" y="3401"/>
                </a:cubicBezTo>
                <a:cubicBezTo>
                  <a:pt x="2330" y="3403"/>
                  <a:pt x="2284" y="3406"/>
                  <a:pt x="2240" y="3406"/>
                </a:cubicBezTo>
                <a:cubicBezTo>
                  <a:pt x="2226" y="3406"/>
                  <a:pt x="2211" y="3406"/>
                  <a:pt x="2197" y="3406"/>
                </a:cubicBezTo>
                <a:cubicBezTo>
                  <a:pt x="2163" y="3406"/>
                  <a:pt x="2129" y="3405"/>
                  <a:pt x="2094" y="3403"/>
                </a:cubicBezTo>
                <a:cubicBezTo>
                  <a:pt x="2081" y="3402"/>
                  <a:pt x="2067" y="3400"/>
                  <a:pt x="2054" y="3398"/>
                </a:cubicBezTo>
                <a:lnTo>
                  <a:pt x="2054" y="3398"/>
                </a:lnTo>
                <a:cubicBezTo>
                  <a:pt x="1975" y="3376"/>
                  <a:pt x="1893" y="3365"/>
                  <a:pt x="1814" y="3340"/>
                </a:cubicBezTo>
                <a:cubicBezTo>
                  <a:pt x="1797" y="3334"/>
                  <a:pt x="1778" y="3326"/>
                  <a:pt x="1762" y="3321"/>
                </a:cubicBezTo>
                <a:cubicBezTo>
                  <a:pt x="1752" y="3318"/>
                  <a:pt x="1745" y="3316"/>
                  <a:pt x="1740" y="3315"/>
                </a:cubicBezTo>
                <a:lnTo>
                  <a:pt x="1740" y="3315"/>
                </a:lnTo>
                <a:cubicBezTo>
                  <a:pt x="1716" y="3301"/>
                  <a:pt x="1691" y="3283"/>
                  <a:pt x="1679" y="3277"/>
                </a:cubicBezTo>
                <a:cubicBezTo>
                  <a:pt x="1648" y="3258"/>
                  <a:pt x="1616" y="3241"/>
                  <a:pt x="1587" y="3220"/>
                </a:cubicBezTo>
                <a:cubicBezTo>
                  <a:pt x="1572" y="3210"/>
                  <a:pt x="1557" y="3199"/>
                  <a:pt x="1543" y="3191"/>
                </a:cubicBezTo>
                <a:cubicBezTo>
                  <a:pt x="1525" y="3180"/>
                  <a:pt x="1519" y="3175"/>
                  <a:pt x="1519" y="3175"/>
                </a:cubicBezTo>
                <a:lnTo>
                  <a:pt x="1519" y="3175"/>
                </a:lnTo>
                <a:cubicBezTo>
                  <a:pt x="1518" y="3175"/>
                  <a:pt x="1582" y="3218"/>
                  <a:pt x="1580" y="3218"/>
                </a:cubicBezTo>
                <a:cubicBezTo>
                  <a:pt x="1580" y="3218"/>
                  <a:pt x="1579" y="3218"/>
                  <a:pt x="1578" y="3218"/>
                </a:cubicBezTo>
                <a:cubicBezTo>
                  <a:pt x="1542" y="3218"/>
                  <a:pt x="1420" y="3070"/>
                  <a:pt x="1399" y="3045"/>
                </a:cubicBezTo>
                <a:cubicBezTo>
                  <a:pt x="1384" y="3030"/>
                  <a:pt x="1353" y="2977"/>
                  <a:pt x="1351" y="2977"/>
                </a:cubicBezTo>
                <a:lnTo>
                  <a:pt x="1351" y="2977"/>
                </a:lnTo>
                <a:cubicBezTo>
                  <a:pt x="1350" y="2977"/>
                  <a:pt x="1354" y="2985"/>
                  <a:pt x="1363" y="3005"/>
                </a:cubicBezTo>
                <a:cubicBezTo>
                  <a:pt x="1372" y="3025"/>
                  <a:pt x="1375" y="3032"/>
                  <a:pt x="1374" y="3032"/>
                </a:cubicBezTo>
                <a:cubicBezTo>
                  <a:pt x="1372" y="3032"/>
                  <a:pt x="1335" y="2962"/>
                  <a:pt x="1326" y="2946"/>
                </a:cubicBezTo>
                <a:cubicBezTo>
                  <a:pt x="1285" y="2881"/>
                  <a:pt x="1252" y="2814"/>
                  <a:pt x="1215" y="2746"/>
                </a:cubicBezTo>
                <a:lnTo>
                  <a:pt x="1215" y="2746"/>
                </a:lnTo>
                <a:cubicBezTo>
                  <a:pt x="1214" y="2743"/>
                  <a:pt x="1213" y="2740"/>
                  <a:pt x="1212" y="2736"/>
                </a:cubicBezTo>
                <a:cubicBezTo>
                  <a:pt x="1199" y="2702"/>
                  <a:pt x="1187" y="2668"/>
                  <a:pt x="1176" y="2635"/>
                </a:cubicBezTo>
                <a:cubicBezTo>
                  <a:pt x="1153" y="2559"/>
                  <a:pt x="1132" y="2481"/>
                  <a:pt x="1119" y="2403"/>
                </a:cubicBezTo>
                <a:cubicBezTo>
                  <a:pt x="1119" y="2401"/>
                  <a:pt x="1118" y="2399"/>
                  <a:pt x="1118" y="2397"/>
                </a:cubicBezTo>
                <a:lnTo>
                  <a:pt x="1118" y="2397"/>
                </a:lnTo>
                <a:cubicBezTo>
                  <a:pt x="1122" y="2365"/>
                  <a:pt x="1108" y="2315"/>
                  <a:pt x="1106" y="2283"/>
                </a:cubicBezTo>
                <a:cubicBezTo>
                  <a:pt x="1102" y="2203"/>
                  <a:pt x="1102" y="2123"/>
                  <a:pt x="1106" y="2043"/>
                </a:cubicBezTo>
                <a:cubicBezTo>
                  <a:pt x="1107" y="2033"/>
                  <a:pt x="1110" y="2004"/>
                  <a:pt x="1113" y="1978"/>
                </a:cubicBezTo>
                <a:lnTo>
                  <a:pt x="1113" y="1978"/>
                </a:lnTo>
                <a:cubicBezTo>
                  <a:pt x="1117" y="1953"/>
                  <a:pt x="1123" y="1911"/>
                  <a:pt x="1125" y="1899"/>
                </a:cubicBezTo>
                <a:cubicBezTo>
                  <a:pt x="1144" y="1813"/>
                  <a:pt x="1170" y="1731"/>
                  <a:pt x="1197" y="1647"/>
                </a:cubicBezTo>
                <a:cubicBezTo>
                  <a:pt x="1199" y="1642"/>
                  <a:pt x="1200" y="1637"/>
                  <a:pt x="1201" y="1634"/>
                </a:cubicBezTo>
                <a:lnTo>
                  <a:pt x="1201" y="1634"/>
                </a:lnTo>
                <a:cubicBezTo>
                  <a:pt x="1203" y="1630"/>
                  <a:pt x="1205" y="1626"/>
                  <a:pt x="1208" y="1621"/>
                </a:cubicBezTo>
                <a:cubicBezTo>
                  <a:pt x="1227" y="1583"/>
                  <a:pt x="1246" y="1543"/>
                  <a:pt x="1269" y="1507"/>
                </a:cubicBezTo>
                <a:cubicBezTo>
                  <a:pt x="1290" y="1470"/>
                  <a:pt x="1313" y="1434"/>
                  <a:pt x="1338" y="1398"/>
                </a:cubicBezTo>
                <a:cubicBezTo>
                  <a:pt x="1341" y="1394"/>
                  <a:pt x="1344" y="1390"/>
                  <a:pt x="1346" y="1386"/>
                </a:cubicBezTo>
                <a:lnTo>
                  <a:pt x="1346" y="1386"/>
                </a:lnTo>
                <a:cubicBezTo>
                  <a:pt x="1346" y="1386"/>
                  <a:pt x="1346" y="1386"/>
                  <a:pt x="1347" y="1385"/>
                </a:cubicBezTo>
                <a:cubicBezTo>
                  <a:pt x="1399" y="1329"/>
                  <a:pt x="1454" y="1275"/>
                  <a:pt x="1511" y="1223"/>
                </a:cubicBezTo>
                <a:lnTo>
                  <a:pt x="1511" y="1223"/>
                </a:lnTo>
                <a:cubicBezTo>
                  <a:pt x="1524" y="1213"/>
                  <a:pt x="1537" y="1203"/>
                  <a:pt x="1551" y="1194"/>
                </a:cubicBezTo>
                <a:cubicBezTo>
                  <a:pt x="1589" y="1170"/>
                  <a:pt x="1627" y="1147"/>
                  <a:pt x="1667" y="1126"/>
                </a:cubicBezTo>
                <a:cubicBezTo>
                  <a:pt x="1682" y="1119"/>
                  <a:pt x="1697" y="1111"/>
                  <a:pt x="1712" y="1103"/>
                </a:cubicBezTo>
                <a:lnTo>
                  <a:pt x="1712" y="1103"/>
                </a:lnTo>
                <a:cubicBezTo>
                  <a:pt x="1755" y="1090"/>
                  <a:pt x="1797" y="1075"/>
                  <a:pt x="1840" y="1063"/>
                </a:cubicBezTo>
                <a:cubicBezTo>
                  <a:pt x="1884" y="1050"/>
                  <a:pt x="1928" y="1042"/>
                  <a:pt x="1970" y="1031"/>
                </a:cubicBezTo>
                <a:cubicBezTo>
                  <a:pt x="1976" y="1030"/>
                  <a:pt x="1983" y="1028"/>
                  <a:pt x="1990" y="1026"/>
                </a:cubicBezTo>
                <a:lnTo>
                  <a:pt x="1990" y="1026"/>
                </a:lnTo>
                <a:cubicBezTo>
                  <a:pt x="2008" y="1025"/>
                  <a:pt x="2026" y="1024"/>
                  <a:pt x="2042" y="1023"/>
                </a:cubicBezTo>
                <a:cubicBezTo>
                  <a:pt x="2063" y="1021"/>
                  <a:pt x="2083" y="1018"/>
                  <a:pt x="2104" y="1015"/>
                </a:cubicBezTo>
                <a:lnTo>
                  <a:pt x="2104" y="1015"/>
                </a:lnTo>
                <a:cubicBezTo>
                  <a:pt x="2127" y="1013"/>
                  <a:pt x="2151" y="1010"/>
                  <a:pt x="2175" y="1006"/>
                </a:cubicBezTo>
                <a:cubicBezTo>
                  <a:pt x="2200" y="1002"/>
                  <a:pt x="2223" y="998"/>
                  <a:pt x="2248" y="996"/>
                </a:cubicBezTo>
                <a:lnTo>
                  <a:pt x="2248" y="996"/>
                </a:lnTo>
                <a:cubicBezTo>
                  <a:pt x="2202" y="1002"/>
                  <a:pt x="2186" y="1004"/>
                  <a:pt x="2186" y="1004"/>
                </a:cubicBezTo>
                <a:cubicBezTo>
                  <a:pt x="2187" y="1004"/>
                  <a:pt x="2227" y="999"/>
                  <a:pt x="2246" y="998"/>
                </a:cubicBezTo>
                <a:cubicBezTo>
                  <a:pt x="2293" y="996"/>
                  <a:pt x="2341" y="991"/>
                  <a:pt x="2387" y="989"/>
                </a:cubicBezTo>
                <a:close/>
                <a:moveTo>
                  <a:pt x="2431" y="0"/>
                </a:moveTo>
                <a:cubicBezTo>
                  <a:pt x="2283" y="0"/>
                  <a:pt x="2134" y="12"/>
                  <a:pt x="1987" y="33"/>
                </a:cubicBezTo>
                <a:lnTo>
                  <a:pt x="1987" y="33"/>
                </a:lnTo>
                <a:cubicBezTo>
                  <a:pt x="1519" y="79"/>
                  <a:pt x="1082" y="246"/>
                  <a:pt x="738" y="578"/>
                </a:cubicBezTo>
                <a:cubicBezTo>
                  <a:pt x="443" y="863"/>
                  <a:pt x="236" y="1259"/>
                  <a:pt x="158" y="1661"/>
                </a:cubicBezTo>
                <a:cubicBezTo>
                  <a:pt x="0" y="2477"/>
                  <a:pt x="228" y="3403"/>
                  <a:pt x="896" y="3941"/>
                </a:cubicBezTo>
                <a:cubicBezTo>
                  <a:pt x="1283" y="4251"/>
                  <a:pt x="1777" y="4404"/>
                  <a:pt x="2272" y="4404"/>
                </a:cubicBezTo>
                <a:cubicBezTo>
                  <a:pt x="2762" y="4404"/>
                  <a:pt x="3253" y="4255"/>
                  <a:pt x="3645" y="3962"/>
                </a:cubicBezTo>
                <a:cubicBezTo>
                  <a:pt x="4395" y="3401"/>
                  <a:pt x="4700" y="2409"/>
                  <a:pt x="4443" y="1512"/>
                </a:cubicBezTo>
                <a:cubicBezTo>
                  <a:pt x="4302" y="1025"/>
                  <a:pt x="4003" y="604"/>
                  <a:pt x="3582" y="321"/>
                </a:cubicBezTo>
                <a:cubicBezTo>
                  <a:pt x="3236" y="89"/>
                  <a:pt x="2836" y="0"/>
                  <a:pt x="243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03" name="Google Shape;9903;p6"/>
          <p:cNvSpPr/>
          <p:nvPr/>
        </p:nvSpPr>
        <p:spPr>
          <a:xfrm>
            <a:off x="6518075" y="833200"/>
            <a:ext cx="176025" cy="165050"/>
          </a:xfrm>
          <a:custGeom>
            <a:rect b="b" l="l" r="r" t="t"/>
            <a:pathLst>
              <a:path extrusionOk="0" h="6602" w="7041">
                <a:moveTo>
                  <a:pt x="4935" y="1378"/>
                </a:moveTo>
                <a:cubicBezTo>
                  <a:pt x="4939" y="1380"/>
                  <a:pt x="4948" y="1387"/>
                  <a:pt x="4965" y="1400"/>
                </a:cubicBezTo>
                <a:cubicBezTo>
                  <a:pt x="4955" y="1392"/>
                  <a:pt x="4945" y="1385"/>
                  <a:pt x="4935" y="1378"/>
                </a:cubicBezTo>
                <a:close/>
                <a:moveTo>
                  <a:pt x="1630" y="1762"/>
                </a:moveTo>
                <a:lnTo>
                  <a:pt x="1630" y="1762"/>
                </a:lnTo>
                <a:cubicBezTo>
                  <a:pt x="1621" y="1773"/>
                  <a:pt x="1618" y="1778"/>
                  <a:pt x="1618" y="1778"/>
                </a:cubicBezTo>
                <a:cubicBezTo>
                  <a:pt x="1618" y="1778"/>
                  <a:pt x="1623" y="1771"/>
                  <a:pt x="1630" y="1762"/>
                </a:cubicBezTo>
                <a:close/>
                <a:moveTo>
                  <a:pt x="3639" y="986"/>
                </a:moveTo>
                <a:cubicBezTo>
                  <a:pt x="4036" y="986"/>
                  <a:pt x="4418" y="1072"/>
                  <a:pt x="4734" y="1250"/>
                </a:cubicBezTo>
                <a:cubicBezTo>
                  <a:pt x="4786" y="1280"/>
                  <a:pt x="4839" y="1313"/>
                  <a:pt x="4890" y="1347"/>
                </a:cubicBezTo>
                <a:cubicBezTo>
                  <a:pt x="4906" y="1357"/>
                  <a:pt x="4921" y="1367"/>
                  <a:pt x="4935" y="1378"/>
                </a:cubicBezTo>
                <a:lnTo>
                  <a:pt x="4935" y="1378"/>
                </a:lnTo>
                <a:cubicBezTo>
                  <a:pt x="4934" y="1377"/>
                  <a:pt x="4933" y="1376"/>
                  <a:pt x="4933" y="1376"/>
                </a:cubicBezTo>
                <a:lnTo>
                  <a:pt x="4933" y="1376"/>
                </a:lnTo>
                <a:cubicBezTo>
                  <a:pt x="4934" y="1376"/>
                  <a:pt x="4964" y="1397"/>
                  <a:pt x="4972" y="1404"/>
                </a:cubicBezTo>
                <a:cubicBezTo>
                  <a:pt x="5081" y="1495"/>
                  <a:pt x="5182" y="1594"/>
                  <a:pt x="5275" y="1701"/>
                </a:cubicBezTo>
                <a:cubicBezTo>
                  <a:pt x="5296" y="1724"/>
                  <a:pt x="5315" y="1747"/>
                  <a:pt x="5332" y="1771"/>
                </a:cubicBezTo>
                <a:cubicBezTo>
                  <a:pt x="5336" y="1776"/>
                  <a:pt x="5339" y="1780"/>
                  <a:pt x="5342" y="1782"/>
                </a:cubicBezTo>
                <a:lnTo>
                  <a:pt x="5342" y="1782"/>
                </a:lnTo>
                <a:cubicBezTo>
                  <a:pt x="5378" y="1835"/>
                  <a:pt x="5414" y="1889"/>
                  <a:pt x="5446" y="1943"/>
                </a:cubicBezTo>
                <a:cubicBezTo>
                  <a:pt x="5477" y="1994"/>
                  <a:pt x="5507" y="2045"/>
                  <a:pt x="5534" y="2097"/>
                </a:cubicBezTo>
                <a:cubicBezTo>
                  <a:pt x="5548" y="2126"/>
                  <a:pt x="5603" y="2244"/>
                  <a:pt x="5604" y="2244"/>
                </a:cubicBezTo>
                <a:cubicBezTo>
                  <a:pt x="5605" y="2244"/>
                  <a:pt x="5604" y="2244"/>
                  <a:pt x="5604" y="2242"/>
                </a:cubicBezTo>
                <a:lnTo>
                  <a:pt x="5604" y="2242"/>
                </a:lnTo>
                <a:cubicBezTo>
                  <a:pt x="5646" y="2347"/>
                  <a:pt x="5682" y="2454"/>
                  <a:pt x="5711" y="2561"/>
                </a:cubicBezTo>
                <a:cubicBezTo>
                  <a:pt x="5726" y="2620"/>
                  <a:pt x="5741" y="2679"/>
                  <a:pt x="5751" y="2738"/>
                </a:cubicBezTo>
                <a:cubicBezTo>
                  <a:pt x="5756" y="2758"/>
                  <a:pt x="5778" y="2901"/>
                  <a:pt x="5781" y="2901"/>
                </a:cubicBezTo>
                <a:cubicBezTo>
                  <a:pt x="5781" y="2901"/>
                  <a:pt x="5781" y="2892"/>
                  <a:pt x="5779" y="2872"/>
                </a:cubicBezTo>
                <a:lnTo>
                  <a:pt x="5779" y="2872"/>
                </a:lnTo>
                <a:cubicBezTo>
                  <a:pt x="5793" y="2999"/>
                  <a:pt x="5800" y="3127"/>
                  <a:pt x="5800" y="3256"/>
                </a:cubicBezTo>
                <a:cubicBezTo>
                  <a:pt x="5798" y="3323"/>
                  <a:pt x="5796" y="3393"/>
                  <a:pt x="5791" y="3460"/>
                </a:cubicBezTo>
                <a:cubicBezTo>
                  <a:pt x="5787" y="3518"/>
                  <a:pt x="5781" y="3572"/>
                  <a:pt x="5780" y="3582"/>
                </a:cubicBezTo>
                <a:lnTo>
                  <a:pt x="5780" y="3582"/>
                </a:lnTo>
                <a:cubicBezTo>
                  <a:pt x="5759" y="3706"/>
                  <a:pt x="5734" y="3831"/>
                  <a:pt x="5699" y="3953"/>
                </a:cubicBezTo>
                <a:cubicBezTo>
                  <a:pt x="5682" y="4012"/>
                  <a:pt x="5663" y="4069"/>
                  <a:pt x="5642" y="4126"/>
                </a:cubicBezTo>
                <a:cubicBezTo>
                  <a:pt x="5631" y="4155"/>
                  <a:pt x="5621" y="4183"/>
                  <a:pt x="5610" y="4212"/>
                </a:cubicBezTo>
                <a:cubicBezTo>
                  <a:pt x="5606" y="4223"/>
                  <a:pt x="5602" y="4232"/>
                  <a:pt x="5600" y="4238"/>
                </a:cubicBezTo>
                <a:lnTo>
                  <a:pt x="5600" y="4238"/>
                </a:lnTo>
                <a:cubicBezTo>
                  <a:pt x="5597" y="4244"/>
                  <a:pt x="5593" y="4252"/>
                  <a:pt x="5589" y="4261"/>
                </a:cubicBezTo>
                <a:cubicBezTo>
                  <a:pt x="5534" y="4370"/>
                  <a:pt x="5477" y="4478"/>
                  <a:pt x="5412" y="4581"/>
                </a:cubicBezTo>
                <a:cubicBezTo>
                  <a:pt x="5311" y="4737"/>
                  <a:pt x="5324" y="4720"/>
                  <a:pt x="5189" y="4863"/>
                </a:cubicBezTo>
                <a:cubicBezTo>
                  <a:pt x="4814" y="5261"/>
                  <a:pt x="4355" y="5476"/>
                  <a:pt x="3756" y="5573"/>
                </a:cubicBezTo>
                <a:cubicBezTo>
                  <a:pt x="3620" y="5595"/>
                  <a:pt x="3482" y="5605"/>
                  <a:pt x="3344" y="5605"/>
                </a:cubicBezTo>
                <a:cubicBezTo>
                  <a:pt x="2954" y="5605"/>
                  <a:pt x="2572" y="5519"/>
                  <a:pt x="2265" y="5346"/>
                </a:cubicBezTo>
                <a:cubicBezTo>
                  <a:pt x="2214" y="5316"/>
                  <a:pt x="2164" y="5285"/>
                  <a:pt x="2113" y="5253"/>
                </a:cubicBezTo>
                <a:cubicBezTo>
                  <a:pt x="2098" y="5243"/>
                  <a:pt x="2015" y="5180"/>
                  <a:pt x="2013" y="5180"/>
                </a:cubicBezTo>
                <a:lnTo>
                  <a:pt x="2013" y="5180"/>
                </a:lnTo>
                <a:cubicBezTo>
                  <a:pt x="2013" y="5180"/>
                  <a:pt x="2019" y="5186"/>
                  <a:pt x="2037" y="5200"/>
                </a:cubicBezTo>
                <a:cubicBezTo>
                  <a:pt x="1930" y="5114"/>
                  <a:pt x="1831" y="5019"/>
                  <a:pt x="1740" y="4916"/>
                </a:cubicBezTo>
                <a:cubicBezTo>
                  <a:pt x="1728" y="4902"/>
                  <a:pt x="1675" y="4837"/>
                  <a:pt x="1657" y="4816"/>
                </a:cubicBezTo>
                <a:lnTo>
                  <a:pt x="1657" y="4816"/>
                </a:lnTo>
                <a:cubicBezTo>
                  <a:pt x="1647" y="4801"/>
                  <a:pt x="1584" y="4711"/>
                  <a:pt x="1570" y="4688"/>
                </a:cubicBezTo>
                <a:cubicBezTo>
                  <a:pt x="1500" y="4579"/>
                  <a:pt x="1439" y="4465"/>
                  <a:pt x="1382" y="4347"/>
                </a:cubicBezTo>
                <a:cubicBezTo>
                  <a:pt x="1372" y="4327"/>
                  <a:pt x="1369" y="4322"/>
                  <a:pt x="1368" y="4322"/>
                </a:cubicBezTo>
                <a:lnTo>
                  <a:pt x="1368" y="4322"/>
                </a:lnTo>
                <a:cubicBezTo>
                  <a:pt x="1368" y="4322"/>
                  <a:pt x="1368" y="4322"/>
                  <a:pt x="1368" y="4322"/>
                </a:cubicBezTo>
                <a:lnTo>
                  <a:pt x="1368" y="4322"/>
                </a:lnTo>
                <a:cubicBezTo>
                  <a:pt x="1366" y="4315"/>
                  <a:pt x="1360" y="4299"/>
                  <a:pt x="1348" y="4265"/>
                </a:cubicBezTo>
                <a:cubicBezTo>
                  <a:pt x="1329" y="4210"/>
                  <a:pt x="1308" y="4155"/>
                  <a:pt x="1291" y="4101"/>
                </a:cubicBezTo>
                <a:cubicBezTo>
                  <a:pt x="1251" y="3974"/>
                  <a:pt x="1220" y="3848"/>
                  <a:pt x="1197" y="3717"/>
                </a:cubicBezTo>
                <a:cubicBezTo>
                  <a:pt x="1192" y="3696"/>
                  <a:pt x="1179" y="3596"/>
                  <a:pt x="1178" y="3596"/>
                </a:cubicBezTo>
                <a:lnTo>
                  <a:pt x="1178" y="3596"/>
                </a:lnTo>
                <a:cubicBezTo>
                  <a:pt x="1178" y="3596"/>
                  <a:pt x="1179" y="3606"/>
                  <a:pt x="1182" y="3633"/>
                </a:cubicBezTo>
                <a:cubicBezTo>
                  <a:pt x="1173" y="3568"/>
                  <a:pt x="1167" y="3502"/>
                  <a:pt x="1165" y="3437"/>
                </a:cubicBezTo>
                <a:cubicBezTo>
                  <a:pt x="1157" y="3304"/>
                  <a:pt x="1157" y="3174"/>
                  <a:pt x="1165" y="3041"/>
                </a:cubicBezTo>
                <a:cubicBezTo>
                  <a:pt x="1167" y="3011"/>
                  <a:pt x="1179" y="2898"/>
                  <a:pt x="1181" y="2870"/>
                </a:cubicBezTo>
                <a:lnTo>
                  <a:pt x="1181" y="2870"/>
                </a:lnTo>
                <a:cubicBezTo>
                  <a:pt x="1186" y="2847"/>
                  <a:pt x="1203" y="2750"/>
                  <a:pt x="1209" y="2721"/>
                </a:cubicBezTo>
                <a:cubicBezTo>
                  <a:pt x="1239" y="2580"/>
                  <a:pt x="1281" y="2443"/>
                  <a:pt x="1327" y="2306"/>
                </a:cubicBezTo>
                <a:cubicBezTo>
                  <a:pt x="1342" y="2262"/>
                  <a:pt x="1345" y="2248"/>
                  <a:pt x="1346" y="2244"/>
                </a:cubicBezTo>
                <a:lnTo>
                  <a:pt x="1346" y="2244"/>
                </a:lnTo>
                <a:cubicBezTo>
                  <a:pt x="1348" y="2241"/>
                  <a:pt x="1355" y="2229"/>
                  <a:pt x="1376" y="2188"/>
                </a:cubicBezTo>
                <a:cubicBezTo>
                  <a:pt x="1407" y="2125"/>
                  <a:pt x="1439" y="2059"/>
                  <a:pt x="1475" y="1998"/>
                </a:cubicBezTo>
                <a:cubicBezTo>
                  <a:pt x="1511" y="1937"/>
                  <a:pt x="1551" y="1878"/>
                  <a:pt x="1588" y="1819"/>
                </a:cubicBezTo>
                <a:cubicBezTo>
                  <a:pt x="1603" y="1799"/>
                  <a:pt x="1618" y="1779"/>
                  <a:pt x="1632" y="1759"/>
                </a:cubicBezTo>
                <a:lnTo>
                  <a:pt x="1632" y="1759"/>
                </a:lnTo>
                <a:cubicBezTo>
                  <a:pt x="1639" y="1751"/>
                  <a:pt x="1646" y="1741"/>
                  <a:pt x="1654" y="1733"/>
                </a:cubicBezTo>
                <a:cubicBezTo>
                  <a:pt x="1744" y="1632"/>
                  <a:pt x="1839" y="1535"/>
                  <a:pt x="1945" y="1446"/>
                </a:cubicBezTo>
                <a:cubicBezTo>
                  <a:pt x="1949" y="1443"/>
                  <a:pt x="1952" y="1440"/>
                  <a:pt x="1955" y="1437"/>
                </a:cubicBezTo>
                <a:lnTo>
                  <a:pt x="1955" y="1437"/>
                </a:lnTo>
                <a:cubicBezTo>
                  <a:pt x="1958" y="1435"/>
                  <a:pt x="1960" y="1434"/>
                  <a:pt x="1963" y="1431"/>
                </a:cubicBezTo>
                <a:cubicBezTo>
                  <a:pt x="1993" y="1410"/>
                  <a:pt x="2022" y="1389"/>
                  <a:pt x="2054" y="1370"/>
                </a:cubicBezTo>
                <a:cubicBezTo>
                  <a:pt x="2115" y="1328"/>
                  <a:pt x="2180" y="1292"/>
                  <a:pt x="2246" y="1257"/>
                </a:cubicBezTo>
                <a:cubicBezTo>
                  <a:pt x="2372" y="1191"/>
                  <a:pt x="2412" y="1174"/>
                  <a:pt x="2604" y="1120"/>
                </a:cubicBezTo>
                <a:cubicBezTo>
                  <a:pt x="2802" y="1065"/>
                  <a:pt x="2859" y="1059"/>
                  <a:pt x="3023" y="1044"/>
                </a:cubicBezTo>
                <a:cubicBezTo>
                  <a:pt x="3046" y="1042"/>
                  <a:pt x="3069" y="1039"/>
                  <a:pt x="3092" y="1035"/>
                </a:cubicBezTo>
                <a:lnTo>
                  <a:pt x="3092" y="1035"/>
                </a:lnTo>
                <a:cubicBezTo>
                  <a:pt x="3113" y="1033"/>
                  <a:pt x="3134" y="1031"/>
                  <a:pt x="3156" y="1027"/>
                </a:cubicBezTo>
                <a:cubicBezTo>
                  <a:pt x="3317" y="1000"/>
                  <a:pt x="3479" y="986"/>
                  <a:pt x="3639" y="986"/>
                </a:cubicBezTo>
                <a:close/>
                <a:moveTo>
                  <a:pt x="3656" y="0"/>
                </a:moveTo>
                <a:cubicBezTo>
                  <a:pt x="3424" y="0"/>
                  <a:pt x="3191" y="20"/>
                  <a:pt x="2962" y="55"/>
                </a:cubicBezTo>
                <a:lnTo>
                  <a:pt x="2962" y="55"/>
                </a:lnTo>
                <a:cubicBezTo>
                  <a:pt x="1592" y="189"/>
                  <a:pt x="506" y="1128"/>
                  <a:pt x="238" y="2500"/>
                </a:cubicBezTo>
                <a:cubicBezTo>
                  <a:pt x="0" y="3730"/>
                  <a:pt x="360" y="5131"/>
                  <a:pt x="1367" y="5933"/>
                </a:cubicBezTo>
                <a:cubicBezTo>
                  <a:pt x="1934" y="6385"/>
                  <a:pt x="2656" y="6602"/>
                  <a:pt x="3382" y="6602"/>
                </a:cubicBezTo>
                <a:cubicBezTo>
                  <a:pt x="4138" y="6602"/>
                  <a:pt x="4898" y="6367"/>
                  <a:pt x="5494" y="5917"/>
                </a:cubicBezTo>
                <a:cubicBezTo>
                  <a:pt x="6607" y="5078"/>
                  <a:pt x="7041" y="3580"/>
                  <a:pt x="6659" y="2253"/>
                </a:cubicBezTo>
                <a:cubicBezTo>
                  <a:pt x="6453" y="1537"/>
                  <a:pt x="6015" y="905"/>
                  <a:pt x="5393" y="488"/>
                </a:cubicBezTo>
                <a:cubicBezTo>
                  <a:pt x="4872" y="137"/>
                  <a:pt x="4267" y="0"/>
                  <a:pt x="365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904" name="Google Shape;9904;p6"/>
          <p:cNvGrpSpPr/>
          <p:nvPr/>
        </p:nvGrpSpPr>
        <p:grpSpPr>
          <a:xfrm rot="6300357">
            <a:off x="7074685" y="581435"/>
            <a:ext cx="707993" cy="442801"/>
            <a:chOff x="1445125" y="3867675"/>
            <a:chExt cx="803300" cy="502950"/>
          </a:xfrm>
        </p:grpSpPr>
        <p:sp>
          <p:nvSpPr>
            <p:cNvPr id="9905" name="Google Shape;9905;p6"/>
            <p:cNvSpPr/>
            <p:nvPr/>
          </p:nvSpPr>
          <p:spPr>
            <a:xfrm>
              <a:off x="1445125" y="3867675"/>
              <a:ext cx="535450" cy="502950"/>
            </a:xfrm>
            <a:custGeom>
              <a:rect b="b" l="l" r="r" t="t"/>
              <a:pathLst>
                <a:path extrusionOk="0" h="20118" w="21418">
                  <a:moveTo>
                    <a:pt x="5846" y="993"/>
                  </a:moveTo>
                  <a:cubicBezTo>
                    <a:pt x="6726" y="993"/>
                    <a:pt x="7300" y="1814"/>
                    <a:pt x="7545" y="2688"/>
                  </a:cubicBezTo>
                  <a:cubicBezTo>
                    <a:pt x="7686" y="3200"/>
                    <a:pt x="7749" y="3726"/>
                    <a:pt x="7770" y="4255"/>
                  </a:cubicBezTo>
                  <a:cubicBezTo>
                    <a:pt x="7787" y="4700"/>
                    <a:pt x="7676" y="5216"/>
                    <a:pt x="7812" y="5641"/>
                  </a:cubicBezTo>
                  <a:cubicBezTo>
                    <a:pt x="8017" y="6280"/>
                    <a:pt x="8790" y="6621"/>
                    <a:pt x="9352" y="6861"/>
                  </a:cubicBezTo>
                  <a:cubicBezTo>
                    <a:pt x="10899" y="7523"/>
                    <a:pt x="12588" y="7895"/>
                    <a:pt x="14238" y="8195"/>
                  </a:cubicBezTo>
                  <a:cubicBezTo>
                    <a:pt x="14279" y="8202"/>
                    <a:pt x="14320" y="8206"/>
                    <a:pt x="14360" y="8206"/>
                  </a:cubicBezTo>
                  <a:cubicBezTo>
                    <a:pt x="14538" y="8206"/>
                    <a:pt x="14697" y="8128"/>
                    <a:pt x="14800" y="7965"/>
                  </a:cubicBezTo>
                  <a:cubicBezTo>
                    <a:pt x="15658" y="6602"/>
                    <a:pt x="16673" y="5266"/>
                    <a:pt x="17868" y="4181"/>
                  </a:cubicBezTo>
                  <a:cubicBezTo>
                    <a:pt x="18246" y="3837"/>
                    <a:pt x="19055" y="3130"/>
                    <a:pt x="19662" y="3130"/>
                  </a:cubicBezTo>
                  <a:cubicBezTo>
                    <a:pt x="19761" y="3130"/>
                    <a:pt x="19855" y="3149"/>
                    <a:pt x="19941" y="3191"/>
                  </a:cubicBezTo>
                  <a:cubicBezTo>
                    <a:pt x="19972" y="3206"/>
                    <a:pt x="20042" y="3282"/>
                    <a:pt x="20078" y="3334"/>
                  </a:cubicBezTo>
                  <a:cubicBezTo>
                    <a:pt x="20170" y="3474"/>
                    <a:pt x="20200" y="3554"/>
                    <a:pt x="20244" y="3703"/>
                  </a:cubicBezTo>
                  <a:cubicBezTo>
                    <a:pt x="20356" y="4074"/>
                    <a:pt x="20385" y="4459"/>
                    <a:pt x="20391" y="4845"/>
                  </a:cubicBezTo>
                  <a:cubicBezTo>
                    <a:pt x="20434" y="7253"/>
                    <a:pt x="19715" y="9724"/>
                    <a:pt x="18959" y="11987"/>
                  </a:cubicBezTo>
                  <a:cubicBezTo>
                    <a:pt x="18546" y="13223"/>
                    <a:pt x="18074" y="14443"/>
                    <a:pt x="17505" y="15619"/>
                  </a:cubicBezTo>
                  <a:cubicBezTo>
                    <a:pt x="16974" y="16720"/>
                    <a:pt x="16385" y="17795"/>
                    <a:pt x="15472" y="18631"/>
                  </a:cubicBezTo>
                  <a:cubicBezTo>
                    <a:pt x="15279" y="18808"/>
                    <a:pt x="15055" y="19008"/>
                    <a:pt x="14800" y="19090"/>
                  </a:cubicBezTo>
                  <a:cubicBezTo>
                    <a:pt x="14731" y="19114"/>
                    <a:pt x="14679" y="19127"/>
                    <a:pt x="14633" y="19127"/>
                  </a:cubicBezTo>
                  <a:cubicBezTo>
                    <a:pt x="14584" y="19127"/>
                    <a:pt x="14541" y="19112"/>
                    <a:pt x="14491" y="19078"/>
                  </a:cubicBezTo>
                  <a:cubicBezTo>
                    <a:pt x="14179" y="18859"/>
                    <a:pt x="14040" y="18279"/>
                    <a:pt x="13943" y="17913"/>
                  </a:cubicBezTo>
                  <a:cubicBezTo>
                    <a:pt x="13496" y="16204"/>
                    <a:pt x="13420" y="14392"/>
                    <a:pt x="13231" y="12644"/>
                  </a:cubicBezTo>
                  <a:cubicBezTo>
                    <a:pt x="13231" y="12642"/>
                    <a:pt x="13231" y="12641"/>
                    <a:pt x="13230" y="12640"/>
                  </a:cubicBezTo>
                  <a:lnTo>
                    <a:pt x="13230" y="12640"/>
                  </a:lnTo>
                  <a:cubicBezTo>
                    <a:pt x="13241" y="12479"/>
                    <a:pt x="13172" y="12316"/>
                    <a:pt x="12984" y="12214"/>
                  </a:cubicBezTo>
                  <a:cubicBezTo>
                    <a:pt x="12340" y="11860"/>
                    <a:pt x="11598" y="11675"/>
                    <a:pt x="10890" y="11496"/>
                  </a:cubicBezTo>
                  <a:cubicBezTo>
                    <a:pt x="10069" y="11291"/>
                    <a:pt x="9239" y="11119"/>
                    <a:pt x="8404" y="10971"/>
                  </a:cubicBezTo>
                  <a:cubicBezTo>
                    <a:pt x="7943" y="10890"/>
                    <a:pt x="7439" y="10757"/>
                    <a:pt x="6964" y="10757"/>
                  </a:cubicBezTo>
                  <a:cubicBezTo>
                    <a:pt x="6933" y="10757"/>
                    <a:pt x="6903" y="10757"/>
                    <a:pt x="6873" y="10758"/>
                  </a:cubicBezTo>
                  <a:cubicBezTo>
                    <a:pt x="6281" y="10782"/>
                    <a:pt x="5857" y="11237"/>
                    <a:pt x="5518" y="11671"/>
                  </a:cubicBezTo>
                  <a:cubicBezTo>
                    <a:pt x="4848" y="12532"/>
                    <a:pt x="4110" y="13945"/>
                    <a:pt x="2900" y="13945"/>
                  </a:cubicBezTo>
                  <a:cubicBezTo>
                    <a:pt x="2748" y="13945"/>
                    <a:pt x="2589" y="13923"/>
                    <a:pt x="2421" y="13874"/>
                  </a:cubicBezTo>
                  <a:cubicBezTo>
                    <a:pt x="1265" y="13539"/>
                    <a:pt x="1147" y="12161"/>
                    <a:pt x="1191" y="11150"/>
                  </a:cubicBezTo>
                  <a:cubicBezTo>
                    <a:pt x="1259" y="9547"/>
                    <a:pt x="1735" y="7959"/>
                    <a:pt x="2242" y="6446"/>
                  </a:cubicBezTo>
                  <a:cubicBezTo>
                    <a:pt x="2666" y="5186"/>
                    <a:pt x="3155" y="3943"/>
                    <a:pt x="3669" y="2717"/>
                  </a:cubicBezTo>
                  <a:cubicBezTo>
                    <a:pt x="4014" y="1894"/>
                    <a:pt x="4701" y="1150"/>
                    <a:pt x="5619" y="1011"/>
                  </a:cubicBezTo>
                  <a:cubicBezTo>
                    <a:pt x="5697" y="999"/>
                    <a:pt x="5772" y="993"/>
                    <a:pt x="5846" y="993"/>
                  </a:cubicBezTo>
                  <a:close/>
                  <a:moveTo>
                    <a:pt x="5851" y="1"/>
                  </a:moveTo>
                  <a:cubicBezTo>
                    <a:pt x="4753" y="1"/>
                    <a:pt x="3750" y="699"/>
                    <a:pt x="3144" y="1580"/>
                  </a:cubicBezTo>
                  <a:cubicBezTo>
                    <a:pt x="2849" y="2009"/>
                    <a:pt x="2683" y="2515"/>
                    <a:pt x="2487" y="2993"/>
                  </a:cubicBezTo>
                  <a:cubicBezTo>
                    <a:pt x="2217" y="3653"/>
                    <a:pt x="1954" y="4314"/>
                    <a:pt x="1705" y="4982"/>
                  </a:cubicBezTo>
                  <a:cubicBezTo>
                    <a:pt x="1113" y="6581"/>
                    <a:pt x="576" y="8224"/>
                    <a:pt x="323" y="9914"/>
                  </a:cubicBezTo>
                  <a:cubicBezTo>
                    <a:pt x="121" y="11253"/>
                    <a:pt x="1" y="12901"/>
                    <a:pt x="913" y="14026"/>
                  </a:cubicBezTo>
                  <a:cubicBezTo>
                    <a:pt x="1411" y="14639"/>
                    <a:pt x="2111" y="14918"/>
                    <a:pt x="2824" y="14918"/>
                  </a:cubicBezTo>
                  <a:cubicBezTo>
                    <a:pt x="3509" y="14918"/>
                    <a:pt x="4207" y="14660"/>
                    <a:pt x="4751" y="14192"/>
                  </a:cubicBezTo>
                  <a:cubicBezTo>
                    <a:pt x="5371" y="13659"/>
                    <a:pt x="5777" y="12949"/>
                    <a:pt x="6272" y="12311"/>
                  </a:cubicBezTo>
                  <a:cubicBezTo>
                    <a:pt x="6566" y="11931"/>
                    <a:pt x="6732" y="11776"/>
                    <a:pt x="7065" y="11776"/>
                  </a:cubicBezTo>
                  <a:cubicBezTo>
                    <a:pt x="7129" y="11776"/>
                    <a:pt x="7199" y="11782"/>
                    <a:pt x="7277" y="11793"/>
                  </a:cubicBezTo>
                  <a:cubicBezTo>
                    <a:pt x="8166" y="11915"/>
                    <a:pt x="9053" y="12094"/>
                    <a:pt x="9930" y="12292"/>
                  </a:cubicBezTo>
                  <a:cubicBezTo>
                    <a:pt x="10726" y="12472"/>
                    <a:pt x="11550" y="12626"/>
                    <a:pt x="12268" y="12966"/>
                  </a:cubicBezTo>
                  <a:lnTo>
                    <a:pt x="12268" y="12966"/>
                  </a:lnTo>
                  <a:cubicBezTo>
                    <a:pt x="12439" y="14633"/>
                    <a:pt x="12548" y="16332"/>
                    <a:pt x="12930" y="17963"/>
                  </a:cubicBezTo>
                  <a:cubicBezTo>
                    <a:pt x="13136" y="18845"/>
                    <a:pt x="13555" y="20118"/>
                    <a:pt x="14640" y="20118"/>
                  </a:cubicBezTo>
                  <a:cubicBezTo>
                    <a:pt x="14672" y="20118"/>
                    <a:pt x="14706" y="20116"/>
                    <a:pt x="14739" y="20114"/>
                  </a:cubicBezTo>
                  <a:cubicBezTo>
                    <a:pt x="15314" y="20074"/>
                    <a:pt x="15818" y="19674"/>
                    <a:pt x="16220" y="19295"/>
                  </a:cubicBezTo>
                  <a:cubicBezTo>
                    <a:pt x="16778" y="18770"/>
                    <a:pt x="17242" y="18165"/>
                    <a:pt x="17630" y="17506"/>
                  </a:cubicBezTo>
                  <a:cubicBezTo>
                    <a:pt x="18329" y="16326"/>
                    <a:pt x="18879" y="15058"/>
                    <a:pt x="19372" y="13779"/>
                  </a:cubicBezTo>
                  <a:cubicBezTo>
                    <a:pt x="20387" y="11140"/>
                    <a:pt x="21255" y="8266"/>
                    <a:pt x="21379" y="5422"/>
                  </a:cubicBezTo>
                  <a:cubicBezTo>
                    <a:pt x="21417" y="4558"/>
                    <a:pt x="21409" y="3509"/>
                    <a:pt x="20893" y="2768"/>
                  </a:cubicBezTo>
                  <a:cubicBezTo>
                    <a:pt x="20591" y="2334"/>
                    <a:pt x="20167" y="2169"/>
                    <a:pt x="19717" y="2169"/>
                  </a:cubicBezTo>
                  <a:cubicBezTo>
                    <a:pt x="19269" y="2169"/>
                    <a:pt x="18796" y="2332"/>
                    <a:pt x="18392" y="2557"/>
                  </a:cubicBezTo>
                  <a:cubicBezTo>
                    <a:pt x="17206" y="3219"/>
                    <a:pt x="16258" y="4331"/>
                    <a:pt x="15430" y="5382"/>
                  </a:cubicBezTo>
                  <a:cubicBezTo>
                    <a:pt x="14975" y="5959"/>
                    <a:pt x="14535" y="6551"/>
                    <a:pt x="14131" y="7165"/>
                  </a:cubicBezTo>
                  <a:lnTo>
                    <a:pt x="14131" y="7165"/>
                  </a:lnTo>
                  <a:cubicBezTo>
                    <a:pt x="12741" y="6903"/>
                    <a:pt x="11340" y="6572"/>
                    <a:pt x="10022" y="6067"/>
                  </a:cubicBezTo>
                  <a:cubicBezTo>
                    <a:pt x="9692" y="5938"/>
                    <a:pt x="9355" y="5795"/>
                    <a:pt x="9057" y="5599"/>
                  </a:cubicBezTo>
                  <a:cubicBezTo>
                    <a:pt x="8975" y="5544"/>
                    <a:pt x="8902" y="5490"/>
                    <a:pt x="8830" y="5420"/>
                  </a:cubicBezTo>
                  <a:cubicBezTo>
                    <a:pt x="8801" y="5393"/>
                    <a:pt x="8791" y="5386"/>
                    <a:pt x="8788" y="5385"/>
                  </a:cubicBezTo>
                  <a:lnTo>
                    <a:pt x="8788" y="5385"/>
                  </a:lnTo>
                  <a:cubicBezTo>
                    <a:pt x="8787" y="5381"/>
                    <a:pt x="8781" y="5370"/>
                    <a:pt x="8767" y="5346"/>
                  </a:cubicBezTo>
                  <a:cubicBezTo>
                    <a:pt x="8764" y="5342"/>
                    <a:pt x="8761" y="5338"/>
                    <a:pt x="8759" y="5334"/>
                  </a:cubicBezTo>
                  <a:lnTo>
                    <a:pt x="8759" y="5334"/>
                  </a:lnTo>
                  <a:cubicBezTo>
                    <a:pt x="8759" y="5333"/>
                    <a:pt x="8759" y="5331"/>
                    <a:pt x="8758" y="5329"/>
                  </a:cubicBezTo>
                  <a:cubicBezTo>
                    <a:pt x="8680" y="4813"/>
                    <a:pt x="8779" y="4238"/>
                    <a:pt x="8729" y="3712"/>
                  </a:cubicBezTo>
                  <a:cubicBezTo>
                    <a:pt x="8683" y="3244"/>
                    <a:pt x="8611" y="2774"/>
                    <a:pt x="8476" y="2325"/>
                  </a:cubicBezTo>
                  <a:cubicBezTo>
                    <a:pt x="8116" y="1129"/>
                    <a:pt x="7256" y="33"/>
                    <a:pt x="5914" y="2"/>
                  </a:cubicBezTo>
                  <a:cubicBezTo>
                    <a:pt x="5893" y="1"/>
                    <a:pt x="5872" y="1"/>
                    <a:pt x="585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06" name="Google Shape;9906;p6"/>
            <p:cNvSpPr/>
            <p:nvPr/>
          </p:nvSpPr>
          <p:spPr>
            <a:xfrm>
              <a:off x="1903525" y="4088100"/>
              <a:ext cx="344900" cy="185850"/>
            </a:xfrm>
            <a:custGeom>
              <a:rect b="b" l="l" r="r" t="t"/>
              <a:pathLst>
                <a:path extrusionOk="0" h="7434" w="13796">
                  <a:moveTo>
                    <a:pt x="2035" y="1"/>
                  </a:moveTo>
                  <a:cubicBezTo>
                    <a:pt x="1593" y="1"/>
                    <a:pt x="1301" y="661"/>
                    <a:pt x="1777" y="928"/>
                  </a:cubicBezTo>
                  <a:cubicBezTo>
                    <a:pt x="5023" y="2748"/>
                    <a:pt x="8420" y="4238"/>
                    <a:pt x="11476" y="6352"/>
                  </a:cubicBezTo>
                  <a:lnTo>
                    <a:pt x="11476" y="6352"/>
                  </a:lnTo>
                  <a:cubicBezTo>
                    <a:pt x="7847" y="6103"/>
                    <a:pt x="4252" y="5482"/>
                    <a:pt x="636" y="5110"/>
                  </a:cubicBezTo>
                  <a:cubicBezTo>
                    <a:pt x="615" y="5108"/>
                    <a:pt x="596" y="5107"/>
                    <a:pt x="577" y="5107"/>
                  </a:cubicBezTo>
                  <a:cubicBezTo>
                    <a:pt x="0" y="5107"/>
                    <a:pt x="24" y="6045"/>
                    <a:pt x="636" y="6106"/>
                  </a:cubicBezTo>
                  <a:cubicBezTo>
                    <a:pt x="4792" y="6534"/>
                    <a:pt x="8919" y="7290"/>
                    <a:pt x="13101" y="7434"/>
                  </a:cubicBezTo>
                  <a:cubicBezTo>
                    <a:pt x="13106" y="7434"/>
                    <a:pt x="13111" y="7434"/>
                    <a:pt x="13115" y="7434"/>
                  </a:cubicBezTo>
                  <a:cubicBezTo>
                    <a:pt x="13508" y="7434"/>
                    <a:pt x="13796" y="6851"/>
                    <a:pt x="13455" y="6582"/>
                  </a:cubicBezTo>
                  <a:cubicBezTo>
                    <a:pt x="11767" y="5262"/>
                    <a:pt x="9981" y="4109"/>
                    <a:pt x="8087" y="3106"/>
                  </a:cubicBezTo>
                  <a:cubicBezTo>
                    <a:pt x="6157" y="2083"/>
                    <a:pt x="4187" y="1139"/>
                    <a:pt x="2281" y="69"/>
                  </a:cubicBezTo>
                  <a:cubicBezTo>
                    <a:pt x="2197" y="21"/>
                    <a:pt x="2114" y="1"/>
                    <a:pt x="20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07" name="Google Shape;9907;p6"/>
            <p:cNvSpPr/>
            <p:nvPr/>
          </p:nvSpPr>
          <p:spPr>
            <a:xfrm>
              <a:off x="1462675" y="3884050"/>
              <a:ext cx="125100" cy="332450"/>
            </a:xfrm>
            <a:custGeom>
              <a:rect b="b" l="l" r="r" t="t"/>
              <a:pathLst>
                <a:path extrusionOk="0" h="13298" w="5004">
                  <a:moveTo>
                    <a:pt x="4226" y="0"/>
                  </a:moveTo>
                  <a:cubicBezTo>
                    <a:pt x="3978" y="0"/>
                    <a:pt x="3745" y="159"/>
                    <a:pt x="3776" y="478"/>
                  </a:cubicBezTo>
                  <a:cubicBezTo>
                    <a:pt x="3995" y="2762"/>
                    <a:pt x="3470" y="4910"/>
                    <a:pt x="2764" y="7066"/>
                  </a:cubicBezTo>
                  <a:cubicBezTo>
                    <a:pt x="2160" y="8913"/>
                    <a:pt x="1574" y="10906"/>
                    <a:pt x="310" y="12425"/>
                  </a:cubicBezTo>
                  <a:cubicBezTo>
                    <a:pt x="1" y="12799"/>
                    <a:pt x="333" y="13298"/>
                    <a:pt x="690" y="13298"/>
                  </a:cubicBezTo>
                  <a:cubicBezTo>
                    <a:pt x="802" y="13298"/>
                    <a:pt x="916" y="13249"/>
                    <a:pt x="1014" y="13131"/>
                  </a:cubicBezTo>
                  <a:cubicBezTo>
                    <a:pt x="2366" y="11506"/>
                    <a:pt x="3030" y="9452"/>
                    <a:pt x="3679" y="7474"/>
                  </a:cubicBezTo>
                  <a:cubicBezTo>
                    <a:pt x="4424" y="5193"/>
                    <a:pt x="5004" y="2899"/>
                    <a:pt x="4772" y="478"/>
                  </a:cubicBezTo>
                  <a:cubicBezTo>
                    <a:pt x="4741" y="160"/>
                    <a:pt x="4476" y="0"/>
                    <a:pt x="42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908" name="Google Shape;9908;p6"/>
          <p:cNvSpPr txBox="1"/>
          <p:nvPr/>
        </p:nvSpPr>
        <p:spPr>
          <a:xfrm>
            <a:off x="1341761" y="772271"/>
            <a:ext cx="5982000" cy="49241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000" u="none" cap="none" strike="noStrike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rPr>
              <a:t>ENGLISH LANGUAGE &amp; LITERATURE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12" name="Shape 9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3" name="Google Shape;9913;p7"/>
          <p:cNvSpPr/>
          <p:nvPr/>
        </p:nvSpPr>
        <p:spPr>
          <a:xfrm>
            <a:off x="7818975" y="1147025"/>
            <a:ext cx="117525" cy="110100"/>
          </a:xfrm>
          <a:custGeom>
            <a:rect b="b" l="l" r="r" t="t"/>
            <a:pathLst>
              <a:path extrusionOk="0" h="4404" w="4701">
                <a:moveTo>
                  <a:pt x="1951" y="1032"/>
                </a:moveTo>
                <a:cubicBezTo>
                  <a:pt x="1950" y="1033"/>
                  <a:pt x="1949" y="1033"/>
                  <a:pt x="1947" y="1033"/>
                </a:cubicBezTo>
                <a:cubicBezTo>
                  <a:pt x="1948" y="1033"/>
                  <a:pt x="1950" y="1033"/>
                  <a:pt x="1951" y="1032"/>
                </a:cubicBezTo>
                <a:close/>
                <a:moveTo>
                  <a:pt x="2857" y="1059"/>
                </a:moveTo>
                <a:cubicBezTo>
                  <a:pt x="2871" y="1059"/>
                  <a:pt x="2889" y="1066"/>
                  <a:pt x="2907" y="1075"/>
                </a:cubicBezTo>
                <a:lnTo>
                  <a:pt x="2907" y="1075"/>
                </a:lnTo>
                <a:cubicBezTo>
                  <a:pt x="2887" y="1068"/>
                  <a:pt x="2858" y="1059"/>
                  <a:pt x="2857" y="1059"/>
                </a:cubicBezTo>
                <a:close/>
                <a:moveTo>
                  <a:pt x="3091" y="1185"/>
                </a:moveTo>
                <a:cubicBezTo>
                  <a:pt x="3091" y="1185"/>
                  <a:pt x="3091" y="1185"/>
                  <a:pt x="3091" y="1185"/>
                </a:cubicBezTo>
                <a:lnTo>
                  <a:pt x="3091" y="1185"/>
                </a:lnTo>
                <a:cubicBezTo>
                  <a:pt x="3091" y="1185"/>
                  <a:pt x="3091" y="1185"/>
                  <a:pt x="3091" y="1185"/>
                </a:cubicBezTo>
                <a:close/>
                <a:moveTo>
                  <a:pt x="3104" y="1198"/>
                </a:moveTo>
                <a:cubicBezTo>
                  <a:pt x="3111" y="1203"/>
                  <a:pt x="3118" y="1208"/>
                  <a:pt x="3125" y="1213"/>
                </a:cubicBezTo>
                <a:cubicBezTo>
                  <a:pt x="3142" y="1224"/>
                  <a:pt x="3149" y="1229"/>
                  <a:pt x="3148" y="1229"/>
                </a:cubicBezTo>
                <a:cubicBezTo>
                  <a:pt x="3148" y="1229"/>
                  <a:pt x="3121" y="1211"/>
                  <a:pt x="3104" y="1198"/>
                </a:cubicBezTo>
                <a:close/>
                <a:moveTo>
                  <a:pt x="1747" y="3319"/>
                </a:moveTo>
                <a:cubicBezTo>
                  <a:pt x="1767" y="3326"/>
                  <a:pt x="1803" y="3338"/>
                  <a:pt x="1802" y="3338"/>
                </a:cubicBezTo>
                <a:cubicBezTo>
                  <a:pt x="1800" y="3339"/>
                  <a:pt x="1799" y="3339"/>
                  <a:pt x="1797" y="3339"/>
                </a:cubicBezTo>
                <a:cubicBezTo>
                  <a:pt x="1785" y="3339"/>
                  <a:pt x="1766" y="3330"/>
                  <a:pt x="1747" y="3319"/>
                </a:cubicBezTo>
                <a:close/>
                <a:moveTo>
                  <a:pt x="2463" y="3393"/>
                </a:moveTo>
                <a:cubicBezTo>
                  <a:pt x="2461" y="3393"/>
                  <a:pt x="2459" y="3393"/>
                  <a:pt x="2456" y="3393"/>
                </a:cubicBezTo>
                <a:lnTo>
                  <a:pt x="2456" y="3393"/>
                </a:lnTo>
                <a:cubicBezTo>
                  <a:pt x="2459" y="3393"/>
                  <a:pt x="2462" y="3393"/>
                  <a:pt x="2463" y="3393"/>
                </a:cubicBezTo>
                <a:close/>
                <a:moveTo>
                  <a:pt x="2387" y="989"/>
                </a:moveTo>
                <a:cubicBezTo>
                  <a:pt x="2440" y="989"/>
                  <a:pt x="2491" y="989"/>
                  <a:pt x="2541" y="993"/>
                </a:cubicBezTo>
                <a:cubicBezTo>
                  <a:pt x="2560" y="993"/>
                  <a:pt x="2582" y="997"/>
                  <a:pt x="2601" y="998"/>
                </a:cubicBezTo>
                <a:lnTo>
                  <a:pt x="2601" y="998"/>
                </a:lnTo>
                <a:cubicBezTo>
                  <a:pt x="2682" y="1018"/>
                  <a:pt x="2761" y="1029"/>
                  <a:pt x="2840" y="1057"/>
                </a:cubicBezTo>
                <a:cubicBezTo>
                  <a:pt x="2857" y="1061"/>
                  <a:pt x="2876" y="1069"/>
                  <a:pt x="2895" y="1076"/>
                </a:cubicBezTo>
                <a:cubicBezTo>
                  <a:pt x="2906" y="1079"/>
                  <a:pt x="2914" y="1081"/>
                  <a:pt x="2919" y="1082"/>
                </a:cubicBezTo>
                <a:lnTo>
                  <a:pt x="2919" y="1082"/>
                </a:lnTo>
                <a:cubicBezTo>
                  <a:pt x="2944" y="1096"/>
                  <a:pt x="2968" y="1113"/>
                  <a:pt x="2984" y="1122"/>
                </a:cubicBezTo>
                <a:cubicBezTo>
                  <a:pt x="3015" y="1139"/>
                  <a:pt x="3049" y="1160"/>
                  <a:pt x="3080" y="1181"/>
                </a:cubicBezTo>
                <a:cubicBezTo>
                  <a:pt x="3084" y="1184"/>
                  <a:pt x="3088" y="1186"/>
                  <a:pt x="3092" y="1189"/>
                </a:cubicBezTo>
                <a:lnTo>
                  <a:pt x="3092" y="1189"/>
                </a:lnTo>
                <a:cubicBezTo>
                  <a:pt x="3107" y="1217"/>
                  <a:pt x="3258" y="1347"/>
                  <a:pt x="3274" y="1366"/>
                </a:cubicBezTo>
                <a:cubicBezTo>
                  <a:pt x="3278" y="1370"/>
                  <a:pt x="3281" y="1374"/>
                  <a:pt x="3284" y="1378"/>
                </a:cubicBezTo>
                <a:lnTo>
                  <a:pt x="3284" y="1378"/>
                </a:lnTo>
                <a:cubicBezTo>
                  <a:pt x="3304" y="1410"/>
                  <a:pt x="3328" y="1440"/>
                  <a:pt x="3348" y="1474"/>
                </a:cubicBezTo>
                <a:cubicBezTo>
                  <a:pt x="3367" y="1503"/>
                  <a:pt x="3386" y="1535"/>
                  <a:pt x="3403" y="1569"/>
                </a:cubicBezTo>
                <a:cubicBezTo>
                  <a:pt x="3409" y="1579"/>
                  <a:pt x="3414" y="1591"/>
                  <a:pt x="3420" y="1604"/>
                </a:cubicBezTo>
                <a:lnTo>
                  <a:pt x="3420" y="1604"/>
                </a:lnTo>
                <a:cubicBezTo>
                  <a:pt x="3420" y="1602"/>
                  <a:pt x="3420" y="1600"/>
                  <a:pt x="3420" y="1598"/>
                </a:cubicBezTo>
                <a:lnTo>
                  <a:pt x="3420" y="1598"/>
                </a:lnTo>
                <a:cubicBezTo>
                  <a:pt x="3420" y="1600"/>
                  <a:pt x="3420" y="1602"/>
                  <a:pt x="3420" y="1604"/>
                </a:cubicBezTo>
                <a:lnTo>
                  <a:pt x="3420" y="1604"/>
                </a:lnTo>
                <a:cubicBezTo>
                  <a:pt x="3420" y="1604"/>
                  <a:pt x="3420" y="1604"/>
                  <a:pt x="3420" y="1604"/>
                </a:cubicBezTo>
                <a:lnTo>
                  <a:pt x="3420" y="1604"/>
                </a:lnTo>
                <a:cubicBezTo>
                  <a:pt x="3420" y="1621"/>
                  <a:pt x="3423" y="1634"/>
                  <a:pt x="3427" y="1644"/>
                </a:cubicBezTo>
                <a:lnTo>
                  <a:pt x="3427" y="1644"/>
                </a:lnTo>
                <a:cubicBezTo>
                  <a:pt x="3423" y="1630"/>
                  <a:pt x="3420" y="1616"/>
                  <a:pt x="3420" y="1604"/>
                </a:cubicBezTo>
                <a:lnTo>
                  <a:pt x="3420" y="1604"/>
                </a:lnTo>
                <a:cubicBezTo>
                  <a:pt x="3422" y="1608"/>
                  <a:pt x="3424" y="1613"/>
                  <a:pt x="3426" y="1617"/>
                </a:cubicBezTo>
                <a:cubicBezTo>
                  <a:pt x="3442" y="1646"/>
                  <a:pt x="3443" y="1659"/>
                  <a:pt x="3439" y="1659"/>
                </a:cubicBezTo>
                <a:cubicBezTo>
                  <a:pt x="3436" y="1659"/>
                  <a:pt x="3432" y="1654"/>
                  <a:pt x="3427" y="1644"/>
                </a:cubicBezTo>
                <a:lnTo>
                  <a:pt x="3427" y="1644"/>
                </a:lnTo>
                <a:cubicBezTo>
                  <a:pt x="3443" y="1697"/>
                  <a:pt x="3479" y="1760"/>
                  <a:pt x="3491" y="1802"/>
                </a:cubicBezTo>
                <a:cubicBezTo>
                  <a:pt x="3500" y="1838"/>
                  <a:pt x="3508" y="1874"/>
                  <a:pt x="3517" y="1910"/>
                </a:cubicBezTo>
                <a:cubicBezTo>
                  <a:pt x="3521" y="1933"/>
                  <a:pt x="3525" y="1954"/>
                  <a:pt x="3529" y="1977"/>
                </a:cubicBezTo>
                <a:cubicBezTo>
                  <a:pt x="3534" y="2005"/>
                  <a:pt x="3537" y="2015"/>
                  <a:pt x="3538" y="2015"/>
                </a:cubicBezTo>
                <a:cubicBezTo>
                  <a:pt x="3540" y="2015"/>
                  <a:pt x="3530" y="1942"/>
                  <a:pt x="3525" y="1939"/>
                </a:cubicBezTo>
                <a:lnTo>
                  <a:pt x="3525" y="1939"/>
                </a:lnTo>
                <a:cubicBezTo>
                  <a:pt x="3550" y="1954"/>
                  <a:pt x="3538" y="2142"/>
                  <a:pt x="3538" y="2173"/>
                </a:cubicBezTo>
                <a:cubicBezTo>
                  <a:pt x="3538" y="2215"/>
                  <a:pt x="3535" y="2257"/>
                  <a:pt x="3533" y="2297"/>
                </a:cubicBezTo>
                <a:cubicBezTo>
                  <a:pt x="3532" y="2312"/>
                  <a:pt x="3530" y="2326"/>
                  <a:pt x="3529" y="2339"/>
                </a:cubicBezTo>
                <a:lnTo>
                  <a:pt x="3529" y="2339"/>
                </a:lnTo>
                <a:cubicBezTo>
                  <a:pt x="3514" y="2409"/>
                  <a:pt x="3504" y="2477"/>
                  <a:pt x="3483" y="2546"/>
                </a:cubicBezTo>
                <a:cubicBezTo>
                  <a:pt x="3472" y="2582"/>
                  <a:pt x="3462" y="2618"/>
                  <a:pt x="3449" y="2651"/>
                </a:cubicBezTo>
                <a:cubicBezTo>
                  <a:pt x="3445" y="2663"/>
                  <a:pt x="3440" y="2676"/>
                  <a:pt x="3436" y="2688"/>
                </a:cubicBezTo>
                <a:lnTo>
                  <a:pt x="3436" y="2688"/>
                </a:lnTo>
                <a:cubicBezTo>
                  <a:pt x="3398" y="2751"/>
                  <a:pt x="3369" y="2818"/>
                  <a:pt x="3329" y="2881"/>
                </a:cubicBezTo>
                <a:cubicBezTo>
                  <a:pt x="3324" y="2889"/>
                  <a:pt x="3300" y="2922"/>
                  <a:pt x="3284" y="2945"/>
                </a:cubicBezTo>
                <a:lnTo>
                  <a:pt x="3284" y="2945"/>
                </a:lnTo>
                <a:cubicBezTo>
                  <a:pt x="3263" y="2968"/>
                  <a:pt x="3232" y="3005"/>
                  <a:pt x="3224" y="3014"/>
                </a:cubicBezTo>
                <a:cubicBezTo>
                  <a:pt x="3198" y="3041"/>
                  <a:pt x="3171" y="3069"/>
                  <a:pt x="3142" y="3094"/>
                </a:cubicBezTo>
                <a:cubicBezTo>
                  <a:pt x="3127" y="3106"/>
                  <a:pt x="3112" y="3119"/>
                  <a:pt x="3099" y="3132"/>
                </a:cubicBezTo>
                <a:cubicBezTo>
                  <a:pt x="3075" y="3154"/>
                  <a:pt x="3071" y="3163"/>
                  <a:pt x="3076" y="3163"/>
                </a:cubicBezTo>
                <a:cubicBezTo>
                  <a:pt x="3076" y="3163"/>
                  <a:pt x="3077" y="3163"/>
                  <a:pt x="3078" y="3162"/>
                </a:cubicBezTo>
                <a:lnTo>
                  <a:pt x="3078" y="3162"/>
                </a:lnTo>
                <a:cubicBezTo>
                  <a:pt x="3021" y="3203"/>
                  <a:pt x="2923" y="3245"/>
                  <a:pt x="2889" y="3262"/>
                </a:cubicBezTo>
                <a:cubicBezTo>
                  <a:pt x="2863" y="3275"/>
                  <a:pt x="2803" y="3296"/>
                  <a:pt x="2805" y="3296"/>
                </a:cubicBezTo>
                <a:cubicBezTo>
                  <a:pt x="2806" y="3296"/>
                  <a:pt x="2822" y="3291"/>
                  <a:pt x="2866" y="3277"/>
                </a:cubicBezTo>
                <a:lnTo>
                  <a:pt x="2866" y="3277"/>
                </a:lnTo>
                <a:cubicBezTo>
                  <a:pt x="2823" y="3292"/>
                  <a:pt x="2783" y="3309"/>
                  <a:pt x="2741" y="3323"/>
                </a:cubicBezTo>
                <a:cubicBezTo>
                  <a:pt x="2642" y="3355"/>
                  <a:pt x="2541" y="3376"/>
                  <a:pt x="2438" y="3395"/>
                </a:cubicBezTo>
                <a:cubicBezTo>
                  <a:pt x="2437" y="3395"/>
                  <a:pt x="2437" y="3395"/>
                  <a:pt x="2437" y="3395"/>
                </a:cubicBezTo>
                <a:lnTo>
                  <a:pt x="2437" y="3395"/>
                </a:lnTo>
                <a:cubicBezTo>
                  <a:pt x="2416" y="3397"/>
                  <a:pt x="2395" y="3400"/>
                  <a:pt x="2375" y="3401"/>
                </a:cubicBezTo>
                <a:cubicBezTo>
                  <a:pt x="2330" y="3403"/>
                  <a:pt x="2284" y="3406"/>
                  <a:pt x="2240" y="3406"/>
                </a:cubicBezTo>
                <a:cubicBezTo>
                  <a:pt x="2226" y="3406"/>
                  <a:pt x="2211" y="3406"/>
                  <a:pt x="2197" y="3406"/>
                </a:cubicBezTo>
                <a:cubicBezTo>
                  <a:pt x="2163" y="3406"/>
                  <a:pt x="2129" y="3405"/>
                  <a:pt x="2094" y="3403"/>
                </a:cubicBezTo>
                <a:cubicBezTo>
                  <a:pt x="2081" y="3402"/>
                  <a:pt x="2067" y="3400"/>
                  <a:pt x="2054" y="3398"/>
                </a:cubicBezTo>
                <a:lnTo>
                  <a:pt x="2054" y="3398"/>
                </a:lnTo>
                <a:cubicBezTo>
                  <a:pt x="1975" y="3376"/>
                  <a:pt x="1893" y="3365"/>
                  <a:pt x="1814" y="3340"/>
                </a:cubicBezTo>
                <a:cubicBezTo>
                  <a:pt x="1797" y="3334"/>
                  <a:pt x="1778" y="3326"/>
                  <a:pt x="1762" y="3321"/>
                </a:cubicBezTo>
                <a:cubicBezTo>
                  <a:pt x="1752" y="3318"/>
                  <a:pt x="1745" y="3316"/>
                  <a:pt x="1740" y="3315"/>
                </a:cubicBezTo>
                <a:lnTo>
                  <a:pt x="1740" y="3315"/>
                </a:lnTo>
                <a:cubicBezTo>
                  <a:pt x="1716" y="3301"/>
                  <a:pt x="1691" y="3283"/>
                  <a:pt x="1679" y="3277"/>
                </a:cubicBezTo>
                <a:cubicBezTo>
                  <a:pt x="1648" y="3258"/>
                  <a:pt x="1616" y="3241"/>
                  <a:pt x="1587" y="3220"/>
                </a:cubicBezTo>
                <a:cubicBezTo>
                  <a:pt x="1572" y="3210"/>
                  <a:pt x="1557" y="3199"/>
                  <a:pt x="1543" y="3191"/>
                </a:cubicBezTo>
                <a:cubicBezTo>
                  <a:pt x="1525" y="3180"/>
                  <a:pt x="1519" y="3175"/>
                  <a:pt x="1519" y="3175"/>
                </a:cubicBezTo>
                <a:lnTo>
                  <a:pt x="1519" y="3175"/>
                </a:lnTo>
                <a:cubicBezTo>
                  <a:pt x="1518" y="3175"/>
                  <a:pt x="1582" y="3218"/>
                  <a:pt x="1580" y="3218"/>
                </a:cubicBezTo>
                <a:cubicBezTo>
                  <a:pt x="1580" y="3218"/>
                  <a:pt x="1579" y="3218"/>
                  <a:pt x="1578" y="3218"/>
                </a:cubicBezTo>
                <a:cubicBezTo>
                  <a:pt x="1542" y="3218"/>
                  <a:pt x="1420" y="3070"/>
                  <a:pt x="1399" y="3045"/>
                </a:cubicBezTo>
                <a:cubicBezTo>
                  <a:pt x="1384" y="3030"/>
                  <a:pt x="1353" y="2977"/>
                  <a:pt x="1351" y="2977"/>
                </a:cubicBezTo>
                <a:lnTo>
                  <a:pt x="1351" y="2977"/>
                </a:lnTo>
                <a:cubicBezTo>
                  <a:pt x="1350" y="2977"/>
                  <a:pt x="1354" y="2985"/>
                  <a:pt x="1363" y="3005"/>
                </a:cubicBezTo>
                <a:cubicBezTo>
                  <a:pt x="1372" y="3025"/>
                  <a:pt x="1375" y="3032"/>
                  <a:pt x="1374" y="3032"/>
                </a:cubicBezTo>
                <a:cubicBezTo>
                  <a:pt x="1372" y="3032"/>
                  <a:pt x="1335" y="2962"/>
                  <a:pt x="1326" y="2946"/>
                </a:cubicBezTo>
                <a:cubicBezTo>
                  <a:pt x="1285" y="2881"/>
                  <a:pt x="1252" y="2814"/>
                  <a:pt x="1215" y="2746"/>
                </a:cubicBezTo>
                <a:lnTo>
                  <a:pt x="1215" y="2746"/>
                </a:lnTo>
                <a:cubicBezTo>
                  <a:pt x="1214" y="2743"/>
                  <a:pt x="1213" y="2740"/>
                  <a:pt x="1212" y="2736"/>
                </a:cubicBezTo>
                <a:cubicBezTo>
                  <a:pt x="1199" y="2702"/>
                  <a:pt x="1187" y="2668"/>
                  <a:pt x="1176" y="2635"/>
                </a:cubicBezTo>
                <a:cubicBezTo>
                  <a:pt x="1153" y="2559"/>
                  <a:pt x="1132" y="2481"/>
                  <a:pt x="1119" y="2403"/>
                </a:cubicBezTo>
                <a:cubicBezTo>
                  <a:pt x="1119" y="2401"/>
                  <a:pt x="1118" y="2399"/>
                  <a:pt x="1118" y="2397"/>
                </a:cubicBezTo>
                <a:lnTo>
                  <a:pt x="1118" y="2397"/>
                </a:lnTo>
                <a:cubicBezTo>
                  <a:pt x="1122" y="2365"/>
                  <a:pt x="1108" y="2315"/>
                  <a:pt x="1106" y="2283"/>
                </a:cubicBezTo>
                <a:cubicBezTo>
                  <a:pt x="1102" y="2203"/>
                  <a:pt x="1102" y="2123"/>
                  <a:pt x="1106" y="2043"/>
                </a:cubicBezTo>
                <a:cubicBezTo>
                  <a:pt x="1107" y="2033"/>
                  <a:pt x="1110" y="2004"/>
                  <a:pt x="1113" y="1978"/>
                </a:cubicBezTo>
                <a:lnTo>
                  <a:pt x="1113" y="1978"/>
                </a:lnTo>
                <a:cubicBezTo>
                  <a:pt x="1117" y="1953"/>
                  <a:pt x="1123" y="1911"/>
                  <a:pt x="1125" y="1899"/>
                </a:cubicBezTo>
                <a:cubicBezTo>
                  <a:pt x="1144" y="1813"/>
                  <a:pt x="1170" y="1731"/>
                  <a:pt x="1197" y="1647"/>
                </a:cubicBezTo>
                <a:cubicBezTo>
                  <a:pt x="1199" y="1642"/>
                  <a:pt x="1200" y="1637"/>
                  <a:pt x="1201" y="1634"/>
                </a:cubicBezTo>
                <a:lnTo>
                  <a:pt x="1201" y="1634"/>
                </a:lnTo>
                <a:cubicBezTo>
                  <a:pt x="1203" y="1630"/>
                  <a:pt x="1205" y="1626"/>
                  <a:pt x="1208" y="1621"/>
                </a:cubicBezTo>
                <a:cubicBezTo>
                  <a:pt x="1227" y="1583"/>
                  <a:pt x="1246" y="1543"/>
                  <a:pt x="1269" y="1507"/>
                </a:cubicBezTo>
                <a:cubicBezTo>
                  <a:pt x="1290" y="1470"/>
                  <a:pt x="1313" y="1434"/>
                  <a:pt x="1338" y="1398"/>
                </a:cubicBezTo>
                <a:cubicBezTo>
                  <a:pt x="1341" y="1394"/>
                  <a:pt x="1344" y="1390"/>
                  <a:pt x="1346" y="1386"/>
                </a:cubicBezTo>
                <a:lnTo>
                  <a:pt x="1346" y="1386"/>
                </a:lnTo>
                <a:cubicBezTo>
                  <a:pt x="1346" y="1386"/>
                  <a:pt x="1346" y="1386"/>
                  <a:pt x="1347" y="1385"/>
                </a:cubicBezTo>
                <a:cubicBezTo>
                  <a:pt x="1399" y="1329"/>
                  <a:pt x="1454" y="1275"/>
                  <a:pt x="1511" y="1223"/>
                </a:cubicBezTo>
                <a:lnTo>
                  <a:pt x="1511" y="1223"/>
                </a:lnTo>
                <a:cubicBezTo>
                  <a:pt x="1524" y="1213"/>
                  <a:pt x="1537" y="1203"/>
                  <a:pt x="1551" y="1194"/>
                </a:cubicBezTo>
                <a:cubicBezTo>
                  <a:pt x="1589" y="1170"/>
                  <a:pt x="1627" y="1147"/>
                  <a:pt x="1667" y="1126"/>
                </a:cubicBezTo>
                <a:cubicBezTo>
                  <a:pt x="1682" y="1119"/>
                  <a:pt x="1697" y="1111"/>
                  <a:pt x="1712" y="1103"/>
                </a:cubicBezTo>
                <a:lnTo>
                  <a:pt x="1712" y="1103"/>
                </a:lnTo>
                <a:cubicBezTo>
                  <a:pt x="1755" y="1090"/>
                  <a:pt x="1797" y="1075"/>
                  <a:pt x="1840" y="1063"/>
                </a:cubicBezTo>
                <a:cubicBezTo>
                  <a:pt x="1884" y="1050"/>
                  <a:pt x="1928" y="1042"/>
                  <a:pt x="1970" y="1031"/>
                </a:cubicBezTo>
                <a:cubicBezTo>
                  <a:pt x="1976" y="1030"/>
                  <a:pt x="1983" y="1028"/>
                  <a:pt x="1990" y="1026"/>
                </a:cubicBezTo>
                <a:lnTo>
                  <a:pt x="1990" y="1026"/>
                </a:lnTo>
                <a:cubicBezTo>
                  <a:pt x="2008" y="1025"/>
                  <a:pt x="2026" y="1024"/>
                  <a:pt x="2042" y="1023"/>
                </a:cubicBezTo>
                <a:cubicBezTo>
                  <a:pt x="2063" y="1021"/>
                  <a:pt x="2083" y="1018"/>
                  <a:pt x="2104" y="1015"/>
                </a:cubicBezTo>
                <a:lnTo>
                  <a:pt x="2104" y="1015"/>
                </a:lnTo>
                <a:cubicBezTo>
                  <a:pt x="2127" y="1013"/>
                  <a:pt x="2151" y="1010"/>
                  <a:pt x="2175" y="1006"/>
                </a:cubicBezTo>
                <a:cubicBezTo>
                  <a:pt x="2200" y="1002"/>
                  <a:pt x="2223" y="998"/>
                  <a:pt x="2248" y="996"/>
                </a:cubicBezTo>
                <a:lnTo>
                  <a:pt x="2248" y="996"/>
                </a:lnTo>
                <a:cubicBezTo>
                  <a:pt x="2202" y="1002"/>
                  <a:pt x="2186" y="1004"/>
                  <a:pt x="2186" y="1004"/>
                </a:cubicBezTo>
                <a:cubicBezTo>
                  <a:pt x="2187" y="1004"/>
                  <a:pt x="2227" y="999"/>
                  <a:pt x="2246" y="998"/>
                </a:cubicBezTo>
                <a:cubicBezTo>
                  <a:pt x="2293" y="996"/>
                  <a:pt x="2341" y="991"/>
                  <a:pt x="2387" y="989"/>
                </a:cubicBezTo>
                <a:close/>
                <a:moveTo>
                  <a:pt x="2431" y="0"/>
                </a:moveTo>
                <a:cubicBezTo>
                  <a:pt x="2283" y="0"/>
                  <a:pt x="2134" y="12"/>
                  <a:pt x="1987" y="33"/>
                </a:cubicBezTo>
                <a:lnTo>
                  <a:pt x="1987" y="33"/>
                </a:lnTo>
                <a:cubicBezTo>
                  <a:pt x="1519" y="79"/>
                  <a:pt x="1082" y="246"/>
                  <a:pt x="738" y="578"/>
                </a:cubicBezTo>
                <a:cubicBezTo>
                  <a:pt x="443" y="863"/>
                  <a:pt x="236" y="1259"/>
                  <a:pt x="158" y="1661"/>
                </a:cubicBezTo>
                <a:cubicBezTo>
                  <a:pt x="0" y="2477"/>
                  <a:pt x="228" y="3403"/>
                  <a:pt x="896" y="3941"/>
                </a:cubicBezTo>
                <a:cubicBezTo>
                  <a:pt x="1283" y="4251"/>
                  <a:pt x="1777" y="4404"/>
                  <a:pt x="2272" y="4404"/>
                </a:cubicBezTo>
                <a:cubicBezTo>
                  <a:pt x="2762" y="4404"/>
                  <a:pt x="3253" y="4255"/>
                  <a:pt x="3645" y="3962"/>
                </a:cubicBezTo>
                <a:cubicBezTo>
                  <a:pt x="4395" y="3401"/>
                  <a:pt x="4700" y="2409"/>
                  <a:pt x="4443" y="1512"/>
                </a:cubicBezTo>
                <a:cubicBezTo>
                  <a:pt x="4302" y="1025"/>
                  <a:pt x="4003" y="604"/>
                  <a:pt x="3582" y="321"/>
                </a:cubicBezTo>
                <a:cubicBezTo>
                  <a:pt x="3236" y="89"/>
                  <a:pt x="2836" y="0"/>
                  <a:pt x="243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14" name="Google Shape;9914;p7"/>
          <p:cNvSpPr/>
          <p:nvPr/>
        </p:nvSpPr>
        <p:spPr>
          <a:xfrm>
            <a:off x="6518075" y="833200"/>
            <a:ext cx="176025" cy="165050"/>
          </a:xfrm>
          <a:custGeom>
            <a:rect b="b" l="l" r="r" t="t"/>
            <a:pathLst>
              <a:path extrusionOk="0" h="6602" w="7041">
                <a:moveTo>
                  <a:pt x="4935" y="1378"/>
                </a:moveTo>
                <a:cubicBezTo>
                  <a:pt x="4939" y="1380"/>
                  <a:pt x="4948" y="1387"/>
                  <a:pt x="4965" y="1400"/>
                </a:cubicBezTo>
                <a:cubicBezTo>
                  <a:pt x="4955" y="1392"/>
                  <a:pt x="4945" y="1385"/>
                  <a:pt x="4935" y="1378"/>
                </a:cubicBezTo>
                <a:close/>
                <a:moveTo>
                  <a:pt x="1630" y="1762"/>
                </a:moveTo>
                <a:lnTo>
                  <a:pt x="1630" y="1762"/>
                </a:lnTo>
                <a:cubicBezTo>
                  <a:pt x="1621" y="1773"/>
                  <a:pt x="1618" y="1778"/>
                  <a:pt x="1618" y="1778"/>
                </a:cubicBezTo>
                <a:cubicBezTo>
                  <a:pt x="1618" y="1778"/>
                  <a:pt x="1623" y="1771"/>
                  <a:pt x="1630" y="1762"/>
                </a:cubicBezTo>
                <a:close/>
                <a:moveTo>
                  <a:pt x="3639" y="986"/>
                </a:moveTo>
                <a:cubicBezTo>
                  <a:pt x="4036" y="986"/>
                  <a:pt x="4418" y="1072"/>
                  <a:pt x="4734" y="1250"/>
                </a:cubicBezTo>
                <a:cubicBezTo>
                  <a:pt x="4786" y="1280"/>
                  <a:pt x="4839" y="1313"/>
                  <a:pt x="4890" y="1347"/>
                </a:cubicBezTo>
                <a:cubicBezTo>
                  <a:pt x="4906" y="1357"/>
                  <a:pt x="4921" y="1367"/>
                  <a:pt x="4935" y="1378"/>
                </a:cubicBezTo>
                <a:lnTo>
                  <a:pt x="4935" y="1378"/>
                </a:lnTo>
                <a:cubicBezTo>
                  <a:pt x="4934" y="1377"/>
                  <a:pt x="4933" y="1376"/>
                  <a:pt x="4933" y="1376"/>
                </a:cubicBezTo>
                <a:lnTo>
                  <a:pt x="4933" y="1376"/>
                </a:lnTo>
                <a:cubicBezTo>
                  <a:pt x="4934" y="1376"/>
                  <a:pt x="4964" y="1397"/>
                  <a:pt x="4972" y="1404"/>
                </a:cubicBezTo>
                <a:cubicBezTo>
                  <a:pt x="5081" y="1495"/>
                  <a:pt x="5182" y="1594"/>
                  <a:pt x="5275" y="1701"/>
                </a:cubicBezTo>
                <a:cubicBezTo>
                  <a:pt x="5296" y="1724"/>
                  <a:pt x="5315" y="1747"/>
                  <a:pt x="5332" y="1771"/>
                </a:cubicBezTo>
                <a:cubicBezTo>
                  <a:pt x="5336" y="1776"/>
                  <a:pt x="5339" y="1780"/>
                  <a:pt x="5342" y="1782"/>
                </a:cubicBezTo>
                <a:lnTo>
                  <a:pt x="5342" y="1782"/>
                </a:lnTo>
                <a:cubicBezTo>
                  <a:pt x="5378" y="1835"/>
                  <a:pt x="5414" y="1889"/>
                  <a:pt x="5446" y="1943"/>
                </a:cubicBezTo>
                <a:cubicBezTo>
                  <a:pt x="5477" y="1994"/>
                  <a:pt x="5507" y="2045"/>
                  <a:pt x="5534" y="2097"/>
                </a:cubicBezTo>
                <a:cubicBezTo>
                  <a:pt x="5548" y="2126"/>
                  <a:pt x="5603" y="2244"/>
                  <a:pt x="5604" y="2244"/>
                </a:cubicBezTo>
                <a:cubicBezTo>
                  <a:pt x="5605" y="2244"/>
                  <a:pt x="5604" y="2244"/>
                  <a:pt x="5604" y="2242"/>
                </a:cubicBezTo>
                <a:lnTo>
                  <a:pt x="5604" y="2242"/>
                </a:lnTo>
                <a:cubicBezTo>
                  <a:pt x="5646" y="2347"/>
                  <a:pt x="5682" y="2454"/>
                  <a:pt x="5711" y="2561"/>
                </a:cubicBezTo>
                <a:cubicBezTo>
                  <a:pt x="5726" y="2620"/>
                  <a:pt x="5741" y="2679"/>
                  <a:pt x="5751" y="2738"/>
                </a:cubicBezTo>
                <a:cubicBezTo>
                  <a:pt x="5756" y="2758"/>
                  <a:pt x="5778" y="2901"/>
                  <a:pt x="5781" y="2901"/>
                </a:cubicBezTo>
                <a:cubicBezTo>
                  <a:pt x="5781" y="2901"/>
                  <a:pt x="5781" y="2892"/>
                  <a:pt x="5779" y="2872"/>
                </a:cubicBezTo>
                <a:lnTo>
                  <a:pt x="5779" y="2872"/>
                </a:lnTo>
                <a:cubicBezTo>
                  <a:pt x="5793" y="2999"/>
                  <a:pt x="5800" y="3127"/>
                  <a:pt x="5800" y="3256"/>
                </a:cubicBezTo>
                <a:cubicBezTo>
                  <a:pt x="5798" y="3323"/>
                  <a:pt x="5796" y="3393"/>
                  <a:pt x="5791" y="3460"/>
                </a:cubicBezTo>
                <a:cubicBezTo>
                  <a:pt x="5787" y="3518"/>
                  <a:pt x="5781" y="3572"/>
                  <a:pt x="5780" y="3582"/>
                </a:cubicBezTo>
                <a:lnTo>
                  <a:pt x="5780" y="3582"/>
                </a:lnTo>
                <a:cubicBezTo>
                  <a:pt x="5759" y="3706"/>
                  <a:pt x="5734" y="3831"/>
                  <a:pt x="5699" y="3953"/>
                </a:cubicBezTo>
                <a:cubicBezTo>
                  <a:pt x="5682" y="4012"/>
                  <a:pt x="5663" y="4069"/>
                  <a:pt x="5642" y="4126"/>
                </a:cubicBezTo>
                <a:cubicBezTo>
                  <a:pt x="5631" y="4155"/>
                  <a:pt x="5621" y="4183"/>
                  <a:pt x="5610" y="4212"/>
                </a:cubicBezTo>
                <a:cubicBezTo>
                  <a:pt x="5606" y="4223"/>
                  <a:pt x="5602" y="4232"/>
                  <a:pt x="5600" y="4238"/>
                </a:cubicBezTo>
                <a:lnTo>
                  <a:pt x="5600" y="4238"/>
                </a:lnTo>
                <a:cubicBezTo>
                  <a:pt x="5597" y="4244"/>
                  <a:pt x="5593" y="4252"/>
                  <a:pt x="5589" y="4261"/>
                </a:cubicBezTo>
                <a:cubicBezTo>
                  <a:pt x="5534" y="4370"/>
                  <a:pt x="5477" y="4478"/>
                  <a:pt x="5412" y="4581"/>
                </a:cubicBezTo>
                <a:cubicBezTo>
                  <a:pt x="5311" y="4737"/>
                  <a:pt x="5324" y="4720"/>
                  <a:pt x="5189" y="4863"/>
                </a:cubicBezTo>
                <a:cubicBezTo>
                  <a:pt x="4814" y="5261"/>
                  <a:pt x="4355" y="5476"/>
                  <a:pt x="3756" y="5573"/>
                </a:cubicBezTo>
                <a:cubicBezTo>
                  <a:pt x="3620" y="5595"/>
                  <a:pt x="3482" y="5605"/>
                  <a:pt x="3344" y="5605"/>
                </a:cubicBezTo>
                <a:cubicBezTo>
                  <a:pt x="2954" y="5605"/>
                  <a:pt x="2572" y="5519"/>
                  <a:pt x="2265" y="5346"/>
                </a:cubicBezTo>
                <a:cubicBezTo>
                  <a:pt x="2214" y="5316"/>
                  <a:pt x="2164" y="5285"/>
                  <a:pt x="2113" y="5253"/>
                </a:cubicBezTo>
                <a:cubicBezTo>
                  <a:pt x="2098" y="5243"/>
                  <a:pt x="2015" y="5180"/>
                  <a:pt x="2013" y="5180"/>
                </a:cubicBezTo>
                <a:lnTo>
                  <a:pt x="2013" y="5180"/>
                </a:lnTo>
                <a:cubicBezTo>
                  <a:pt x="2013" y="5180"/>
                  <a:pt x="2019" y="5186"/>
                  <a:pt x="2037" y="5200"/>
                </a:cubicBezTo>
                <a:cubicBezTo>
                  <a:pt x="1930" y="5114"/>
                  <a:pt x="1831" y="5019"/>
                  <a:pt x="1740" y="4916"/>
                </a:cubicBezTo>
                <a:cubicBezTo>
                  <a:pt x="1728" y="4902"/>
                  <a:pt x="1675" y="4837"/>
                  <a:pt x="1657" y="4816"/>
                </a:cubicBezTo>
                <a:lnTo>
                  <a:pt x="1657" y="4816"/>
                </a:lnTo>
                <a:cubicBezTo>
                  <a:pt x="1647" y="4801"/>
                  <a:pt x="1584" y="4711"/>
                  <a:pt x="1570" y="4688"/>
                </a:cubicBezTo>
                <a:cubicBezTo>
                  <a:pt x="1500" y="4579"/>
                  <a:pt x="1439" y="4465"/>
                  <a:pt x="1382" y="4347"/>
                </a:cubicBezTo>
                <a:cubicBezTo>
                  <a:pt x="1372" y="4327"/>
                  <a:pt x="1369" y="4322"/>
                  <a:pt x="1368" y="4322"/>
                </a:cubicBezTo>
                <a:lnTo>
                  <a:pt x="1368" y="4322"/>
                </a:lnTo>
                <a:cubicBezTo>
                  <a:pt x="1368" y="4322"/>
                  <a:pt x="1368" y="4322"/>
                  <a:pt x="1368" y="4322"/>
                </a:cubicBezTo>
                <a:lnTo>
                  <a:pt x="1368" y="4322"/>
                </a:lnTo>
                <a:cubicBezTo>
                  <a:pt x="1366" y="4315"/>
                  <a:pt x="1360" y="4299"/>
                  <a:pt x="1348" y="4265"/>
                </a:cubicBezTo>
                <a:cubicBezTo>
                  <a:pt x="1329" y="4210"/>
                  <a:pt x="1308" y="4155"/>
                  <a:pt x="1291" y="4101"/>
                </a:cubicBezTo>
                <a:cubicBezTo>
                  <a:pt x="1251" y="3974"/>
                  <a:pt x="1220" y="3848"/>
                  <a:pt x="1197" y="3717"/>
                </a:cubicBezTo>
                <a:cubicBezTo>
                  <a:pt x="1192" y="3696"/>
                  <a:pt x="1179" y="3596"/>
                  <a:pt x="1178" y="3596"/>
                </a:cubicBezTo>
                <a:lnTo>
                  <a:pt x="1178" y="3596"/>
                </a:lnTo>
                <a:cubicBezTo>
                  <a:pt x="1178" y="3596"/>
                  <a:pt x="1179" y="3606"/>
                  <a:pt x="1182" y="3633"/>
                </a:cubicBezTo>
                <a:cubicBezTo>
                  <a:pt x="1173" y="3568"/>
                  <a:pt x="1167" y="3502"/>
                  <a:pt x="1165" y="3437"/>
                </a:cubicBezTo>
                <a:cubicBezTo>
                  <a:pt x="1157" y="3304"/>
                  <a:pt x="1157" y="3174"/>
                  <a:pt x="1165" y="3041"/>
                </a:cubicBezTo>
                <a:cubicBezTo>
                  <a:pt x="1167" y="3011"/>
                  <a:pt x="1179" y="2898"/>
                  <a:pt x="1181" y="2870"/>
                </a:cubicBezTo>
                <a:lnTo>
                  <a:pt x="1181" y="2870"/>
                </a:lnTo>
                <a:cubicBezTo>
                  <a:pt x="1186" y="2847"/>
                  <a:pt x="1203" y="2750"/>
                  <a:pt x="1209" y="2721"/>
                </a:cubicBezTo>
                <a:cubicBezTo>
                  <a:pt x="1239" y="2580"/>
                  <a:pt x="1281" y="2443"/>
                  <a:pt x="1327" y="2306"/>
                </a:cubicBezTo>
                <a:cubicBezTo>
                  <a:pt x="1342" y="2262"/>
                  <a:pt x="1345" y="2248"/>
                  <a:pt x="1346" y="2244"/>
                </a:cubicBezTo>
                <a:lnTo>
                  <a:pt x="1346" y="2244"/>
                </a:lnTo>
                <a:cubicBezTo>
                  <a:pt x="1348" y="2241"/>
                  <a:pt x="1355" y="2229"/>
                  <a:pt x="1376" y="2188"/>
                </a:cubicBezTo>
                <a:cubicBezTo>
                  <a:pt x="1407" y="2125"/>
                  <a:pt x="1439" y="2059"/>
                  <a:pt x="1475" y="1998"/>
                </a:cubicBezTo>
                <a:cubicBezTo>
                  <a:pt x="1511" y="1937"/>
                  <a:pt x="1551" y="1878"/>
                  <a:pt x="1588" y="1819"/>
                </a:cubicBezTo>
                <a:cubicBezTo>
                  <a:pt x="1603" y="1799"/>
                  <a:pt x="1618" y="1779"/>
                  <a:pt x="1632" y="1759"/>
                </a:cubicBezTo>
                <a:lnTo>
                  <a:pt x="1632" y="1759"/>
                </a:lnTo>
                <a:cubicBezTo>
                  <a:pt x="1639" y="1751"/>
                  <a:pt x="1646" y="1741"/>
                  <a:pt x="1654" y="1733"/>
                </a:cubicBezTo>
                <a:cubicBezTo>
                  <a:pt x="1744" y="1632"/>
                  <a:pt x="1839" y="1535"/>
                  <a:pt x="1945" y="1446"/>
                </a:cubicBezTo>
                <a:cubicBezTo>
                  <a:pt x="1949" y="1443"/>
                  <a:pt x="1952" y="1440"/>
                  <a:pt x="1955" y="1437"/>
                </a:cubicBezTo>
                <a:lnTo>
                  <a:pt x="1955" y="1437"/>
                </a:lnTo>
                <a:cubicBezTo>
                  <a:pt x="1958" y="1435"/>
                  <a:pt x="1960" y="1434"/>
                  <a:pt x="1963" y="1431"/>
                </a:cubicBezTo>
                <a:cubicBezTo>
                  <a:pt x="1993" y="1410"/>
                  <a:pt x="2022" y="1389"/>
                  <a:pt x="2054" y="1370"/>
                </a:cubicBezTo>
                <a:cubicBezTo>
                  <a:pt x="2115" y="1328"/>
                  <a:pt x="2180" y="1292"/>
                  <a:pt x="2246" y="1257"/>
                </a:cubicBezTo>
                <a:cubicBezTo>
                  <a:pt x="2372" y="1191"/>
                  <a:pt x="2412" y="1174"/>
                  <a:pt x="2604" y="1120"/>
                </a:cubicBezTo>
                <a:cubicBezTo>
                  <a:pt x="2802" y="1065"/>
                  <a:pt x="2859" y="1059"/>
                  <a:pt x="3023" y="1044"/>
                </a:cubicBezTo>
                <a:cubicBezTo>
                  <a:pt x="3046" y="1042"/>
                  <a:pt x="3069" y="1039"/>
                  <a:pt x="3092" y="1035"/>
                </a:cubicBezTo>
                <a:lnTo>
                  <a:pt x="3092" y="1035"/>
                </a:lnTo>
                <a:cubicBezTo>
                  <a:pt x="3113" y="1033"/>
                  <a:pt x="3134" y="1031"/>
                  <a:pt x="3156" y="1027"/>
                </a:cubicBezTo>
                <a:cubicBezTo>
                  <a:pt x="3317" y="1000"/>
                  <a:pt x="3479" y="986"/>
                  <a:pt x="3639" y="986"/>
                </a:cubicBezTo>
                <a:close/>
                <a:moveTo>
                  <a:pt x="3656" y="0"/>
                </a:moveTo>
                <a:cubicBezTo>
                  <a:pt x="3424" y="0"/>
                  <a:pt x="3191" y="20"/>
                  <a:pt x="2962" y="55"/>
                </a:cubicBezTo>
                <a:lnTo>
                  <a:pt x="2962" y="55"/>
                </a:lnTo>
                <a:cubicBezTo>
                  <a:pt x="1592" y="189"/>
                  <a:pt x="506" y="1128"/>
                  <a:pt x="238" y="2500"/>
                </a:cubicBezTo>
                <a:cubicBezTo>
                  <a:pt x="0" y="3730"/>
                  <a:pt x="360" y="5131"/>
                  <a:pt x="1367" y="5933"/>
                </a:cubicBezTo>
                <a:cubicBezTo>
                  <a:pt x="1934" y="6385"/>
                  <a:pt x="2656" y="6602"/>
                  <a:pt x="3382" y="6602"/>
                </a:cubicBezTo>
                <a:cubicBezTo>
                  <a:pt x="4138" y="6602"/>
                  <a:pt x="4898" y="6367"/>
                  <a:pt x="5494" y="5917"/>
                </a:cubicBezTo>
                <a:cubicBezTo>
                  <a:pt x="6607" y="5078"/>
                  <a:pt x="7041" y="3580"/>
                  <a:pt x="6659" y="2253"/>
                </a:cubicBezTo>
                <a:cubicBezTo>
                  <a:pt x="6453" y="1537"/>
                  <a:pt x="6015" y="905"/>
                  <a:pt x="5393" y="488"/>
                </a:cubicBezTo>
                <a:cubicBezTo>
                  <a:pt x="4872" y="137"/>
                  <a:pt x="4267" y="0"/>
                  <a:pt x="365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915" name="Google Shape;9915;p7"/>
          <p:cNvGrpSpPr/>
          <p:nvPr/>
        </p:nvGrpSpPr>
        <p:grpSpPr>
          <a:xfrm rot="6300357">
            <a:off x="7074685" y="581435"/>
            <a:ext cx="707993" cy="442801"/>
            <a:chOff x="1445125" y="3867675"/>
            <a:chExt cx="803300" cy="502950"/>
          </a:xfrm>
        </p:grpSpPr>
        <p:sp>
          <p:nvSpPr>
            <p:cNvPr id="9916" name="Google Shape;9916;p7"/>
            <p:cNvSpPr/>
            <p:nvPr/>
          </p:nvSpPr>
          <p:spPr>
            <a:xfrm>
              <a:off x="1445125" y="3867675"/>
              <a:ext cx="535450" cy="502950"/>
            </a:xfrm>
            <a:custGeom>
              <a:rect b="b" l="l" r="r" t="t"/>
              <a:pathLst>
                <a:path extrusionOk="0" h="20118" w="21418">
                  <a:moveTo>
                    <a:pt x="5846" y="993"/>
                  </a:moveTo>
                  <a:cubicBezTo>
                    <a:pt x="6726" y="993"/>
                    <a:pt x="7300" y="1814"/>
                    <a:pt x="7545" y="2688"/>
                  </a:cubicBezTo>
                  <a:cubicBezTo>
                    <a:pt x="7686" y="3200"/>
                    <a:pt x="7749" y="3726"/>
                    <a:pt x="7770" y="4255"/>
                  </a:cubicBezTo>
                  <a:cubicBezTo>
                    <a:pt x="7787" y="4700"/>
                    <a:pt x="7676" y="5216"/>
                    <a:pt x="7812" y="5641"/>
                  </a:cubicBezTo>
                  <a:cubicBezTo>
                    <a:pt x="8017" y="6280"/>
                    <a:pt x="8790" y="6621"/>
                    <a:pt x="9352" y="6861"/>
                  </a:cubicBezTo>
                  <a:cubicBezTo>
                    <a:pt x="10899" y="7523"/>
                    <a:pt x="12588" y="7895"/>
                    <a:pt x="14238" y="8195"/>
                  </a:cubicBezTo>
                  <a:cubicBezTo>
                    <a:pt x="14279" y="8202"/>
                    <a:pt x="14320" y="8206"/>
                    <a:pt x="14360" y="8206"/>
                  </a:cubicBezTo>
                  <a:cubicBezTo>
                    <a:pt x="14538" y="8206"/>
                    <a:pt x="14697" y="8128"/>
                    <a:pt x="14800" y="7965"/>
                  </a:cubicBezTo>
                  <a:cubicBezTo>
                    <a:pt x="15658" y="6602"/>
                    <a:pt x="16673" y="5266"/>
                    <a:pt x="17868" y="4181"/>
                  </a:cubicBezTo>
                  <a:cubicBezTo>
                    <a:pt x="18246" y="3837"/>
                    <a:pt x="19055" y="3130"/>
                    <a:pt x="19662" y="3130"/>
                  </a:cubicBezTo>
                  <a:cubicBezTo>
                    <a:pt x="19761" y="3130"/>
                    <a:pt x="19855" y="3149"/>
                    <a:pt x="19941" y="3191"/>
                  </a:cubicBezTo>
                  <a:cubicBezTo>
                    <a:pt x="19972" y="3206"/>
                    <a:pt x="20042" y="3282"/>
                    <a:pt x="20078" y="3334"/>
                  </a:cubicBezTo>
                  <a:cubicBezTo>
                    <a:pt x="20170" y="3474"/>
                    <a:pt x="20200" y="3554"/>
                    <a:pt x="20244" y="3703"/>
                  </a:cubicBezTo>
                  <a:cubicBezTo>
                    <a:pt x="20356" y="4074"/>
                    <a:pt x="20385" y="4459"/>
                    <a:pt x="20391" y="4845"/>
                  </a:cubicBezTo>
                  <a:cubicBezTo>
                    <a:pt x="20434" y="7253"/>
                    <a:pt x="19715" y="9724"/>
                    <a:pt x="18959" y="11987"/>
                  </a:cubicBezTo>
                  <a:cubicBezTo>
                    <a:pt x="18546" y="13223"/>
                    <a:pt x="18074" y="14443"/>
                    <a:pt x="17505" y="15619"/>
                  </a:cubicBezTo>
                  <a:cubicBezTo>
                    <a:pt x="16974" y="16720"/>
                    <a:pt x="16385" y="17795"/>
                    <a:pt x="15472" y="18631"/>
                  </a:cubicBezTo>
                  <a:cubicBezTo>
                    <a:pt x="15279" y="18808"/>
                    <a:pt x="15055" y="19008"/>
                    <a:pt x="14800" y="19090"/>
                  </a:cubicBezTo>
                  <a:cubicBezTo>
                    <a:pt x="14731" y="19114"/>
                    <a:pt x="14679" y="19127"/>
                    <a:pt x="14633" y="19127"/>
                  </a:cubicBezTo>
                  <a:cubicBezTo>
                    <a:pt x="14584" y="19127"/>
                    <a:pt x="14541" y="19112"/>
                    <a:pt x="14491" y="19078"/>
                  </a:cubicBezTo>
                  <a:cubicBezTo>
                    <a:pt x="14179" y="18859"/>
                    <a:pt x="14040" y="18279"/>
                    <a:pt x="13943" y="17913"/>
                  </a:cubicBezTo>
                  <a:cubicBezTo>
                    <a:pt x="13496" y="16204"/>
                    <a:pt x="13420" y="14392"/>
                    <a:pt x="13231" y="12644"/>
                  </a:cubicBezTo>
                  <a:cubicBezTo>
                    <a:pt x="13231" y="12642"/>
                    <a:pt x="13231" y="12641"/>
                    <a:pt x="13230" y="12640"/>
                  </a:cubicBezTo>
                  <a:lnTo>
                    <a:pt x="13230" y="12640"/>
                  </a:lnTo>
                  <a:cubicBezTo>
                    <a:pt x="13241" y="12479"/>
                    <a:pt x="13172" y="12316"/>
                    <a:pt x="12984" y="12214"/>
                  </a:cubicBezTo>
                  <a:cubicBezTo>
                    <a:pt x="12340" y="11860"/>
                    <a:pt x="11598" y="11675"/>
                    <a:pt x="10890" y="11496"/>
                  </a:cubicBezTo>
                  <a:cubicBezTo>
                    <a:pt x="10069" y="11291"/>
                    <a:pt x="9239" y="11119"/>
                    <a:pt x="8404" y="10971"/>
                  </a:cubicBezTo>
                  <a:cubicBezTo>
                    <a:pt x="7943" y="10890"/>
                    <a:pt x="7439" y="10757"/>
                    <a:pt x="6964" y="10757"/>
                  </a:cubicBezTo>
                  <a:cubicBezTo>
                    <a:pt x="6933" y="10757"/>
                    <a:pt x="6903" y="10757"/>
                    <a:pt x="6873" y="10758"/>
                  </a:cubicBezTo>
                  <a:cubicBezTo>
                    <a:pt x="6281" y="10782"/>
                    <a:pt x="5857" y="11237"/>
                    <a:pt x="5518" y="11671"/>
                  </a:cubicBezTo>
                  <a:cubicBezTo>
                    <a:pt x="4848" y="12532"/>
                    <a:pt x="4110" y="13945"/>
                    <a:pt x="2900" y="13945"/>
                  </a:cubicBezTo>
                  <a:cubicBezTo>
                    <a:pt x="2748" y="13945"/>
                    <a:pt x="2589" y="13923"/>
                    <a:pt x="2421" y="13874"/>
                  </a:cubicBezTo>
                  <a:cubicBezTo>
                    <a:pt x="1265" y="13539"/>
                    <a:pt x="1147" y="12161"/>
                    <a:pt x="1191" y="11150"/>
                  </a:cubicBezTo>
                  <a:cubicBezTo>
                    <a:pt x="1259" y="9547"/>
                    <a:pt x="1735" y="7959"/>
                    <a:pt x="2242" y="6446"/>
                  </a:cubicBezTo>
                  <a:cubicBezTo>
                    <a:pt x="2666" y="5186"/>
                    <a:pt x="3155" y="3943"/>
                    <a:pt x="3669" y="2717"/>
                  </a:cubicBezTo>
                  <a:cubicBezTo>
                    <a:pt x="4014" y="1894"/>
                    <a:pt x="4701" y="1150"/>
                    <a:pt x="5619" y="1011"/>
                  </a:cubicBezTo>
                  <a:cubicBezTo>
                    <a:pt x="5697" y="999"/>
                    <a:pt x="5772" y="993"/>
                    <a:pt x="5846" y="993"/>
                  </a:cubicBezTo>
                  <a:close/>
                  <a:moveTo>
                    <a:pt x="5851" y="1"/>
                  </a:moveTo>
                  <a:cubicBezTo>
                    <a:pt x="4753" y="1"/>
                    <a:pt x="3750" y="699"/>
                    <a:pt x="3144" y="1580"/>
                  </a:cubicBezTo>
                  <a:cubicBezTo>
                    <a:pt x="2849" y="2009"/>
                    <a:pt x="2683" y="2515"/>
                    <a:pt x="2487" y="2993"/>
                  </a:cubicBezTo>
                  <a:cubicBezTo>
                    <a:pt x="2217" y="3653"/>
                    <a:pt x="1954" y="4314"/>
                    <a:pt x="1705" y="4982"/>
                  </a:cubicBezTo>
                  <a:cubicBezTo>
                    <a:pt x="1113" y="6581"/>
                    <a:pt x="576" y="8224"/>
                    <a:pt x="323" y="9914"/>
                  </a:cubicBezTo>
                  <a:cubicBezTo>
                    <a:pt x="121" y="11253"/>
                    <a:pt x="1" y="12901"/>
                    <a:pt x="913" y="14026"/>
                  </a:cubicBezTo>
                  <a:cubicBezTo>
                    <a:pt x="1411" y="14639"/>
                    <a:pt x="2111" y="14918"/>
                    <a:pt x="2824" y="14918"/>
                  </a:cubicBezTo>
                  <a:cubicBezTo>
                    <a:pt x="3509" y="14918"/>
                    <a:pt x="4207" y="14660"/>
                    <a:pt x="4751" y="14192"/>
                  </a:cubicBezTo>
                  <a:cubicBezTo>
                    <a:pt x="5371" y="13659"/>
                    <a:pt x="5777" y="12949"/>
                    <a:pt x="6272" y="12311"/>
                  </a:cubicBezTo>
                  <a:cubicBezTo>
                    <a:pt x="6566" y="11931"/>
                    <a:pt x="6732" y="11776"/>
                    <a:pt x="7065" y="11776"/>
                  </a:cubicBezTo>
                  <a:cubicBezTo>
                    <a:pt x="7129" y="11776"/>
                    <a:pt x="7199" y="11782"/>
                    <a:pt x="7277" y="11793"/>
                  </a:cubicBezTo>
                  <a:cubicBezTo>
                    <a:pt x="8166" y="11915"/>
                    <a:pt x="9053" y="12094"/>
                    <a:pt x="9930" y="12292"/>
                  </a:cubicBezTo>
                  <a:cubicBezTo>
                    <a:pt x="10726" y="12472"/>
                    <a:pt x="11550" y="12626"/>
                    <a:pt x="12268" y="12966"/>
                  </a:cubicBezTo>
                  <a:lnTo>
                    <a:pt x="12268" y="12966"/>
                  </a:lnTo>
                  <a:cubicBezTo>
                    <a:pt x="12439" y="14633"/>
                    <a:pt x="12548" y="16332"/>
                    <a:pt x="12930" y="17963"/>
                  </a:cubicBezTo>
                  <a:cubicBezTo>
                    <a:pt x="13136" y="18845"/>
                    <a:pt x="13555" y="20118"/>
                    <a:pt x="14640" y="20118"/>
                  </a:cubicBezTo>
                  <a:cubicBezTo>
                    <a:pt x="14672" y="20118"/>
                    <a:pt x="14706" y="20116"/>
                    <a:pt x="14739" y="20114"/>
                  </a:cubicBezTo>
                  <a:cubicBezTo>
                    <a:pt x="15314" y="20074"/>
                    <a:pt x="15818" y="19674"/>
                    <a:pt x="16220" y="19295"/>
                  </a:cubicBezTo>
                  <a:cubicBezTo>
                    <a:pt x="16778" y="18770"/>
                    <a:pt x="17242" y="18165"/>
                    <a:pt x="17630" y="17506"/>
                  </a:cubicBezTo>
                  <a:cubicBezTo>
                    <a:pt x="18329" y="16326"/>
                    <a:pt x="18879" y="15058"/>
                    <a:pt x="19372" y="13779"/>
                  </a:cubicBezTo>
                  <a:cubicBezTo>
                    <a:pt x="20387" y="11140"/>
                    <a:pt x="21255" y="8266"/>
                    <a:pt x="21379" y="5422"/>
                  </a:cubicBezTo>
                  <a:cubicBezTo>
                    <a:pt x="21417" y="4558"/>
                    <a:pt x="21409" y="3509"/>
                    <a:pt x="20893" y="2768"/>
                  </a:cubicBezTo>
                  <a:cubicBezTo>
                    <a:pt x="20591" y="2334"/>
                    <a:pt x="20167" y="2169"/>
                    <a:pt x="19717" y="2169"/>
                  </a:cubicBezTo>
                  <a:cubicBezTo>
                    <a:pt x="19269" y="2169"/>
                    <a:pt x="18796" y="2332"/>
                    <a:pt x="18392" y="2557"/>
                  </a:cubicBezTo>
                  <a:cubicBezTo>
                    <a:pt x="17206" y="3219"/>
                    <a:pt x="16258" y="4331"/>
                    <a:pt x="15430" y="5382"/>
                  </a:cubicBezTo>
                  <a:cubicBezTo>
                    <a:pt x="14975" y="5959"/>
                    <a:pt x="14535" y="6551"/>
                    <a:pt x="14131" y="7165"/>
                  </a:cubicBezTo>
                  <a:lnTo>
                    <a:pt x="14131" y="7165"/>
                  </a:lnTo>
                  <a:cubicBezTo>
                    <a:pt x="12741" y="6903"/>
                    <a:pt x="11340" y="6572"/>
                    <a:pt x="10022" y="6067"/>
                  </a:cubicBezTo>
                  <a:cubicBezTo>
                    <a:pt x="9692" y="5938"/>
                    <a:pt x="9355" y="5795"/>
                    <a:pt x="9057" y="5599"/>
                  </a:cubicBezTo>
                  <a:cubicBezTo>
                    <a:pt x="8975" y="5544"/>
                    <a:pt x="8902" y="5490"/>
                    <a:pt x="8830" y="5420"/>
                  </a:cubicBezTo>
                  <a:cubicBezTo>
                    <a:pt x="8801" y="5393"/>
                    <a:pt x="8791" y="5386"/>
                    <a:pt x="8788" y="5385"/>
                  </a:cubicBezTo>
                  <a:lnTo>
                    <a:pt x="8788" y="5385"/>
                  </a:lnTo>
                  <a:cubicBezTo>
                    <a:pt x="8787" y="5381"/>
                    <a:pt x="8781" y="5370"/>
                    <a:pt x="8767" y="5346"/>
                  </a:cubicBezTo>
                  <a:cubicBezTo>
                    <a:pt x="8764" y="5342"/>
                    <a:pt x="8761" y="5338"/>
                    <a:pt x="8759" y="5334"/>
                  </a:cubicBezTo>
                  <a:lnTo>
                    <a:pt x="8759" y="5334"/>
                  </a:lnTo>
                  <a:cubicBezTo>
                    <a:pt x="8759" y="5333"/>
                    <a:pt x="8759" y="5331"/>
                    <a:pt x="8758" y="5329"/>
                  </a:cubicBezTo>
                  <a:cubicBezTo>
                    <a:pt x="8680" y="4813"/>
                    <a:pt x="8779" y="4238"/>
                    <a:pt x="8729" y="3712"/>
                  </a:cubicBezTo>
                  <a:cubicBezTo>
                    <a:pt x="8683" y="3244"/>
                    <a:pt x="8611" y="2774"/>
                    <a:pt x="8476" y="2325"/>
                  </a:cubicBezTo>
                  <a:cubicBezTo>
                    <a:pt x="8116" y="1129"/>
                    <a:pt x="7256" y="33"/>
                    <a:pt x="5914" y="2"/>
                  </a:cubicBezTo>
                  <a:cubicBezTo>
                    <a:pt x="5893" y="1"/>
                    <a:pt x="5872" y="1"/>
                    <a:pt x="585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17" name="Google Shape;9917;p7"/>
            <p:cNvSpPr/>
            <p:nvPr/>
          </p:nvSpPr>
          <p:spPr>
            <a:xfrm>
              <a:off x="1903525" y="4088100"/>
              <a:ext cx="344900" cy="185850"/>
            </a:xfrm>
            <a:custGeom>
              <a:rect b="b" l="l" r="r" t="t"/>
              <a:pathLst>
                <a:path extrusionOk="0" h="7434" w="13796">
                  <a:moveTo>
                    <a:pt x="2035" y="1"/>
                  </a:moveTo>
                  <a:cubicBezTo>
                    <a:pt x="1593" y="1"/>
                    <a:pt x="1301" y="661"/>
                    <a:pt x="1777" y="928"/>
                  </a:cubicBezTo>
                  <a:cubicBezTo>
                    <a:pt x="5023" y="2748"/>
                    <a:pt x="8420" y="4238"/>
                    <a:pt x="11476" y="6352"/>
                  </a:cubicBezTo>
                  <a:lnTo>
                    <a:pt x="11476" y="6352"/>
                  </a:lnTo>
                  <a:cubicBezTo>
                    <a:pt x="7847" y="6103"/>
                    <a:pt x="4252" y="5482"/>
                    <a:pt x="636" y="5110"/>
                  </a:cubicBezTo>
                  <a:cubicBezTo>
                    <a:pt x="615" y="5108"/>
                    <a:pt x="596" y="5107"/>
                    <a:pt x="577" y="5107"/>
                  </a:cubicBezTo>
                  <a:cubicBezTo>
                    <a:pt x="0" y="5107"/>
                    <a:pt x="24" y="6045"/>
                    <a:pt x="636" y="6106"/>
                  </a:cubicBezTo>
                  <a:cubicBezTo>
                    <a:pt x="4792" y="6534"/>
                    <a:pt x="8919" y="7290"/>
                    <a:pt x="13101" y="7434"/>
                  </a:cubicBezTo>
                  <a:cubicBezTo>
                    <a:pt x="13106" y="7434"/>
                    <a:pt x="13111" y="7434"/>
                    <a:pt x="13115" y="7434"/>
                  </a:cubicBezTo>
                  <a:cubicBezTo>
                    <a:pt x="13508" y="7434"/>
                    <a:pt x="13796" y="6851"/>
                    <a:pt x="13455" y="6582"/>
                  </a:cubicBezTo>
                  <a:cubicBezTo>
                    <a:pt x="11767" y="5262"/>
                    <a:pt x="9981" y="4109"/>
                    <a:pt x="8087" y="3106"/>
                  </a:cubicBezTo>
                  <a:cubicBezTo>
                    <a:pt x="6157" y="2083"/>
                    <a:pt x="4187" y="1139"/>
                    <a:pt x="2281" y="69"/>
                  </a:cubicBezTo>
                  <a:cubicBezTo>
                    <a:pt x="2197" y="21"/>
                    <a:pt x="2114" y="1"/>
                    <a:pt x="20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18" name="Google Shape;9918;p7"/>
            <p:cNvSpPr/>
            <p:nvPr/>
          </p:nvSpPr>
          <p:spPr>
            <a:xfrm>
              <a:off x="1462675" y="3884050"/>
              <a:ext cx="125100" cy="332450"/>
            </a:xfrm>
            <a:custGeom>
              <a:rect b="b" l="l" r="r" t="t"/>
              <a:pathLst>
                <a:path extrusionOk="0" h="13298" w="5004">
                  <a:moveTo>
                    <a:pt x="4226" y="0"/>
                  </a:moveTo>
                  <a:cubicBezTo>
                    <a:pt x="3978" y="0"/>
                    <a:pt x="3745" y="159"/>
                    <a:pt x="3776" y="478"/>
                  </a:cubicBezTo>
                  <a:cubicBezTo>
                    <a:pt x="3995" y="2762"/>
                    <a:pt x="3470" y="4910"/>
                    <a:pt x="2764" y="7066"/>
                  </a:cubicBezTo>
                  <a:cubicBezTo>
                    <a:pt x="2160" y="8913"/>
                    <a:pt x="1574" y="10906"/>
                    <a:pt x="310" y="12425"/>
                  </a:cubicBezTo>
                  <a:cubicBezTo>
                    <a:pt x="1" y="12799"/>
                    <a:pt x="333" y="13298"/>
                    <a:pt x="690" y="13298"/>
                  </a:cubicBezTo>
                  <a:cubicBezTo>
                    <a:pt x="802" y="13298"/>
                    <a:pt x="916" y="13249"/>
                    <a:pt x="1014" y="13131"/>
                  </a:cubicBezTo>
                  <a:cubicBezTo>
                    <a:pt x="2366" y="11506"/>
                    <a:pt x="3030" y="9452"/>
                    <a:pt x="3679" y="7474"/>
                  </a:cubicBezTo>
                  <a:cubicBezTo>
                    <a:pt x="4424" y="5193"/>
                    <a:pt x="5004" y="2899"/>
                    <a:pt x="4772" y="478"/>
                  </a:cubicBezTo>
                  <a:cubicBezTo>
                    <a:pt x="4741" y="160"/>
                    <a:pt x="4476" y="0"/>
                    <a:pt x="42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919" name="Google Shape;9919;p7"/>
          <p:cNvSpPr/>
          <p:nvPr/>
        </p:nvSpPr>
        <p:spPr>
          <a:xfrm>
            <a:off x="1973320" y="1386338"/>
            <a:ext cx="5587310" cy="2668524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 cap="flat" cmpd="sng" w="25400">
            <a:solidFill>
              <a:srgbClr val="BABA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20" name="Google Shape;9920;p7"/>
          <p:cNvSpPr txBox="1"/>
          <p:nvPr/>
        </p:nvSpPr>
        <p:spPr>
          <a:xfrm>
            <a:off x="3637449" y="995515"/>
            <a:ext cx="2259051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Place your work here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24" name="Shape 9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5" name="Google Shape;9925;p8"/>
          <p:cNvSpPr txBox="1"/>
          <p:nvPr>
            <p:ph idx="2" type="subTitle"/>
          </p:nvPr>
        </p:nvSpPr>
        <p:spPr>
          <a:xfrm>
            <a:off x="1541990" y="1264683"/>
            <a:ext cx="6088566" cy="302795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Gantari"/>
              <a:buChar char="●"/>
            </a:pPr>
            <a:r>
              <a:rPr b="1" lang="es"/>
              <a:t>UNIT TITLE: 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Gantari"/>
              <a:buChar char="●"/>
            </a:pPr>
            <a:r>
              <a:rPr b="1" lang="es"/>
              <a:t>SOI: </a:t>
            </a:r>
            <a:endParaRPr b="1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rial"/>
              <a:buChar char="●"/>
            </a:pPr>
            <a:r>
              <a:rPr b="1" lang="es"/>
              <a:t>PRODUCT:</a:t>
            </a:r>
            <a:r>
              <a:rPr lang="es"/>
              <a:t> Eg. Poster, presentation, article, etc.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rial"/>
              <a:buChar char="●"/>
            </a:pPr>
            <a:r>
              <a:rPr b="1" lang="es"/>
              <a:t>REFLECTION: </a:t>
            </a:r>
            <a:r>
              <a:rPr b="1" lang="es" sz="1100"/>
              <a:t>Use the following prompts to help you.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     What did you use to think before the lesson, how has your thinking changed after the lesson? 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     What are two things you learnt from the lesson?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     What strategies helped you understand the concept better? What challenges did you face?  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400"/>
              <a:buFont typeface="Arial"/>
              <a:buChar char="●"/>
            </a:pPr>
            <a:r>
              <a:rPr b="1" lang="es"/>
              <a:t>CONNECTION: </a:t>
            </a:r>
            <a:r>
              <a:rPr b="1" lang="es" sz="1100"/>
              <a:t>What connections can you make from the lesson to the real world? How will this lesson help you solve real life problems?</a:t>
            </a:r>
            <a:endParaRPr b="1" sz="1100"/>
          </a:p>
        </p:txBody>
      </p:sp>
      <p:sp>
        <p:nvSpPr>
          <p:cNvPr id="9926" name="Google Shape;9926;p8"/>
          <p:cNvSpPr/>
          <p:nvPr/>
        </p:nvSpPr>
        <p:spPr>
          <a:xfrm>
            <a:off x="7818975" y="1147025"/>
            <a:ext cx="117525" cy="110100"/>
          </a:xfrm>
          <a:custGeom>
            <a:rect b="b" l="l" r="r" t="t"/>
            <a:pathLst>
              <a:path extrusionOk="0" h="4404" w="4701">
                <a:moveTo>
                  <a:pt x="1951" y="1032"/>
                </a:moveTo>
                <a:cubicBezTo>
                  <a:pt x="1950" y="1033"/>
                  <a:pt x="1949" y="1033"/>
                  <a:pt x="1947" y="1033"/>
                </a:cubicBezTo>
                <a:cubicBezTo>
                  <a:pt x="1948" y="1033"/>
                  <a:pt x="1950" y="1033"/>
                  <a:pt x="1951" y="1032"/>
                </a:cubicBezTo>
                <a:close/>
                <a:moveTo>
                  <a:pt x="2857" y="1059"/>
                </a:moveTo>
                <a:cubicBezTo>
                  <a:pt x="2871" y="1059"/>
                  <a:pt x="2889" y="1066"/>
                  <a:pt x="2907" y="1075"/>
                </a:cubicBezTo>
                <a:lnTo>
                  <a:pt x="2907" y="1075"/>
                </a:lnTo>
                <a:cubicBezTo>
                  <a:pt x="2887" y="1068"/>
                  <a:pt x="2858" y="1059"/>
                  <a:pt x="2857" y="1059"/>
                </a:cubicBezTo>
                <a:close/>
                <a:moveTo>
                  <a:pt x="3091" y="1185"/>
                </a:moveTo>
                <a:cubicBezTo>
                  <a:pt x="3091" y="1185"/>
                  <a:pt x="3091" y="1185"/>
                  <a:pt x="3091" y="1185"/>
                </a:cubicBezTo>
                <a:lnTo>
                  <a:pt x="3091" y="1185"/>
                </a:lnTo>
                <a:cubicBezTo>
                  <a:pt x="3091" y="1185"/>
                  <a:pt x="3091" y="1185"/>
                  <a:pt x="3091" y="1185"/>
                </a:cubicBezTo>
                <a:close/>
                <a:moveTo>
                  <a:pt x="3104" y="1198"/>
                </a:moveTo>
                <a:cubicBezTo>
                  <a:pt x="3111" y="1203"/>
                  <a:pt x="3118" y="1208"/>
                  <a:pt x="3125" y="1213"/>
                </a:cubicBezTo>
                <a:cubicBezTo>
                  <a:pt x="3142" y="1224"/>
                  <a:pt x="3149" y="1229"/>
                  <a:pt x="3148" y="1229"/>
                </a:cubicBezTo>
                <a:cubicBezTo>
                  <a:pt x="3148" y="1229"/>
                  <a:pt x="3121" y="1211"/>
                  <a:pt x="3104" y="1198"/>
                </a:cubicBezTo>
                <a:close/>
                <a:moveTo>
                  <a:pt x="1747" y="3319"/>
                </a:moveTo>
                <a:cubicBezTo>
                  <a:pt x="1767" y="3326"/>
                  <a:pt x="1803" y="3338"/>
                  <a:pt x="1802" y="3338"/>
                </a:cubicBezTo>
                <a:cubicBezTo>
                  <a:pt x="1800" y="3339"/>
                  <a:pt x="1799" y="3339"/>
                  <a:pt x="1797" y="3339"/>
                </a:cubicBezTo>
                <a:cubicBezTo>
                  <a:pt x="1785" y="3339"/>
                  <a:pt x="1766" y="3330"/>
                  <a:pt x="1747" y="3319"/>
                </a:cubicBezTo>
                <a:close/>
                <a:moveTo>
                  <a:pt x="2463" y="3393"/>
                </a:moveTo>
                <a:cubicBezTo>
                  <a:pt x="2461" y="3393"/>
                  <a:pt x="2459" y="3393"/>
                  <a:pt x="2456" y="3393"/>
                </a:cubicBezTo>
                <a:lnTo>
                  <a:pt x="2456" y="3393"/>
                </a:lnTo>
                <a:cubicBezTo>
                  <a:pt x="2459" y="3393"/>
                  <a:pt x="2462" y="3393"/>
                  <a:pt x="2463" y="3393"/>
                </a:cubicBezTo>
                <a:close/>
                <a:moveTo>
                  <a:pt x="2387" y="989"/>
                </a:moveTo>
                <a:cubicBezTo>
                  <a:pt x="2440" y="989"/>
                  <a:pt x="2491" y="989"/>
                  <a:pt x="2541" y="993"/>
                </a:cubicBezTo>
                <a:cubicBezTo>
                  <a:pt x="2560" y="993"/>
                  <a:pt x="2582" y="997"/>
                  <a:pt x="2601" y="998"/>
                </a:cubicBezTo>
                <a:lnTo>
                  <a:pt x="2601" y="998"/>
                </a:lnTo>
                <a:cubicBezTo>
                  <a:pt x="2682" y="1018"/>
                  <a:pt x="2761" y="1029"/>
                  <a:pt x="2840" y="1057"/>
                </a:cubicBezTo>
                <a:cubicBezTo>
                  <a:pt x="2857" y="1061"/>
                  <a:pt x="2876" y="1069"/>
                  <a:pt x="2895" y="1076"/>
                </a:cubicBezTo>
                <a:cubicBezTo>
                  <a:pt x="2906" y="1079"/>
                  <a:pt x="2914" y="1081"/>
                  <a:pt x="2919" y="1082"/>
                </a:cubicBezTo>
                <a:lnTo>
                  <a:pt x="2919" y="1082"/>
                </a:lnTo>
                <a:cubicBezTo>
                  <a:pt x="2944" y="1096"/>
                  <a:pt x="2968" y="1113"/>
                  <a:pt x="2984" y="1122"/>
                </a:cubicBezTo>
                <a:cubicBezTo>
                  <a:pt x="3015" y="1139"/>
                  <a:pt x="3049" y="1160"/>
                  <a:pt x="3080" y="1181"/>
                </a:cubicBezTo>
                <a:cubicBezTo>
                  <a:pt x="3084" y="1184"/>
                  <a:pt x="3088" y="1186"/>
                  <a:pt x="3092" y="1189"/>
                </a:cubicBezTo>
                <a:lnTo>
                  <a:pt x="3092" y="1189"/>
                </a:lnTo>
                <a:cubicBezTo>
                  <a:pt x="3107" y="1217"/>
                  <a:pt x="3258" y="1347"/>
                  <a:pt x="3274" y="1366"/>
                </a:cubicBezTo>
                <a:cubicBezTo>
                  <a:pt x="3278" y="1370"/>
                  <a:pt x="3281" y="1374"/>
                  <a:pt x="3284" y="1378"/>
                </a:cubicBezTo>
                <a:lnTo>
                  <a:pt x="3284" y="1378"/>
                </a:lnTo>
                <a:cubicBezTo>
                  <a:pt x="3304" y="1410"/>
                  <a:pt x="3328" y="1440"/>
                  <a:pt x="3348" y="1474"/>
                </a:cubicBezTo>
                <a:cubicBezTo>
                  <a:pt x="3367" y="1503"/>
                  <a:pt x="3386" y="1535"/>
                  <a:pt x="3403" y="1569"/>
                </a:cubicBezTo>
                <a:cubicBezTo>
                  <a:pt x="3409" y="1579"/>
                  <a:pt x="3414" y="1591"/>
                  <a:pt x="3420" y="1604"/>
                </a:cubicBezTo>
                <a:lnTo>
                  <a:pt x="3420" y="1604"/>
                </a:lnTo>
                <a:cubicBezTo>
                  <a:pt x="3420" y="1602"/>
                  <a:pt x="3420" y="1600"/>
                  <a:pt x="3420" y="1598"/>
                </a:cubicBezTo>
                <a:lnTo>
                  <a:pt x="3420" y="1598"/>
                </a:lnTo>
                <a:cubicBezTo>
                  <a:pt x="3420" y="1600"/>
                  <a:pt x="3420" y="1602"/>
                  <a:pt x="3420" y="1604"/>
                </a:cubicBezTo>
                <a:lnTo>
                  <a:pt x="3420" y="1604"/>
                </a:lnTo>
                <a:cubicBezTo>
                  <a:pt x="3420" y="1604"/>
                  <a:pt x="3420" y="1604"/>
                  <a:pt x="3420" y="1604"/>
                </a:cubicBezTo>
                <a:lnTo>
                  <a:pt x="3420" y="1604"/>
                </a:lnTo>
                <a:cubicBezTo>
                  <a:pt x="3420" y="1621"/>
                  <a:pt x="3423" y="1634"/>
                  <a:pt x="3427" y="1644"/>
                </a:cubicBezTo>
                <a:lnTo>
                  <a:pt x="3427" y="1644"/>
                </a:lnTo>
                <a:cubicBezTo>
                  <a:pt x="3423" y="1630"/>
                  <a:pt x="3420" y="1616"/>
                  <a:pt x="3420" y="1604"/>
                </a:cubicBezTo>
                <a:lnTo>
                  <a:pt x="3420" y="1604"/>
                </a:lnTo>
                <a:cubicBezTo>
                  <a:pt x="3422" y="1608"/>
                  <a:pt x="3424" y="1613"/>
                  <a:pt x="3426" y="1617"/>
                </a:cubicBezTo>
                <a:cubicBezTo>
                  <a:pt x="3442" y="1646"/>
                  <a:pt x="3443" y="1659"/>
                  <a:pt x="3439" y="1659"/>
                </a:cubicBezTo>
                <a:cubicBezTo>
                  <a:pt x="3436" y="1659"/>
                  <a:pt x="3432" y="1654"/>
                  <a:pt x="3427" y="1644"/>
                </a:cubicBezTo>
                <a:lnTo>
                  <a:pt x="3427" y="1644"/>
                </a:lnTo>
                <a:cubicBezTo>
                  <a:pt x="3443" y="1697"/>
                  <a:pt x="3479" y="1760"/>
                  <a:pt x="3491" y="1802"/>
                </a:cubicBezTo>
                <a:cubicBezTo>
                  <a:pt x="3500" y="1838"/>
                  <a:pt x="3508" y="1874"/>
                  <a:pt x="3517" y="1910"/>
                </a:cubicBezTo>
                <a:cubicBezTo>
                  <a:pt x="3521" y="1933"/>
                  <a:pt x="3525" y="1954"/>
                  <a:pt x="3529" y="1977"/>
                </a:cubicBezTo>
                <a:cubicBezTo>
                  <a:pt x="3534" y="2005"/>
                  <a:pt x="3537" y="2015"/>
                  <a:pt x="3538" y="2015"/>
                </a:cubicBezTo>
                <a:cubicBezTo>
                  <a:pt x="3540" y="2015"/>
                  <a:pt x="3530" y="1942"/>
                  <a:pt x="3525" y="1939"/>
                </a:cubicBezTo>
                <a:lnTo>
                  <a:pt x="3525" y="1939"/>
                </a:lnTo>
                <a:cubicBezTo>
                  <a:pt x="3550" y="1954"/>
                  <a:pt x="3538" y="2142"/>
                  <a:pt x="3538" y="2173"/>
                </a:cubicBezTo>
                <a:cubicBezTo>
                  <a:pt x="3538" y="2215"/>
                  <a:pt x="3535" y="2257"/>
                  <a:pt x="3533" y="2297"/>
                </a:cubicBezTo>
                <a:cubicBezTo>
                  <a:pt x="3532" y="2312"/>
                  <a:pt x="3530" y="2326"/>
                  <a:pt x="3529" y="2339"/>
                </a:cubicBezTo>
                <a:lnTo>
                  <a:pt x="3529" y="2339"/>
                </a:lnTo>
                <a:cubicBezTo>
                  <a:pt x="3514" y="2409"/>
                  <a:pt x="3504" y="2477"/>
                  <a:pt x="3483" y="2546"/>
                </a:cubicBezTo>
                <a:cubicBezTo>
                  <a:pt x="3472" y="2582"/>
                  <a:pt x="3462" y="2618"/>
                  <a:pt x="3449" y="2651"/>
                </a:cubicBezTo>
                <a:cubicBezTo>
                  <a:pt x="3445" y="2663"/>
                  <a:pt x="3440" y="2676"/>
                  <a:pt x="3436" y="2688"/>
                </a:cubicBezTo>
                <a:lnTo>
                  <a:pt x="3436" y="2688"/>
                </a:lnTo>
                <a:cubicBezTo>
                  <a:pt x="3398" y="2751"/>
                  <a:pt x="3369" y="2818"/>
                  <a:pt x="3329" y="2881"/>
                </a:cubicBezTo>
                <a:cubicBezTo>
                  <a:pt x="3324" y="2889"/>
                  <a:pt x="3300" y="2922"/>
                  <a:pt x="3284" y="2945"/>
                </a:cubicBezTo>
                <a:lnTo>
                  <a:pt x="3284" y="2945"/>
                </a:lnTo>
                <a:cubicBezTo>
                  <a:pt x="3263" y="2968"/>
                  <a:pt x="3232" y="3005"/>
                  <a:pt x="3224" y="3014"/>
                </a:cubicBezTo>
                <a:cubicBezTo>
                  <a:pt x="3198" y="3041"/>
                  <a:pt x="3171" y="3069"/>
                  <a:pt x="3142" y="3094"/>
                </a:cubicBezTo>
                <a:cubicBezTo>
                  <a:pt x="3127" y="3106"/>
                  <a:pt x="3112" y="3119"/>
                  <a:pt x="3099" y="3132"/>
                </a:cubicBezTo>
                <a:cubicBezTo>
                  <a:pt x="3075" y="3154"/>
                  <a:pt x="3071" y="3163"/>
                  <a:pt x="3076" y="3163"/>
                </a:cubicBezTo>
                <a:cubicBezTo>
                  <a:pt x="3076" y="3163"/>
                  <a:pt x="3077" y="3163"/>
                  <a:pt x="3078" y="3162"/>
                </a:cubicBezTo>
                <a:lnTo>
                  <a:pt x="3078" y="3162"/>
                </a:lnTo>
                <a:cubicBezTo>
                  <a:pt x="3021" y="3203"/>
                  <a:pt x="2923" y="3245"/>
                  <a:pt x="2889" y="3262"/>
                </a:cubicBezTo>
                <a:cubicBezTo>
                  <a:pt x="2863" y="3275"/>
                  <a:pt x="2803" y="3296"/>
                  <a:pt x="2805" y="3296"/>
                </a:cubicBezTo>
                <a:cubicBezTo>
                  <a:pt x="2806" y="3296"/>
                  <a:pt x="2822" y="3291"/>
                  <a:pt x="2866" y="3277"/>
                </a:cubicBezTo>
                <a:lnTo>
                  <a:pt x="2866" y="3277"/>
                </a:lnTo>
                <a:cubicBezTo>
                  <a:pt x="2823" y="3292"/>
                  <a:pt x="2783" y="3309"/>
                  <a:pt x="2741" y="3323"/>
                </a:cubicBezTo>
                <a:cubicBezTo>
                  <a:pt x="2642" y="3355"/>
                  <a:pt x="2541" y="3376"/>
                  <a:pt x="2438" y="3395"/>
                </a:cubicBezTo>
                <a:cubicBezTo>
                  <a:pt x="2437" y="3395"/>
                  <a:pt x="2437" y="3395"/>
                  <a:pt x="2437" y="3395"/>
                </a:cubicBezTo>
                <a:lnTo>
                  <a:pt x="2437" y="3395"/>
                </a:lnTo>
                <a:cubicBezTo>
                  <a:pt x="2416" y="3397"/>
                  <a:pt x="2395" y="3400"/>
                  <a:pt x="2375" y="3401"/>
                </a:cubicBezTo>
                <a:cubicBezTo>
                  <a:pt x="2330" y="3403"/>
                  <a:pt x="2284" y="3406"/>
                  <a:pt x="2240" y="3406"/>
                </a:cubicBezTo>
                <a:cubicBezTo>
                  <a:pt x="2226" y="3406"/>
                  <a:pt x="2211" y="3406"/>
                  <a:pt x="2197" y="3406"/>
                </a:cubicBezTo>
                <a:cubicBezTo>
                  <a:pt x="2163" y="3406"/>
                  <a:pt x="2129" y="3405"/>
                  <a:pt x="2094" y="3403"/>
                </a:cubicBezTo>
                <a:cubicBezTo>
                  <a:pt x="2081" y="3402"/>
                  <a:pt x="2067" y="3400"/>
                  <a:pt x="2054" y="3398"/>
                </a:cubicBezTo>
                <a:lnTo>
                  <a:pt x="2054" y="3398"/>
                </a:lnTo>
                <a:cubicBezTo>
                  <a:pt x="1975" y="3376"/>
                  <a:pt x="1893" y="3365"/>
                  <a:pt x="1814" y="3340"/>
                </a:cubicBezTo>
                <a:cubicBezTo>
                  <a:pt x="1797" y="3334"/>
                  <a:pt x="1778" y="3326"/>
                  <a:pt x="1762" y="3321"/>
                </a:cubicBezTo>
                <a:cubicBezTo>
                  <a:pt x="1752" y="3318"/>
                  <a:pt x="1745" y="3316"/>
                  <a:pt x="1740" y="3315"/>
                </a:cubicBezTo>
                <a:lnTo>
                  <a:pt x="1740" y="3315"/>
                </a:lnTo>
                <a:cubicBezTo>
                  <a:pt x="1716" y="3301"/>
                  <a:pt x="1691" y="3283"/>
                  <a:pt x="1679" y="3277"/>
                </a:cubicBezTo>
                <a:cubicBezTo>
                  <a:pt x="1648" y="3258"/>
                  <a:pt x="1616" y="3241"/>
                  <a:pt x="1587" y="3220"/>
                </a:cubicBezTo>
                <a:cubicBezTo>
                  <a:pt x="1572" y="3210"/>
                  <a:pt x="1557" y="3199"/>
                  <a:pt x="1543" y="3191"/>
                </a:cubicBezTo>
                <a:cubicBezTo>
                  <a:pt x="1525" y="3180"/>
                  <a:pt x="1519" y="3175"/>
                  <a:pt x="1519" y="3175"/>
                </a:cubicBezTo>
                <a:lnTo>
                  <a:pt x="1519" y="3175"/>
                </a:lnTo>
                <a:cubicBezTo>
                  <a:pt x="1518" y="3175"/>
                  <a:pt x="1582" y="3218"/>
                  <a:pt x="1580" y="3218"/>
                </a:cubicBezTo>
                <a:cubicBezTo>
                  <a:pt x="1580" y="3218"/>
                  <a:pt x="1579" y="3218"/>
                  <a:pt x="1578" y="3218"/>
                </a:cubicBezTo>
                <a:cubicBezTo>
                  <a:pt x="1542" y="3218"/>
                  <a:pt x="1420" y="3070"/>
                  <a:pt x="1399" y="3045"/>
                </a:cubicBezTo>
                <a:cubicBezTo>
                  <a:pt x="1384" y="3030"/>
                  <a:pt x="1353" y="2977"/>
                  <a:pt x="1351" y="2977"/>
                </a:cubicBezTo>
                <a:lnTo>
                  <a:pt x="1351" y="2977"/>
                </a:lnTo>
                <a:cubicBezTo>
                  <a:pt x="1350" y="2977"/>
                  <a:pt x="1354" y="2985"/>
                  <a:pt x="1363" y="3005"/>
                </a:cubicBezTo>
                <a:cubicBezTo>
                  <a:pt x="1372" y="3025"/>
                  <a:pt x="1375" y="3032"/>
                  <a:pt x="1374" y="3032"/>
                </a:cubicBezTo>
                <a:cubicBezTo>
                  <a:pt x="1372" y="3032"/>
                  <a:pt x="1335" y="2962"/>
                  <a:pt x="1326" y="2946"/>
                </a:cubicBezTo>
                <a:cubicBezTo>
                  <a:pt x="1285" y="2881"/>
                  <a:pt x="1252" y="2814"/>
                  <a:pt x="1215" y="2746"/>
                </a:cubicBezTo>
                <a:lnTo>
                  <a:pt x="1215" y="2746"/>
                </a:lnTo>
                <a:cubicBezTo>
                  <a:pt x="1214" y="2743"/>
                  <a:pt x="1213" y="2740"/>
                  <a:pt x="1212" y="2736"/>
                </a:cubicBezTo>
                <a:cubicBezTo>
                  <a:pt x="1199" y="2702"/>
                  <a:pt x="1187" y="2668"/>
                  <a:pt x="1176" y="2635"/>
                </a:cubicBezTo>
                <a:cubicBezTo>
                  <a:pt x="1153" y="2559"/>
                  <a:pt x="1132" y="2481"/>
                  <a:pt x="1119" y="2403"/>
                </a:cubicBezTo>
                <a:cubicBezTo>
                  <a:pt x="1119" y="2401"/>
                  <a:pt x="1118" y="2399"/>
                  <a:pt x="1118" y="2397"/>
                </a:cubicBezTo>
                <a:lnTo>
                  <a:pt x="1118" y="2397"/>
                </a:lnTo>
                <a:cubicBezTo>
                  <a:pt x="1122" y="2365"/>
                  <a:pt x="1108" y="2315"/>
                  <a:pt x="1106" y="2283"/>
                </a:cubicBezTo>
                <a:cubicBezTo>
                  <a:pt x="1102" y="2203"/>
                  <a:pt x="1102" y="2123"/>
                  <a:pt x="1106" y="2043"/>
                </a:cubicBezTo>
                <a:cubicBezTo>
                  <a:pt x="1107" y="2033"/>
                  <a:pt x="1110" y="2004"/>
                  <a:pt x="1113" y="1978"/>
                </a:cubicBezTo>
                <a:lnTo>
                  <a:pt x="1113" y="1978"/>
                </a:lnTo>
                <a:cubicBezTo>
                  <a:pt x="1117" y="1953"/>
                  <a:pt x="1123" y="1911"/>
                  <a:pt x="1125" y="1899"/>
                </a:cubicBezTo>
                <a:cubicBezTo>
                  <a:pt x="1144" y="1813"/>
                  <a:pt x="1170" y="1731"/>
                  <a:pt x="1197" y="1647"/>
                </a:cubicBezTo>
                <a:cubicBezTo>
                  <a:pt x="1199" y="1642"/>
                  <a:pt x="1200" y="1637"/>
                  <a:pt x="1201" y="1634"/>
                </a:cubicBezTo>
                <a:lnTo>
                  <a:pt x="1201" y="1634"/>
                </a:lnTo>
                <a:cubicBezTo>
                  <a:pt x="1203" y="1630"/>
                  <a:pt x="1205" y="1626"/>
                  <a:pt x="1208" y="1621"/>
                </a:cubicBezTo>
                <a:cubicBezTo>
                  <a:pt x="1227" y="1583"/>
                  <a:pt x="1246" y="1543"/>
                  <a:pt x="1269" y="1507"/>
                </a:cubicBezTo>
                <a:cubicBezTo>
                  <a:pt x="1290" y="1470"/>
                  <a:pt x="1313" y="1434"/>
                  <a:pt x="1338" y="1398"/>
                </a:cubicBezTo>
                <a:cubicBezTo>
                  <a:pt x="1341" y="1394"/>
                  <a:pt x="1344" y="1390"/>
                  <a:pt x="1346" y="1386"/>
                </a:cubicBezTo>
                <a:lnTo>
                  <a:pt x="1346" y="1386"/>
                </a:lnTo>
                <a:cubicBezTo>
                  <a:pt x="1346" y="1386"/>
                  <a:pt x="1346" y="1386"/>
                  <a:pt x="1347" y="1385"/>
                </a:cubicBezTo>
                <a:cubicBezTo>
                  <a:pt x="1399" y="1329"/>
                  <a:pt x="1454" y="1275"/>
                  <a:pt x="1511" y="1223"/>
                </a:cubicBezTo>
                <a:lnTo>
                  <a:pt x="1511" y="1223"/>
                </a:lnTo>
                <a:cubicBezTo>
                  <a:pt x="1524" y="1213"/>
                  <a:pt x="1537" y="1203"/>
                  <a:pt x="1551" y="1194"/>
                </a:cubicBezTo>
                <a:cubicBezTo>
                  <a:pt x="1589" y="1170"/>
                  <a:pt x="1627" y="1147"/>
                  <a:pt x="1667" y="1126"/>
                </a:cubicBezTo>
                <a:cubicBezTo>
                  <a:pt x="1682" y="1119"/>
                  <a:pt x="1697" y="1111"/>
                  <a:pt x="1712" y="1103"/>
                </a:cubicBezTo>
                <a:lnTo>
                  <a:pt x="1712" y="1103"/>
                </a:lnTo>
                <a:cubicBezTo>
                  <a:pt x="1755" y="1090"/>
                  <a:pt x="1797" y="1075"/>
                  <a:pt x="1840" y="1063"/>
                </a:cubicBezTo>
                <a:cubicBezTo>
                  <a:pt x="1884" y="1050"/>
                  <a:pt x="1928" y="1042"/>
                  <a:pt x="1970" y="1031"/>
                </a:cubicBezTo>
                <a:cubicBezTo>
                  <a:pt x="1976" y="1030"/>
                  <a:pt x="1983" y="1028"/>
                  <a:pt x="1990" y="1026"/>
                </a:cubicBezTo>
                <a:lnTo>
                  <a:pt x="1990" y="1026"/>
                </a:lnTo>
                <a:cubicBezTo>
                  <a:pt x="2008" y="1025"/>
                  <a:pt x="2026" y="1024"/>
                  <a:pt x="2042" y="1023"/>
                </a:cubicBezTo>
                <a:cubicBezTo>
                  <a:pt x="2063" y="1021"/>
                  <a:pt x="2083" y="1018"/>
                  <a:pt x="2104" y="1015"/>
                </a:cubicBezTo>
                <a:lnTo>
                  <a:pt x="2104" y="1015"/>
                </a:lnTo>
                <a:cubicBezTo>
                  <a:pt x="2127" y="1013"/>
                  <a:pt x="2151" y="1010"/>
                  <a:pt x="2175" y="1006"/>
                </a:cubicBezTo>
                <a:cubicBezTo>
                  <a:pt x="2200" y="1002"/>
                  <a:pt x="2223" y="998"/>
                  <a:pt x="2248" y="996"/>
                </a:cubicBezTo>
                <a:lnTo>
                  <a:pt x="2248" y="996"/>
                </a:lnTo>
                <a:cubicBezTo>
                  <a:pt x="2202" y="1002"/>
                  <a:pt x="2186" y="1004"/>
                  <a:pt x="2186" y="1004"/>
                </a:cubicBezTo>
                <a:cubicBezTo>
                  <a:pt x="2187" y="1004"/>
                  <a:pt x="2227" y="999"/>
                  <a:pt x="2246" y="998"/>
                </a:cubicBezTo>
                <a:cubicBezTo>
                  <a:pt x="2293" y="996"/>
                  <a:pt x="2341" y="991"/>
                  <a:pt x="2387" y="989"/>
                </a:cubicBezTo>
                <a:close/>
                <a:moveTo>
                  <a:pt x="2431" y="0"/>
                </a:moveTo>
                <a:cubicBezTo>
                  <a:pt x="2283" y="0"/>
                  <a:pt x="2134" y="12"/>
                  <a:pt x="1987" y="33"/>
                </a:cubicBezTo>
                <a:lnTo>
                  <a:pt x="1987" y="33"/>
                </a:lnTo>
                <a:cubicBezTo>
                  <a:pt x="1519" y="79"/>
                  <a:pt x="1082" y="246"/>
                  <a:pt x="738" y="578"/>
                </a:cubicBezTo>
                <a:cubicBezTo>
                  <a:pt x="443" y="863"/>
                  <a:pt x="236" y="1259"/>
                  <a:pt x="158" y="1661"/>
                </a:cubicBezTo>
                <a:cubicBezTo>
                  <a:pt x="0" y="2477"/>
                  <a:pt x="228" y="3403"/>
                  <a:pt x="896" y="3941"/>
                </a:cubicBezTo>
                <a:cubicBezTo>
                  <a:pt x="1283" y="4251"/>
                  <a:pt x="1777" y="4404"/>
                  <a:pt x="2272" y="4404"/>
                </a:cubicBezTo>
                <a:cubicBezTo>
                  <a:pt x="2762" y="4404"/>
                  <a:pt x="3253" y="4255"/>
                  <a:pt x="3645" y="3962"/>
                </a:cubicBezTo>
                <a:cubicBezTo>
                  <a:pt x="4395" y="3401"/>
                  <a:pt x="4700" y="2409"/>
                  <a:pt x="4443" y="1512"/>
                </a:cubicBezTo>
                <a:cubicBezTo>
                  <a:pt x="4302" y="1025"/>
                  <a:pt x="4003" y="604"/>
                  <a:pt x="3582" y="321"/>
                </a:cubicBezTo>
                <a:cubicBezTo>
                  <a:pt x="3236" y="89"/>
                  <a:pt x="2836" y="0"/>
                  <a:pt x="243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27" name="Google Shape;9927;p8"/>
          <p:cNvSpPr/>
          <p:nvPr/>
        </p:nvSpPr>
        <p:spPr>
          <a:xfrm>
            <a:off x="6518075" y="833200"/>
            <a:ext cx="176025" cy="165050"/>
          </a:xfrm>
          <a:custGeom>
            <a:rect b="b" l="l" r="r" t="t"/>
            <a:pathLst>
              <a:path extrusionOk="0" h="6602" w="7041">
                <a:moveTo>
                  <a:pt x="4935" y="1378"/>
                </a:moveTo>
                <a:cubicBezTo>
                  <a:pt x="4939" y="1380"/>
                  <a:pt x="4948" y="1387"/>
                  <a:pt x="4965" y="1400"/>
                </a:cubicBezTo>
                <a:cubicBezTo>
                  <a:pt x="4955" y="1392"/>
                  <a:pt x="4945" y="1385"/>
                  <a:pt x="4935" y="1378"/>
                </a:cubicBezTo>
                <a:close/>
                <a:moveTo>
                  <a:pt x="1630" y="1762"/>
                </a:moveTo>
                <a:lnTo>
                  <a:pt x="1630" y="1762"/>
                </a:lnTo>
                <a:cubicBezTo>
                  <a:pt x="1621" y="1773"/>
                  <a:pt x="1618" y="1778"/>
                  <a:pt x="1618" y="1778"/>
                </a:cubicBezTo>
                <a:cubicBezTo>
                  <a:pt x="1618" y="1778"/>
                  <a:pt x="1623" y="1771"/>
                  <a:pt x="1630" y="1762"/>
                </a:cubicBezTo>
                <a:close/>
                <a:moveTo>
                  <a:pt x="3639" y="986"/>
                </a:moveTo>
                <a:cubicBezTo>
                  <a:pt x="4036" y="986"/>
                  <a:pt x="4418" y="1072"/>
                  <a:pt x="4734" y="1250"/>
                </a:cubicBezTo>
                <a:cubicBezTo>
                  <a:pt x="4786" y="1280"/>
                  <a:pt x="4839" y="1313"/>
                  <a:pt x="4890" y="1347"/>
                </a:cubicBezTo>
                <a:cubicBezTo>
                  <a:pt x="4906" y="1357"/>
                  <a:pt x="4921" y="1367"/>
                  <a:pt x="4935" y="1378"/>
                </a:cubicBezTo>
                <a:lnTo>
                  <a:pt x="4935" y="1378"/>
                </a:lnTo>
                <a:cubicBezTo>
                  <a:pt x="4934" y="1377"/>
                  <a:pt x="4933" y="1376"/>
                  <a:pt x="4933" y="1376"/>
                </a:cubicBezTo>
                <a:lnTo>
                  <a:pt x="4933" y="1376"/>
                </a:lnTo>
                <a:cubicBezTo>
                  <a:pt x="4934" y="1376"/>
                  <a:pt x="4964" y="1397"/>
                  <a:pt x="4972" y="1404"/>
                </a:cubicBezTo>
                <a:cubicBezTo>
                  <a:pt x="5081" y="1495"/>
                  <a:pt x="5182" y="1594"/>
                  <a:pt x="5275" y="1701"/>
                </a:cubicBezTo>
                <a:cubicBezTo>
                  <a:pt x="5296" y="1724"/>
                  <a:pt x="5315" y="1747"/>
                  <a:pt x="5332" y="1771"/>
                </a:cubicBezTo>
                <a:cubicBezTo>
                  <a:pt x="5336" y="1776"/>
                  <a:pt x="5339" y="1780"/>
                  <a:pt x="5342" y="1782"/>
                </a:cubicBezTo>
                <a:lnTo>
                  <a:pt x="5342" y="1782"/>
                </a:lnTo>
                <a:cubicBezTo>
                  <a:pt x="5378" y="1835"/>
                  <a:pt x="5414" y="1889"/>
                  <a:pt x="5446" y="1943"/>
                </a:cubicBezTo>
                <a:cubicBezTo>
                  <a:pt x="5477" y="1994"/>
                  <a:pt x="5507" y="2045"/>
                  <a:pt x="5534" y="2097"/>
                </a:cubicBezTo>
                <a:cubicBezTo>
                  <a:pt x="5548" y="2126"/>
                  <a:pt x="5603" y="2244"/>
                  <a:pt x="5604" y="2244"/>
                </a:cubicBezTo>
                <a:cubicBezTo>
                  <a:pt x="5605" y="2244"/>
                  <a:pt x="5604" y="2244"/>
                  <a:pt x="5604" y="2242"/>
                </a:cubicBezTo>
                <a:lnTo>
                  <a:pt x="5604" y="2242"/>
                </a:lnTo>
                <a:cubicBezTo>
                  <a:pt x="5646" y="2347"/>
                  <a:pt x="5682" y="2454"/>
                  <a:pt x="5711" y="2561"/>
                </a:cubicBezTo>
                <a:cubicBezTo>
                  <a:pt x="5726" y="2620"/>
                  <a:pt x="5741" y="2679"/>
                  <a:pt x="5751" y="2738"/>
                </a:cubicBezTo>
                <a:cubicBezTo>
                  <a:pt x="5756" y="2758"/>
                  <a:pt x="5778" y="2901"/>
                  <a:pt x="5781" y="2901"/>
                </a:cubicBezTo>
                <a:cubicBezTo>
                  <a:pt x="5781" y="2901"/>
                  <a:pt x="5781" y="2892"/>
                  <a:pt x="5779" y="2872"/>
                </a:cubicBezTo>
                <a:lnTo>
                  <a:pt x="5779" y="2872"/>
                </a:lnTo>
                <a:cubicBezTo>
                  <a:pt x="5793" y="2999"/>
                  <a:pt x="5800" y="3127"/>
                  <a:pt x="5800" y="3256"/>
                </a:cubicBezTo>
                <a:cubicBezTo>
                  <a:pt x="5798" y="3323"/>
                  <a:pt x="5796" y="3393"/>
                  <a:pt x="5791" y="3460"/>
                </a:cubicBezTo>
                <a:cubicBezTo>
                  <a:pt x="5787" y="3518"/>
                  <a:pt x="5781" y="3572"/>
                  <a:pt x="5780" y="3582"/>
                </a:cubicBezTo>
                <a:lnTo>
                  <a:pt x="5780" y="3582"/>
                </a:lnTo>
                <a:cubicBezTo>
                  <a:pt x="5759" y="3706"/>
                  <a:pt x="5734" y="3831"/>
                  <a:pt x="5699" y="3953"/>
                </a:cubicBezTo>
                <a:cubicBezTo>
                  <a:pt x="5682" y="4012"/>
                  <a:pt x="5663" y="4069"/>
                  <a:pt x="5642" y="4126"/>
                </a:cubicBezTo>
                <a:cubicBezTo>
                  <a:pt x="5631" y="4155"/>
                  <a:pt x="5621" y="4183"/>
                  <a:pt x="5610" y="4212"/>
                </a:cubicBezTo>
                <a:cubicBezTo>
                  <a:pt x="5606" y="4223"/>
                  <a:pt x="5602" y="4232"/>
                  <a:pt x="5600" y="4238"/>
                </a:cubicBezTo>
                <a:lnTo>
                  <a:pt x="5600" y="4238"/>
                </a:lnTo>
                <a:cubicBezTo>
                  <a:pt x="5597" y="4244"/>
                  <a:pt x="5593" y="4252"/>
                  <a:pt x="5589" y="4261"/>
                </a:cubicBezTo>
                <a:cubicBezTo>
                  <a:pt x="5534" y="4370"/>
                  <a:pt x="5477" y="4478"/>
                  <a:pt x="5412" y="4581"/>
                </a:cubicBezTo>
                <a:cubicBezTo>
                  <a:pt x="5311" y="4737"/>
                  <a:pt x="5324" y="4720"/>
                  <a:pt x="5189" y="4863"/>
                </a:cubicBezTo>
                <a:cubicBezTo>
                  <a:pt x="4814" y="5261"/>
                  <a:pt x="4355" y="5476"/>
                  <a:pt x="3756" y="5573"/>
                </a:cubicBezTo>
                <a:cubicBezTo>
                  <a:pt x="3620" y="5595"/>
                  <a:pt x="3482" y="5605"/>
                  <a:pt x="3344" y="5605"/>
                </a:cubicBezTo>
                <a:cubicBezTo>
                  <a:pt x="2954" y="5605"/>
                  <a:pt x="2572" y="5519"/>
                  <a:pt x="2265" y="5346"/>
                </a:cubicBezTo>
                <a:cubicBezTo>
                  <a:pt x="2214" y="5316"/>
                  <a:pt x="2164" y="5285"/>
                  <a:pt x="2113" y="5253"/>
                </a:cubicBezTo>
                <a:cubicBezTo>
                  <a:pt x="2098" y="5243"/>
                  <a:pt x="2015" y="5180"/>
                  <a:pt x="2013" y="5180"/>
                </a:cubicBezTo>
                <a:lnTo>
                  <a:pt x="2013" y="5180"/>
                </a:lnTo>
                <a:cubicBezTo>
                  <a:pt x="2013" y="5180"/>
                  <a:pt x="2019" y="5186"/>
                  <a:pt x="2037" y="5200"/>
                </a:cubicBezTo>
                <a:cubicBezTo>
                  <a:pt x="1930" y="5114"/>
                  <a:pt x="1831" y="5019"/>
                  <a:pt x="1740" y="4916"/>
                </a:cubicBezTo>
                <a:cubicBezTo>
                  <a:pt x="1728" y="4902"/>
                  <a:pt x="1675" y="4837"/>
                  <a:pt x="1657" y="4816"/>
                </a:cubicBezTo>
                <a:lnTo>
                  <a:pt x="1657" y="4816"/>
                </a:lnTo>
                <a:cubicBezTo>
                  <a:pt x="1647" y="4801"/>
                  <a:pt x="1584" y="4711"/>
                  <a:pt x="1570" y="4688"/>
                </a:cubicBezTo>
                <a:cubicBezTo>
                  <a:pt x="1500" y="4579"/>
                  <a:pt x="1439" y="4465"/>
                  <a:pt x="1382" y="4347"/>
                </a:cubicBezTo>
                <a:cubicBezTo>
                  <a:pt x="1372" y="4327"/>
                  <a:pt x="1369" y="4322"/>
                  <a:pt x="1368" y="4322"/>
                </a:cubicBezTo>
                <a:lnTo>
                  <a:pt x="1368" y="4322"/>
                </a:lnTo>
                <a:cubicBezTo>
                  <a:pt x="1368" y="4322"/>
                  <a:pt x="1368" y="4322"/>
                  <a:pt x="1368" y="4322"/>
                </a:cubicBezTo>
                <a:lnTo>
                  <a:pt x="1368" y="4322"/>
                </a:lnTo>
                <a:cubicBezTo>
                  <a:pt x="1366" y="4315"/>
                  <a:pt x="1360" y="4299"/>
                  <a:pt x="1348" y="4265"/>
                </a:cubicBezTo>
                <a:cubicBezTo>
                  <a:pt x="1329" y="4210"/>
                  <a:pt x="1308" y="4155"/>
                  <a:pt x="1291" y="4101"/>
                </a:cubicBezTo>
                <a:cubicBezTo>
                  <a:pt x="1251" y="3974"/>
                  <a:pt x="1220" y="3848"/>
                  <a:pt x="1197" y="3717"/>
                </a:cubicBezTo>
                <a:cubicBezTo>
                  <a:pt x="1192" y="3696"/>
                  <a:pt x="1179" y="3596"/>
                  <a:pt x="1178" y="3596"/>
                </a:cubicBezTo>
                <a:lnTo>
                  <a:pt x="1178" y="3596"/>
                </a:lnTo>
                <a:cubicBezTo>
                  <a:pt x="1178" y="3596"/>
                  <a:pt x="1179" y="3606"/>
                  <a:pt x="1182" y="3633"/>
                </a:cubicBezTo>
                <a:cubicBezTo>
                  <a:pt x="1173" y="3568"/>
                  <a:pt x="1167" y="3502"/>
                  <a:pt x="1165" y="3437"/>
                </a:cubicBezTo>
                <a:cubicBezTo>
                  <a:pt x="1157" y="3304"/>
                  <a:pt x="1157" y="3174"/>
                  <a:pt x="1165" y="3041"/>
                </a:cubicBezTo>
                <a:cubicBezTo>
                  <a:pt x="1167" y="3011"/>
                  <a:pt x="1179" y="2898"/>
                  <a:pt x="1181" y="2870"/>
                </a:cubicBezTo>
                <a:lnTo>
                  <a:pt x="1181" y="2870"/>
                </a:lnTo>
                <a:cubicBezTo>
                  <a:pt x="1186" y="2847"/>
                  <a:pt x="1203" y="2750"/>
                  <a:pt x="1209" y="2721"/>
                </a:cubicBezTo>
                <a:cubicBezTo>
                  <a:pt x="1239" y="2580"/>
                  <a:pt x="1281" y="2443"/>
                  <a:pt x="1327" y="2306"/>
                </a:cubicBezTo>
                <a:cubicBezTo>
                  <a:pt x="1342" y="2262"/>
                  <a:pt x="1345" y="2248"/>
                  <a:pt x="1346" y="2244"/>
                </a:cubicBezTo>
                <a:lnTo>
                  <a:pt x="1346" y="2244"/>
                </a:lnTo>
                <a:cubicBezTo>
                  <a:pt x="1348" y="2241"/>
                  <a:pt x="1355" y="2229"/>
                  <a:pt x="1376" y="2188"/>
                </a:cubicBezTo>
                <a:cubicBezTo>
                  <a:pt x="1407" y="2125"/>
                  <a:pt x="1439" y="2059"/>
                  <a:pt x="1475" y="1998"/>
                </a:cubicBezTo>
                <a:cubicBezTo>
                  <a:pt x="1511" y="1937"/>
                  <a:pt x="1551" y="1878"/>
                  <a:pt x="1588" y="1819"/>
                </a:cubicBezTo>
                <a:cubicBezTo>
                  <a:pt x="1603" y="1799"/>
                  <a:pt x="1618" y="1779"/>
                  <a:pt x="1632" y="1759"/>
                </a:cubicBezTo>
                <a:lnTo>
                  <a:pt x="1632" y="1759"/>
                </a:lnTo>
                <a:cubicBezTo>
                  <a:pt x="1639" y="1751"/>
                  <a:pt x="1646" y="1741"/>
                  <a:pt x="1654" y="1733"/>
                </a:cubicBezTo>
                <a:cubicBezTo>
                  <a:pt x="1744" y="1632"/>
                  <a:pt x="1839" y="1535"/>
                  <a:pt x="1945" y="1446"/>
                </a:cubicBezTo>
                <a:cubicBezTo>
                  <a:pt x="1949" y="1443"/>
                  <a:pt x="1952" y="1440"/>
                  <a:pt x="1955" y="1437"/>
                </a:cubicBezTo>
                <a:lnTo>
                  <a:pt x="1955" y="1437"/>
                </a:lnTo>
                <a:cubicBezTo>
                  <a:pt x="1958" y="1435"/>
                  <a:pt x="1960" y="1434"/>
                  <a:pt x="1963" y="1431"/>
                </a:cubicBezTo>
                <a:cubicBezTo>
                  <a:pt x="1993" y="1410"/>
                  <a:pt x="2022" y="1389"/>
                  <a:pt x="2054" y="1370"/>
                </a:cubicBezTo>
                <a:cubicBezTo>
                  <a:pt x="2115" y="1328"/>
                  <a:pt x="2180" y="1292"/>
                  <a:pt x="2246" y="1257"/>
                </a:cubicBezTo>
                <a:cubicBezTo>
                  <a:pt x="2372" y="1191"/>
                  <a:pt x="2412" y="1174"/>
                  <a:pt x="2604" y="1120"/>
                </a:cubicBezTo>
                <a:cubicBezTo>
                  <a:pt x="2802" y="1065"/>
                  <a:pt x="2859" y="1059"/>
                  <a:pt x="3023" y="1044"/>
                </a:cubicBezTo>
                <a:cubicBezTo>
                  <a:pt x="3046" y="1042"/>
                  <a:pt x="3069" y="1039"/>
                  <a:pt x="3092" y="1035"/>
                </a:cubicBezTo>
                <a:lnTo>
                  <a:pt x="3092" y="1035"/>
                </a:lnTo>
                <a:cubicBezTo>
                  <a:pt x="3113" y="1033"/>
                  <a:pt x="3134" y="1031"/>
                  <a:pt x="3156" y="1027"/>
                </a:cubicBezTo>
                <a:cubicBezTo>
                  <a:pt x="3317" y="1000"/>
                  <a:pt x="3479" y="986"/>
                  <a:pt x="3639" y="986"/>
                </a:cubicBezTo>
                <a:close/>
                <a:moveTo>
                  <a:pt x="3656" y="0"/>
                </a:moveTo>
                <a:cubicBezTo>
                  <a:pt x="3424" y="0"/>
                  <a:pt x="3191" y="20"/>
                  <a:pt x="2962" y="55"/>
                </a:cubicBezTo>
                <a:lnTo>
                  <a:pt x="2962" y="55"/>
                </a:lnTo>
                <a:cubicBezTo>
                  <a:pt x="1592" y="189"/>
                  <a:pt x="506" y="1128"/>
                  <a:pt x="238" y="2500"/>
                </a:cubicBezTo>
                <a:cubicBezTo>
                  <a:pt x="0" y="3730"/>
                  <a:pt x="360" y="5131"/>
                  <a:pt x="1367" y="5933"/>
                </a:cubicBezTo>
                <a:cubicBezTo>
                  <a:pt x="1934" y="6385"/>
                  <a:pt x="2656" y="6602"/>
                  <a:pt x="3382" y="6602"/>
                </a:cubicBezTo>
                <a:cubicBezTo>
                  <a:pt x="4138" y="6602"/>
                  <a:pt x="4898" y="6367"/>
                  <a:pt x="5494" y="5917"/>
                </a:cubicBezTo>
                <a:cubicBezTo>
                  <a:pt x="6607" y="5078"/>
                  <a:pt x="7041" y="3580"/>
                  <a:pt x="6659" y="2253"/>
                </a:cubicBezTo>
                <a:cubicBezTo>
                  <a:pt x="6453" y="1537"/>
                  <a:pt x="6015" y="905"/>
                  <a:pt x="5393" y="488"/>
                </a:cubicBezTo>
                <a:cubicBezTo>
                  <a:pt x="4872" y="137"/>
                  <a:pt x="4267" y="0"/>
                  <a:pt x="365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928" name="Google Shape;9928;p8"/>
          <p:cNvGrpSpPr/>
          <p:nvPr/>
        </p:nvGrpSpPr>
        <p:grpSpPr>
          <a:xfrm rot="6300357">
            <a:off x="7074685" y="581435"/>
            <a:ext cx="707993" cy="442801"/>
            <a:chOff x="1445125" y="3867675"/>
            <a:chExt cx="803300" cy="502950"/>
          </a:xfrm>
        </p:grpSpPr>
        <p:sp>
          <p:nvSpPr>
            <p:cNvPr id="9929" name="Google Shape;9929;p8"/>
            <p:cNvSpPr/>
            <p:nvPr/>
          </p:nvSpPr>
          <p:spPr>
            <a:xfrm>
              <a:off x="1445125" y="3867675"/>
              <a:ext cx="535450" cy="502950"/>
            </a:xfrm>
            <a:custGeom>
              <a:rect b="b" l="l" r="r" t="t"/>
              <a:pathLst>
                <a:path extrusionOk="0" h="20118" w="21418">
                  <a:moveTo>
                    <a:pt x="5846" y="993"/>
                  </a:moveTo>
                  <a:cubicBezTo>
                    <a:pt x="6726" y="993"/>
                    <a:pt x="7300" y="1814"/>
                    <a:pt x="7545" y="2688"/>
                  </a:cubicBezTo>
                  <a:cubicBezTo>
                    <a:pt x="7686" y="3200"/>
                    <a:pt x="7749" y="3726"/>
                    <a:pt x="7770" y="4255"/>
                  </a:cubicBezTo>
                  <a:cubicBezTo>
                    <a:pt x="7787" y="4700"/>
                    <a:pt x="7676" y="5216"/>
                    <a:pt x="7812" y="5641"/>
                  </a:cubicBezTo>
                  <a:cubicBezTo>
                    <a:pt x="8017" y="6280"/>
                    <a:pt x="8790" y="6621"/>
                    <a:pt x="9352" y="6861"/>
                  </a:cubicBezTo>
                  <a:cubicBezTo>
                    <a:pt x="10899" y="7523"/>
                    <a:pt x="12588" y="7895"/>
                    <a:pt x="14238" y="8195"/>
                  </a:cubicBezTo>
                  <a:cubicBezTo>
                    <a:pt x="14279" y="8202"/>
                    <a:pt x="14320" y="8206"/>
                    <a:pt x="14360" y="8206"/>
                  </a:cubicBezTo>
                  <a:cubicBezTo>
                    <a:pt x="14538" y="8206"/>
                    <a:pt x="14697" y="8128"/>
                    <a:pt x="14800" y="7965"/>
                  </a:cubicBezTo>
                  <a:cubicBezTo>
                    <a:pt x="15658" y="6602"/>
                    <a:pt x="16673" y="5266"/>
                    <a:pt x="17868" y="4181"/>
                  </a:cubicBezTo>
                  <a:cubicBezTo>
                    <a:pt x="18246" y="3837"/>
                    <a:pt x="19055" y="3130"/>
                    <a:pt x="19662" y="3130"/>
                  </a:cubicBezTo>
                  <a:cubicBezTo>
                    <a:pt x="19761" y="3130"/>
                    <a:pt x="19855" y="3149"/>
                    <a:pt x="19941" y="3191"/>
                  </a:cubicBezTo>
                  <a:cubicBezTo>
                    <a:pt x="19972" y="3206"/>
                    <a:pt x="20042" y="3282"/>
                    <a:pt x="20078" y="3334"/>
                  </a:cubicBezTo>
                  <a:cubicBezTo>
                    <a:pt x="20170" y="3474"/>
                    <a:pt x="20200" y="3554"/>
                    <a:pt x="20244" y="3703"/>
                  </a:cubicBezTo>
                  <a:cubicBezTo>
                    <a:pt x="20356" y="4074"/>
                    <a:pt x="20385" y="4459"/>
                    <a:pt x="20391" y="4845"/>
                  </a:cubicBezTo>
                  <a:cubicBezTo>
                    <a:pt x="20434" y="7253"/>
                    <a:pt x="19715" y="9724"/>
                    <a:pt x="18959" y="11987"/>
                  </a:cubicBezTo>
                  <a:cubicBezTo>
                    <a:pt x="18546" y="13223"/>
                    <a:pt x="18074" y="14443"/>
                    <a:pt x="17505" y="15619"/>
                  </a:cubicBezTo>
                  <a:cubicBezTo>
                    <a:pt x="16974" y="16720"/>
                    <a:pt x="16385" y="17795"/>
                    <a:pt x="15472" y="18631"/>
                  </a:cubicBezTo>
                  <a:cubicBezTo>
                    <a:pt x="15279" y="18808"/>
                    <a:pt x="15055" y="19008"/>
                    <a:pt x="14800" y="19090"/>
                  </a:cubicBezTo>
                  <a:cubicBezTo>
                    <a:pt x="14731" y="19114"/>
                    <a:pt x="14679" y="19127"/>
                    <a:pt x="14633" y="19127"/>
                  </a:cubicBezTo>
                  <a:cubicBezTo>
                    <a:pt x="14584" y="19127"/>
                    <a:pt x="14541" y="19112"/>
                    <a:pt x="14491" y="19078"/>
                  </a:cubicBezTo>
                  <a:cubicBezTo>
                    <a:pt x="14179" y="18859"/>
                    <a:pt x="14040" y="18279"/>
                    <a:pt x="13943" y="17913"/>
                  </a:cubicBezTo>
                  <a:cubicBezTo>
                    <a:pt x="13496" y="16204"/>
                    <a:pt x="13420" y="14392"/>
                    <a:pt x="13231" y="12644"/>
                  </a:cubicBezTo>
                  <a:cubicBezTo>
                    <a:pt x="13231" y="12642"/>
                    <a:pt x="13231" y="12641"/>
                    <a:pt x="13230" y="12640"/>
                  </a:cubicBezTo>
                  <a:lnTo>
                    <a:pt x="13230" y="12640"/>
                  </a:lnTo>
                  <a:cubicBezTo>
                    <a:pt x="13241" y="12479"/>
                    <a:pt x="13172" y="12316"/>
                    <a:pt x="12984" y="12214"/>
                  </a:cubicBezTo>
                  <a:cubicBezTo>
                    <a:pt x="12340" y="11860"/>
                    <a:pt x="11598" y="11675"/>
                    <a:pt x="10890" y="11496"/>
                  </a:cubicBezTo>
                  <a:cubicBezTo>
                    <a:pt x="10069" y="11291"/>
                    <a:pt x="9239" y="11119"/>
                    <a:pt x="8404" y="10971"/>
                  </a:cubicBezTo>
                  <a:cubicBezTo>
                    <a:pt x="7943" y="10890"/>
                    <a:pt x="7439" y="10757"/>
                    <a:pt x="6964" y="10757"/>
                  </a:cubicBezTo>
                  <a:cubicBezTo>
                    <a:pt x="6933" y="10757"/>
                    <a:pt x="6903" y="10757"/>
                    <a:pt x="6873" y="10758"/>
                  </a:cubicBezTo>
                  <a:cubicBezTo>
                    <a:pt x="6281" y="10782"/>
                    <a:pt x="5857" y="11237"/>
                    <a:pt x="5518" y="11671"/>
                  </a:cubicBezTo>
                  <a:cubicBezTo>
                    <a:pt x="4848" y="12532"/>
                    <a:pt x="4110" y="13945"/>
                    <a:pt x="2900" y="13945"/>
                  </a:cubicBezTo>
                  <a:cubicBezTo>
                    <a:pt x="2748" y="13945"/>
                    <a:pt x="2589" y="13923"/>
                    <a:pt x="2421" y="13874"/>
                  </a:cubicBezTo>
                  <a:cubicBezTo>
                    <a:pt x="1265" y="13539"/>
                    <a:pt x="1147" y="12161"/>
                    <a:pt x="1191" y="11150"/>
                  </a:cubicBezTo>
                  <a:cubicBezTo>
                    <a:pt x="1259" y="9547"/>
                    <a:pt x="1735" y="7959"/>
                    <a:pt x="2242" y="6446"/>
                  </a:cubicBezTo>
                  <a:cubicBezTo>
                    <a:pt x="2666" y="5186"/>
                    <a:pt x="3155" y="3943"/>
                    <a:pt x="3669" y="2717"/>
                  </a:cubicBezTo>
                  <a:cubicBezTo>
                    <a:pt x="4014" y="1894"/>
                    <a:pt x="4701" y="1150"/>
                    <a:pt x="5619" y="1011"/>
                  </a:cubicBezTo>
                  <a:cubicBezTo>
                    <a:pt x="5697" y="999"/>
                    <a:pt x="5772" y="993"/>
                    <a:pt x="5846" y="993"/>
                  </a:cubicBezTo>
                  <a:close/>
                  <a:moveTo>
                    <a:pt x="5851" y="1"/>
                  </a:moveTo>
                  <a:cubicBezTo>
                    <a:pt x="4753" y="1"/>
                    <a:pt x="3750" y="699"/>
                    <a:pt x="3144" y="1580"/>
                  </a:cubicBezTo>
                  <a:cubicBezTo>
                    <a:pt x="2849" y="2009"/>
                    <a:pt x="2683" y="2515"/>
                    <a:pt x="2487" y="2993"/>
                  </a:cubicBezTo>
                  <a:cubicBezTo>
                    <a:pt x="2217" y="3653"/>
                    <a:pt x="1954" y="4314"/>
                    <a:pt x="1705" y="4982"/>
                  </a:cubicBezTo>
                  <a:cubicBezTo>
                    <a:pt x="1113" y="6581"/>
                    <a:pt x="576" y="8224"/>
                    <a:pt x="323" y="9914"/>
                  </a:cubicBezTo>
                  <a:cubicBezTo>
                    <a:pt x="121" y="11253"/>
                    <a:pt x="1" y="12901"/>
                    <a:pt x="913" y="14026"/>
                  </a:cubicBezTo>
                  <a:cubicBezTo>
                    <a:pt x="1411" y="14639"/>
                    <a:pt x="2111" y="14918"/>
                    <a:pt x="2824" y="14918"/>
                  </a:cubicBezTo>
                  <a:cubicBezTo>
                    <a:pt x="3509" y="14918"/>
                    <a:pt x="4207" y="14660"/>
                    <a:pt x="4751" y="14192"/>
                  </a:cubicBezTo>
                  <a:cubicBezTo>
                    <a:pt x="5371" y="13659"/>
                    <a:pt x="5777" y="12949"/>
                    <a:pt x="6272" y="12311"/>
                  </a:cubicBezTo>
                  <a:cubicBezTo>
                    <a:pt x="6566" y="11931"/>
                    <a:pt x="6732" y="11776"/>
                    <a:pt x="7065" y="11776"/>
                  </a:cubicBezTo>
                  <a:cubicBezTo>
                    <a:pt x="7129" y="11776"/>
                    <a:pt x="7199" y="11782"/>
                    <a:pt x="7277" y="11793"/>
                  </a:cubicBezTo>
                  <a:cubicBezTo>
                    <a:pt x="8166" y="11915"/>
                    <a:pt x="9053" y="12094"/>
                    <a:pt x="9930" y="12292"/>
                  </a:cubicBezTo>
                  <a:cubicBezTo>
                    <a:pt x="10726" y="12472"/>
                    <a:pt x="11550" y="12626"/>
                    <a:pt x="12268" y="12966"/>
                  </a:cubicBezTo>
                  <a:lnTo>
                    <a:pt x="12268" y="12966"/>
                  </a:lnTo>
                  <a:cubicBezTo>
                    <a:pt x="12439" y="14633"/>
                    <a:pt x="12548" y="16332"/>
                    <a:pt x="12930" y="17963"/>
                  </a:cubicBezTo>
                  <a:cubicBezTo>
                    <a:pt x="13136" y="18845"/>
                    <a:pt x="13555" y="20118"/>
                    <a:pt x="14640" y="20118"/>
                  </a:cubicBezTo>
                  <a:cubicBezTo>
                    <a:pt x="14672" y="20118"/>
                    <a:pt x="14706" y="20116"/>
                    <a:pt x="14739" y="20114"/>
                  </a:cubicBezTo>
                  <a:cubicBezTo>
                    <a:pt x="15314" y="20074"/>
                    <a:pt x="15818" y="19674"/>
                    <a:pt x="16220" y="19295"/>
                  </a:cubicBezTo>
                  <a:cubicBezTo>
                    <a:pt x="16778" y="18770"/>
                    <a:pt x="17242" y="18165"/>
                    <a:pt x="17630" y="17506"/>
                  </a:cubicBezTo>
                  <a:cubicBezTo>
                    <a:pt x="18329" y="16326"/>
                    <a:pt x="18879" y="15058"/>
                    <a:pt x="19372" y="13779"/>
                  </a:cubicBezTo>
                  <a:cubicBezTo>
                    <a:pt x="20387" y="11140"/>
                    <a:pt x="21255" y="8266"/>
                    <a:pt x="21379" y="5422"/>
                  </a:cubicBezTo>
                  <a:cubicBezTo>
                    <a:pt x="21417" y="4558"/>
                    <a:pt x="21409" y="3509"/>
                    <a:pt x="20893" y="2768"/>
                  </a:cubicBezTo>
                  <a:cubicBezTo>
                    <a:pt x="20591" y="2334"/>
                    <a:pt x="20167" y="2169"/>
                    <a:pt x="19717" y="2169"/>
                  </a:cubicBezTo>
                  <a:cubicBezTo>
                    <a:pt x="19269" y="2169"/>
                    <a:pt x="18796" y="2332"/>
                    <a:pt x="18392" y="2557"/>
                  </a:cubicBezTo>
                  <a:cubicBezTo>
                    <a:pt x="17206" y="3219"/>
                    <a:pt x="16258" y="4331"/>
                    <a:pt x="15430" y="5382"/>
                  </a:cubicBezTo>
                  <a:cubicBezTo>
                    <a:pt x="14975" y="5959"/>
                    <a:pt x="14535" y="6551"/>
                    <a:pt x="14131" y="7165"/>
                  </a:cubicBezTo>
                  <a:lnTo>
                    <a:pt x="14131" y="7165"/>
                  </a:lnTo>
                  <a:cubicBezTo>
                    <a:pt x="12741" y="6903"/>
                    <a:pt x="11340" y="6572"/>
                    <a:pt x="10022" y="6067"/>
                  </a:cubicBezTo>
                  <a:cubicBezTo>
                    <a:pt x="9692" y="5938"/>
                    <a:pt x="9355" y="5795"/>
                    <a:pt x="9057" y="5599"/>
                  </a:cubicBezTo>
                  <a:cubicBezTo>
                    <a:pt x="8975" y="5544"/>
                    <a:pt x="8902" y="5490"/>
                    <a:pt x="8830" y="5420"/>
                  </a:cubicBezTo>
                  <a:cubicBezTo>
                    <a:pt x="8801" y="5393"/>
                    <a:pt x="8791" y="5386"/>
                    <a:pt x="8788" y="5385"/>
                  </a:cubicBezTo>
                  <a:lnTo>
                    <a:pt x="8788" y="5385"/>
                  </a:lnTo>
                  <a:cubicBezTo>
                    <a:pt x="8787" y="5381"/>
                    <a:pt x="8781" y="5370"/>
                    <a:pt x="8767" y="5346"/>
                  </a:cubicBezTo>
                  <a:cubicBezTo>
                    <a:pt x="8764" y="5342"/>
                    <a:pt x="8761" y="5338"/>
                    <a:pt x="8759" y="5334"/>
                  </a:cubicBezTo>
                  <a:lnTo>
                    <a:pt x="8759" y="5334"/>
                  </a:lnTo>
                  <a:cubicBezTo>
                    <a:pt x="8759" y="5333"/>
                    <a:pt x="8759" y="5331"/>
                    <a:pt x="8758" y="5329"/>
                  </a:cubicBezTo>
                  <a:cubicBezTo>
                    <a:pt x="8680" y="4813"/>
                    <a:pt x="8779" y="4238"/>
                    <a:pt x="8729" y="3712"/>
                  </a:cubicBezTo>
                  <a:cubicBezTo>
                    <a:pt x="8683" y="3244"/>
                    <a:pt x="8611" y="2774"/>
                    <a:pt x="8476" y="2325"/>
                  </a:cubicBezTo>
                  <a:cubicBezTo>
                    <a:pt x="8116" y="1129"/>
                    <a:pt x="7256" y="33"/>
                    <a:pt x="5914" y="2"/>
                  </a:cubicBezTo>
                  <a:cubicBezTo>
                    <a:pt x="5893" y="1"/>
                    <a:pt x="5872" y="1"/>
                    <a:pt x="585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30" name="Google Shape;9930;p8"/>
            <p:cNvSpPr/>
            <p:nvPr/>
          </p:nvSpPr>
          <p:spPr>
            <a:xfrm>
              <a:off x="1903525" y="4088100"/>
              <a:ext cx="344900" cy="185850"/>
            </a:xfrm>
            <a:custGeom>
              <a:rect b="b" l="l" r="r" t="t"/>
              <a:pathLst>
                <a:path extrusionOk="0" h="7434" w="13796">
                  <a:moveTo>
                    <a:pt x="2035" y="1"/>
                  </a:moveTo>
                  <a:cubicBezTo>
                    <a:pt x="1593" y="1"/>
                    <a:pt x="1301" y="661"/>
                    <a:pt x="1777" y="928"/>
                  </a:cubicBezTo>
                  <a:cubicBezTo>
                    <a:pt x="5023" y="2748"/>
                    <a:pt x="8420" y="4238"/>
                    <a:pt x="11476" y="6352"/>
                  </a:cubicBezTo>
                  <a:lnTo>
                    <a:pt x="11476" y="6352"/>
                  </a:lnTo>
                  <a:cubicBezTo>
                    <a:pt x="7847" y="6103"/>
                    <a:pt x="4252" y="5482"/>
                    <a:pt x="636" y="5110"/>
                  </a:cubicBezTo>
                  <a:cubicBezTo>
                    <a:pt x="615" y="5108"/>
                    <a:pt x="596" y="5107"/>
                    <a:pt x="577" y="5107"/>
                  </a:cubicBezTo>
                  <a:cubicBezTo>
                    <a:pt x="0" y="5107"/>
                    <a:pt x="24" y="6045"/>
                    <a:pt x="636" y="6106"/>
                  </a:cubicBezTo>
                  <a:cubicBezTo>
                    <a:pt x="4792" y="6534"/>
                    <a:pt x="8919" y="7290"/>
                    <a:pt x="13101" y="7434"/>
                  </a:cubicBezTo>
                  <a:cubicBezTo>
                    <a:pt x="13106" y="7434"/>
                    <a:pt x="13111" y="7434"/>
                    <a:pt x="13115" y="7434"/>
                  </a:cubicBezTo>
                  <a:cubicBezTo>
                    <a:pt x="13508" y="7434"/>
                    <a:pt x="13796" y="6851"/>
                    <a:pt x="13455" y="6582"/>
                  </a:cubicBezTo>
                  <a:cubicBezTo>
                    <a:pt x="11767" y="5262"/>
                    <a:pt x="9981" y="4109"/>
                    <a:pt x="8087" y="3106"/>
                  </a:cubicBezTo>
                  <a:cubicBezTo>
                    <a:pt x="6157" y="2083"/>
                    <a:pt x="4187" y="1139"/>
                    <a:pt x="2281" y="69"/>
                  </a:cubicBezTo>
                  <a:cubicBezTo>
                    <a:pt x="2197" y="21"/>
                    <a:pt x="2114" y="1"/>
                    <a:pt x="20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31" name="Google Shape;9931;p8"/>
            <p:cNvSpPr/>
            <p:nvPr/>
          </p:nvSpPr>
          <p:spPr>
            <a:xfrm>
              <a:off x="1462675" y="3884050"/>
              <a:ext cx="125100" cy="332450"/>
            </a:xfrm>
            <a:custGeom>
              <a:rect b="b" l="l" r="r" t="t"/>
              <a:pathLst>
                <a:path extrusionOk="0" h="13298" w="5004">
                  <a:moveTo>
                    <a:pt x="4226" y="0"/>
                  </a:moveTo>
                  <a:cubicBezTo>
                    <a:pt x="3978" y="0"/>
                    <a:pt x="3745" y="159"/>
                    <a:pt x="3776" y="478"/>
                  </a:cubicBezTo>
                  <a:cubicBezTo>
                    <a:pt x="3995" y="2762"/>
                    <a:pt x="3470" y="4910"/>
                    <a:pt x="2764" y="7066"/>
                  </a:cubicBezTo>
                  <a:cubicBezTo>
                    <a:pt x="2160" y="8913"/>
                    <a:pt x="1574" y="10906"/>
                    <a:pt x="310" y="12425"/>
                  </a:cubicBezTo>
                  <a:cubicBezTo>
                    <a:pt x="1" y="12799"/>
                    <a:pt x="333" y="13298"/>
                    <a:pt x="690" y="13298"/>
                  </a:cubicBezTo>
                  <a:cubicBezTo>
                    <a:pt x="802" y="13298"/>
                    <a:pt x="916" y="13249"/>
                    <a:pt x="1014" y="13131"/>
                  </a:cubicBezTo>
                  <a:cubicBezTo>
                    <a:pt x="2366" y="11506"/>
                    <a:pt x="3030" y="9452"/>
                    <a:pt x="3679" y="7474"/>
                  </a:cubicBezTo>
                  <a:cubicBezTo>
                    <a:pt x="4424" y="5193"/>
                    <a:pt x="5004" y="2899"/>
                    <a:pt x="4772" y="478"/>
                  </a:cubicBezTo>
                  <a:cubicBezTo>
                    <a:pt x="4741" y="160"/>
                    <a:pt x="4476" y="0"/>
                    <a:pt x="42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932" name="Google Shape;9932;p8"/>
          <p:cNvSpPr txBox="1"/>
          <p:nvPr/>
        </p:nvSpPr>
        <p:spPr>
          <a:xfrm>
            <a:off x="1341761" y="772271"/>
            <a:ext cx="5982000" cy="49241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000" u="none" cap="none" strike="noStrike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rPr>
              <a:t>LANGUAGE ACQUISITION- FRENCH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36" name="Shape 9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7" name="Google Shape;9937;p9"/>
          <p:cNvSpPr/>
          <p:nvPr/>
        </p:nvSpPr>
        <p:spPr>
          <a:xfrm>
            <a:off x="7818975" y="1147025"/>
            <a:ext cx="117525" cy="110100"/>
          </a:xfrm>
          <a:custGeom>
            <a:rect b="b" l="l" r="r" t="t"/>
            <a:pathLst>
              <a:path extrusionOk="0" h="4404" w="4701">
                <a:moveTo>
                  <a:pt x="1951" y="1032"/>
                </a:moveTo>
                <a:cubicBezTo>
                  <a:pt x="1950" y="1033"/>
                  <a:pt x="1949" y="1033"/>
                  <a:pt x="1947" y="1033"/>
                </a:cubicBezTo>
                <a:cubicBezTo>
                  <a:pt x="1948" y="1033"/>
                  <a:pt x="1950" y="1033"/>
                  <a:pt x="1951" y="1032"/>
                </a:cubicBezTo>
                <a:close/>
                <a:moveTo>
                  <a:pt x="2857" y="1059"/>
                </a:moveTo>
                <a:cubicBezTo>
                  <a:pt x="2871" y="1059"/>
                  <a:pt x="2889" y="1066"/>
                  <a:pt x="2907" y="1075"/>
                </a:cubicBezTo>
                <a:lnTo>
                  <a:pt x="2907" y="1075"/>
                </a:lnTo>
                <a:cubicBezTo>
                  <a:pt x="2887" y="1068"/>
                  <a:pt x="2858" y="1059"/>
                  <a:pt x="2857" y="1059"/>
                </a:cubicBezTo>
                <a:close/>
                <a:moveTo>
                  <a:pt x="3091" y="1185"/>
                </a:moveTo>
                <a:cubicBezTo>
                  <a:pt x="3091" y="1185"/>
                  <a:pt x="3091" y="1185"/>
                  <a:pt x="3091" y="1185"/>
                </a:cubicBezTo>
                <a:lnTo>
                  <a:pt x="3091" y="1185"/>
                </a:lnTo>
                <a:cubicBezTo>
                  <a:pt x="3091" y="1185"/>
                  <a:pt x="3091" y="1185"/>
                  <a:pt x="3091" y="1185"/>
                </a:cubicBezTo>
                <a:close/>
                <a:moveTo>
                  <a:pt x="3104" y="1198"/>
                </a:moveTo>
                <a:cubicBezTo>
                  <a:pt x="3111" y="1203"/>
                  <a:pt x="3118" y="1208"/>
                  <a:pt x="3125" y="1213"/>
                </a:cubicBezTo>
                <a:cubicBezTo>
                  <a:pt x="3142" y="1224"/>
                  <a:pt x="3149" y="1229"/>
                  <a:pt x="3148" y="1229"/>
                </a:cubicBezTo>
                <a:cubicBezTo>
                  <a:pt x="3148" y="1229"/>
                  <a:pt x="3121" y="1211"/>
                  <a:pt x="3104" y="1198"/>
                </a:cubicBezTo>
                <a:close/>
                <a:moveTo>
                  <a:pt x="1747" y="3319"/>
                </a:moveTo>
                <a:cubicBezTo>
                  <a:pt x="1767" y="3326"/>
                  <a:pt x="1803" y="3338"/>
                  <a:pt x="1802" y="3338"/>
                </a:cubicBezTo>
                <a:cubicBezTo>
                  <a:pt x="1800" y="3339"/>
                  <a:pt x="1799" y="3339"/>
                  <a:pt x="1797" y="3339"/>
                </a:cubicBezTo>
                <a:cubicBezTo>
                  <a:pt x="1785" y="3339"/>
                  <a:pt x="1766" y="3330"/>
                  <a:pt x="1747" y="3319"/>
                </a:cubicBezTo>
                <a:close/>
                <a:moveTo>
                  <a:pt x="2463" y="3393"/>
                </a:moveTo>
                <a:cubicBezTo>
                  <a:pt x="2461" y="3393"/>
                  <a:pt x="2459" y="3393"/>
                  <a:pt x="2456" y="3393"/>
                </a:cubicBezTo>
                <a:lnTo>
                  <a:pt x="2456" y="3393"/>
                </a:lnTo>
                <a:cubicBezTo>
                  <a:pt x="2459" y="3393"/>
                  <a:pt x="2462" y="3393"/>
                  <a:pt x="2463" y="3393"/>
                </a:cubicBezTo>
                <a:close/>
                <a:moveTo>
                  <a:pt x="2387" y="989"/>
                </a:moveTo>
                <a:cubicBezTo>
                  <a:pt x="2440" y="989"/>
                  <a:pt x="2491" y="989"/>
                  <a:pt x="2541" y="993"/>
                </a:cubicBezTo>
                <a:cubicBezTo>
                  <a:pt x="2560" y="993"/>
                  <a:pt x="2582" y="997"/>
                  <a:pt x="2601" y="998"/>
                </a:cubicBezTo>
                <a:lnTo>
                  <a:pt x="2601" y="998"/>
                </a:lnTo>
                <a:cubicBezTo>
                  <a:pt x="2682" y="1018"/>
                  <a:pt x="2761" y="1029"/>
                  <a:pt x="2840" y="1057"/>
                </a:cubicBezTo>
                <a:cubicBezTo>
                  <a:pt x="2857" y="1061"/>
                  <a:pt x="2876" y="1069"/>
                  <a:pt x="2895" y="1076"/>
                </a:cubicBezTo>
                <a:cubicBezTo>
                  <a:pt x="2906" y="1079"/>
                  <a:pt x="2914" y="1081"/>
                  <a:pt x="2919" y="1082"/>
                </a:cubicBezTo>
                <a:lnTo>
                  <a:pt x="2919" y="1082"/>
                </a:lnTo>
                <a:cubicBezTo>
                  <a:pt x="2944" y="1096"/>
                  <a:pt x="2968" y="1113"/>
                  <a:pt x="2984" y="1122"/>
                </a:cubicBezTo>
                <a:cubicBezTo>
                  <a:pt x="3015" y="1139"/>
                  <a:pt x="3049" y="1160"/>
                  <a:pt x="3080" y="1181"/>
                </a:cubicBezTo>
                <a:cubicBezTo>
                  <a:pt x="3084" y="1184"/>
                  <a:pt x="3088" y="1186"/>
                  <a:pt x="3092" y="1189"/>
                </a:cubicBezTo>
                <a:lnTo>
                  <a:pt x="3092" y="1189"/>
                </a:lnTo>
                <a:cubicBezTo>
                  <a:pt x="3107" y="1217"/>
                  <a:pt x="3258" y="1347"/>
                  <a:pt x="3274" y="1366"/>
                </a:cubicBezTo>
                <a:cubicBezTo>
                  <a:pt x="3278" y="1370"/>
                  <a:pt x="3281" y="1374"/>
                  <a:pt x="3284" y="1378"/>
                </a:cubicBezTo>
                <a:lnTo>
                  <a:pt x="3284" y="1378"/>
                </a:lnTo>
                <a:cubicBezTo>
                  <a:pt x="3304" y="1410"/>
                  <a:pt x="3328" y="1440"/>
                  <a:pt x="3348" y="1474"/>
                </a:cubicBezTo>
                <a:cubicBezTo>
                  <a:pt x="3367" y="1503"/>
                  <a:pt x="3386" y="1535"/>
                  <a:pt x="3403" y="1569"/>
                </a:cubicBezTo>
                <a:cubicBezTo>
                  <a:pt x="3409" y="1579"/>
                  <a:pt x="3414" y="1591"/>
                  <a:pt x="3420" y="1604"/>
                </a:cubicBezTo>
                <a:lnTo>
                  <a:pt x="3420" y="1604"/>
                </a:lnTo>
                <a:cubicBezTo>
                  <a:pt x="3420" y="1602"/>
                  <a:pt x="3420" y="1600"/>
                  <a:pt x="3420" y="1598"/>
                </a:cubicBezTo>
                <a:lnTo>
                  <a:pt x="3420" y="1598"/>
                </a:lnTo>
                <a:cubicBezTo>
                  <a:pt x="3420" y="1600"/>
                  <a:pt x="3420" y="1602"/>
                  <a:pt x="3420" y="1604"/>
                </a:cubicBezTo>
                <a:lnTo>
                  <a:pt x="3420" y="1604"/>
                </a:lnTo>
                <a:cubicBezTo>
                  <a:pt x="3420" y="1604"/>
                  <a:pt x="3420" y="1604"/>
                  <a:pt x="3420" y="1604"/>
                </a:cubicBezTo>
                <a:lnTo>
                  <a:pt x="3420" y="1604"/>
                </a:lnTo>
                <a:cubicBezTo>
                  <a:pt x="3420" y="1621"/>
                  <a:pt x="3423" y="1634"/>
                  <a:pt x="3427" y="1644"/>
                </a:cubicBezTo>
                <a:lnTo>
                  <a:pt x="3427" y="1644"/>
                </a:lnTo>
                <a:cubicBezTo>
                  <a:pt x="3423" y="1630"/>
                  <a:pt x="3420" y="1616"/>
                  <a:pt x="3420" y="1604"/>
                </a:cubicBezTo>
                <a:lnTo>
                  <a:pt x="3420" y="1604"/>
                </a:lnTo>
                <a:cubicBezTo>
                  <a:pt x="3422" y="1608"/>
                  <a:pt x="3424" y="1613"/>
                  <a:pt x="3426" y="1617"/>
                </a:cubicBezTo>
                <a:cubicBezTo>
                  <a:pt x="3442" y="1646"/>
                  <a:pt x="3443" y="1659"/>
                  <a:pt x="3439" y="1659"/>
                </a:cubicBezTo>
                <a:cubicBezTo>
                  <a:pt x="3436" y="1659"/>
                  <a:pt x="3432" y="1654"/>
                  <a:pt x="3427" y="1644"/>
                </a:cubicBezTo>
                <a:lnTo>
                  <a:pt x="3427" y="1644"/>
                </a:lnTo>
                <a:cubicBezTo>
                  <a:pt x="3443" y="1697"/>
                  <a:pt x="3479" y="1760"/>
                  <a:pt x="3491" y="1802"/>
                </a:cubicBezTo>
                <a:cubicBezTo>
                  <a:pt x="3500" y="1838"/>
                  <a:pt x="3508" y="1874"/>
                  <a:pt x="3517" y="1910"/>
                </a:cubicBezTo>
                <a:cubicBezTo>
                  <a:pt x="3521" y="1933"/>
                  <a:pt x="3525" y="1954"/>
                  <a:pt x="3529" y="1977"/>
                </a:cubicBezTo>
                <a:cubicBezTo>
                  <a:pt x="3534" y="2005"/>
                  <a:pt x="3537" y="2015"/>
                  <a:pt x="3538" y="2015"/>
                </a:cubicBezTo>
                <a:cubicBezTo>
                  <a:pt x="3540" y="2015"/>
                  <a:pt x="3530" y="1942"/>
                  <a:pt x="3525" y="1939"/>
                </a:cubicBezTo>
                <a:lnTo>
                  <a:pt x="3525" y="1939"/>
                </a:lnTo>
                <a:cubicBezTo>
                  <a:pt x="3550" y="1954"/>
                  <a:pt x="3538" y="2142"/>
                  <a:pt x="3538" y="2173"/>
                </a:cubicBezTo>
                <a:cubicBezTo>
                  <a:pt x="3538" y="2215"/>
                  <a:pt x="3535" y="2257"/>
                  <a:pt x="3533" y="2297"/>
                </a:cubicBezTo>
                <a:cubicBezTo>
                  <a:pt x="3532" y="2312"/>
                  <a:pt x="3530" y="2326"/>
                  <a:pt x="3529" y="2339"/>
                </a:cubicBezTo>
                <a:lnTo>
                  <a:pt x="3529" y="2339"/>
                </a:lnTo>
                <a:cubicBezTo>
                  <a:pt x="3514" y="2409"/>
                  <a:pt x="3504" y="2477"/>
                  <a:pt x="3483" y="2546"/>
                </a:cubicBezTo>
                <a:cubicBezTo>
                  <a:pt x="3472" y="2582"/>
                  <a:pt x="3462" y="2618"/>
                  <a:pt x="3449" y="2651"/>
                </a:cubicBezTo>
                <a:cubicBezTo>
                  <a:pt x="3445" y="2663"/>
                  <a:pt x="3440" y="2676"/>
                  <a:pt x="3436" y="2688"/>
                </a:cubicBezTo>
                <a:lnTo>
                  <a:pt x="3436" y="2688"/>
                </a:lnTo>
                <a:cubicBezTo>
                  <a:pt x="3398" y="2751"/>
                  <a:pt x="3369" y="2818"/>
                  <a:pt x="3329" y="2881"/>
                </a:cubicBezTo>
                <a:cubicBezTo>
                  <a:pt x="3324" y="2889"/>
                  <a:pt x="3300" y="2922"/>
                  <a:pt x="3284" y="2945"/>
                </a:cubicBezTo>
                <a:lnTo>
                  <a:pt x="3284" y="2945"/>
                </a:lnTo>
                <a:cubicBezTo>
                  <a:pt x="3263" y="2968"/>
                  <a:pt x="3232" y="3005"/>
                  <a:pt x="3224" y="3014"/>
                </a:cubicBezTo>
                <a:cubicBezTo>
                  <a:pt x="3198" y="3041"/>
                  <a:pt x="3171" y="3069"/>
                  <a:pt x="3142" y="3094"/>
                </a:cubicBezTo>
                <a:cubicBezTo>
                  <a:pt x="3127" y="3106"/>
                  <a:pt x="3112" y="3119"/>
                  <a:pt x="3099" y="3132"/>
                </a:cubicBezTo>
                <a:cubicBezTo>
                  <a:pt x="3075" y="3154"/>
                  <a:pt x="3071" y="3163"/>
                  <a:pt x="3076" y="3163"/>
                </a:cubicBezTo>
                <a:cubicBezTo>
                  <a:pt x="3076" y="3163"/>
                  <a:pt x="3077" y="3163"/>
                  <a:pt x="3078" y="3162"/>
                </a:cubicBezTo>
                <a:lnTo>
                  <a:pt x="3078" y="3162"/>
                </a:lnTo>
                <a:cubicBezTo>
                  <a:pt x="3021" y="3203"/>
                  <a:pt x="2923" y="3245"/>
                  <a:pt x="2889" y="3262"/>
                </a:cubicBezTo>
                <a:cubicBezTo>
                  <a:pt x="2863" y="3275"/>
                  <a:pt x="2803" y="3296"/>
                  <a:pt x="2805" y="3296"/>
                </a:cubicBezTo>
                <a:cubicBezTo>
                  <a:pt x="2806" y="3296"/>
                  <a:pt x="2822" y="3291"/>
                  <a:pt x="2866" y="3277"/>
                </a:cubicBezTo>
                <a:lnTo>
                  <a:pt x="2866" y="3277"/>
                </a:lnTo>
                <a:cubicBezTo>
                  <a:pt x="2823" y="3292"/>
                  <a:pt x="2783" y="3309"/>
                  <a:pt x="2741" y="3323"/>
                </a:cubicBezTo>
                <a:cubicBezTo>
                  <a:pt x="2642" y="3355"/>
                  <a:pt x="2541" y="3376"/>
                  <a:pt x="2438" y="3395"/>
                </a:cubicBezTo>
                <a:cubicBezTo>
                  <a:pt x="2437" y="3395"/>
                  <a:pt x="2437" y="3395"/>
                  <a:pt x="2437" y="3395"/>
                </a:cubicBezTo>
                <a:lnTo>
                  <a:pt x="2437" y="3395"/>
                </a:lnTo>
                <a:cubicBezTo>
                  <a:pt x="2416" y="3397"/>
                  <a:pt x="2395" y="3400"/>
                  <a:pt x="2375" y="3401"/>
                </a:cubicBezTo>
                <a:cubicBezTo>
                  <a:pt x="2330" y="3403"/>
                  <a:pt x="2284" y="3406"/>
                  <a:pt x="2240" y="3406"/>
                </a:cubicBezTo>
                <a:cubicBezTo>
                  <a:pt x="2226" y="3406"/>
                  <a:pt x="2211" y="3406"/>
                  <a:pt x="2197" y="3406"/>
                </a:cubicBezTo>
                <a:cubicBezTo>
                  <a:pt x="2163" y="3406"/>
                  <a:pt x="2129" y="3405"/>
                  <a:pt x="2094" y="3403"/>
                </a:cubicBezTo>
                <a:cubicBezTo>
                  <a:pt x="2081" y="3402"/>
                  <a:pt x="2067" y="3400"/>
                  <a:pt x="2054" y="3398"/>
                </a:cubicBezTo>
                <a:lnTo>
                  <a:pt x="2054" y="3398"/>
                </a:lnTo>
                <a:cubicBezTo>
                  <a:pt x="1975" y="3376"/>
                  <a:pt x="1893" y="3365"/>
                  <a:pt x="1814" y="3340"/>
                </a:cubicBezTo>
                <a:cubicBezTo>
                  <a:pt x="1797" y="3334"/>
                  <a:pt x="1778" y="3326"/>
                  <a:pt x="1762" y="3321"/>
                </a:cubicBezTo>
                <a:cubicBezTo>
                  <a:pt x="1752" y="3318"/>
                  <a:pt x="1745" y="3316"/>
                  <a:pt x="1740" y="3315"/>
                </a:cubicBezTo>
                <a:lnTo>
                  <a:pt x="1740" y="3315"/>
                </a:lnTo>
                <a:cubicBezTo>
                  <a:pt x="1716" y="3301"/>
                  <a:pt x="1691" y="3283"/>
                  <a:pt x="1679" y="3277"/>
                </a:cubicBezTo>
                <a:cubicBezTo>
                  <a:pt x="1648" y="3258"/>
                  <a:pt x="1616" y="3241"/>
                  <a:pt x="1587" y="3220"/>
                </a:cubicBezTo>
                <a:cubicBezTo>
                  <a:pt x="1572" y="3210"/>
                  <a:pt x="1557" y="3199"/>
                  <a:pt x="1543" y="3191"/>
                </a:cubicBezTo>
                <a:cubicBezTo>
                  <a:pt x="1525" y="3180"/>
                  <a:pt x="1519" y="3175"/>
                  <a:pt x="1519" y="3175"/>
                </a:cubicBezTo>
                <a:lnTo>
                  <a:pt x="1519" y="3175"/>
                </a:lnTo>
                <a:cubicBezTo>
                  <a:pt x="1518" y="3175"/>
                  <a:pt x="1582" y="3218"/>
                  <a:pt x="1580" y="3218"/>
                </a:cubicBezTo>
                <a:cubicBezTo>
                  <a:pt x="1580" y="3218"/>
                  <a:pt x="1579" y="3218"/>
                  <a:pt x="1578" y="3218"/>
                </a:cubicBezTo>
                <a:cubicBezTo>
                  <a:pt x="1542" y="3218"/>
                  <a:pt x="1420" y="3070"/>
                  <a:pt x="1399" y="3045"/>
                </a:cubicBezTo>
                <a:cubicBezTo>
                  <a:pt x="1384" y="3030"/>
                  <a:pt x="1353" y="2977"/>
                  <a:pt x="1351" y="2977"/>
                </a:cubicBezTo>
                <a:lnTo>
                  <a:pt x="1351" y="2977"/>
                </a:lnTo>
                <a:cubicBezTo>
                  <a:pt x="1350" y="2977"/>
                  <a:pt x="1354" y="2985"/>
                  <a:pt x="1363" y="3005"/>
                </a:cubicBezTo>
                <a:cubicBezTo>
                  <a:pt x="1372" y="3025"/>
                  <a:pt x="1375" y="3032"/>
                  <a:pt x="1374" y="3032"/>
                </a:cubicBezTo>
                <a:cubicBezTo>
                  <a:pt x="1372" y="3032"/>
                  <a:pt x="1335" y="2962"/>
                  <a:pt x="1326" y="2946"/>
                </a:cubicBezTo>
                <a:cubicBezTo>
                  <a:pt x="1285" y="2881"/>
                  <a:pt x="1252" y="2814"/>
                  <a:pt x="1215" y="2746"/>
                </a:cubicBezTo>
                <a:lnTo>
                  <a:pt x="1215" y="2746"/>
                </a:lnTo>
                <a:cubicBezTo>
                  <a:pt x="1214" y="2743"/>
                  <a:pt x="1213" y="2740"/>
                  <a:pt x="1212" y="2736"/>
                </a:cubicBezTo>
                <a:cubicBezTo>
                  <a:pt x="1199" y="2702"/>
                  <a:pt x="1187" y="2668"/>
                  <a:pt x="1176" y="2635"/>
                </a:cubicBezTo>
                <a:cubicBezTo>
                  <a:pt x="1153" y="2559"/>
                  <a:pt x="1132" y="2481"/>
                  <a:pt x="1119" y="2403"/>
                </a:cubicBezTo>
                <a:cubicBezTo>
                  <a:pt x="1119" y="2401"/>
                  <a:pt x="1118" y="2399"/>
                  <a:pt x="1118" y="2397"/>
                </a:cubicBezTo>
                <a:lnTo>
                  <a:pt x="1118" y="2397"/>
                </a:lnTo>
                <a:cubicBezTo>
                  <a:pt x="1122" y="2365"/>
                  <a:pt x="1108" y="2315"/>
                  <a:pt x="1106" y="2283"/>
                </a:cubicBezTo>
                <a:cubicBezTo>
                  <a:pt x="1102" y="2203"/>
                  <a:pt x="1102" y="2123"/>
                  <a:pt x="1106" y="2043"/>
                </a:cubicBezTo>
                <a:cubicBezTo>
                  <a:pt x="1107" y="2033"/>
                  <a:pt x="1110" y="2004"/>
                  <a:pt x="1113" y="1978"/>
                </a:cubicBezTo>
                <a:lnTo>
                  <a:pt x="1113" y="1978"/>
                </a:lnTo>
                <a:cubicBezTo>
                  <a:pt x="1117" y="1953"/>
                  <a:pt x="1123" y="1911"/>
                  <a:pt x="1125" y="1899"/>
                </a:cubicBezTo>
                <a:cubicBezTo>
                  <a:pt x="1144" y="1813"/>
                  <a:pt x="1170" y="1731"/>
                  <a:pt x="1197" y="1647"/>
                </a:cubicBezTo>
                <a:cubicBezTo>
                  <a:pt x="1199" y="1642"/>
                  <a:pt x="1200" y="1637"/>
                  <a:pt x="1201" y="1634"/>
                </a:cubicBezTo>
                <a:lnTo>
                  <a:pt x="1201" y="1634"/>
                </a:lnTo>
                <a:cubicBezTo>
                  <a:pt x="1203" y="1630"/>
                  <a:pt x="1205" y="1626"/>
                  <a:pt x="1208" y="1621"/>
                </a:cubicBezTo>
                <a:cubicBezTo>
                  <a:pt x="1227" y="1583"/>
                  <a:pt x="1246" y="1543"/>
                  <a:pt x="1269" y="1507"/>
                </a:cubicBezTo>
                <a:cubicBezTo>
                  <a:pt x="1290" y="1470"/>
                  <a:pt x="1313" y="1434"/>
                  <a:pt x="1338" y="1398"/>
                </a:cubicBezTo>
                <a:cubicBezTo>
                  <a:pt x="1341" y="1394"/>
                  <a:pt x="1344" y="1390"/>
                  <a:pt x="1346" y="1386"/>
                </a:cubicBezTo>
                <a:lnTo>
                  <a:pt x="1346" y="1386"/>
                </a:lnTo>
                <a:cubicBezTo>
                  <a:pt x="1346" y="1386"/>
                  <a:pt x="1346" y="1386"/>
                  <a:pt x="1347" y="1385"/>
                </a:cubicBezTo>
                <a:cubicBezTo>
                  <a:pt x="1399" y="1329"/>
                  <a:pt x="1454" y="1275"/>
                  <a:pt x="1511" y="1223"/>
                </a:cubicBezTo>
                <a:lnTo>
                  <a:pt x="1511" y="1223"/>
                </a:lnTo>
                <a:cubicBezTo>
                  <a:pt x="1524" y="1213"/>
                  <a:pt x="1537" y="1203"/>
                  <a:pt x="1551" y="1194"/>
                </a:cubicBezTo>
                <a:cubicBezTo>
                  <a:pt x="1589" y="1170"/>
                  <a:pt x="1627" y="1147"/>
                  <a:pt x="1667" y="1126"/>
                </a:cubicBezTo>
                <a:cubicBezTo>
                  <a:pt x="1682" y="1119"/>
                  <a:pt x="1697" y="1111"/>
                  <a:pt x="1712" y="1103"/>
                </a:cubicBezTo>
                <a:lnTo>
                  <a:pt x="1712" y="1103"/>
                </a:lnTo>
                <a:cubicBezTo>
                  <a:pt x="1755" y="1090"/>
                  <a:pt x="1797" y="1075"/>
                  <a:pt x="1840" y="1063"/>
                </a:cubicBezTo>
                <a:cubicBezTo>
                  <a:pt x="1884" y="1050"/>
                  <a:pt x="1928" y="1042"/>
                  <a:pt x="1970" y="1031"/>
                </a:cubicBezTo>
                <a:cubicBezTo>
                  <a:pt x="1976" y="1030"/>
                  <a:pt x="1983" y="1028"/>
                  <a:pt x="1990" y="1026"/>
                </a:cubicBezTo>
                <a:lnTo>
                  <a:pt x="1990" y="1026"/>
                </a:lnTo>
                <a:cubicBezTo>
                  <a:pt x="2008" y="1025"/>
                  <a:pt x="2026" y="1024"/>
                  <a:pt x="2042" y="1023"/>
                </a:cubicBezTo>
                <a:cubicBezTo>
                  <a:pt x="2063" y="1021"/>
                  <a:pt x="2083" y="1018"/>
                  <a:pt x="2104" y="1015"/>
                </a:cubicBezTo>
                <a:lnTo>
                  <a:pt x="2104" y="1015"/>
                </a:lnTo>
                <a:cubicBezTo>
                  <a:pt x="2127" y="1013"/>
                  <a:pt x="2151" y="1010"/>
                  <a:pt x="2175" y="1006"/>
                </a:cubicBezTo>
                <a:cubicBezTo>
                  <a:pt x="2200" y="1002"/>
                  <a:pt x="2223" y="998"/>
                  <a:pt x="2248" y="996"/>
                </a:cubicBezTo>
                <a:lnTo>
                  <a:pt x="2248" y="996"/>
                </a:lnTo>
                <a:cubicBezTo>
                  <a:pt x="2202" y="1002"/>
                  <a:pt x="2186" y="1004"/>
                  <a:pt x="2186" y="1004"/>
                </a:cubicBezTo>
                <a:cubicBezTo>
                  <a:pt x="2187" y="1004"/>
                  <a:pt x="2227" y="999"/>
                  <a:pt x="2246" y="998"/>
                </a:cubicBezTo>
                <a:cubicBezTo>
                  <a:pt x="2293" y="996"/>
                  <a:pt x="2341" y="991"/>
                  <a:pt x="2387" y="989"/>
                </a:cubicBezTo>
                <a:close/>
                <a:moveTo>
                  <a:pt x="2431" y="0"/>
                </a:moveTo>
                <a:cubicBezTo>
                  <a:pt x="2283" y="0"/>
                  <a:pt x="2134" y="12"/>
                  <a:pt x="1987" y="33"/>
                </a:cubicBezTo>
                <a:lnTo>
                  <a:pt x="1987" y="33"/>
                </a:lnTo>
                <a:cubicBezTo>
                  <a:pt x="1519" y="79"/>
                  <a:pt x="1082" y="246"/>
                  <a:pt x="738" y="578"/>
                </a:cubicBezTo>
                <a:cubicBezTo>
                  <a:pt x="443" y="863"/>
                  <a:pt x="236" y="1259"/>
                  <a:pt x="158" y="1661"/>
                </a:cubicBezTo>
                <a:cubicBezTo>
                  <a:pt x="0" y="2477"/>
                  <a:pt x="228" y="3403"/>
                  <a:pt x="896" y="3941"/>
                </a:cubicBezTo>
                <a:cubicBezTo>
                  <a:pt x="1283" y="4251"/>
                  <a:pt x="1777" y="4404"/>
                  <a:pt x="2272" y="4404"/>
                </a:cubicBezTo>
                <a:cubicBezTo>
                  <a:pt x="2762" y="4404"/>
                  <a:pt x="3253" y="4255"/>
                  <a:pt x="3645" y="3962"/>
                </a:cubicBezTo>
                <a:cubicBezTo>
                  <a:pt x="4395" y="3401"/>
                  <a:pt x="4700" y="2409"/>
                  <a:pt x="4443" y="1512"/>
                </a:cubicBezTo>
                <a:cubicBezTo>
                  <a:pt x="4302" y="1025"/>
                  <a:pt x="4003" y="604"/>
                  <a:pt x="3582" y="321"/>
                </a:cubicBezTo>
                <a:cubicBezTo>
                  <a:pt x="3236" y="89"/>
                  <a:pt x="2836" y="0"/>
                  <a:pt x="243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38" name="Google Shape;9938;p9"/>
          <p:cNvSpPr/>
          <p:nvPr/>
        </p:nvSpPr>
        <p:spPr>
          <a:xfrm>
            <a:off x="6518075" y="833200"/>
            <a:ext cx="176025" cy="165050"/>
          </a:xfrm>
          <a:custGeom>
            <a:rect b="b" l="l" r="r" t="t"/>
            <a:pathLst>
              <a:path extrusionOk="0" h="6602" w="7041">
                <a:moveTo>
                  <a:pt x="4935" y="1378"/>
                </a:moveTo>
                <a:cubicBezTo>
                  <a:pt x="4939" y="1380"/>
                  <a:pt x="4948" y="1387"/>
                  <a:pt x="4965" y="1400"/>
                </a:cubicBezTo>
                <a:cubicBezTo>
                  <a:pt x="4955" y="1392"/>
                  <a:pt x="4945" y="1385"/>
                  <a:pt x="4935" y="1378"/>
                </a:cubicBezTo>
                <a:close/>
                <a:moveTo>
                  <a:pt x="1630" y="1762"/>
                </a:moveTo>
                <a:lnTo>
                  <a:pt x="1630" y="1762"/>
                </a:lnTo>
                <a:cubicBezTo>
                  <a:pt x="1621" y="1773"/>
                  <a:pt x="1618" y="1778"/>
                  <a:pt x="1618" y="1778"/>
                </a:cubicBezTo>
                <a:cubicBezTo>
                  <a:pt x="1618" y="1778"/>
                  <a:pt x="1623" y="1771"/>
                  <a:pt x="1630" y="1762"/>
                </a:cubicBezTo>
                <a:close/>
                <a:moveTo>
                  <a:pt x="3639" y="986"/>
                </a:moveTo>
                <a:cubicBezTo>
                  <a:pt x="4036" y="986"/>
                  <a:pt x="4418" y="1072"/>
                  <a:pt x="4734" y="1250"/>
                </a:cubicBezTo>
                <a:cubicBezTo>
                  <a:pt x="4786" y="1280"/>
                  <a:pt x="4839" y="1313"/>
                  <a:pt x="4890" y="1347"/>
                </a:cubicBezTo>
                <a:cubicBezTo>
                  <a:pt x="4906" y="1357"/>
                  <a:pt x="4921" y="1367"/>
                  <a:pt x="4935" y="1378"/>
                </a:cubicBezTo>
                <a:lnTo>
                  <a:pt x="4935" y="1378"/>
                </a:lnTo>
                <a:cubicBezTo>
                  <a:pt x="4934" y="1377"/>
                  <a:pt x="4933" y="1376"/>
                  <a:pt x="4933" y="1376"/>
                </a:cubicBezTo>
                <a:lnTo>
                  <a:pt x="4933" y="1376"/>
                </a:lnTo>
                <a:cubicBezTo>
                  <a:pt x="4934" y="1376"/>
                  <a:pt x="4964" y="1397"/>
                  <a:pt x="4972" y="1404"/>
                </a:cubicBezTo>
                <a:cubicBezTo>
                  <a:pt x="5081" y="1495"/>
                  <a:pt x="5182" y="1594"/>
                  <a:pt x="5275" y="1701"/>
                </a:cubicBezTo>
                <a:cubicBezTo>
                  <a:pt x="5296" y="1724"/>
                  <a:pt x="5315" y="1747"/>
                  <a:pt x="5332" y="1771"/>
                </a:cubicBezTo>
                <a:cubicBezTo>
                  <a:pt x="5336" y="1776"/>
                  <a:pt x="5339" y="1780"/>
                  <a:pt x="5342" y="1782"/>
                </a:cubicBezTo>
                <a:lnTo>
                  <a:pt x="5342" y="1782"/>
                </a:lnTo>
                <a:cubicBezTo>
                  <a:pt x="5378" y="1835"/>
                  <a:pt x="5414" y="1889"/>
                  <a:pt x="5446" y="1943"/>
                </a:cubicBezTo>
                <a:cubicBezTo>
                  <a:pt x="5477" y="1994"/>
                  <a:pt x="5507" y="2045"/>
                  <a:pt x="5534" y="2097"/>
                </a:cubicBezTo>
                <a:cubicBezTo>
                  <a:pt x="5548" y="2126"/>
                  <a:pt x="5603" y="2244"/>
                  <a:pt x="5604" y="2244"/>
                </a:cubicBezTo>
                <a:cubicBezTo>
                  <a:pt x="5605" y="2244"/>
                  <a:pt x="5604" y="2244"/>
                  <a:pt x="5604" y="2242"/>
                </a:cubicBezTo>
                <a:lnTo>
                  <a:pt x="5604" y="2242"/>
                </a:lnTo>
                <a:cubicBezTo>
                  <a:pt x="5646" y="2347"/>
                  <a:pt x="5682" y="2454"/>
                  <a:pt x="5711" y="2561"/>
                </a:cubicBezTo>
                <a:cubicBezTo>
                  <a:pt x="5726" y="2620"/>
                  <a:pt x="5741" y="2679"/>
                  <a:pt x="5751" y="2738"/>
                </a:cubicBezTo>
                <a:cubicBezTo>
                  <a:pt x="5756" y="2758"/>
                  <a:pt x="5778" y="2901"/>
                  <a:pt x="5781" y="2901"/>
                </a:cubicBezTo>
                <a:cubicBezTo>
                  <a:pt x="5781" y="2901"/>
                  <a:pt x="5781" y="2892"/>
                  <a:pt x="5779" y="2872"/>
                </a:cubicBezTo>
                <a:lnTo>
                  <a:pt x="5779" y="2872"/>
                </a:lnTo>
                <a:cubicBezTo>
                  <a:pt x="5793" y="2999"/>
                  <a:pt x="5800" y="3127"/>
                  <a:pt x="5800" y="3256"/>
                </a:cubicBezTo>
                <a:cubicBezTo>
                  <a:pt x="5798" y="3323"/>
                  <a:pt x="5796" y="3393"/>
                  <a:pt x="5791" y="3460"/>
                </a:cubicBezTo>
                <a:cubicBezTo>
                  <a:pt x="5787" y="3518"/>
                  <a:pt x="5781" y="3572"/>
                  <a:pt x="5780" y="3582"/>
                </a:cubicBezTo>
                <a:lnTo>
                  <a:pt x="5780" y="3582"/>
                </a:lnTo>
                <a:cubicBezTo>
                  <a:pt x="5759" y="3706"/>
                  <a:pt x="5734" y="3831"/>
                  <a:pt x="5699" y="3953"/>
                </a:cubicBezTo>
                <a:cubicBezTo>
                  <a:pt x="5682" y="4012"/>
                  <a:pt x="5663" y="4069"/>
                  <a:pt x="5642" y="4126"/>
                </a:cubicBezTo>
                <a:cubicBezTo>
                  <a:pt x="5631" y="4155"/>
                  <a:pt x="5621" y="4183"/>
                  <a:pt x="5610" y="4212"/>
                </a:cubicBezTo>
                <a:cubicBezTo>
                  <a:pt x="5606" y="4223"/>
                  <a:pt x="5602" y="4232"/>
                  <a:pt x="5600" y="4238"/>
                </a:cubicBezTo>
                <a:lnTo>
                  <a:pt x="5600" y="4238"/>
                </a:lnTo>
                <a:cubicBezTo>
                  <a:pt x="5597" y="4244"/>
                  <a:pt x="5593" y="4252"/>
                  <a:pt x="5589" y="4261"/>
                </a:cubicBezTo>
                <a:cubicBezTo>
                  <a:pt x="5534" y="4370"/>
                  <a:pt x="5477" y="4478"/>
                  <a:pt x="5412" y="4581"/>
                </a:cubicBezTo>
                <a:cubicBezTo>
                  <a:pt x="5311" y="4737"/>
                  <a:pt x="5324" y="4720"/>
                  <a:pt x="5189" y="4863"/>
                </a:cubicBezTo>
                <a:cubicBezTo>
                  <a:pt x="4814" y="5261"/>
                  <a:pt x="4355" y="5476"/>
                  <a:pt x="3756" y="5573"/>
                </a:cubicBezTo>
                <a:cubicBezTo>
                  <a:pt x="3620" y="5595"/>
                  <a:pt x="3482" y="5605"/>
                  <a:pt x="3344" y="5605"/>
                </a:cubicBezTo>
                <a:cubicBezTo>
                  <a:pt x="2954" y="5605"/>
                  <a:pt x="2572" y="5519"/>
                  <a:pt x="2265" y="5346"/>
                </a:cubicBezTo>
                <a:cubicBezTo>
                  <a:pt x="2214" y="5316"/>
                  <a:pt x="2164" y="5285"/>
                  <a:pt x="2113" y="5253"/>
                </a:cubicBezTo>
                <a:cubicBezTo>
                  <a:pt x="2098" y="5243"/>
                  <a:pt x="2015" y="5180"/>
                  <a:pt x="2013" y="5180"/>
                </a:cubicBezTo>
                <a:lnTo>
                  <a:pt x="2013" y="5180"/>
                </a:lnTo>
                <a:cubicBezTo>
                  <a:pt x="2013" y="5180"/>
                  <a:pt x="2019" y="5186"/>
                  <a:pt x="2037" y="5200"/>
                </a:cubicBezTo>
                <a:cubicBezTo>
                  <a:pt x="1930" y="5114"/>
                  <a:pt x="1831" y="5019"/>
                  <a:pt x="1740" y="4916"/>
                </a:cubicBezTo>
                <a:cubicBezTo>
                  <a:pt x="1728" y="4902"/>
                  <a:pt x="1675" y="4837"/>
                  <a:pt x="1657" y="4816"/>
                </a:cubicBezTo>
                <a:lnTo>
                  <a:pt x="1657" y="4816"/>
                </a:lnTo>
                <a:cubicBezTo>
                  <a:pt x="1647" y="4801"/>
                  <a:pt x="1584" y="4711"/>
                  <a:pt x="1570" y="4688"/>
                </a:cubicBezTo>
                <a:cubicBezTo>
                  <a:pt x="1500" y="4579"/>
                  <a:pt x="1439" y="4465"/>
                  <a:pt x="1382" y="4347"/>
                </a:cubicBezTo>
                <a:cubicBezTo>
                  <a:pt x="1372" y="4327"/>
                  <a:pt x="1369" y="4322"/>
                  <a:pt x="1368" y="4322"/>
                </a:cubicBezTo>
                <a:lnTo>
                  <a:pt x="1368" y="4322"/>
                </a:lnTo>
                <a:cubicBezTo>
                  <a:pt x="1368" y="4322"/>
                  <a:pt x="1368" y="4322"/>
                  <a:pt x="1368" y="4322"/>
                </a:cubicBezTo>
                <a:lnTo>
                  <a:pt x="1368" y="4322"/>
                </a:lnTo>
                <a:cubicBezTo>
                  <a:pt x="1366" y="4315"/>
                  <a:pt x="1360" y="4299"/>
                  <a:pt x="1348" y="4265"/>
                </a:cubicBezTo>
                <a:cubicBezTo>
                  <a:pt x="1329" y="4210"/>
                  <a:pt x="1308" y="4155"/>
                  <a:pt x="1291" y="4101"/>
                </a:cubicBezTo>
                <a:cubicBezTo>
                  <a:pt x="1251" y="3974"/>
                  <a:pt x="1220" y="3848"/>
                  <a:pt x="1197" y="3717"/>
                </a:cubicBezTo>
                <a:cubicBezTo>
                  <a:pt x="1192" y="3696"/>
                  <a:pt x="1179" y="3596"/>
                  <a:pt x="1178" y="3596"/>
                </a:cubicBezTo>
                <a:lnTo>
                  <a:pt x="1178" y="3596"/>
                </a:lnTo>
                <a:cubicBezTo>
                  <a:pt x="1178" y="3596"/>
                  <a:pt x="1179" y="3606"/>
                  <a:pt x="1182" y="3633"/>
                </a:cubicBezTo>
                <a:cubicBezTo>
                  <a:pt x="1173" y="3568"/>
                  <a:pt x="1167" y="3502"/>
                  <a:pt x="1165" y="3437"/>
                </a:cubicBezTo>
                <a:cubicBezTo>
                  <a:pt x="1157" y="3304"/>
                  <a:pt x="1157" y="3174"/>
                  <a:pt x="1165" y="3041"/>
                </a:cubicBezTo>
                <a:cubicBezTo>
                  <a:pt x="1167" y="3011"/>
                  <a:pt x="1179" y="2898"/>
                  <a:pt x="1181" y="2870"/>
                </a:cubicBezTo>
                <a:lnTo>
                  <a:pt x="1181" y="2870"/>
                </a:lnTo>
                <a:cubicBezTo>
                  <a:pt x="1186" y="2847"/>
                  <a:pt x="1203" y="2750"/>
                  <a:pt x="1209" y="2721"/>
                </a:cubicBezTo>
                <a:cubicBezTo>
                  <a:pt x="1239" y="2580"/>
                  <a:pt x="1281" y="2443"/>
                  <a:pt x="1327" y="2306"/>
                </a:cubicBezTo>
                <a:cubicBezTo>
                  <a:pt x="1342" y="2262"/>
                  <a:pt x="1345" y="2248"/>
                  <a:pt x="1346" y="2244"/>
                </a:cubicBezTo>
                <a:lnTo>
                  <a:pt x="1346" y="2244"/>
                </a:lnTo>
                <a:cubicBezTo>
                  <a:pt x="1348" y="2241"/>
                  <a:pt x="1355" y="2229"/>
                  <a:pt x="1376" y="2188"/>
                </a:cubicBezTo>
                <a:cubicBezTo>
                  <a:pt x="1407" y="2125"/>
                  <a:pt x="1439" y="2059"/>
                  <a:pt x="1475" y="1998"/>
                </a:cubicBezTo>
                <a:cubicBezTo>
                  <a:pt x="1511" y="1937"/>
                  <a:pt x="1551" y="1878"/>
                  <a:pt x="1588" y="1819"/>
                </a:cubicBezTo>
                <a:cubicBezTo>
                  <a:pt x="1603" y="1799"/>
                  <a:pt x="1618" y="1779"/>
                  <a:pt x="1632" y="1759"/>
                </a:cubicBezTo>
                <a:lnTo>
                  <a:pt x="1632" y="1759"/>
                </a:lnTo>
                <a:cubicBezTo>
                  <a:pt x="1639" y="1751"/>
                  <a:pt x="1646" y="1741"/>
                  <a:pt x="1654" y="1733"/>
                </a:cubicBezTo>
                <a:cubicBezTo>
                  <a:pt x="1744" y="1632"/>
                  <a:pt x="1839" y="1535"/>
                  <a:pt x="1945" y="1446"/>
                </a:cubicBezTo>
                <a:cubicBezTo>
                  <a:pt x="1949" y="1443"/>
                  <a:pt x="1952" y="1440"/>
                  <a:pt x="1955" y="1437"/>
                </a:cubicBezTo>
                <a:lnTo>
                  <a:pt x="1955" y="1437"/>
                </a:lnTo>
                <a:cubicBezTo>
                  <a:pt x="1958" y="1435"/>
                  <a:pt x="1960" y="1434"/>
                  <a:pt x="1963" y="1431"/>
                </a:cubicBezTo>
                <a:cubicBezTo>
                  <a:pt x="1993" y="1410"/>
                  <a:pt x="2022" y="1389"/>
                  <a:pt x="2054" y="1370"/>
                </a:cubicBezTo>
                <a:cubicBezTo>
                  <a:pt x="2115" y="1328"/>
                  <a:pt x="2180" y="1292"/>
                  <a:pt x="2246" y="1257"/>
                </a:cubicBezTo>
                <a:cubicBezTo>
                  <a:pt x="2372" y="1191"/>
                  <a:pt x="2412" y="1174"/>
                  <a:pt x="2604" y="1120"/>
                </a:cubicBezTo>
                <a:cubicBezTo>
                  <a:pt x="2802" y="1065"/>
                  <a:pt x="2859" y="1059"/>
                  <a:pt x="3023" y="1044"/>
                </a:cubicBezTo>
                <a:cubicBezTo>
                  <a:pt x="3046" y="1042"/>
                  <a:pt x="3069" y="1039"/>
                  <a:pt x="3092" y="1035"/>
                </a:cubicBezTo>
                <a:lnTo>
                  <a:pt x="3092" y="1035"/>
                </a:lnTo>
                <a:cubicBezTo>
                  <a:pt x="3113" y="1033"/>
                  <a:pt x="3134" y="1031"/>
                  <a:pt x="3156" y="1027"/>
                </a:cubicBezTo>
                <a:cubicBezTo>
                  <a:pt x="3317" y="1000"/>
                  <a:pt x="3479" y="986"/>
                  <a:pt x="3639" y="986"/>
                </a:cubicBezTo>
                <a:close/>
                <a:moveTo>
                  <a:pt x="3656" y="0"/>
                </a:moveTo>
                <a:cubicBezTo>
                  <a:pt x="3424" y="0"/>
                  <a:pt x="3191" y="20"/>
                  <a:pt x="2962" y="55"/>
                </a:cubicBezTo>
                <a:lnTo>
                  <a:pt x="2962" y="55"/>
                </a:lnTo>
                <a:cubicBezTo>
                  <a:pt x="1592" y="189"/>
                  <a:pt x="506" y="1128"/>
                  <a:pt x="238" y="2500"/>
                </a:cubicBezTo>
                <a:cubicBezTo>
                  <a:pt x="0" y="3730"/>
                  <a:pt x="360" y="5131"/>
                  <a:pt x="1367" y="5933"/>
                </a:cubicBezTo>
                <a:cubicBezTo>
                  <a:pt x="1934" y="6385"/>
                  <a:pt x="2656" y="6602"/>
                  <a:pt x="3382" y="6602"/>
                </a:cubicBezTo>
                <a:cubicBezTo>
                  <a:pt x="4138" y="6602"/>
                  <a:pt x="4898" y="6367"/>
                  <a:pt x="5494" y="5917"/>
                </a:cubicBezTo>
                <a:cubicBezTo>
                  <a:pt x="6607" y="5078"/>
                  <a:pt x="7041" y="3580"/>
                  <a:pt x="6659" y="2253"/>
                </a:cubicBezTo>
                <a:cubicBezTo>
                  <a:pt x="6453" y="1537"/>
                  <a:pt x="6015" y="905"/>
                  <a:pt x="5393" y="488"/>
                </a:cubicBezTo>
                <a:cubicBezTo>
                  <a:pt x="4872" y="137"/>
                  <a:pt x="4267" y="0"/>
                  <a:pt x="365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939" name="Google Shape;9939;p9"/>
          <p:cNvGrpSpPr/>
          <p:nvPr/>
        </p:nvGrpSpPr>
        <p:grpSpPr>
          <a:xfrm rot="6300357">
            <a:off x="7074685" y="581435"/>
            <a:ext cx="707993" cy="442801"/>
            <a:chOff x="1445125" y="3867675"/>
            <a:chExt cx="803300" cy="502950"/>
          </a:xfrm>
        </p:grpSpPr>
        <p:sp>
          <p:nvSpPr>
            <p:cNvPr id="9940" name="Google Shape;9940;p9"/>
            <p:cNvSpPr/>
            <p:nvPr/>
          </p:nvSpPr>
          <p:spPr>
            <a:xfrm>
              <a:off x="1445125" y="3867675"/>
              <a:ext cx="535450" cy="502950"/>
            </a:xfrm>
            <a:custGeom>
              <a:rect b="b" l="l" r="r" t="t"/>
              <a:pathLst>
                <a:path extrusionOk="0" h="20118" w="21418">
                  <a:moveTo>
                    <a:pt x="5846" y="993"/>
                  </a:moveTo>
                  <a:cubicBezTo>
                    <a:pt x="6726" y="993"/>
                    <a:pt x="7300" y="1814"/>
                    <a:pt x="7545" y="2688"/>
                  </a:cubicBezTo>
                  <a:cubicBezTo>
                    <a:pt x="7686" y="3200"/>
                    <a:pt x="7749" y="3726"/>
                    <a:pt x="7770" y="4255"/>
                  </a:cubicBezTo>
                  <a:cubicBezTo>
                    <a:pt x="7787" y="4700"/>
                    <a:pt x="7676" y="5216"/>
                    <a:pt x="7812" y="5641"/>
                  </a:cubicBezTo>
                  <a:cubicBezTo>
                    <a:pt x="8017" y="6280"/>
                    <a:pt x="8790" y="6621"/>
                    <a:pt x="9352" y="6861"/>
                  </a:cubicBezTo>
                  <a:cubicBezTo>
                    <a:pt x="10899" y="7523"/>
                    <a:pt x="12588" y="7895"/>
                    <a:pt x="14238" y="8195"/>
                  </a:cubicBezTo>
                  <a:cubicBezTo>
                    <a:pt x="14279" y="8202"/>
                    <a:pt x="14320" y="8206"/>
                    <a:pt x="14360" y="8206"/>
                  </a:cubicBezTo>
                  <a:cubicBezTo>
                    <a:pt x="14538" y="8206"/>
                    <a:pt x="14697" y="8128"/>
                    <a:pt x="14800" y="7965"/>
                  </a:cubicBezTo>
                  <a:cubicBezTo>
                    <a:pt x="15658" y="6602"/>
                    <a:pt x="16673" y="5266"/>
                    <a:pt x="17868" y="4181"/>
                  </a:cubicBezTo>
                  <a:cubicBezTo>
                    <a:pt x="18246" y="3837"/>
                    <a:pt x="19055" y="3130"/>
                    <a:pt x="19662" y="3130"/>
                  </a:cubicBezTo>
                  <a:cubicBezTo>
                    <a:pt x="19761" y="3130"/>
                    <a:pt x="19855" y="3149"/>
                    <a:pt x="19941" y="3191"/>
                  </a:cubicBezTo>
                  <a:cubicBezTo>
                    <a:pt x="19972" y="3206"/>
                    <a:pt x="20042" y="3282"/>
                    <a:pt x="20078" y="3334"/>
                  </a:cubicBezTo>
                  <a:cubicBezTo>
                    <a:pt x="20170" y="3474"/>
                    <a:pt x="20200" y="3554"/>
                    <a:pt x="20244" y="3703"/>
                  </a:cubicBezTo>
                  <a:cubicBezTo>
                    <a:pt x="20356" y="4074"/>
                    <a:pt x="20385" y="4459"/>
                    <a:pt x="20391" y="4845"/>
                  </a:cubicBezTo>
                  <a:cubicBezTo>
                    <a:pt x="20434" y="7253"/>
                    <a:pt x="19715" y="9724"/>
                    <a:pt x="18959" y="11987"/>
                  </a:cubicBezTo>
                  <a:cubicBezTo>
                    <a:pt x="18546" y="13223"/>
                    <a:pt x="18074" y="14443"/>
                    <a:pt x="17505" y="15619"/>
                  </a:cubicBezTo>
                  <a:cubicBezTo>
                    <a:pt x="16974" y="16720"/>
                    <a:pt x="16385" y="17795"/>
                    <a:pt x="15472" y="18631"/>
                  </a:cubicBezTo>
                  <a:cubicBezTo>
                    <a:pt x="15279" y="18808"/>
                    <a:pt x="15055" y="19008"/>
                    <a:pt x="14800" y="19090"/>
                  </a:cubicBezTo>
                  <a:cubicBezTo>
                    <a:pt x="14731" y="19114"/>
                    <a:pt x="14679" y="19127"/>
                    <a:pt x="14633" y="19127"/>
                  </a:cubicBezTo>
                  <a:cubicBezTo>
                    <a:pt x="14584" y="19127"/>
                    <a:pt x="14541" y="19112"/>
                    <a:pt x="14491" y="19078"/>
                  </a:cubicBezTo>
                  <a:cubicBezTo>
                    <a:pt x="14179" y="18859"/>
                    <a:pt x="14040" y="18279"/>
                    <a:pt x="13943" y="17913"/>
                  </a:cubicBezTo>
                  <a:cubicBezTo>
                    <a:pt x="13496" y="16204"/>
                    <a:pt x="13420" y="14392"/>
                    <a:pt x="13231" y="12644"/>
                  </a:cubicBezTo>
                  <a:cubicBezTo>
                    <a:pt x="13231" y="12642"/>
                    <a:pt x="13231" y="12641"/>
                    <a:pt x="13230" y="12640"/>
                  </a:cubicBezTo>
                  <a:lnTo>
                    <a:pt x="13230" y="12640"/>
                  </a:lnTo>
                  <a:cubicBezTo>
                    <a:pt x="13241" y="12479"/>
                    <a:pt x="13172" y="12316"/>
                    <a:pt x="12984" y="12214"/>
                  </a:cubicBezTo>
                  <a:cubicBezTo>
                    <a:pt x="12340" y="11860"/>
                    <a:pt x="11598" y="11675"/>
                    <a:pt x="10890" y="11496"/>
                  </a:cubicBezTo>
                  <a:cubicBezTo>
                    <a:pt x="10069" y="11291"/>
                    <a:pt x="9239" y="11119"/>
                    <a:pt x="8404" y="10971"/>
                  </a:cubicBezTo>
                  <a:cubicBezTo>
                    <a:pt x="7943" y="10890"/>
                    <a:pt x="7439" y="10757"/>
                    <a:pt x="6964" y="10757"/>
                  </a:cubicBezTo>
                  <a:cubicBezTo>
                    <a:pt x="6933" y="10757"/>
                    <a:pt x="6903" y="10757"/>
                    <a:pt x="6873" y="10758"/>
                  </a:cubicBezTo>
                  <a:cubicBezTo>
                    <a:pt x="6281" y="10782"/>
                    <a:pt x="5857" y="11237"/>
                    <a:pt x="5518" y="11671"/>
                  </a:cubicBezTo>
                  <a:cubicBezTo>
                    <a:pt x="4848" y="12532"/>
                    <a:pt x="4110" y="13945"/>
                    <a:pt x="2900" y="13945"/>
                  </a:cubicBezTo>
                  <a:cubicBezTo>
                    <a:pt x="2748" y="13945"/>
                    <a:pt x="2589" y="13923"/>
                    <a:pt x="2421" y="13874"/>
                  </a:cubicBezTo>
                  <a:cubicBezTo>
                    <a:pt x="1265" y="13539"/>
                    <a:pt x="1147" y="12161"/>
                    <a:pt x="1191" y="11150"/>
                  </a:cubicBezTo>
                  <a:cubicBezTo>
                    <a:pt x="1259" y="9547"/>
                    <a:pt x="1735" y="7959"/>
                    <a:pt x="2242" y="6446"/>
                  </a:cubicBezTo>
                  <a:cubicBezTo>
                    <a:pt x="2666" y="5186"/>
                    <a:pt x="3155" y="3943"/>
                    <a:pt x="3669" y="2717"/>
                  </a:cubicBezTo>
                  <a:cubicBezTo>
                    <a:pt x="4014" y="1894"/>
                    <a:pt x="4701" y="1150"/>
                    <a:pt x="5619" y="1011"/>
                  </a:cubicBezTo>
                  <a:cubicBezTo>
                    <a:pt x="5697" y="999"/>
                    <a:pt x="5772" y="993"/>
                    <a:pt x="5846" y="993"/>
                  </a:cubicBezTo>
                  <a:close/>
                  <a:moveTo>
                    <a:pt x="5851" y="1"/>
                  </a:moveTo>
                  <a:cubicBezTo>
                    <a:pt x="4753" y="1"/>
                    <a:pt x="3750" y="699"/>
                    <a:pt x="3144" y="1580"/>
                  </a:cubicBezTo>
                  <a:cubicBezTo>
                    <a:pt x="2849" y="2009"/>
                    <a:pt x="2683" y="2515"/>
                    <a:pt x="2487" y="2993"/>
                  </a:cubicBezTo>
                  <a:cubicBezTo>
                    <a:pt x="2217" y="3653"/>
                    <a:pt x="1954" y="4314"/>
                    <a:pt x="1705" y="4982"/>
                  </a:cubicBezTo>
                  <a:cubicBezTo>
                    <a:pt x="1113" y="6581"/>
                    <a:pt x="576" y="8224"/>
                    <a:pt x="323" y="9914"/>
                  </a:cubicBezTo>
                  <a:cubicBezTo>
                    <a:pt x="121" y="11253"/>
                    <a:pt x="1" y="12901"/>
                    <a:pt x="913" y="14026"/>
                  </a:cubicBezTo>
                  <a:cubicBezTo>
                    <a:pt x="1411" y="14639"/>
                    <a:pt x="2111" y="14918"/>
                    <a:pt x="2824" y="14918"/>
                  </a:cubicBezTo>
                  <a:cubicBezTo>
                    <a:pt x="3509" y="14918"/>
                    <a:pt x="4207" y="14660"/>
                    <a:pt x="4751" y="14192"/>
                  </a:cubicBezTo>
                  <a:cubicBezTo>
                    <a:pt x="5371" y="13659"/>
                    <a:pt x="5777" y="12949"/>
                    <a:pt x="6272" y="12311"/>
                  </a:cubicBezTo>
                  <a:cubicBezTo>
                    <a:pt x="6566" y="11931"/>
                    <a:pt x="6732" y="11776"/>
                    <a:pt x="7065" y="11776"/>
                  </a:cubicBezTo>
                  <a:cubicBezTo>
                    <a:pt x="7129" y="11776"/>
                    <a:pt x="7199" y="11782"/>
                    <a:pt x="7277" y="11793"/>
                  </a:cubicBezTo>
                  <a:cubicBezTo>
                    <a:pt x="8166" y="11915"/>
                    <a:pt x="9053" y="12094"/>
                    <a:pt x="9930" y="12292"/>
                  </a:cubicBezTo>
                  <a:cubicBezTo>
                    <a:pt x="10726" y="12472"/>
                    <a:pt x="11550" y="12626"/>
                    <a:pt x="12268" y="12966"/>
                  </a:cubicBezTo>
                  <a:lnTo>
                    <a:pt x="12268" y="12966"/>
                  </a:lnTo>
                  <a:cubicBezTo>
                    <a:pt x="12439" y="14633"/>
                    <a:pt x="12548" y="16332"/>
                    <a:pt x="12930" y="17963"/>
                  </a:cubicBezTo>
                  <a:cubicBezTo>
                    <a:pt x="13136" y="18845"/>
                    <a:pt x="13555" y="20118"/>
                    <a:pt x="14640" y="20118"/>
                  </a:cubicBezTo>
                  <a:cubicBezTo>
                    <a:pt x="14672" y="20118"/>
                    <a:pt x="14706" y="20116"/>
                    <a:pt x="14739" y="20114"/>
                  </a:cubicBezTo>
                  <a:cubicBezTo>
                    <a:pt x="15314" y="20074"/>
                    <a:pt x="15818" y="19674"/>
                    <a:pt x="16220" y="19295"/>
                  </a:cubicBezTo>
                  <a:cubicBezTo>
                    <a:pt x="16778" y="18770"/>
                    <a:pt x="17242" y="18165"/>
                    <a:pt x="17630" y="17506"/>
                  </a:cubicBezTo>
                  <a:cubicBezTo>
                    <a:pt x="18329" y="16326"/>
                    <a:pt x="18879" y="15058"/>
                    <a:pt x="19372" y="13779"/>
                  </a:cubicBezTo>
                  <a:cubicBezTo>
                    <a:pt x="20387" y="11140"/>
                    <a:pt x="21255" y="8266"/>
                    <a:pt x="21379" y="5422"/>
                  </a:cubicBezTo>
                  <a:cubicBezTo>
                    <a:pt x="21417" y="4558"/>
                    <a:pt x="21409" y="3509"/>
                    <a:pt x="20893" y="2768"/>
                  </a:cubicBezTo>
                  <a:cubicBezTo>
                    <a:pt x="20591" y="2334"/>
                    <a:pt x="20167" y="2169"/>
                    <a:pt x="19717" y="2169"/>
                  </a:cubicBezTo>
                  <a:cubicBezTo>
                    <a:pt x="19269" y="2169"/>
                    <a:pt x="18796" y="2332"/>
                    <a:pt x="18392" y="2557"/>
                  </a:cubicBezTo>
                  <a:cubicBezTo>
                    <a:pt x="17206" y="3219"/>
                    <a:pt x="16258" y="4331"/>
                    <a:pt x="15430" y="5382"/>
                  </a:cubicBezTo>
                  <a:cubicBezTo>
                    <a:pt x="14975" y="5959"/>
                    <a:pt x="14535" y="6551"/>
                    <a:pt x="14131" y="7165"/>
                  </a:cubicBezTo>
                  <a:lnTo>
                    <a:pt x="14131" y="7165"/>
                  </a:lnTo>
                  <a:cubicBezTo>
                    <a:pt x="12741" y="6903"/>
                    <a:pt x="11340" y="6572"/>
                    <a:pt x="10022" y="6067"/>
                  </a:cubicBezTo>
                  <a:cubicBezTo>
                    <a:pt x="9692" y="5938"/>
                    <a:pt x="9355" y="5795"/>
                    <a:pt x="9057" y="5599"/>
                  </a:cubicBezTo>
                  <a:cubicBezTo>
                    <a:pt x="8975" y="5544"/>
                    <a:pt x="8902" y="5490"/>
                    <a:pt x="8830" y="5420"/>
                  </a:cubicBezTo>
                  <a:cubicBezTo>
                    <a:pt x="8801" y="5393"/>
                    <a:pt x="8791" y="5386"/>
                    <a:pt x="8788" y="5385"/>
                  </a:cubicBezTo>
                  <a:lnTo>
                    <a:pt x="8788" y="5385"/>
                  </a:lnTo>
                  <a:cubicBezTo>
                    <a:pt x="8787" y="5381"/>
                    <a:pt x="8781" y="5370"/>
                    <a:pt x="8767" y="5346"/>
                  </a:cubicBezTo>
                  <a:cubicBezTo>
                    <a:pt x="8764" y="5342"/>
                    <a:pt x="8761" y="5338"/>
                    <a:pt x="8759" y="5334"/>
                  </a:cubicBezTo>
                  <a:lnTo>
                    <a:pt x="8759" y="5334"/>
                  </a:lnTo>
                  <a:cubicBezTo>
                    <a:pt x="8759" y="5333"/>
                    <a:pt x="8759" y="5331"/>
                    <a:pt x="8758" y="5329"/>
                  </a:cubicBezTo>
                  <a:cubicBezTo>
                    <a:pt x="8680" y="4813"/>
                    <a:pt x="8779" y="4238"/>
                    <a:pt x="8729" y="3712"/>
                  </a:cubicBezTo>
                  <a:cubicBezTo>
                    <a:pt x="8683" y="3244"/>
                    <a:pt x="8611" y="2774"/>
                    <a:pt x="8476" y="2325"/>
                  </a:cubicBezTo>
                  <a:cubicBezTo>
                    <a:pt x="8116" y="1129"/>
                    <a:pt x="7256" y="33"/>
                    <a:pt x="5914" y="2"/>
                  </a:cubicBezTo>
                  <a:cubicBezTo>
                    <a:pt x="5893" y="1"/>
                    <a:pt x="5872" y="1"/>
                    <a:pt x="585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41" name="Google Shape;9941;p9"/>
            <p:cNvSpPr/>
            <p:nvPr/>
          </p:nvSpPr>
          <p:spPr>
            <a:xfrm>
              <a:off x="1903525" y="4088100"/>
              <a:ext cx="344900" cy="185850"/>
            </a:xfrm>
            <a:custGeom>
              <a:rect b="b" l="l" r="r" t="t"/>
              <a:pathLst>
                <a:path extrusionOk="0" h="7434" w="13796">
                  <a:moveTo>
                    <a:pt x="2035" y="1"/>
                  </a:moveTo>
                  <a:cubicBezTo>
                    <a:pt x="1593" y="1"/>
                    <a:pt x="1301" y="661"/>
                    <a:pt x="1777" y="928"/>
                  </a:cubicBezTo>
                  <a:cubicBezTo>
                    <a:pt x="5023" y="2748"/>
                    <a:pt x="8420" y="4238"/>
                    <a:pt x="11476" y="6352"/>
                  </a:cubicBezTo>
                  <a:lnTo>
                    <a:pt x="11476" y="6352"/>
                  </a:lnTo>
                  <a:cubicBezTo>
                    <a:pt x="7847" y="6103"/>
                    <a:pt x="4252" y="5482"/>
                    <a:pt x="636" y="5110"/>
                  </a:cubicBezTo>
                  <a:cubicBezTo>
                    <a:pt x="615" y="5108"/>
                    <a:pt x="596" y="5107"/>
                    <a:pt x="577" y="5107"/>
                  </a:cubicBezTo>
                  <a:cubicBezTo>
                    <a:pt x="0" y="5107"/>
                    <a:pt x="24" y="6045"/>
                    <a:pt x="636" y="6106"/>
                  </a:cubicBezTo>
                  <a:cubicBezTo>
                    <a:pt x="4792" y="6534"/>
                    <a:pt x="8919" y="7290"/>
                    <a:pt x="13101" y="7434"/>
                  </a:cubicBezTo>
                  <a:cubicBezTo>
                    <a:pt x="13106" y="7434"/>
                    <a:pt x="13111" y="7434"/>
                    <a:pt x="13115" y="7434"/>
                  </a:cubicBezTo>
                  <a:cubicBezTo>
                    <a:pt x="13508" y="7434"/>
                    <a:pt x="13796" y="6851"/>
                    <a:pt x="13455" y="6582"/>
                  </a:cubicBezTo>
                  <a:cubicBezTo>
                    <a:pt x="11767" y="5262"/>
                    <a:pt x="9981" y="4109"/>
                    <a:pt x="8087" y="3106"/>
                  </a:cubicBezTo>
                  <a:cubicBezTo>
                    <a:pt x="6157" y="2083"/>
                    <a:pt x="4187" y="1139"/>
                    <a:pt x="2281" y="69"/>
                  </a:cubicBezTo>
                  <a:cubicBezTo>
                    <a:pt x="2197" y="21"/>
                    <a:pt x="2114" y="1"/>
                    <a:pt x="20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42" name="Google Shape;9942;p9"/>
            <p:cNvSpPr/>
            <p:nvPr/>
          </p:nvSpPr>
          <p:spPr>
            <a:xfrm>
              <a:off x="1462675" y="3884050"/>
              <a:ext cx="125100" cy="332450"/>
            </a:xfrm>
            <a:custGeom>
              <a:rect b="b" l="l" r="r" t="t"/>
              <a:pathLst>
                <a:path extrusionOk="0" h="13298" w="5004">
                  <a:moveTo>
                    <a:pt x="4226" y="0"/>
                  </a:moveTo>
                  <a:cubicBezTo>
                    <a:pt x="3978" y="0"/>
                    <a:pt x="3745" y="159"/>
                    <a:pt x="3776" y="478"/>
                  </a:cubicBezTo>
                  <a:cubicBezTo>
                    <a:pt x="3995" y="2762"/>
                    <a:pt x="3470" y="4910"/>
                    <a:pt x="2764" y="7066"/>
                  </a:cubicBezTo>
                  <a:cubicBezTo>
                    <a:pt x="2160" y="8913"/>
                    <a:pt x="1574" y="10906"/>
                    <a:pt x="310" y="12425"/>
                  </a:cubicBezTo>
                  <a:cubicBezTo>
                    <a:pt x="1" y="12799"/>
                    <a:pt x="333" y="13298"/>
                    <a:pt x="690" y="13298"/>
                  </a:cubicBezTo>
                  <a:cubicBezTo>
                    <a:pt x="802" y="13298"/>
                    <a:pt x="916" y="13249"/>
                    <a:pt x="1014" y="13131"/>
                  </a:cubicBezTo>
                  <a:cubicBezTo>
                    <a:pt x="2366" y="11506"/>
                    <a:pt x="3030" y="9452"/>
                    <a:pt x="3679" y="7474"/>
                  </a:cubicBezTo>
                  <a:cubicBezTo>
                    <a:pt x="4424" y="5193"/>
                    <a:pt x="5004" y="2899"/>
                    <a:pt x="4772" y="478"/>
                  </a:cubicBezTo>
                  <a:cubicBezTo>
                    <a:pt x="4741" y="160"/>
                    <a:pt x="4476" y="0"/>
                    <a:pt x="42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943" name="Google Shape;9943;p9"/>
          <p:cNvSpPr/>
          <p:nvPr/>
        </p:nvSpPr>
        <p:spPr>
          <a:xfrm>
            <a:off x="1973320" y="1386338"/>
            <a:ext cx="5587310" cy="2668524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 cap="flat" cmpd="sng" w="25400">
            <a:solidFill>
              <a:srgbClr val="BABA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44" name="Google Shape;9944;p9"/>
          <p:cNvSpPr txBox="1"/>
          <p:nvPr/>
        </p:nvSpPr>
        <p:spPr>
          <a:xfrm>
            <a:off x="3637449" y="995515"/>
            <a:ext cx="2259051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Place your work here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48" name="Shape 9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9" name="Google Shape;9949;p10"/>
          <p:cNvSpPr txBox="1"/>
          <p:nvPr>
            <p:ph idx="2" type="subTitle"/>
          </p:nvPr>
        </p:nvSpPr>
        <p:spPr>
          <a:xfrm>
            <a:off x="1541990" y="1264683"/>
            <a:ext cx="6088566" cy="302795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Gantari"/>
              <a:buChar char="●"/>
            </a:pPr>
            <a:r>
              <a:rPr b="1" lang="es"/>
              <a:t>UNIT TITLE: 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Gantari"/>
              <a:buChar char="●"/>
            </a:pPr>
            <a:r>
              <a:rPr b="1" lang="es"/>
              <a:t>SOI: </a:t>
            </a:r>
            <a:endParaRPr b="1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rial"/>
              <a:buChar char="●"/>
            </a:pPr>
            <a:r>
              <a:rPr b="1" lang="es"/>
              <a:t>PRODUCT:</a:t>
            </a:r>
            <a:r>
              <a:rPr lang="es"/>
              <a:t> Eg. Poster, presentation, article, etc.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rial"/>
              <a:buChar char="●"/>
            </a:pPr>
            <a:r>
              <a:rPr b="1" lang="es"/>
              <a:t>REFLECTION: </a:t>
            </a:r>
            <a:r>
              <a:rPr b="1" lang="es" sz="1100"/>
              <a:t>Use the following prompts to help you.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     What did you use to think before the lesson, how has your thinking changed after the lesson? 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     What are two things you learnt from the lesson?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     What strategies helped you understand the concept better? What challenges did you face?  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400"/>
              <a:buFont typeface="Arial"/>
              <a:buChar char="●"/>
            </a:pPr>
            <a:r>
              <a:rPr b="1" lang="es"/>
              <a:t>CONNECTION: </a:t>
            </a:r>
            <a:r>
              <a:rPr b="1" lang="es" sz="1100"/>
              <a:t>What connections can you make from the lesson to the real world? How will this lesson help you solve real life problems?</a:t>
            </a:r>
            <a:endParaRPr b="1" sz="1100"/>
          </a:p>
        </p:txBody>
      </p:sp>
      <p:sp>
        <p:nvSpPr>
          <p:cNvPr id="9950" name="Google Shape;9950;p10"/>
          <p:cNvSpPr/>
          <p:nvPr/>
        </p:nvSpPr>
        <p:spPr>
          <a:xfrm>
            <a:off x="7818975" y="1147025"/>
            <a:ext cx="117525" cy="110100"/>
          </a:xfrm>
          <a:custGeom>
            <a:rect b="b" l="l" r="r" t="t"/>
            <a:pathLst>
              <a:path extrusionOk="0" h="4404" w="4701">
                <a:moveTo>
                  <a:pt x="1951" y="1032"/>
                </a:moveTo>
                <a:cubicBezTo>
                  <a:pt x="1950" y="1033"/>
                  <a:pt x="1949" y="1033"/>
                  <a:pt x="1947" y="1033"/>
                </a:cubicBezTo>
                <a:cubicBezTo>
                  <a:pt x="1948" y="1033"/>
                  <a:pt x="1950" y="1033"/>
                  <a:pt x="1951" y="1032"/>
                </a:cubicBezTo>
                <a:close/>
                <a:moveTo>
                  <a:pt x="2857" y="1059"/>
                </a:moveTo>
                <a:cubicBezTo>
                  <a:pt x="2871" y="1059"/>
                  <a:pt x="2889" y="1066"/>
                  <a:pt x="2907" y="1075"/>
                </a:cubicBezTo>
                <a:lnTo>
                  <a:pt x="2907" y="1075"/>
                </a:lnTo>
                <a:cubicBezTo>
                  <a:pt x="2887" y="1068"/>
                  <a:pt x="2858" y="1059"/>
                  <a:pt x="2857" y="1059"/>
                </a:cubicBezTo>
                <a:close/>
                <a:moveTo>
                  <a:pt x="3091" y="1185"/>
                </a:moveTo>
                <a:cubicBezTo>
                  <a:pt x="3091" y="1185"/>
                  <a:pt x="3091" y="1185"/>
                  <a:pt x="3091" y="1185"/>
                </a:cubicBezTo>
                <a:lnTo>
                  <a:pt x="3091" y="1185"/>
                </a:lnTo>
                <a:cubicBezTo>
                  <a:pt x="3091" y="1185"/>
                  <a:pt x="3091" y="1185"/>
                  <a:pt x="3091" y="1185"/>
                </a:cubicBezTo>
                <a:close/>
                <a:moveTo>
                  <a:pt x="3104" y="1198"/>
                </a:moveTo>
                <a:cubicBezTo>
                  <a:pt x="3111" y="1203"/>
                  <a:pt x="3118" y="1208"/>
                  <a:pt x="3125" y="1213"/>
                </a:cubicBezTo>
                <a:cubicBezTo>
                  <a:pt x="3142" y="1224"/>
                  <a:pt x="3149" y="1229"/>
                  <a:pt x="3148" y="1229"/>
                </a:cubicBezTo>
                <a:cubicBezTo>
                  <a:pt x="3148" y="1229"/>
                  <a:pt x="3121" y="1211"/>
                  <a:pt x="3104" y="1198"/>
                </a:cubicBezTo>
                <a:close/>
                <a:moveTo>
                  <a:pt x="1747" y="3319"/>
                </a:moveTo>
                <a:cubicBezTo>
                  <a:pt x="1767" y="3326"/>
                  <a:pt x="1803" y="3338"/>
                  <a:pt x="1802" y="3338"/>
                </a:cubicBezTo>
                <a:cubicBezTo>
                  <a:pt x="1800" y="3339"/>
                  <a:pt x="1799" y="3339"/>
                  <a:pt x="1797" y="3339"/>
                </a:cubicBezTo>
                <a:cubicBezTo>
                  <a:pt x="1785" y="3339"/>
                  <a:pt x="1766" y="3330"/>
                  <a:pt x="1747" y="3319"/>
                </a:cubicBezTo>
                <a:close/>
                <a:moveTo>
                  <a:pt x="2463" y="3393"/>
                </a:moveTo>
                <a:cubicBezTo>
                  <a:pt x="2461" y="3393"/>
                  <a:pt x="2459" y="3393"/>
                  <a:pt x="2456" y="3393"/>
                </a:cubicBezTo>
                <a:lnTo>
                  <a:pt x="2456" y="3393"/>
                </a:lnTo>
                <a:cubicBezTo>
                  <a:pt x="2459" y="3393"/>
                  <a:pt x="2462" y="3393"/>
                  <a:pt x="2463" y="3393"/>
                </a:cubicBezTo>
                <a:close/>
                <a:moveTo>
                  <a:pt x="2387" y="989"/>
                </a:moveTo>
                <a:cubicBezTo>
                  <a:pt x="2440" y="989"/>
                  <a:pt x="2491" y="989"/>
                  <a:pt x="2541" y="993"/>
                </a:cubicBezTo>
                <a:cubicBezTo>
                  <a:pt x="2560" y="993"/>
                  <a:pt x="2582" y="997"/>
                  <a:pt x="2601" y="998"/>
                </a:cubicBezTo>
                <a:lnTo>
                  <a:pt x="2601" y="998"/>
                </a:lnTo>
                <a:cubicBezTo>
                  <a:pt x="2682" y="1018"/>
                  <a:pt x="2761" y="1029"/>
                  <a:pt x="2840" y="1057"/>
                </a:cubicBezTo>
                <a:cubicBezTo>
                  <a:pt x="2857" y="1061"/>
                  <a:pt x="2876" y="1069"/>
                  <a:pt x="2895" y="1076"/>
                </a:cubicBezTo>
                <a:cubicBezTo>
                  <a:pt x="2906" y="1079"/>
                  <a:pt x="2914" y="1081"/>
                  <a:pt x="2919" y="1082"/>
                </a:cubicBezTo>
                <a:lnTo>
                  <a:pt x="2919" y="1082"/>
                </a:lnTo>
                <a:cubicBezTo>
                  <a:pt x="2944" y="1096"/>
                  <a:pt x="2968" y="1113"/>
                  <a:pt x="2984" y="1122"/>
                </a:cubicBezTo>
                <a:cubicBezTo>
                  <a:pt x="3015" y="1139"/>
                  <a:pt x="3049" y="1160"/>
                  <a:pt x="3080" y="1181"/>
                </a:cubicBezTo>
                <a:cubicBezTo>
                  <a:pt x="3084" y="1184"/>
                  <a:pt x="3088" y="1186"/>
                  <a:pt x="3092" y="1189"/>
                </a:cubicBezTo>
                <a:lnTo>
                  <a:pt x="3092" y="1189"/>
                </a:lnTo>
                <a:cubicBezTo>
                  <a:pt x="3107" y="1217"/>
                  <a:pt x="3258" y="1347"/>
                  <a:pt x="3274" y="1366"/>
                </a:cubicBezTo>
                <a:cubicBezTo>
                  <a:pt x="3278" y="1370"/>
                  <a:pt x="3281" y="1374"/>
                  <a:pt x="3284" y="1378"/>
                </a:cubicBezTo>
                <a:lnTo>
                  <a:pt x="3284" y="1378"/>
                </a:lnTo>
                <a:cubicBezTo>
                  <a:pt x="3304" y="1410"/>
                  <a:pt x="3328" y="1440"/>
                  <a:pt x="3348" y="1474"/>
                </a:cubicBezTo>
                <a:cubicBezTo>
                  <a:pt x="3367" y="1503"/>
                  <a:pt x="3386" y="1535"/>
                  <a:pt x="3403" y="1569"/>
                </a:cubicBezTo>
                <a:cubicBezTo>
                  <a:pt x="3409" y="1579"/>
                  <a:pt x="3414" y="1591"/>
                  <a:pt x="3420" y="1604"/>
                </a:cubicBezTo>
                <a:lnTo>
                  <a:pt x="3420" y="1604"/>
                </a:lnTo>
                <a:cubicBezTo>
                  <a:pt x="3420" y="1602"/>
                  <a:pt x="3420" y="1600"/>
                  <a:pt x="3420" y="1598"/>
                </a:cubicBezTo>
                <a:lnTo>
                  <a:pt x="3420" y="1598"/>
                </a:lnTo>
                <a:cubicBezTo>
                  <a:pt x="3420" y="1600"/>
                  <a:pt x="3420" y="1602"/>
                  <a:pt x="3420" y="1604"/>
                </a:cubicBezTo>
                <a:lnTo>
                  <a:pt x="3420" y="1604"/>
                </a:lnTo>
                <a:cubicBezTo>
                  <a:pt x="3420" y="1604"/>
                  <a:pt x="3420" y="1604"/>
                  <a:pt x="3420" y="1604"/>
                </a:cubicBezTo>
                <a:lnTo>
                  <a:pt x="3420" y="1604"/>
                </a:lnTo>
                <a:cubicBezTo>
                  <a:pt x="3420" y="1621"/>
                  <a:pt x="3423" y="1634"/>
                  <a:pt x="3427" y="1644"/>
                </a:cubicBezTo>
                <a:lnTo>
                  <a:pt x="3427" y="1644"/>
                </a:lnTo>
                <a:cubicBezTo>
                  <a:pt x="3423" y="1630"/>
                  <a:pt x="3420" y="1616"/>
                  <a:pt x="3420" y="1604"/>
                </a:cubicBezTo>
                <a:lnTo>
                  <a:pt x="3420" y="1604"/>
                </a:lnTo>
                <a:cubicBezTo>
                  <a:pt x="3422" y="1608"/>
                  <a:pt x="3424" y="1613"/>
                  <a:pt x="3426" y="1617"/>
                </a:cubicBezTo>
                <a:cubicBezTo>
                  <a:pt x="3442" y="1646"/>
                  <a:pt x="3443" y="1659"/>
                  <a:pt x="3439" y="1659"/>
                </a:cubicBezTo>
                <a:cubicBezTo>
                  <a:pt x="3436" y="1659"/>
                  <a:pt x="3432" y="1654"/>
                  <a:pt x="3427" y="1644"/>
                </a:cubicBezTo>
                <a:lnTo>
                  <a:pt x="3427" y="1644"/>
                </a:lnTo>
                <a:cubicBezTo>
                  <a:pt x="3443" y="1697"/>
                  <a:pt x="3479" y="1760"/>
                  <a:pt x="3491" y="1802"/>
                </a:cubicBezTo>
                <a:cubicBezTo>
                  <a:pt x="3500" y="1838"/>
                  <a:pt x="3508" y="1874"/>
                  <a:pt x="3517" y="1910"/>
                </a:cubicBezTo>
                <a:cubicBezTo>
                  <a:pt x="3521" y="1933"/>
                  <a:pt x="3525" y="1954"/>
                  <a:pt x="3529" y="1977"/>
                </a:cubicBezTo>
                <a:cubicBezTo>
                  <a:pt x="3534" y="2005"/>
                  <a:pt x="3537" y="2015"/>
                  <a:pt x="3538" y="2015"/>
                </a:cubicBezTo>
                <a:cubicBezTo>
                  <a:pt x="3540" y="2015"/>
                  <a:pt x="3530" y="1942"/>
                  <a:pt x="3525" y="1939"/>
                </a:cubicBezTo>
                <a:lnTo>
                  <a:pt x="3525" y="1939"/>
                </a:lnTo>
                <a:cubicBezTo>
                  <a:pt x="3550" y="1954"/>
                  <a:pt x="3538" y="2142"/>
                  <a:pt x="3538" y="2173"/>
                </a:cubicBezTo>
                <a:cubicBezTo>
                  <a:pt x="3538" y="2215"/>
                  <a:pt x="3535" y="2257"/>
                  <a:pt x="3533" y="2297"/>
                </a:cubicBezTo>
                <a:cubicBezTo>
                  <a:pt x="3532" y="2312"/>
                  <a:pt x="3530" y="2326"/>
                  <a:pt x="3529" y="2339"/>
                </a:cubicBezTo>
                <a:lnTo>
                  <a:pt x="3529" y="2339"/>
                </a:lnTo>
                <a:cubicBezTo>
                  <a:pt x="3514" y="2409"/>
                  <a:pt x="3504" y="2477"/>
                  <a:pt x="3483" y="2546"/>
                </a:cubicBezTo>
                <a:cubicBezTo>
                  <a:pt x="3472" y="2582"/>
                  <a:pt x="3462" y="2618"/>
                  <a:pt x="3449" y="2651"/>
                </a:cubicBezTo>
                <a:cubicBezTo>
                  <a:pt x="3445" y="2663"/>
                  <a:pt x="3440" y="2676"/>
                  <a:pt x="3436" y="2688"/>
                </a:cubicBezTo>
                <a:lnTo>
                  <a:pt x="3436" y="2688"/>
                </a:lnTo>
                <a:cubicBezTo>
                  <a:pt x="3398" y="2751"/>
                  <a:pt x="3369" y="2818"/>
                  <a:pt x="3329" y="2881"/>
                </a:cubicBezTo>
                <a:cubicBezTo>
                  <a:pt x="3324" y="2889"/>
                  <a:pt x="3300" y="2922"/>
                  <a:pt x="3284" y="2945"/>
                </a:cubicBezTo>
                <a:lnTo>
                  <a:pt x="3284" y="2945"/>
                </a:lnTo>
                <a:cubicBezTo>
                  <a:pt x="3263" y="2968"/>
                  <a:pt x="3232" y="3005"/>
                  <a:pt x="3224" y="3014"/>
                </a:cubicBezTo>
                <a:cubicBezTo>
                  <a:pt x="3198" y="3041"/>
                  <a:pt x="3171" y="3069"/>
                  <a:pt x="3142" y="3094"/>
                </a:cubicBezTo>
                <a:cubicBezTo>
                  <a:pt x="3127" y="3106"/>
                  <a:pt x="3112" y="3119"/>
                  <a:pt x="3099" y="3132"/>
                </a:cubicBezTo>
                <a:cubicBezTo>
                  <a:pt x="3075" y="3154"/>
                  <a:pt x="3071" y="3163"/>
                  <a:pt x="3076" y="3163"/>
                </a:cubicBezTo>
                <a:cubicBezTo>
                  <a:pt x="3076" y="3163"/>
                  <a:pt x="3077" y="3163"/>
                  <a:pt x="3078" y="3162"/>
                </a:cubicBezTo>
                <a:lnTo>
                  <a:pt x="3078" y="3162"/>
                </a:lnTo>
                <a:cubicBezTo>
                  <a:pt x="3021" y="3203"/>
                  <a:pt x="2923" y="3245"/>
                  <a:pt x="2889" y="3262"/>
                </a:cubicBezTo>
                <a:cubicBezTo>
                  <a:pt x="2863" y="3275"/>
                  <a:pt x="2803" y="3296"/>
                  <a:pt x="2805" y="3296"/>
                </a:cubicBezTo>
                <a:cubicBezTo>
                  <a:pt x="2806" y="3296"/>
                  <a:pt x="2822" y="3291"/>
                  <a:pt x="2866" y="3277"/>
                </a:cubicBezTo>
                <a:lnTo>
                  <a:pt x="2866" y="3277"/>
                </a:lnTo>
                <a:cubicBezTo>
                  <a:pt x="2823" y="3292"/>
                  <a:pt x="2783" y="3309"/>
                  <a:pt x="2741" y="3323"/>
                </a:cubicBezTo>
                <a:cubicBezTo>
                  <a:pt x="2642" y="3355"/>
                  <a:pt x="2541" y="3376"/>
                  <a:pt x="2438" y="3395"/>
                </a:cubicBezTo>
                <a:cubicBezTo>
                  <a:pt x="2437" y="3395"/>
                  <a:pt x="2437" y="3395"/>
                  <a:pt x="2437" y="3395"/>
                </a:cubicBezTo>
                <a:lnTo>
                  <a:pt x="2437" y="3395"/>
                </a:lnTo>
                <a:cubicBezTo>
                  <a:pt x="2416" y="3397"/>
                  <a:pt x="2395" y="3400"/>
                  <a:pt x="2375" y="3401"/>
                </a:cubicBezTo>
                <a:cubicBezTo>
                  <a:pt x="2330" y="3403"/>
                  <a:pt x="2284" y="3406"/>
                  <a:pt x="2240" y="3406"/>
                </a:cubicBezTo>
                <a:cubicBezTo>
                  <a:pt x="2226" y="3406"/>
                  <a:pt x="2211" y="3406"/>
                  <a:pt x="2197" y="3406"/>
                </a:cubicBezTo>
                <a:cubicBezTo>
                  <a:pt x="2163" y="3406"/>
                  <a:pt x="2129" y="3405"/>
                  <a:pt x="2094" y="3403"/>
                </a:cubicBezTo>
                <a:cubicBezTo>
                  <a:pt x="2081" y="3402"/>
                  <a:pt x="2067" y="3400"/>
                  <a:pt x="2054" y="3398"/>
                </a:cubicBezTo>
                <a:lnTo>
                  <a:pt x="2054" y="3398"/>
                </a:lnTo>
                <a:cubicBezTo>
                  <a:pt x="1975" y="3376"/>
                  <a:pt x="1893" y="3365"/>
                  <a:pt x="1814" y="3340"/>
                </a:cubicBezTo>
                <a:cubicBezTo>
                  <a:pt x="1797" y="3334"/>
                  <a:pt x="1778" y="3326"/>
                  <a:pt x="1762" y="3321"/>
                </a:cubicBezTo>
                <a:cubicBezTo>
                  <a:pt x="1752" y="3318"/>
                  <a:pt x="1745" y="3316"/>
                  <a:pt x="1740" y="3315"/>
                </a:cubicBezTo>
                <a:lnTo>
                  <a:pt x="1740" y="3315"/>
                </a:lnTo>
                <a:cubicBezTo>
                  <a:pt x="1716" y="3301"/>
                  <a:pt x="1691" y="3283"/>
                  <a:pt x="1679" y="3277"/>
                </a:cubicBezTo>
                <a:cubicBezTo>
                  <a:pt x="1648" y="3258"/>
                  <a:pt x="1616" y="3241"/>
                  <a:pt x="1587" y="3220"/>
                </a:cubicBezTo>
                <a:cubicBezTo>
                  <a:pt x="1572" y="3210"/>
                  <a:pt x="1557" y="3199"/>
                  <a:pt x="1543" y="3191"/>
                </a:cubicBezTo>
                <a:cubicBezTo>
                  <a:pt x="1525" y="3180"/>
                  <a:pt x="1519" y="3175"/>
                  <a:pt x="1519" y="3175"/>
                </a:cubicBezTo>
                <a:lnTo>
                  <a:pt x="1519" y="3175"/>
                </a:lnTo>
                <a:cubicBezTo>
                  <a:pt x="1518" y="3175"/>
                  <a:pt x="1582" y="3218"/>
                  <a:pt x="1580" y="3218"/>
                </a:cubicBezTo>
                <a:cubicBezTo>
                  <a:pt x="1580" y="3218"/>
                  <a:pt x="1579" y="3218"/>
                  <a:pt x="1578" y="3218"/>
                </a:cubicBezTo>
                <a:cubicBezTo>
                  <a:pt x="1542" y="3218"/>
                  <a:pt x="1420" y="3070"/>
                  <a:pt x="1399" y="3045"/>
                </a:cubicBezTo>
                <a:cubicBezTo>
                  <a:pt x="1384" y="3030"/>
                  <a:pt x="1353" y="2977"/>
                  <a:pt x="1351" y="2977"/>
                </a:cubicBezTo>
                <a:lnTo>
                  <a:pt x="1351" y="2977"/>
                </a:lnTo>
                <a:cubicBezTo>
                  <a:pt x="1350" y="2977"/>
                  <a:pt x="1354" y="2985"/>
                  <a:pt x="1363" y="3005"/>
                </a:cubicBezTo>
                <a:cubicBezTo>
                  <a:pt x="1372" y="3025"/>
                  <a:pt x="1375" y="3032"/>
                  <a:pt x="1374" y="3032"/>
                </a:cubicBezTo>
                <a:cubicBezTo>
                  <a:pt x="1372" y="3032"/>
                  <a:pt x="1335" y="2962"/>
                  <a:pt x="1326" y="2946"/>
                </a:cubicBezTo>
                <a:cubicBezTo>
                  <a:pt x="1285" y="2881"/>
                  <a:pt x="1252" y="2814"/>
                  <a:pt x="1215" y="2746"/>
                </a:cubicBezTo>
                <a:lnTo>
                  <a:pt x="1215" y="2746"/>
                </a:lnTo>
                <a:cubicBezTo>
                  <a:pt x="1214" y="2743"/>
                  <a:pt x="1213" y="2740"/>
                  <a:pt x="1212" y="2736"/>
                </a:cubicBezTo>
                <a:cubicBezTo>
                  <a:pt x="1199" y="2702"/>
                  <a:pt x="1187" y="2668"/>
                  <a:pt x="1176" y="2635"/>
                </a:cubicBezTo>
                <a:cubicBezTo>
                  <a:pt x="1153" y="2559"/>
                  <a:pt x="1132" y="2481"/>
                  <a:pt x="1119" y="2403"/>
                </a:cubicBezTo>
                <a:cubicBezTo>
                  <a:pt x="1119" y="2401"/>
                  <a:pt x="1118" y="2399"/>
                  <a:pt x="1118" y="2397"/>
                </a:cubicBezTo>
                <a:lnTo>
                  <a:pt x="1118" y="2397"/>
                </a:lnTo>
                <a:cubicBezTo>
                  <a:pt x="1122" y="2365"/>
                  <a:pt x="1108" y="2315"/>
                  <a:pt x="1106" y="2283"/>
                </a:cubicBezTo>
                <a:cubicBezTo>
                  <a:pt x="1102" y="2203"/>
                  <a:pt x="1102" y="2123"/>
                  <a:pt x="1106" y="2043"/>
                </a:cubicBezTo>
                <a:cubicBezTo>
                  <a:pt x="1107" y="2033"/>
                  <a:pt x="1110" y="2004"/>
                  <a:pt x="1113" y="1978"/>
                </a:cubicBezTo>
                <a:lnTo>
                  <a:pt x="1113" y="1978"/>
                </a:lnTo>
                <a:cubicBezTo>
                  <a:pt x="1117" y="1953"/>
                  <a:pt x="1123" y="1911"/>
                  <a:pt x="1125" y="1899"/>
                </a:cubicBezTo>
                <a:cubicBezTo>
                  <a:pt x="1144" y="1813"/>
                  <a:pt x="1170" y="1731"/>
                  <a:pt x="1197" y="1647"/>
                </a:cubicBezTo>
                <a:cubicBezTo>
                  <a:pt x="1199" y="1642"/>
                  <a:pt x="1200" y="1637"/>
                  <a:pt x="1201" y="1634"/>
                </a:cubicBezTo>
                <a:lnTo>
                  <a:pt x="1201" y="1634"/>
                </a:lnTo>
                <a:cubicBezTo>
                  <a:pt x="1203" y="1630"/>
                  <a:pt x="1205" y="1626"/>
                  <a:pt x="1208" y="1621"/>
                </a:cubicBezTo>
                <a:cubicBezTo>
                  <a:pt x="1227" y="1583"/>
                  <a:pt x="1246" y="1543"/>
                  <a:pt x="1269" y="1507"/>
                </a:cubicBezTo>
                <a:cubicBezTo>
                  <a:pt x="1290" y="1470"/>
                  <a:pt x="1313" y="1434"/>
                  <a:pt x="1338" y="1398"/>
                </a:cubicBezTo>
                <a:cubicBezTo>
                  <a:pt x="1341" y="1394"/>
                  <a:pt x="1344" y="1390"/>
                  <a:pt x="1346" y="1386"/>
                </a:cubicBezTo>
                <a:lnTo>
                  <a:pt x="1346" y="1386"/>
                </a:lnTo>
                <a:cubicBezTo>
                  <a:pt x="1346" y="1386"/>
                  <a:pt x="1346" y="1386"/>
                  <a:pt x="1347" y="1385"/>
                </a:cubicBezTo>
                <a:cubicBezTo>
                  <a:pt x="1399" y="1329"/>
                  <a:pt x="1454" y="1275"/>
                  <a:pt x="1511" y="1223"/>
                </a:cubicBezTo>
                <a:lnTo>
                  <a:pt x="1511" y="1223"/>
                </a:lnTo>
                <a:cubicBezTo>
                  <a:pt x="1524" y="1213"/>
                  <a:pt x="1537" y="1203"/>
                  <a:pt x="1551" y="1194"/>
                </a:cubicBezTo>
                <a:cubicBezTo>
                  <a:pt x="1589" y="1170"/>
                  <a:pt x="1627" y="1147"/>
                  <a:pt x="1667" y="1126"/>
                </a:cubicBezTo>
                <a:cubicBezTo>
                  <a:pt x="1682" y="1119"/>
                  <a:pt x="1697" y="1111"/>
                  <a:pt x="1712" y="1103"/>
                </a:cubicBezTo>
                <a:lnTo>
                  <a:pt x="1712" y="1103"/>
                </a:lnTo>
                <a:cubicBezTo>
                  <a:pt x="1755" y="1090"/>
                  <a:pt x="1797" y="1075"/>
                  <a:pt x="1840" y="1063"/>
                </a:cubicBezTo>
                <a:cubicBezTo>
                  <a:pt x="1884" y="1050"/>
                  <a:pt x="1928" y="1042"/>
                  <a:pt x="1970" y="1031"/>
                </a:cubicBezTo>
                <a:cubicBezTo>
                  <a:pt x="1976" y="1030"/>
                  <a:pt x="1983" y="1028"/>
                  <a:pt x="1990" y="1026"/>
                </a:cubicBezTo>
                <a:lnTo>
                  <a:pt x="1990" y="1026"/>
                </a:lnTo>
                <a:cubicBezTo>
                  <a:pt x="2008" y="1025"/>
                  <a:pt x="2026" y="1024"/>
                  <a:pt x="2042" y="1023"/>
                </a:cubicBezTo>
                <a:cubicBezTo>
                  <a:pt x="2063" y="1021"/>
                  <a:pt x="2083" y="1018"/>
                  <a:pt x="2104" y="1015"/>
                </a:cubicBezTo>
                <a:lnTo>
                  <a:pt x="2104" y="1015"/>
                </a:lnTo>
                <a:cubicBezTo>
                  <a:pt x="2127" y="1013"/>
                  <a:pt x="2151" y="1010"/>
                  <a:pt x="2175" y="1006"/>
                </a:cubicBezTo>
                <a:cubicBezTo>
                  <a:pt x="2200" y="1002"/>
                  <a:pt x="2223" y="998"/>
                  <a:pt x="2248" y="996"/>
                </a:cubicBezTo>
                <a:lnTo>
                  <a:pt x="2248" y="996"/>
                </a:lnTo>
                <a:cubicBezTo>
                  <a:pt x="2202" y="1002"/>
                  <a:pt x="2186" y="1004"/>
                  <a:pt x="2186" y="1004"/>
                </a:cubicBezTo>
                <a:cubicBezTo>
                  <a:pt x="2187" y="1004"/>
                  <a:pt x="2227" y="999"/>
                  <a:pt x="2246" y="998"/>
                </a:cubicBezTo>
                <a:cubicBezTo>
                  <a:pt x="2293" y="996"/>
                  <a:pt x="2341" y="991"/>
                  <a:pt x="2387" y="989"/>
                </a:cubicBezTo>
                <a:close/>
                <a:moveTo>
                  <a:pt x="2431" y="0"/>
                </a:moveTo>
                <a:cubicBezTo>
                  <a:pt x="2283" y="0"/>
                  <a:pt x="2134" y="12"/>
                  <a:pt x="1987" y="33"/>
                </a:cubicBezTo>
                <a:lnTo>
                  <a:pt x="1987" y="33"/>
                </a:lnTo>
                <a:cubicBezTo>
                  <a:pt x="1519" y="79"/>
                  <a:pt x="1082" y="246"/>
                  <a:pt x="738" y="578"/>
                </a:cubicBezTo>
                <a:cubicBezTo>
                  <a:pt x="443" y="863"/>
                  <a:pt x="236" y="1259"/>
                  <a:pt x="158" y="1661"/>
                </a:cubicBezTo>
                <a:cubicBezTo>
                  <a:pt x="0" y="2477"/>
                  <a:pt x="228" y="3403"/>
                  <a:pt x="896" y="3941"/>
                </a:cubicBezTo>
                <a:cubicBezTo>
                  <a:pt x="1283" y="4251"/>
                  <a:pt x="1777" y="4404"/>
                  <a:pt x="2272" y="4404"/>
                </a:cubicBezTo>
                <a:cubicBezTo>
                  <a:pt x="2762" y="4404"/>
                  <a:pt x="3253" y="4255"/>
                  <a:pt x="3645" y="3962"/>
                </a:cubicBezTo>
                <a:cubicBezTo>
                  <a:pt x="4395" y="3401"/>
                  <a:pt x="4700" y="2409"/>
                  <a:pt x="4443" y="1512"/>
                </a:cubicBezTo>
                <a:cubicBezTo>
                  <a:pt x="4302" y="1025"/>
                  <a:pt x="4003" y="604"/>
                  <a:pt x="3582" y="321"/>
                </a:cubicBezTo>
                <a:cubicBezTo>
                  <a:pt x="3236" y="89"/>
                  <a:pt x="2836" y="0"/>
                  <a:pt x="243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51" name="Google Shape;9951;p10"/>
          <p:cNvSpPr/>
          <p:nvPr/>
        </p:nvSpPr>
        <p:spPr>
          <a:xfrm>
            <a:off x="6518075" y="833200"/>
            <a:ext cx="176025" cy="165050"/>
          </a:xfrm>
          <a:custGeom>
            <a:rect b="b" l="l" r="r" t="t"/>
            <a:pathLst>
              <a:path extrusionOk="0" h="6602" w="7041">
                <a:moveTo>
                  <a:pt x="4935" y="1378"/>
                </a:moveTo>
                <a:cubicBezTo>
                  <a:pt x="4939" y="1380"/>
                  <a:pt x="4948" y="1387"/>
                  <a:pt x="4965" y="1400"/>
                </a:cubicBezTo>
                <a:cubicBezTo>
                  <a:pt x="4955" y="1392"/>
                  <a:pt x="4945" y="1385"/>
                  <a:pt x="4935" y="1378"/>
                </a:cubicBezTo>
                <a:close/>
                <a:moveTo>
                  <a:pt x="1630" y="1762"/>
                </a:moveTo>
                <a:lnTo>
                  <a:pt x="1630" y="1762"/>
                </a:lnTo>
                <a:cubicBezTo>
                  <a:pt x="1621" y="1773"/>
                  <a:pt x="1618" y="1778"/>
                  <a:pt x="1618" y="1778"/>
                </a:cubicBezTo>
                <a:cubicBezTo>
                  <a:pt x="1618" y="1778"/>
                  <a:pt x="1623" y="1771"/>
                  <a:pt x="1630" y="1762"/>
                </a:cubicBezTo>
                <a:close/>
                <a:moveTo>
                  <a:pt x="3639" y="986"/>
                </a:moveTo>
                <a:cubicBezTo>
                  <a:pt x="4036" y="986"/>
                  <a:pt x="4418" y="1072"/>
                  <a:pt x="4734" y="1250"/>
                </a:cubicBezTo>
                <a:cubicBezTo>
                  <a:pt x="4786" y="1280"/>
                  <a:pt x="4839" y="1313"/>
                  <a:pt x="4890" y="1347"/>
                </a:cubicBezTo>
                <a:cubicBezTo>
                  <a:pt x="4906" y="1357"/>
                  <a:pt x="4921" y="1367"/>
                  <a:pt x="4935" y="1378"/>
                </a:cubicBezTo>
                <a:lnTo>
                  <a:pt x="4935" y="1378"/>
                </a:lnTo>
                <a:cubicBezTo>
                  <a:pt x="4934" y="1377"/>
                  <a:pt x="4933" y="1376"/>
                  <a:pt x="4933" y="1376"/>
                </a:cubicBezTo>
                <a:lnTo>
                  <a:pt x="4933" y="1376"/>
                </a:lnTo>
                <a:cubicBezTo>
                  <a:pt x="4934" y="1376"/>
                  <a:pt x="4964" y="1397"/>
                  <a:pt x="4972" y="1404"/>
                </a:cubicBezTo>
                <a:cubicBezTo>
                  <a:pt x="5081" y="1495"/>
                  <a:pt x="5182" y="1594"/>
                  <a:pt x="5275" y="1701"/>
                </a:cubicBezTo>
                <a:cubicBezTo>
                  <a:pt x="5296" y="1724"/>
                  <a:pt x="5315" y="1747"/>
                  <a:pt x="5332" y="1771"/>
                </a:cubicBezTo>
                <a:cubicBezTo>
                  <a:pt x="5336" y="1776"/>
                  <a:pt x="5339" y="1780"/>
                  <a:pt x="5342" y="1782"/>
                </a:cubicBezTo>
                <a:lnTo>
                  <a:pt x="5342" y="1782"/>
                </a:lnTo>
                <a:cubicBezTo>
                  <a:pt x="5378" y="1835"/>
                  <a:pt x="5414" y="1889"/>
                  <a:pt x="5446" y="1943"/>
                </a:cubicBezTo>
                <a:cubicBezTo>
                  <a:pt x="5477" y="1994"/>
                  <a:pt x="5507" y="2045"/>
                  <a:pt x="5534" y="2097"/>
                </a:cubicBezTo>
                <a:cubicBezTo>
                  <a:pt x="5548" y="2126"/>
                  <a:pt x="5603" y="2244"/>
                  <a:pt x="5604" y="2244"/>
                </a:cubicBezTo>
                <a:cubicBezTo>
                  <a:pt x="5605" y="2244"/>
                  <a:pt x="5604" y="2244"/>
                  <a:pt x="5604" y="2242"/>
                </a:cubicBezTo>
                <a:lnTo>
                  <a:pt x="5604" y="2242"/>
                </a:lnTo>
                <a:cubicBezTo>
                  <a:pt x="5646" y="2347"/>
                  <a:pt x="5682" y="2454"/>
                  <a:pt x="5711" y="2561"/>
                </a:cubicBezTo>
                <a:cubicBezTo>
                  <a:pt x="5726" y="2620"/>
                  <a:pt x="5741" y="2679"/>
                  <a:pt x="5751" y="2738"/>
                </a:cubicBezTo>
                <a:cubicBezTo>
                  <a:pt x="5756" y="2758"/>
                  <a:pt x="5778" y="2901"/>
                  <a:pt x="5781" y="2901"/>
                </a:cubicBezTo>
                <a:cubicBezTo>
                  <a:pt x="5781" y="2901"/>
                  <a:pt x="5781" y="2892"/>
                  <a:pt x="5779" y="2872"/>
                </a:cubicBezTo>
                <a:lnTo>
                  <a:pt x="5779" y="2872"/>
                </a:lnTo>
                <a:cubicBezTo>
                  <a:pt x="5793" y="2999"/>
                  <a:pt x="5800" y="3127"/>
                  <a:pt x="5800" y="3256"/>
                </a:cubicBezTo>
                <a:cubicBezTo>
                  <a:pt x="5798" y="3323"/>
                  <a:pt x="5796" y="3393"/>
                  <a:pt x="5791" y="3460"/>
                </a:cubicBezTo>
                <a:cubicBezTo>
                  <a:pt x="5787" y="3518"/>
                  <a:pt x="5781" y="3572"/>
                  <a:pt x="5780" y="3582"/>
                </a:cubicBezTo>
                <a:lnTo>
                  <a:pt x="5780" y="3582"/>
                </a:lnTo>
                <a:cubicBezTo>
                  <a:pt x="5759" y="3706"/>
                  <a:pt x="5734" y="3831"/>
                  <a:pt x="5699" y="3953"/>
                </a:cubicBezTo>
                <a:cubicBezTo>
                  <a:pt x="5682" y="4012"/>
                  <a:pt x="5663" y="4069"/>
                  <a:pt x="5642" y="4126"/>
                </a:cubicBezTo>
                <a:cubicBezTo>
                  <a:pt x="5631" y="4155"/>
                  <a:pt x="5621" y="4183"/>
                  <a:pt x="5610" y="4212"/>
                </a:cubicBezTo>
                <a:cubicBezTo>
                  <a:pt x="5606" y="4223"/>
                  <a:pt x="5602" y="4232"/>
                  <a:pt x="5600" y="4238"/>
                </a:cubicBezTo>
                <a:lnTo>
                  <a:pt x="5600" y="4238"/>
                </a:lnTo>
                <a:cubicBezTo>
                  <a:pt x="5597" y="4244"/>
                  <a:pt x="5593" y="4252"/>
                  <a:pt x="5589" y="4261"/>
                </a:cubicBezTo>
                <a:cubicBezTo>
                  <a:pt x="5534" y="4370"/>
                  <a:pt x="5477" y="4478"/>
                  <a:pt x="5412" y="4581"/>
                </a:cubicBezTo>
                <a:cubicBezTo>
                  <a:pt x="5311" y="4737"/>
                  <a:pt x="5324" y="4720"/>
                  <a:pt x="5189" y="4863"/>
                </a:cubicBezTo>
                <a:cubicBezTo>
                  <a:pt x="4814" y="5261"/>
                  <a:pt x="4355" y="5476"/>
                  <a:pt x="3756" y="5573"/>
                </a:cubicBezTo>
                <a:cubicBezTo>
                  <a:pt x="3620" y="5595"/>
                  <a:pt x="3482" y="5605"/>
                  <a:pt x="3344" y="5605"/>
                </a:cubicBezTo>
                <a:cubicBezTo>
                  <a:pt x="2954" y="5605"/>
                  <a:pt x="2572" y="5519"/>
                  <a:pt x="2265" y="5346"/>
                </a:cubicBezTo>
                <a:cubicBezTo>
                  <a:pt x="2214" y="5316"/>
                  <a:pt x="2164" y="5285"/>
                  <a:pt x="2113" y="5253"/>
                </a:cubicBezTo>
                <a:cubicBezTo>
                  <a:pt x="2098" y="5243"/>
                  <a:pt x="2015" y="5180"/>
                  <a:pt x="2013" y="5180"/>
                </a:cubicBezTo>
                <a:lnTo>
                  <a:pt x="2013" y="5180"/>
                </a:lnTo>
                <a:cubicBezTo>
                  <a:pt x="2013" y="5180"/>
                  <a:pt x="2019" y="5186"/>
                  <a:pt x="2037" y="5200"/>
                </a:cubicBezTo>
                <a:cubicBezTo>
                  <a:pt x="1930" y="5114"/>
                  <a:pt x="1831" y="5019"/>
                  <a:pt x="1740" y="4916"/>
                </a:cubicBezTo>
                <a:cubicBezTo>
                  <a:pt x="1728" y="4902"/>
                  <a:pt x="1675" y="4837"/>
                  <a:pt x="1657" y="4816"/>
                </a:cubicBezTo>
                <a:lnTo>
                  <a:pt x="1657" y="4816"/>
                </a:lnTo>
                <a:cubicBezTo>
                  <a:pt x="1647" y="4801"/>
                  <a:pt x="1584" y="4711"/>
                  <a:pt x="1570" y="4688"/>
                </a:cubicBezTo>
                <a:cubicBezTo>
                  <a:pt x="1500" y="4579"/>
                  <a:pt x="1439" y="4465"/>
                  <a:pt x="1382" y="4347"/>
                </a:cubicBezTo>
                <a:cubicBezTo>
                  <a:pt x="1372" y="4327"/>
                  <a:pt x="1369" y="4322"/>
                  <a:pt x="1368" y="4322"/>
                </a:cubicBezTo>
                <a:lnTo>
                  <a:pt x="1368" y="4322"/>
                </a:lnTo>
                <a:cubicBezTo>
                  <a:pt x="1368" y="4322"/>
                  <a:pt x="1368" y="4322"/>
                  <a:pt x="1368" y="4322"/>
                </a:cubicBezTo>
                <a:lnTo>
                  <a:pt x="1368" y="4322"/>
                </a:lnTo>
                <a:cubicBezTo>
                  <a:pt x="1366" y="4315"/>
                  <a:pt x="1360" y="4299"/>
                  <a:pt x="1348" y="4265"/>
                </a:cubicBezTo>
                <a:cubicBezTo>
                  <a:pt x="1329" y="4210"/>
                  <a:pt x="1308" y="4155"/>
                  <a:pt x="1291" y="4101"/>
                </a:cubicBezTo>
                <a:cubicBezTo>
                  <a:pt x="1251" y="3974"/>
                  <a:pt x="1220" y="3848"/>
                  <a:pt x="1197" y="3717"/>
                </a:cubicBezTo>
                <a:cubicBezTo>
                  <a:pt x="1192" y="3696"/>
                  <a:pt x="1179" y="3596"/>
                  <a:pt x="1178" y="3596"/>
                </a:cubicBezTo>
                <a:lnTo>
                  <a:pt x="1178" y="3596"/>
                </a:lnTo>
                <a:cubicBezTo>
                  <a:pt x="1178" y="3596"/>
                  <a:pt x="1179" y="3606"/>
                  <a:pt x="1182" y="3633"/>
                </a:cubicBezTo>
                <a:cubicBezTo>
                  <a:pt x="1173" y="3568"/>
                  <a:pt x="1167" y="3502"/>
                  <a:pt x="1165" y="3437"/>
                </a:cubicBezTo>
                <a:cubicBezTo>
                  <a:pt x="1157" y="3304"/>
                  <a:pt x="1157" y="3174"/>
                  <a:pt x="1165" y="3041"/>
                </a:cubicBezTo>
                <a:cubicBezTo>
                  <a:pt x="1167" y="3011"/>
                  <a:pt x="1179" y="2898"/>
                  <a:pt x="1181" y="2870"/>
                </a:cubicBezTo>
                <a:lnTo>
                  <a:pt x="1181" y="2870"/>
                </a:lnTo>
                <a:cubicBezTo>
                  <a:pt x="1186" y="2847"/>
                  <a:pt x="1203" y="2750"/>
                  <a:pt x="1209" y="2721"/>
                </a:cubicBezTo>
                <a:cubicBezTo>
                  <a:pt x="1239" y="2580"/>
                  <a:pt x="1281" y="2443"/>
                  <a:pt x="1327" y="2306"/>
                </a:cubicBezTo>
                <a:cubicBezTo>
                  <a:pt x="1342" y="2262"/>
                  <a:pt x="1345" y="2248"/>
                  <a:pt x="1346" y="2244"/>
                </a:cubicBezTo>
                <a:lnTo>
                  <a:pt x="1346" y="2244"/>
                </a:lnTo>
                <a:cubicBezTo>
                  <a:pt x="1348" y="2241"/>
                  <a:pt x="1355" y="2229"/>
                  <a:pt x="1376" y="2188"/>
                </a:cubicBezTo>
                <a:cubicBezTo>
                  <a:pt x="1407" y="2125"/>
                  <a:pt x="1439" y="2059"/>
                  <a:pt x="1475" y="1998"/>
                </a:cubicBezTo>
                <a:cubicBezTo>
                  <a:pt x="1511" y="1937"/>
                  <a:pt x="1551" y="1878"/>
                  <a:pt x="1588" y="1819"/>
                </a:cubicBezTo>
                <a:cubicBezTo>
                  <a:pt x="1603" y="1799"/>
                  <a:pt x="1618" y="1779"/>
                  <a:pt x="1632" y="1759"/>
                </a:cubicBezTo>
                <a:lnTo>
                  <a:pt x="1632" y="1759"/>
                </a:lnTo>
                <a:cubicBezTo>
                  <a:pt x="1639" y="1751"/>
                  <a:pt x="1646" y="1741"/>
                  <a:pt x="1654" y="1733"/>
                </a:cubicBezTo>
                <a:cubicBezTo>
                  <a:pt x="1744" y="1632"/>
                  <a:pt x="1839" y="1535"/>
                  <a:pt x="1945" y="1446"/>
                </a:cubicBezTo>
                <a:cubicBezTo>
                  <a:pt x="1949" y="1443"/>
                  <a:pt x="1952" y="1440"/>
                  <a:pt x="1955" y="1437"/>
                </a:cubicBezTo>
                <a:lnTo>
                  <a:pt x="1955" y="1437"/>
                </a:lnTo>
                <a:cubicBezTo>
                  <a:pt x="1958" y="1435"/>
                  <a:pt x="1960" y="1434"/>
                  <a:pt x="1963" y="1431"/>
                </a:cubicBezTo>
                <a:cubicBezTo>
                  <a:pt x="1993" y="1410"/>
                  <a:pt x="2022" y="1389"/>
                  <a:pt x="2054" y="1370"/>
                </a:cubicBezTo>
                <a:cubicBezTo>
                  <a:pt x="2115" y="1328"/>
                  <a:pt x="2180" y="1292"/>
                  <a:pt x="2246" y="1257"/>
                </a:cubicBezTo>
                <a:cubicBezTo>
                  <a:pt x="2372" y="1191"/>
                  <a:pt x="2412" y="1174"/>
                  <a:pt x="2604" y="1120"/>
                </a:cubicBezTo>
                <a:cubicBezTo>
                  <a:pt x="2802" y="1065"/>
                  <a:pt x="2859" y="1059"/>
                  <a:pt x="3023" y="1044"/>
                </a:cubicBezTo>
                <a:cubicBezTo>
                  <a:pt x="3046" y="1042"/>
                  <a:pt x="3069" y="1039"/>
                  <a:pt x="3092" y="1035"/>
                </a:cubicBezTo>
                <a:lnTo>
                  <a:pt x="3092" y="1035"/>
                </a:lnTo>
                <a:cubicBezTo>
                  <a:pt x="3113" y="1033"/>
                  <a:pt x="3134" y="1031"/>
                  <a:pt x="3156" y="1027"/>
                </a:cubicBezTo>
                <a:cubicBezTo>
                  <a:pt x="3317" y="1000"/>
                  <a:pt x="3479" y="986"/>
                  <a:pt x="3639" y="986"/>
                </a:cubicBezTo>
                <a:close/>
                <a:moveTo>
                  <a:pt x="3656" y="0"/>
                </a:moveTo>
                <a:cubicBezTo>
                  <a:pt x="3424" y="0"/>
                  <a:pt x="3191" y="20"/>
                  <a:pt x="2962" y="55"/>
                </a:cubicBezTo>
                <a:lnTo>
                  <a:pt x="2962" y="55"/>
                </a:lnTo>
                <a:cubicBezTo>
                  <a:pt x="1592" y="189"/>
                  <a:pt x="506" y="1128"/>
                  <a:pt x="238" y="2500"/>
                </a:cubicBezTo>
                <a:cubicBezTo>
                  <a:pt x="0" y="3730"/>
                  <a:pt x="360" y="5131"/>
                  <a:pt x="1367" y="5933"/>
                </a:cubicBezTo>
                <a:cubicBezTo>
                  <a:pt x="1934" y="6385"/>
                  <a:pt x="2656" y="6602"/>
                  <a:pt x="3382" y="6602"/>
                </a:cubicBezTo>
                <a:cubicBezTo>
                  <a:pt x="4138" y="6602"/>
                  <a:pt x="4898" y="6367"/>
                  <a:pt x="5494" y="5917"/>
                </a:cubicBezTo>
                <a:cubicBezTo>
                  <a:pt x="6607" y="5078"/>
                  <a:pt x="7041" y="3580"/>
                  <a:pt x="6659" y="2253"/>
                </a:cubicBezTo>
                <a:cubicBezTo>
                  <a:pt x="6453" y="1537"/>
                  <a:pt x="6015" y="905"/>
                  <a:pt x="5393" y="488"/>
                </a:cubicBezTo>
                <a:cubicBezTo>
                  <a:pt x="4872" y="137"/>
                  <a:pt x="4267" y="0"/>
                  <a:pt x="365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952" name="Google Shape;9952;p10"/>
          <p:cNvGrpSpPr/>
          <p:nvPr/>
        </p:nvGrpSpPr>
        <p:grpSpPr>
          <a:xfrm rot="6300357">
            <a:off x="7074685" y="581435"/>
            <a:ext cx="707993" cy="442801"/>
            <a:chOff x="1445125" y="3867675"/>
            <a:chExt cx="803300" cy="502950"/>
          </a:xfrm>
        </p:grpSpPr>
        <p:sp>
          <p:nvSpPr>
            <p:cNvPr id="9953" name="Google Shape;9953;p10"/>
            <p:cNvSpPr/>
            <p:nvPr/>
          </p:nvSpPr>
          <p:spPr>
            <a:xfrm>
              <a:off x="1445125" y="3867675"/>
              <a:ext cx="535450" cy="502950"/>
            </a:xfrm>
            <a:custGeom>
              <a:rect b="b" l="l" r="r" t="t"/>
              <a:pathLst>
                <a:path extrusionOk="0" h="20118" w="21418">
                  <a:moveTo>
                    <a:pt x="5846" y="993"/>
                  </a:moveTo>
                  <a:cubicBezTo>
                    <a:pt x="6726" y="993"/>
                    <a:pt x="7300" y="1814"/>
                    <a:pt x="7545" y="2688"/>
                  </a:cubicBezTo>
                  <a:cubicBezTo>
                    <a:pt x="7686" y="3200"/>
                    <a:pt x="7749" y="3726"/>
                    <a:pt x="7770" y="4255"/>
                  </a:cubicBezTo>
                  <a:cubicBezTo>
                    <a:pt x="7787" y="4700"/>
                    <a:pt x="7676" y="5216"/>
                    <a:pt x="7812" y="5641"/>
                  </a:cubicBezTo>
                  <a:cubicBezTo>
                    <a:pt x="8017" y="6280"/>
                    <a:pt x="8790" y="6621"/>
                    <a:pt x="9352" y="6861"/>
                  </a:cubicBezTo>
                  <a:cubicBezTo>
                    <a:pt x="10899" y="7523"/>
                    <a:pt x="12588" y="7895"/>
                    <a:pt x="14238" y="8195"/>
                  </a:cubicBezTo>
                  <a:cubicBezTo>
                    <a:pt x="14279" y="8202"/>
                    <a:pt x="14320" y="8206"/>
                    <a:pt x="14360" y="8206"/>
                  </a:cubicBezTo>
                  <a:cubicBezTo>
                    <a:pt x="14538" y="8206"/>
                    <a:pt x="14697" y="8128"/>
                    <a:pt x="14800" y="7965"/>
                  </a:cubicBezTo>
                  <a:cubicBezTo>
                    <a:pt x="15658" y="6602"/>
                    <a:pt x="16673" y="5266"/>
                    <a:pt x="17868" y="4181"/>
                  </a:cubicBezTo>
                  <a:cubicBezTo>
                    <a:pt x="18246" y="3837"/>
                    <a:pt x="19055" y="3130"/>
                    <a:pt x="19662" y="3130"/>
                  </a:cubicBezTo>
                  <a:cubicBezTo>
                    <a:pt x="19761" y="3130"/>
                    <a:pt x="19855" y="3149"/>
                    <a:pt x="19941" y="3191"/>
                  </a:cubicBezTo>
                  <a:cubicBezTo>
                    <a:pt x="19972" y="3206"/>
                    <a:pt x="20042" y="3282"/>
                    <a:pt x="20078" y="3334"/>
                  </a:cubicBezTo>
                  <a:cubicBezTo>
                    <a:pt x="20170" y="3474"/>
                    <a:pt x="20200" y="3554"/>
                    <a:pt x="20244" y="3703"/>
                  </a:cubicBezTo>
                  <a:cubicBezTo>
                    <a:pt x="20356" y="4074"/>
                    <a:pt x="20385" y="4459"/>
                    <a:pt x="20391" y="4845"/>
                  </a:cubicBezTo>
                  <a:cubicBezTo>
                    <a:pt x="20434" y="7253"/>
                    <a:pt x="19715" y="9724"/>
                    <a:pt x="18959" y="11987"/>
                  </a:cubicBezTo>
                  <a:cubicBezTo>
                    <a:pt x="18546" y="13223"/>
                    <a:pt x="18074" y="14443"/>
                    <a:pt x="17505" y="15619"/>
                  </a:cubicBezTo>
                  <a:cubicBezTo>
                    <a:pt x="16974" y="16720"/>
                    <a:pt x="16385" y="17795"/>
                    <a:pt x="15472" y="18631"/>
                  </a:cubicBezTo>
                  <a:cubicBezTo>
                    <a:pt x="15279" y="18808"/>
                    <a:pt x="15055" y="19008"/>
                    <a:pt x="14800" y="19090"/>
                  </a:cubicBezTo>
                  <a:cubicBezTo>
                    <a:pt x="14731" y="19114"/>
                    <a:pt x="14679" y="19127"/>
                    <a:pt x="14633" y="19127"/>
                  </a:cubicBezTo>
                  <a:cubicBezTo>
                    <a:pt x="14584" y="19127"/>
                    <a:pt x="14541" y="19112"/>
                    <a:pt x="14491" y="19078"/>
                  </a:cubicBezTo>
                  <a:cubicBezTo>
                    <a:pt x="14179" y="18859"/>
                    <a:pt x="14040" y="18279"/>
                    <a:pt x="13943" y="17913"/>
                  </a:cubicBezTo>
                  <a:cubicBezTo>
                    <a:pt x="13496" y="16204"/>
                    <a:pt x="13420" y="14392"/>
                    <a:pt x="13231" y="12644"/>
                  </a:cubicBezTo>
                  <a:cubicBezTo>
                    <a:pt x="13231" y="12642"/>
                    <a:pt x="13231" y="12641"/>
                    <a:pt x="13230" y="12640"/>
                  </a:cubicBezTo>
                  <a:lnTo>
                    <a:pt x="13230" y="12640"/>
                  </a:lnTo>
                  <a:cubicBezTo>
                    <a:pt x="13241" y="12479"/>
                    <a:pt x="13172" y="12316"/>
                    <a:pt x="12984" y="12214"/>
                  </a:cubicBezTo>
                  <a:cubicBezTo>
                    <a:pt x="12340" y="11860"/>
                    <a:pt x="11598" y="11675"/>
                    <a:pt x="10890" y="11496"/>
                  </a:cubicBezTo>
                  <a:cubicBezTo>
                    <a:pt x="10069" y="11291"/>
                    <a:pt x="9239" y="11119"/>
                    <a:pt x="8404" y="10971"/>
                  </a:cubicBezTo>
                  <a:cubicBezTo>
                    <a:pt x="7943" y="10890"/>
                    <a:pt x="7439" y="10757"/>
                    <a:pt x="6964" y="10757"/>
                  </a:cubicBezTo>
                  <a:cubicBezTo>
                    <a:pt x="6933" y="10757"/>
                    <a:pt x="6903" y="10757"/>
                    <a:pt x="6873" y="10758"/>
                  </a:cubicBezTo>
                  <a:cubicBezTo>
                    <a:pt x="6281" y="10782"/>
                    <a:pt x="5857" y="11237"/>
                    <a:pt x="5518" y="11671"/>
                  </a:cubicBezTo>
                  <a:cubicBezTo>
                    <a:pt x="4848" y="12532"/>
                    <a:pt x="4110" y="13945"/>
                    <a:pt x="2900" y="13945"/>
                  </a:cubicBezTo>
                  <a:cubicBezTo>
                    <a:pt x="2748" y="13945"/>
                    <a:pt x="2589" y="13923"/>
                    <a:pt x="2421" y="13874"/>
                  </a:cubicBezTo>
                  <a:cubicBezTo>
                    <a:pt x="1265" y="13539"/>
                    <a:pt x="1147" y="12161"/>
                    <a:pt x="1191" y="11150"/>
                  </a:cubicBezTo>
                  <a:cubicBezTo>
                    <a:pt x="1259" y="9547"/>
                    <a:pt x="1735" y="7959"/>
                    <a:pt x="2242" y="6446"/>
                  </a:cubicBezTo>
                  <a:cubicBezTo>
                    <a:pt x="2666" y="5186"/>
                    <a:pt x="3155" y="3943"/>
                    <a:pt x="3669" y="2717"/>
                  </a:cubicBezTo>
                  <a:cubicBezTo>
                    <a:pt x="4014" y="1894"/>
                    <a:pt x="4701" y="1150"/>
                    <a:pt x="5619" y="1011"/>
                  </a:cubicBezTo>
                  <a:cubicBezTo>
                    <a:pt x="5697" y="999"/>
                    <a:pt x="5772" y="993"/>
                    <a:pt x="5846" y="993"/>
                  </a:cubicBezTo>
                  <a:close/>
                  <a:moveTo>
                    <a:pt x="5851" y="1"/>
                  </a:moveTo>
                  <a:cubicBezTo>
                    <a:pt x="4753" y="1"/>
                    <a:pt x="3750" y="699"/>
                    <a:pt x="3144" y="1580"/>
                  </a:cubicBezTo>
                  <a:cubicBezTo>
                    <a:pt x="2849" y="2009"/>
                    <a:pt x="2683" y="2515"/>
                    <a:pt x="2487" y="2993"/>
                  </a:cubicBezTo>
                  <a:cubicBezTo>
                    <a:pt x="2217" y="3653"/>
                    <a:pt x="1954" y="4314"/>
                    <a:pt x="1705" y="4982"/>
                  </a:cubicBezTo>
                  <a:cubicBezTo>
                    <a:pt x="1113" y="6581"/>
                    <a:pt x="576" y="8224"/>
                    <a:pt x="323" y="9914"/>
                  </a:cubicBezTo>
                  <a:cubicBezTo>
                    <a:pt x="121" y="11253"/>
                    <a:pt x="1" y="12901"/>
                    <a:pt x="913" y="14026"/>
                  </a:cubicBezTo>
                  <a:cubicBezTo>
                    <a:pt x="1411" y="14639"/>
                    <a:pt x="2111" y="14918"/>
                    <a:pt x="2824" y="14918"/>
                  </a:cubicBezTo>
                  <a:cubicBezTo>
                    <a:pt x="3509" y="14918"/>
                    <a:pt x="4207" y="14660"/>
                    <a:pt x="4751" y="14192"/>
                  </a:cubicBezTo>
                  <a:cubicBezTo>
                    <a:pt x="5371" y="13659"/>
                    <a:pt x="5777" y="12949"/>
                    <a:pt x="6272" y="12311"/>
                  </a:cubicBezTo>
                  <a:cubicBezTo>
                    <a:pt x="6566" y="11931"/>
                    <a:pt x="6732" y="11776"/>
                    <a:pt x="7065" y="11776"/>
                  </a:cubicBezTo>
                  <a:cubicBezTo>
                    <a:pt x="7129" y="11776"/>
                    <a:pt x="7199" y="11782"/>
                    <a:pt x="7277" y="11793"/>
                  </a:cubicBezTo>
                  <a:cubicBezTo>
                    <a:pt x="8166" y="11915"/>
                    <a:pt x="9053" y="12094"/>
                    <a:pt x="9930" y="12292"/>
                  </a:cubicBezTo>
                  <a:cubicBezTo>
                    <a:pt x="10726" y="12472"/>
                    <a:pt x="11550" y="12626"/>
                    <a:pt x="12268" y="12966"/>
                  </a:cubicBezTo>
                  <a:lnTo>
                    <a:pt x="12268" y="12966"/>
                  </a:lnTo>
                  <a:cubicBezTo>
                    <a:pt x="12439" y="14633"/>
                    <a:pt x="12548" y="16332"/>
                    <a:pt x="12930" y="17963"/>
                  </a:cubicBezTo>
                  <a:cubicBezTo>
                    <a:pt x="13136" y="18845"/>
                    <a:pt x="13555" y="20118"/>
                    <a:pt x="14640" y="20118"/>
                  </a:cubicBezTo>
                  <a:cubicBezTo>
                    <a:pt x="14672" y="20118"/>
                    <a:pt x="14706" y="20116"/>
                    <a:pt x="14739" y="20114"/>
                  </a:cubicBezTo>
                  <a:cubicBezTo>
                    <a:pt x="15314" y="20074"/>
                    <a:pt x="15818" y="19674"/>
                    <a:pt x="16220" y="19295"/>
                  </a:cubicBezTo>
                  <a:cubicBezTo>
                    <a:pt x="16778" y="18770"/>
                    <a:pt x="17242" y="18165"/>
                    <a:pt x="17630" y="17506"/>
                  </a:cubicBezTo>
                  <a:cubicBezTo>
                    <a:pt x="18329" y="16326"/>
                    <a:pt x="18879" y="15058"/>
                    <a:pt x="19372" y="13779"/>
                  </a:cubicBezTo>
                  <a:cubicBezTo>
                    <a:pt x="20387" y="11140"/>
                    <a:pt x="21255" y="8266"/>
                    <a:pt x="21379" y="5422"/>
                  </a:cubicBezTo>
                  <a:cubicBezTo>
                    <a:pt x="21417" y="4558"/>
                    <a:pt x="21409" y="3509"/>
                    <a:pt x="20893" y="2768"/>
                  </a:cubicBezTo>
                  <a:cubicBezTo>
                    <a:pt x="20591" y="2334"/>
                    <a:pt x="20167" y="2169"/>
                    <a:pt x="19717" y="2169"/>
                  </a:cubicBezTo>
                  <a:cubicBezTo>
                    <a:pt x="19269" y="2169"/>
                    <a:pt x="18796" y="2332"/>
                    <a:pt x="18392" y="2557"/>
                  </a:cubicBezTo>
                  <a:cubicBezTo>
                    <a:pt x="17206" y="3219"/>
                    <a:pt x="16258" y="4331"/>
                    <a:pt x="15430" y="5382"/>
                  </a:cubicBezTo>
                  <a:cubicBezTo>
                    <a:pt x="14975" y="5959"/>
                    <a:pt x="14535" y="6551"/>
                    <a:pt x="14131" y="7165"/>
                  </a:cubicBezTo>
                  <a:lnTo>
                    <a:pt x="14131" y="7165"/>
                  </a:lnTo>
                  <a:cubicBezTo>
                    <a:pt x="12741" y="6903"/>
                    <a:pt x="11340" y="6572"/>
                    <a:pt x="10022" y="6067"/>
                  </a:cubicBezTo>
                  <a:cubicBezTo>
                    <a:pt x="9692" y="5938"/>
                    <a:pt x="9355" y="5795"/>
                    <a:pt x="9057" y="5599"/>
                  </a:cubicBezTo>
                  <a:cubicBezTo>
                    <a:pt x="8975" y="5544"/>
                    <a:pt x="8902" y="5490"/>
                    <a:pt x="8830" y="5420"/>
                  </a:cubicBezTo>
                  <a:cubicBezTo>
                    <a:pt x="8801" y="5393"/>
                    <a:pt x="8791" y="5386"/>
                    <a:pt x="8788" y="5385"/>
                  </a:cubicBezTo>
                  <a:lnTo>
                    <a:pt x="8788" y="5385"/>
                  </a:lnTo>
                  <a:cubicBezTo>
                    <a:pt x="8787" y="5381"/>
                    <a:pt x="8781" y="5370"/>
                    <a:pt x="8767" y="5346"/>
                  </a:cubicBezTo>
                  <a:cubicBezTo>
                    <a:pt x="8764" y="5342"/>
                    <a:pt x="8761" y="5338"/>
                    <a:pt x="8759" y="5334"/>
                  </a:cubicBezTo>
                  <a:lnTo>
                    <a:pt x="8759" y="5334"/>
                  </a:lnTo>
                  <a:cubicBezTo>
                    <a:pt x="8759" y="5333"/>
                    <a:pt x="8759" y="5331"/>
                    <a:pt x="8758" y="5329"/>
                  </a:cubicBezTo>
                  <a:cubicBezTo>
                    <a:pt x="8680" y="4813"/>
                    <a:pt x="8779" y="4238"/>
                    <a:pt x="8729" y="3712"/>
                  </a:cubicBezTo>
                  <a:cubicBezTo>
                    <a:pt x="8683" y="3244"/>
                    <a:pt x="8611" y="2774"/>
                    <a:pt x="8476" y="2325"/>
                  </a:cubicBezTo>
                  <a:cubicBezTo>
                    <a:pt x="8116" y="1129"/>
                    <a:pt x="7256" y="33"/>
                    <a:pt x="5914" y="2"/>
                  </a:cubicBezTo>
                  <a:cubicBezTo>
                    <a:pt x="5893" y="1"/>
                    <a:pt x="5872" y="1"/>
                    <a:pt x="585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54" name="Google Shape;9954;p10"/>
            <p:cNvSpPr/>
            <p:nvPr/>
          </p:nvSpPr>
          <p:spPr>
            <a:xfrm>
              <a:off x="1903525" y="4088100"/>
              <a:ext cx="344900" cy="185850"/>
            </a:xfrm>
            <a:custGeom>
              <a:rect b="b" l="l" r="r" t="t"/>
              <a:pathLst>
                <a:path extrusionOk="0" h="7434" w="13796">
                  <a:moveTo>
                    <a:pt x="2035" y="1"/>
                  </a:moveTo>
                  <a:cubicBezTo>
                    <a:pt x="1593" y="1"/>
                    <a:pt x="1301" y="661"/>
                    <a:pt x="1777" y="928"/>
                  </a:cubicBezTo>
                  <a:cubicBezTo>
                    <a:pt x="5023" y="2748"/>
                    <a:pt x="8420" y="4238"/>
                    <a:pt x="11476" y="6352"/>
                  </a:cubicBezTo>
                  <a:lnTo>
                    <a:pt x="11476" y="6352"/>
                  </a:lnTo>
                  <a:cubicBezTo>
                    <a:pt x="7847" y="6103"/>
                    <a:pt x="4252" y="5482"/>
                    <a:pt x="636" y="5110"/>
                  </a:cubicBezTo>
                  <a:cubicBezTo>
                    <a:pt x="615" y="5108"/>
                    <a:pt x="596" y="5107"/>
                    <a:pt x="577" y="5107"/>
                  </a:cubicBezTo>
                  <a:cubicBezTo>
                    <a:pt x="0" y="5107"/>
                    <a:pt x="24" y="6045"/>
                    <a:pt x="636" y="6106"/>
                  </a:cubicBezTo>
                  <a:cubicBezTo>
                    <a:pt x="4792" y="6534"/>
                    <a:pt x="8919" y="7290"/>
                    <a:pt x="13101" y="7434"/>
                  </a:cubicBezTo>
                  <a:cubicBezTo>
                    <a:pt x="13106" y="7434"/>
                    <a:pt x="13111" y="7434"/>
                    <a:pt x="13115" y="7434"/>
                  </a:cubicBezTo>
                  <a:cubicBezTo>
                    <a:pt x="13508" y="7434"/>
                    <a:pt x="13796" y="6851"/>
                    <a:pt x="13455" y="6582"/>
                  </a:cubicBezTo>
                  <a:cubicBezTo>
                    <a:pt x="11767" y="5262"/>
                    <a:pt x="9981" y="4109"/>
                    <a:pt x="8087" y="3106"/>
                  </a:cubicBezTo>
                  <a:cubicBezTo>
                    <a:pt x="6157" y="2083"/>
                    <a:pt x="4187" y="1139"/>
                    <a:pt x="2281" y="69"/>
                  </a:cubicBezTo>
                  <a:cubicBezTo>
                    <a:pt x="2197" y="21"/>
                    <a:pt x="2114" y="1"/>
                    <a:pt x="20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55" name="Google Shape;9955;p10"/>
            <p:cNvSpPr/>
            <p:nvPr/>
          </p:nvSpPr>
          <p:spPr>
            <a:xfrm>
              <a:off x="1462675" y="3884050"/>
              <a:ext cx="125100" cy="332450"/>
            </a:xfrm>
            <a:custGeom>
              <a:rect b="b" l="l" r="r" t="t"/>
              <a:pathLst>
                <a:path extrusionOk="0" h="13298" w="5004">
                  <a:moveTo>
                    <a:pt x="4226" y="0"/>
                  </a:moveTo>
                  <a:cubicBezTo>
                    <a:pt x="3978" y="0"/>
                    <a:pt x="3745" y="159"/>
                    <a:pt x="3776" y="478"/>
                  </a:cubicBezTo>
                  <a:cubicBezTo>
                    <a:pt x="3995" y="2762"/>
                    <a:pt x="3470" y="4910"/>
                    <a:pt x="2764" y="7066"/>
                  </a:cubicBezTo>
                  <a:cubicBezTo>
                    <a:pt x="2160" y="8913"/>
                    <a:pt x="1574" y="10906"/>
                    <a:pt x="310" y="12425"/>
                  </a:cubicBezTo>
                  <a:cubicBezTo>
                    <a:pt x="1" y="12799"/>
                    <a:pt x="333" y="13298"/>
                    <a:pt x="690" y="13298"/>
                  </a:cubicBezTo>
                  <a:cubicBezTo>
                    <a:pt x="802" y="13298"/>
                    <a:pt x="916" y="13249"/>
                    <a:pt x="1014" y="13131"/>
                  </a:cubicBezTo>
                  <a:cubicBezTo>
                    <a:pt x="2366" y="11506"/>
                    <a:pt x="3030" y="9452"/>
                    <a:pt x="3679" y="7474"/>
                  </a:cubicBezTo>
                  <a:cubicBezTo>
                    <a:pt x="4424" y="5193"/>
                    <a:pt x="5004" y="2899"/>
                    <a:pt x="4772" y="478"/>
                  </a:cubicBezTo>
                  <a:cubicBezTo>
                    <a:pt x="4741" y="160"/>
                    <a:pt x="4476" y="0"/>
                    <a:pt x="42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956" name="Google Shape;9956;p10"/>
          <p:cNvSpPr txBox="1"/>
          <p:nvPr/>
        </p:nvSpPr>
        <p:spPr>
          <a:xfrm>
            <a:off x="1341761" y="772271"/>
            <a:ext cx="5982000" cy="49241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000" u="none" cap="none" strike="noStrike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rPr>
              <a:t>LANGUAGE ACQUISITION- SPANISH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60" name="Shape 9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1" name="Google Shape;9961;p11"/>
          <p:cNvSpPr/>
          <p:nvPr/>
        </p:nvSpPr>
        <p:spPr>
          <a:xfrm>
            <a:off x="7818975" y="1147025"/>
            <a:ext cx="117525" cy="110100"/>
          </a:xfrm>
          <a:custGeom>
            <a:rect b="b" l="l" r="r" t="t"/>
            <a:pathLst>
              <a:path extrusionOk="0" h="4404" w="4701">
                <a:moveTo>
                  <a:pt x="1951" y="1032"/>
                </a:moveTo>
                <a:cubicBezTo>
                  <a:pt x="1950" y="1033"/>
                  <a:pt x="1949" y="1033"/>
                  <a:pt x="1947" y="1033"/>
                </a:cubicBezTo>
                <a:cubicBezTo>
                  <a:pt x="1948" y="1033"/>
                  <a:pt x="1950" y="1033"/>
                  <a:pt x="1951" y="1032"/>
                </a:cubicBezTo>
                <a:close/>
                <a:moveTo>
                  <a:pt x="2857" y="1059"/>
                </a:moveTo>
                <a:cubicBezTo>
                  <a:pt x="2871" y="1059"/>
                  <a:pt x="2889" y="1066"/>
                  <a:pt x="2907" y="1075"/>
                </a:cubicBezTo>
                <a:lnTo>
                  <a:pt x="2907" y="1075"/>
                </a:lnTo>
                <a:cubicBezTo>
                  <a:pt x="2887" y="1068"/>
                  <a:pt x="2858" y="1059"/>
                  <a:pt x="2857" y="1059"/>
                </a:cubicBezTo>
                <a:close/>
                <a:moveTo>
                  <a:pt x="3091" y="1185"/>
                </a:moveTo>
                <a:cubicBezTo>
                  <a:pt x="3091" y="1185"/>
                  <a:pt x="3091" y="1185"/>
                  <a:pt x="3091" y="1185"/>
                </a:cubicBezTo>
                <a:lnTo>
                  <a:pt x="3091" y="1185"/>
                </a:lnTo>
                <a:cubicBezTo>
                  <a:pt x="3091" y="1185"/>
                  <a:pt x="3091" y="1185"/>
                  <a:pt x="3091" y="1185"/>
                </a:cubicBezTo>
                <a:close/>
                <a:moveTo>
                  <a:pt x="3104" y="1198"/>
                </a:moveTo>
                <a:cubicBezTo>
                  <a:pt x="3111" y="1203"/>
                  <a:pt x="3118" y="1208"/>
                  <a:pt x="3125" y="1213"/>
                </a:cubicBezTo>
                <a:cubicBezTo>
                  <a:pt x="3142" y="1224"/>
                  <a:pt x="3149" y="1229"/>
                  <a:pt x="3148" y="1229"/>
                </a:cubicBezTo>
                <a:cubicBezTo>
                  <a:pt x="3148" y="1229"/>
                  <a:pt x="3121" y="1211"/>
                  <a:pt x="3104" y="1198"/>
                </a:cubicBezTo>
                <a:close/>
                <a:moveTo>
                  <a:pt x="1747" y="3319"/>
                </a:moveTo>
                <a:cubicBezTo>
                  <a:pt x="1767" y="3326"/>
                  <a:pt x="1803" y="3338"/>
                  <a:pt x="1802" y="3338"/>
                </a:cubicBezTo>
                <a:cubicBezTo>
                  <a:pt x="1800" y="3339"/>
                  <a:pt x="1799" y="3339"/>
                  <a:pt x="1797" y="3339"/>
                </a:cubicBezTo>
                <a:cubicBezTo>
                  <a:pt x="1785" y="3339"/>
                  <a:pt x="1766" y="3330"/>
                  <a:pt x="1747" y="3319"/>
                </a:cubicBezTo>
                <a:close/>
                <a:moveTo>
                  <a:pt x="2463" y="3393"/>
                </a:moveTo>
                <a:cubicBezTo>
                  <a:pt x="2461" y="3393"/>
                  <a:pt x="2459" y="3393"/>
                  <a:pt x="2456" y="3393"/>
                </a:cubicBezTo>
                <a:lnTo>
                  <a:pt x="2456" y="3393"/>
                </a:lnTo>
                <a:cubicBezTo>
                  <a:pt x="2459" y="3393"/>
                  <a:pt x="2462" y="3393"/>
                  <a:pt x="2463" y="3393"/>
                </a:cubicBezTo>
                <a:close/>
                <a:moveTo>
                  <a:pt x="2387" y="989"/>
                </a:moveTo>
                <a:cubicBezTo>
                  <a:pt x="2440" y="989"/>
                  <a:pt x="2491" y="989"/>
                  <a:pt x="2541" y="993"/>
                </a:cubicBezTo>
                <a:cubicBezTo>
                  <a:pt x="2560" y="993"/>
                  <a:pt x="2582" y="997"/>
                  <a:pt x="2601" y="998"/>
                </a:cubicBezTo>
                <a:lnTo>
                  <a:pt x="2601" y="998"/>
                </a:lnTo>
                <a:cubicBezTo>
                  <a:pt x="2682" y="1018"/>
                  <a:pt x="2761" y="1029"/>
                  <a:pt x="2840" y="1057"/>
                </a:cubicBezTo>
                <a:cubicBezTo>
                  <a:pt x="2857" y="1061"/>
                  <a:pt x="2876" y="1069"/>
                  <a:pt x="2895" y="1076"/>
                </a:cubicBezTo>
                <a:cubicBezTo>
                  <a:pt x="2906" y="1079"/>
                  <a:pt x="2914" y="1081"/>
                  <a:pt x="2919" y="1082"/>
                </a:cubicBezTo>
                <a:lnTo>
                  <a:pt x="2919" y="1082"/>
                </a:lnTo>
                <a:cubicBezTo>
                  <a:pt x="2944" y="1096"/>
                  <a:pt x="2968" y="1113"/>
                  <a:pt x="2984" y="1122"/>
                </a:cubicBezTo>
                <a:cubicBezTo>
                  <a:pt x="3015" y="1139"/>
                  <a:pt x="3049" y="1160"/>
                  <a:pt x="3080" y="1181"/>
                </a:cubicBezTo>
                <a:cubicBezTo>
                  <a:pt x="3084" y="1184"/>
                  <a:pt x="3088" y="1186"/>
                  <a:pt x="3092" y="1189"/>
                </a:cubicBezTo>
                <a:lnTo>
                  <a:pt x="3092" y="1189"/>
                </a:lnTo>
                <a:cubicBezTo>
                  <a:pt x="3107" y="1217"/>
                  <a:pt x="3258" y="1347"/>
                  <a:pt x="3274" y="1366"/>
                </a:cubicBezTo>
                <a:cubicBezTo>
                  <a:pt x="3278" y="1370"/>
                  <a:pt x="3281" y="1374"/>
                  <a:pt x="3284" y="1378"/>
                </a:cubicBezTo>
                <a:lnTo>
                  <a:pt x="3284" y="1378"/>
                </a:lnTo>
                <a:cubicBezTo>
                  <a:pt x="3304" y="1410"/>
                  <a:pt x="3328" y="1440"/>
                  <a:pt x="3348" y="1474"/>
                </a:cubicBezTo>
                <a:cubicBezTo>
                  <a:pt x="3367" y="1503"/>
                  <a:pt x="3386" y="1535"/>
                  <a:pt x="3403" y="1569"/>
                </a:cubicBezTo>
                <a:cubicBezTo>
                  <a:pt x="3409" y="1579"/>
                  <a:pt x="3414" y="1591"/>
                  <a:pt x="3420" y="1604"/>
                </a:cubicBezTo>
                <a:lnTo>
                  <a:pt x="3420" y="1604"/>
                </a:lnTo>
                <a:cubicBezTo>
                  <a:pt x="3420" y="1602"/>
                  <a:pt x="3420" y="1600"/>
                  <a:pt x="3420" y="1598"/>
                </a:cubicBezTo>
                <a:lnTo>
                  <a:pt x="3420" y="1598"/>
                </a:lnTo>
                <a:cubicBezTo>
                  <a:pt x="3420" y="1600"/>
                  <a:pt x="3420" y="1602"/>
                  <a:pt x="3420" y="1604"/>
                </a:cubicBezTo>
                <a:lnTo>
                  <a:pt x="3420" y="1604"/>
                </a:lnTo>
                <a:cubicBezTo>
                  <a:pt x="3420" y="1604"/>
                  <a:pt x="3420" y="1604"/>
                  <a:pt x="3420" y="1604"/>
                </a:cubicBezTo>
                <a:lnTo>
                  <a:pt x="3420" y="1604"/>
                </a:lnTo>
                <a:cubicBezTo>
                  <a:pt x="3420" y="1621"/>
                  <a:pt x="3423" y="1634"/>
                  <a:pt x="3427" y="1644"/>
                </a:cubicBezTo>
                <a:lnTo>
                  <a:pt x="3427" y="1644"/>
                </a:lnTo>
                <a:cubicBezTo>
                  <a:pt x="3423" y="1630"/>
                  <a:pt x="3420" y="1616"/>
                  <a:pt x="3420" y="1604"/>
                </a:cubicBezTo>
                <a:lnTo>
                  <a:pt x="3420" y="1604"/>
                </a:lnTo>
                <a:cubicBezTo>
                  <a:pt x="3422" y="1608"/>
                  <a:pt x="3424" y="1613"/>
                  <a:pt x="3426" y="1617"/>
                </a:cubicBezTo>
                <a:cubicBezTo>
                  <a:pt x="3442" y="1646"/>
                  <a:pt x="3443" y="1659"/>
                  <a:pt x="3439" y="1659"/>
                </a:cubicBezTo>
                <a:cubicBezTo>
                  <a:pt x="3436" y="1659"/>
                  <a:pt x="3432" y="1654"/>
                  <a:pt x="3427" y="1644"/>
                </a:cubicBezTo>
                <a:lnTo>
                  <a:pt x="3427" y="1644"/>
                </a:lnTo>
                <a:cubicBezTo>
                  <a:pt x="3443" y="1697"/>
                  <a:pt x="3479" y="1760"/>
                  <a:pt x="3491" y="1802"/>
                </a:cubicBezTo>
                <a:cubicBezTo>
                  <a:pt x="3500" y="1838"/>
                  <a:pt x="3508" y="1874"/>
                  <a:pt x="3517" y="1910"/>
                </a:cubicBezTo>
                <a:cubicBezTo>
                  <a:pt x="3521" y="1933"/>
                  <a:pt x="3525" y="1954"/>
                  <a:pt x="3529" y="1977"/>
                </a:cubicBezTo>
                <a:cubicBezTo>
                  <a:pt x="3534" y="2005"/>
                  <a:pt x="3537" y="2015"/>
                  <a:pt x="3538" y="2015"/>
                </a:cubicBezTo>
                <a:cubicBezTo>
                  <a:pt x="3540" y="2015"/>
                  <a:pt x="3530" y="1942"/>
                  <a:pt x="3525" y="1939"/>
                </a:cubicBezTo>
                <a:lnTo>
                  <a:pt x="3525" y="1939"/>
                </a:lnTo>
                <a:cubicBezTo>
                  <a:pt x="3550" y="1954"/>
                  <a:pt x="3538" y="2142"/>
                  <a:pt x="3538" y="2173"/>
                </a:cubicBezTo>
                <a:cubicBezTo>
                  <a:pt x="3538" y="2215"/>
                  <a:pt x="3535" y="2257"/>
                  <a:pt x="3533" y="2297"/>
                </a:cubicBezTo>
                <a:cubicBezTo>
                  <a:pt x="3532" y="2312"/>
                  <a:pt x="3530" y="2326"/>
                  <a:pt x="3529" y="2339"/>
                </a:cubicBezTo>
                <a:lnTo>
                  <a:pt x="3529" y="2339"/>
                </a:lnTo>
                <a:cubicBezTo>
                  <a:pt x="3514" y="2409"/>
                  <a:pt x="3504" y="2477"/>
                  <a:pt x="3483" y="2546"/>
                </a:cubicBezTo>
                <a:cubicBezTo>
                  <a:pt x="3472" y="2582"/>
                  <a:pt x="3462" y="2618"/>
                  <a:pt x="3449" y="2651"/>
                </a:cubicBezTo>
                <a:cubicBezTo>
                  <a:pt x="3445" y="2663"/>
                  <a:pt x="3440" y="2676"/>
                  <a:pt x="3436" y="2688"/>
                </a:cubicBezTo>
                <a:lnTo>
                  <a:pt x="3436" y="2688"/>
                </a:lnTo>
                <a:cubicBezTo>
                  <a:pt x="3398" y="2751"/>
                  <a:pt x="3369" y="2818"/>
                  <a:pt x="3329" y="2881"/>
                </a:cubicBezTo>
                <a:cubicBezTo>
                  <a:pt x="3324" y="2889"/>
                  <a:pt x="3300" y="2922"/>
                  <a:pt x="3284" y="2945"/>
                </a:cubicBezTo>
                <a:lnTo>
                  <a:pt x="3284" y="2945"/>
                </a:lnTo>
                <a:cubicBezTo>
                  <a:pt x="3263" y="2968"/>
                  <a:pt x="3232" y="3005"/>
                  <a:pt x="3224" y="3014"/>
                </a:cubicBezTo>
                <a:cubicBezTo>
                  <a:pt x="3198" y="3041"/>
                  <a:pt x="3171" y="3069"/>
                  <a:pt x="3142" y="3094"/>
                </a:cubicBezTo>
                <a:cubicBezTo>
                  <a:pt x="3127" y="3106"/>
                  <a:pt x="3112" y="3119"/>
                  <a:pt x="3099" y="3132"/>
                </a:cubicBezTo>
                <a:cubicBezTo>
                  <a:pt x="3075" y="3154"/>
                  <a:pt x="3071" y="3163"/>
                  <a:pt x="3076" y="3163"/>
                </a:cubicBezTo>
                <a:cubicBezTo>
                  <a:pt x="3076" y="3163"/>
                  <a:pt x="3077" y="3163"/>
                  <a:pt x="3078" y="3162"/>
                </a:cubicBezTo>
                <a:lnTo>
                  <a:pt x="3078" y="3162"/>
                </a:lnTo>
                <a:cubicBezTo>
                  <a:pt x="3021" y="3203"/>
                  <a:pt x="2923" y="3245"/>
                  <a:pt x="2889" y="3262"/>
                </a:cubicBezTo>
                <a:cubicBezTo>
                  <a:pt x="2863" y="3275"/>
                  <a:pt x="2803" y="3296"/>
                  <a:pt x="2805" y="3296"/>
                </a:cubicBezTo>
                <a:cubicBezTo>
                  <a:pt x="2806" y="3296"/>
                  <a:pt x="2822" y="3291"/>
                  <a:pt x="2866" y="3277"/>
                </a:cubicBezTo>
                <a:lnTo>
                  <a:pt x="2866" y="3277"/>
                </a:lnTo>
                <a:cubicBezTo>
                  <a:pt x="2823" y="3292"/>
                  <a:pt x="2783" y="3309"/>
                  <a:pt x="2741" y="3323"/>
                </a:cubicBezTo>
                <a:cubicBezTo>
                  <a:pt x="2642" y="3355"/>
                  <a:pt x="2541" y="3376"/>
                  <a:pt x="2438" y="3395"/>
                </a:cubicBezTo>
                <a:cubicBezTo>
                  <a:pt x="2437" y="3395"/>
                  <a:pt x="2437" y="3395"/>
                  <a:pt x="2437" y="3395"/>
                </a:cubicBezTo>
                <a:lnTo>
                  <a:pt x="2437" y="3395"/>
                </a:lnTo>
                <a:cubicBezTo>
                  <a:pt x="2416" y="3397"/>
                  <a:pt x="2395" y="3400"/>
                  <a:pt x="2375" y="3401"/>
                </a:cubicBezTo>
                <a:cubicBezTo>
                  <a:pt x="2330" y="3403"/>
                  <a:pt x="2284" y="3406"/>
                  <a:pt x="2240" y="3406"/>
                </a:cubicBezTo>
                <a:cubicBezTo>
                  <a:pt x="2226" y="3406"/>
                  <a:pt x="2211" y="3406"/>
                  <a:pt x="2197" y="3406"/>
                </a:cubicBezTo>
                <a:cubicBezTo>
                  <a:pt x="2163" y="3406"/>
                  <a:pt x="2129" y="3405"/>
                  <a:pt x="2094" y="3403"/>
                </a:cubicBezTo>
                <a:cubicBezTo>
                  <a:pt x="2081" y="3402"/>
                  <a:pt x="2067" y="3400"/>
                  <a:pt x="2054" y="3398"/>
                </a:cubicBezTo>
                <a:lnTo>
                  <a:pt x="2054" y="3398"/>
                </a:lnTo>
                <a:cubicBezTo>
                  <a:pt x="1975" y="3376"/>
                  <a:pt x="1893" y="3365"/>
                  <a:pt x="1814" y="3340"/>
                </a:cubicBezTo>
                <a:cubicBezTo>
                  <a:pt x="1797" y="3334"/>
                  <a:pt x="1778" y="3326"/>
                  <a:pt x="1762" y="3321"/>
                </a:cubicBezTo>
                <a:cubicBezTo>
                  <a:pt x="1752" y="3318"/>
                  <a:pt x="1745" y="3316"/>
                  <a:pt x="1740" y="3315"/>
                </a:cubicBezTo>
                <a:lnTo>
                  <a:pt x="1740" y="3315"/>
                </a:lnTo>
                <a:cubicBezTo>
                  <a:pt x="1716" y="3301"/>
                  <a:pt x="1691" y="3283"/>
                  <a:pt x="1679" y="3277"/>
                </a:cubicBezTo>
                <a:cubicBezTo>
                  <a:pt x="1648" y="3258"/>
                  <a:pt x="1616" y="3241"/>
                  <a:pt x="1587" y="3220"/>
                </a:cubicBezTo>
                <a:cubicBezTo>
                  <a:pt x="1572" y="3210"/>
                  <a:pt x="1557" y="3199"/>
                  <a:pt x="1543" y="3191"/>
                </a:cubicBezTo>
                <a:cubicBezTo>
                  <a:pt x="1525" y="3180"/>
                  <a:pt x="1519" y="3175"/>
                  <a:pt x="1519" y="3175"/>
                </a:cubicBezTo>
                <a:lnTo>
                  <a:pt x="1519" y="3175"/>
                </a:lnTo>
                <a:cubicBezTo>
                  <a:pt x="1518" y="3175"/>
                  <a:pt x="1582" y="3218"/>
                  <a:pt x="1580" y="3218"/>
                </a:cubicBezTo>
                <a:cubicBezTo>
                  <a:pt x="1580" y="3218"/>
                  <a:pt x="1579" y="3218"/>
                  <a:pt x="1578" y="3218"/>
                </a:cubicBezTo>
                <a:cubicBezTo>
                  <a:pt x="1542" y="3218"/>
                  <a:pt x="1420" y="3070"/>
                  <a:pt x="1399" y="3045"/>
                </a:cubicBezTo>
                <a:cubicBezTo>
                  <a:pt x="1384" y="3030"/>
                  <a:pt x="1353" y="2977"/>
                  <a:pt x="1351" y="2977"/>
                </a:cubicBezTo>
                <a:lnTo>
                  <a:pt x="1351" y="2977"/>
                </a:lnTo>
                <a:cubicBezTo>
                  <a:pt x="1350" y="2977"/>
                  <a:pt x="1354" y="2985"/>
                  <a:pt x="1363" y="3005"/>
                </a:cubicBezTo>
                <a:cubicBezTo>
                  <a:pt x="1372" y="3025"/>
                  <a:pt x="1375" y="3032"/>
                  <a:pt x="1374" y="3032"/>
                </a:cubicBezTo>
                <a:cubicBezTo>
                  <a:pt x="1372" y="3032"/>
                  <a:pt x="1335" y="2962"/>
                  <a:pt x="1326" y="2946"/>
                </a:cubicBezTo>
                <a:cubicBezTo>
                  <a:pt x="1285" y="2881"/>
                  <a:pt x="1252" y="2814"/>
                  <a:pt x="1215" y="2746"/>
                </a:cubicBezTo>
                <a:lnTo>
                  <a:pt x="1215" y="2746"/>
                </a:lnTo>
                <a:cubicBezTo>
                  <a:pt x="1214" y="2743"/>
                  <a:pt x="1213" y="2740"/>
                  <a:pt x="1212" y="2736"/>
                </a:cubicBezTo>
                <a:cubicBezTo>
                  <a:pt x="1199" y="2702"/>
                  <a:pt x="1187" y="2668"/>
                  <a:pt x="1176" y="2635"/>
                </a:cubicBezTo>
                <a:cubicBezTo>
                  <a:pt x="1153" y="2559"/>
                  <a:pt x="1132" y="2481"/>
                  <a:pt x="1119" y="2403"/>
                </a:cubicBezTo>
                <a:cubicBezTo>
                  <a:pt x="1119" y="2401"/>
                  <a:pt x="1118" y="2399"/>
                  <a:pt x="1118" y="2397"/>
                </a:cubicBezTo>
                <a:lnTo>
                  <a:pt x="1118" y="2397"/>
                </a:lnTo>
                <a:cubicBezTo>
                  <a:pt x="1122" y="2365"/>
                  <a:pt x="1108" y="2315"/>
                  <a:pt x="1106" y="2283"/>
                </a:cubicBezTo>
                <a:cubicBezTo>
                  <a:pt x="1102" y="2203"/>
                  <a:pt x="1102" y="2123"/>
                  <a:pt x="1106" y="2043"/>
                </a:cubicBezTo>
                <a:cubicBezTo>
                  <a:pt x="1107" y="2033"/>
                  <a:pt x="1110" y="2004"/>
                  <a:pt x="1113" y="1978"/>
                </a:cubicBezTo>
                <a:lnTo>
                  <a:pt x="1113" y="1978"/>
                </a:lnTo>
                <a:cubicBezTo>
                  <a:pt x="1117" y="1953"/>
                  <a:pt x="1123" y="1911"/>
                  <a:pt x="1125" y="1899"/>
                </a:cubicBezTo>
                <a:cubicBezTo>
                  <a:pt x="1144" y="1813"/>
                  <a:pt x="1170" y="1731"/>
                  <a:pt x="1197" y="1647"/>
                </a:cubicBezTo>
                <a:cubicBezTo>
                  <a:pt x="1199" y="1642"/>
                  <a:pt x="1200" y="1637"/>
                  <a:pt x="1201" y="1634"/>
                </a:cubicBezTo>
                <a:lnTo>
                  <a:pt x="1201" y="1634"/>
                </a:lnTo>
                <a:cubicBezTo>
                  <a:pt x="1203" y="1630"/>
                  <a:pt x="1205" y="1626"/>
                  <a:pt x="1208" y="1621"/>
                </a:cubicBezTo>
                <a:cubicBezTo>
                  <a:pt x="1227" y="1583"/>
                  <a:pt x="1246" y="1543"/>
                  <a:pt x="1269" y="1507"/>
                </a:cubicBezTo>
                <a:cubicBezTo>
                  <a:pt x="1290" y="1470"/>
                  <a:pt x="1313" y="1434"/>
                  <a:pt x="1338" y="1398"/>
                </a:cubicBezTo>
                <a:cubicBezTo>
                  <a:pt x="1341" y="1394"/>
                  <a:pt x="1344" y="1390"/>
                  <a:pt x="1346" y="1386"/>
                </a:cubicBezTo>
                <a:lnTo>
                  <a:pt x="1346" y="1386"/>
                </a:lnTo>
                <a:cubicBezTo>
                  <a:pt x="1346" y="1386"/>
                  <a:pt x="1346" y="1386"/>
                  <a:pt x="1347" y="1385"/>
                </a:cubicBezTo>
                <a:cubicBezTo>
                  <a:pt x="1399" y="1329"/>
                  <a:pt x="1454" y="1275"/>
                  <a:pt x="1511" y="1223"/>
                </a:cubicBezTo>
                <a:lnTo>
                  <a:pt x="1511" y="1223"/>
                </a:lnTo>
                <a:cubicBezTo>
                  <a:pt x="1524" y="1213"/>
                  <a:pt x="1537" y="1203"/>
                  <a:pt x="1551" y="1194"/>
                </a:cubicBezTo>
                <a:cubicBezTo>
                  <a:pt x="1589" y="1170"/>
                  <a:pt x="1627" y="1147"/>
                  <a:pt x="1667" y="1126"/>
                </a:cubicBezTo>
                <a:cubicBezTo>
                  <a:pt x="1682" y="1119"/>
                  <a:pt x="1697" y="1111"/>
                  <a:pt x="1712" y="1103"/>
                </a:cubicBezTo>
                <a:lnTo>
                  <a:pt x="1712" y="1103"/>
                </a:lnTo>
                <a:cubicBezTo>
                  <a:pt x="1755" y="1090"/>
                  <a:pt x="1797" y="1075"/>
                  <a:pt x="1840" y="1063"/>
                </a:cubicBezTo>
                <a:cubicBezTo>
                  <a:pt x="1884" y="1050"/>
                  <a:pt x="1928" y="1042"/>
                  <a:pt x="1970" y="1031"/>
                </a:cubicBezTo>
                <a:cubicBezTo>
                  <a:pt x="1976" y="1030"/>
                  <a:pt x="1983" y="1028"/>
                  <a:pt x="1990" y="1026"/>
                </a:cubicBezTo>
                <a:lnTo>
                  <a:pt x="1990" y="1026"/>
                </a:lnTo>
                <a:cubicBezTo>
                  <a:pt x="2008" y="1025"/>
                  <a:pt x="2026" y="1024"/>
                  <a:pt x="2042" y="1023"/>
                </a:cubicBezTo>
                <a:cubicBezTo>
                  <a:pt x="2063" y="1021"/>
                  <a:pt x="2083" y="1018"/>
                  <a:pt x="2104" y="1015"/>
                </a:cubicBezTo>
                <a:lnTo>
                  <a:pt x="2104" y="1015"/>
                </a:lnTo>
                <a:cubicBezTo>
                  <a:pt x="2127" y="1013"/>
                  <a:pt x="2151" y="1010"/>
                  <a:pt x="2175" y="1006"/>
                </a:cubicBezTo>
                <a:cubicBezTo>
                  <a:pt x="2200" y="1002"/>
                  <a:pt x="2223" y="998"/>
                  <a:pt x="2248" y="996"/>
                </a:cubicBezTo>
                <a:lnTo>
                  <a:pt x="2248" y="996"/>
                </a:lnTo>
                <a:cubicBezTo>
                  <a:pt x="2202" y="1002"/>
                  <a:pt x="2186" y="1004"/>
                  <a:pt x="2186" y="1004"/>
                </a:cubicBezTo>
                <a:cubicBezTo>
                  <a:pt x="2187" y="1004"/>
                  <a:pt x="2227" y="999"/>
                  <a:pt x="2246" y="998"/>
                </a:cubicBezTo>
                <a:cubicBezTo>
                  <a:pt x="2293" y="996"/>
                  <a:pt x="2341" y="991"/>
                  <a:pt x="2387" y="989"/>
                </a:cubicBezTo>
                <a:close/>
                <a:moveTo>
                  <a:pt x="2431" y="0"/>
                </a:moveTo>
                <a:cubicBezTo>
                  <a:pt x="2283" y="0"/>
                  <a:pt x="2134" y="12"/>
                  <a:pt x="1987" y="33"/>
                </a:cubicBezTo>
                <a:lnTo>
                  <a:pt x="1987" y="33"/>
                </a:lnTo>
                <a:cubicBezTo>
                  <a:pt x="1519" y="79"/>
                  <a:pt x="1082" y="246"/>
                  <a:pt x="738" y="578"/>
                </a:cubicBezTo>
                <a:cubicBezTo>
                  <a:pt x="443" y="863"/>
                  <a:pt x="236" y="1259"/>
                  <a:pt x="158" y="1661"/>
                </a:cubicBezTo>
                <a:cubicBezTo>
                  <a:pt x="0" y="2477"/>
                  <a:pt x="228" y="3403"/>
                  <a:pt x="896" y="3941"/>
                </a:cubicBezTo>
                <a:cubicBezTo>
                  <a:pt x="1283" y="4251"/>
                  <a:pt x="1777" y="4404"/>
                  <a:pt x="2272" y="4404"/>
                </a:cubicBezTo>
                <a:cubicBezTo>
                  <a:pt x="2762" y="4404"/>
                  <a:pt x="3253" y="4255"/>
                  <a:pt x="3645" y="3962"/>
                </a:cubicBezTo>
                <a:cubicBezTo>
                  <a:pt x="4395" y="3401"/>
                  <a:pt x="4700" y="2409"/>
                  <a:pt x="4443" y="1512"/>
                </a:cubicBezTo>
                <a:cubicBezTo>
                  <a:pt x="4302" y="1025"/>
                  <a:pt x="4003" y="604"/>
                  <a:pt x="3582" y="321"/>
                </a:cubicBezTo>
                <a:cubicBezTo>
                  <a:pt x="3236" y="89"/>
                  <a:pt x="2836" y="0"/>
                  <a:pt x="243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62" name="Google Shape;9962;p11"/>
          <p:cNvSpPr/>
          <p:nvPr/>
        </p:nvSpPr>
        <p:spPr>
          <a:xfrm>
            <a:off x="6518075" y="833200"/>
            <a:ext cx="176025" cy="165050"/>
          </a:xfrm>
          <a:custGeom>
            <a:rect b="b" l="l" r="r" t="t"/>
            <a:pathLst>
              <a:path extrusionOk="0" h="6602" w="7041">
                <a:moveTo>
                  <a:pt x="4935" y="1378"/>
                </a:moveTo>
                <a:cubicBezTo>
                  <a:pt x="4939" y="1380"/>
                  <a:pt x="4948" y="1387"/>
                  <a:pt x="4965" y="1400"/>
                </a:cubicBezTo>
                <a:cubicBezTo>
                  <a:pt x="4955" y="1392"/>
                  <a:pt x="4945" y="1385"/>
                  <a:pt x="4935" y="1378"/>
                </a:cubicBezTo>
                <a:close/>
                <a:moveTo>
                  <a:pt x="1630" y="1762"/>
                </a:moveTo>
                <a:lnTo>
                  <a:pt x="1630" y="1762"/>
                </a:lnTo>
                <a:cubicBezTo>
                  <a:pt x="1621" y="1773"/>
                  <a:pt x="1618" y="1778"/>
                  <a:pt x="1618" y="1778"/>
                </a:cubicBezTo>
                <a:cubicBezTo>
                  <a:pt x="1618" y="1778"/>
                  <a:pt x="1623" y="1771"/>
                  <a:pt x="1630" y="1762"/>
                </a:cubicBezTo>
                <a:close/>
                <a:moveTo>
                  <a:pt x="3639" y="986"/>
                </a:moveTo>
                <a:cubicBezTo>
                  <a:pt x="4036" y="986"/>
                  <a:pt x="4418" y="1072"/>
                  <a:pt x="4734" y="1250"/>
                </a:cubicBezTo>
                <a:cubicBezTo>
                  <a:pt x="4786" y="1280"/>
                  <a:pt x="4839" y="1313"/>
                  <a:pt x="4890" y="1347"/>
                </a:cubicBezTo>
                <a:cubicBezTo>
                  <a:pt x="4906" y="1357"/>
                  <a:pt x="4921" y="1367"/>
                  <a:pt x="4935" y="1378"/>
                </a:cubicBezTo>
                <a:lnTo>
                  <a:pt x="4935" y="1378"/>
                </a:lnTo>
                <a:cubicBezTo>
                  <a:pt x="4934" y="1377"/>
                  <a:pt x="4933" y="1376"/>
                  <a:pt x="4933" y="1376"/>
                </a:cubicBezTo>
                <a:lnTo>
                  <a:pt x="4933" y="1376"/>
                </a:lnTo>
                <a:cubicBezTo>
                  <a:pt x="4934" y="1376"/>
                  <a:pt x="4964" y="1397"/>
                  <a:pt x="4972" y="1404"/>
                </a:cubicBezTo>
                <a:cubicBezTo>
                  <a:pt x="5081" y="1495"/>
                  <a:pt x="5182" y="1594"/>
                  <a:pt x="5275" y="1701"/>
                </a:cubicBezTo>
                <a:cubicBezTo>
                  <a:pt x="5296" y="1724"/>
                  <a:pt x="5315" y="1747"/>
                  <a:pt x="5332" y="1771"/>
                </a:cubicBezTo>
                <a:cubicBezTo>
                  <a:pt x="5336" y="1776"/>
                  <a:pt x="5339" y="1780"/>
                  <a:pt x="5342" y="1782"/>
                </a:cubicBezTo>
                <a:lnTo>
                  <a:pt x="5342" y="1782"/>
                </a:lnTo>
                <a:cubicBezTo>
                  <a:pt x="5378" y="1835"/>
                  <a:pt x="5414" y="1889"/>
                  <a:pt x="5446" y="1943"/>
                </a:cubicBezTo>
                <a:cubicBezTo>
                  <a:pt x="5477" y="1994"/>
                  <a:pt x="5507" y="2045"/>
                  <a:pt x="5534" y="2097"/>
                </a:cubicBezTo>
                <a:cubicBezTo>
                  <a:pt x="5548" y="2126"/>
                  <a:pt x="5603" y="2244"/>
                  <a:pt x="5604" y="2244"/>
                </a:cubicBezTo>
                <a:cubicBezTo>
                  <a:pt x="5605" y="2244"/>
                  <a:pt x="5604" y="2244"/>
                  <a:pt x="5604" y="2242"/>
                </a:cubicBezTo>
                <a:lnTo>
                  <a:pt x="5604" y="2242"/>
                </a:lnTo>
                <a:cubicBezTo>
                  <a:pt x="5646" y="2347"/>
                  <a:pt x="5682" y="2454"/>
                  <a:pt x="5711" y="2561"/>
                </a:cubicBezTo>
                <a:cubicBezTo>
                  <a:pt x="5726" y="2620"/>
                  <a:pt x="5741" y="2679"/>
                  <a:pt x="5751" y="2738"/>
                </a:cubicBezTo>
                <a:cubicBezTo>
                  <a:pt x="5756" y="2758"/>
                  <a:pt x="5778" y="2901"/>
                  <a:pt x="5781" y="2901"/>
                </a:cubicBezTo>
                <a:cubicBezTo>
                  <a:pt x="5781" y="2901"/>
                  <a:pt x="5781" y="2892"/>
                  <a:pt x="5779" y="2872"/>
                </a:cubicBezTo>
                <a:lnTo>
                  <a:pt x="5779" y="2872"/>
                </a:lnTo>
                <a:cubicBezTo>
                  <a:pt x="5793" y="2999"/>
                  <a:pt x="5800" y="3127"/>
                  <a:pt x="5800" y="3256"/>
                </a:cubicBezTo>
                <a:cubicBezTo>
                  <a:pt x="5798" y="3323"/>
                  <a:pt x="5796" y="3393"/>
                  <a:pt x="5791" y="3460"/>
                </a:cubicBezTo>
                <a:cubicBezTo>
                  <a:pt x="5787" y="3518"/>
                  <a:pt x="5781" y="3572"/>
                  <a:pt x="5780" y="3582"/>
                </a:cubicBezTo>
                <a:lnTo>
                  <a:pt x="5780" y="3582"/>
                </a:lnTo>
                <a:cubicBezTo>
                  <a:pt x="5759" y="3706"/>
                  <a:pt x="5734" y="3831"/>
                  <a:pt x="5699" y="3953"/>
                </a:cubicBezTo>
                <a:cubicBezTo>
                  <a:pt x="5682" y="4012"/>
                  <a:pt x="5663" y="4069"/>
                  <a:pt x="5642" y="4126"/>
                </a:cubicBezTo>
                <a:cubicBezTo>
                  <a:pt x="5631" y="4155"/>
                  <a:pt x="5621" y="4183"/>
                  <a:pt x="5610" y="4212"/>
                </a:cubicBezTo>
                <a:cubicBezTo>
                  <a:pt x="5606" y="4223"/>
                  <a:pt x="5602" y="4232"/>
                  <a:pt x="5600" y="4238"/>
                </a:cubicBezTo>
                <a:lnTo>
                  <a:pt x="5600" y="4238"/>
                </a:lnTo>
                <a:cubicBezTo>
                  <a:pt x="5597" y="4244"/>
                  <a:pt x="5593" y="4252"/>
                  <a:pt x="5589" y="4261"/>
                </a:cubicBezTo>
                <a:cubicBezTo>
                  <a:pt x="5534" y="4370"/>
                  <a:pt x="5477" y="4478"/>
                  <a:pt x="5412" y="4581"/>
                </a:cubicBezTo>
                <a:cubicBezTo>
                  <a:pt x="5311" y="4737"/>
                  <a:pt x="5324" y="4720"/>
                  <a:pt x="5189" y="4863"/>
                </a:cubicBezTo>
                <a:cubicBezTo>
                  <a:pt x="4814" y="5261"/>
                  <a:pt x="4355" y="5476"/>
                  <a:pt x="3756" y="5573"/>
                </a:cubicBezTo>
                <a:cubicBezTo>
                  <a:pt x="3620" y="5595"/>
                  <a:pt x="3482" y="5605"/>
                  <a:pt x="3344" y="5605"/>
                </a:cubicBezTo>
                <a:cubicBezTo>
                  <a:pt x="2954" y="5605"/>
                  <a:pt x="2572" y="5519"/>
                  <a:pt x="2265" y="5346"/>
                </a:cubicBezTo>
                <a:cubicBezTo>
                  <a:pt x="2214" y="5316"/>
                  <a:pt x="2164" y="5285"/>
                  <a:pt x="2113" y="5253"/>
                </a:cubicBezTo>
                <a:cubicBezTo>
                  <a:pt x="2098" y="5243"/>
                  <a:pt x="2015" y="5180"/>
                  <a:pt x="2013" y="5180"/>
                </a:cubicBezTo>
                <a:lnTo>
                  <a:pt x="2013" y="5180"/>
                </a:lnTo>
                <a:cubicBezTo>
                  <a:pt x="2013" y="5180"/>
                  <a:pt x="2019" y="5186"/>
                  <a:pt x="2037" y="5200"/>
                </a:cubicBezTo>
                <a:cubicBezTo>
                  <a:pt x="1930" y="5114"/>
                  <a:pt x="1831" y="5019"/>
                  <a:pt x="1740" y="4916"/>
                </a:cubicBezTo>
                <a:cubicBezTo>
                  <a:pt x="1728" y="4902"/>
                  <a:pt x="1675" y="4837"/>
                  <a:pt x="1657" y="4816"/>
                </a:cubicBezTo>
                <a:lnTo>
                  <a:pt x="1657" y="4816"/>
                </a:lnTo>
                <a:cubicBezTo>
                  <a:pt x="1647" y="4801"/>
                  <a:pt x="1584" y="4711"/>
                  <a:pt x="1570" y="4688"/>
                </a:cubicBezTo>
                <a:cubicBezTo>
                  <a:pt x="1500" y="4579"/>
                  <a:pt x="1439" y="4465"/>
                  <a:pt x="1382" y="4347"/>
                </a:cubicBezTo>
                <a:cubicBezTo>
                  <a:pt x="1372" y="4327"/>
                  <a:pt x="1369" y="4322"/>
                  <a:pt x="1368" y="4322"/>
                </a:cubicBezTo>
                <a:lnTo>
                  <a:pt x="1368" y="4322"/>
                </a:lnTo>
                <a:cubicBezTo>
                  <a:pt x="1368" y="4322"/>
                  <a:pt x="1368" y="4322"/>
                  <a:pt x="1368" y="4322"/>
                </a:cubicBezTo>
                <a:lnTo>
                  <a:pt x="1368" y="4322"/>
                </a:lnTo>
                <a:cubicBezTo>
                  <a:pt x="1366" y="4315"/>
                  <a:pt x="1360" y="4299"/>
                  <a:pt x="1348" y="4265"/>
                </a:cubicBezTo>
                <a:cubicBezTo>
                  <a:pt x="1329" y="4210"/>
                  <a:pt x="1308" y="4155"/>
                  <a:pt x="1291" y="4101"/>
                </a:cubicBezTo>
                <a:cubicBezTo>
                  <a:pt x="1251" y="3974"/>
                  <a:pt x="1220" y="3848"/>
                  <a:pt x="1197" y="3717"/>
                </a:cubicBezTo>
                <a:cubicBezTo>
                  <a:pt x="1192" y="3696"/>
                  <a:pt x="1179" y="3596"/>
                  <a:pt x="1178" y="3596"/>
                </a:cubicBezTo>
                <a:lnTo>
                  <a:pt x="1178" y="3596"/>
                </a:lnTo>
                <a:cubicBezTo>
                  <a:pt x="1178" y="3596"/>
                  <a:pt x="1179" y="3606"/>
                  <a:pt x="1182" y="3633"/>
                </a:cubicBezTo>
                <a:cubicBezTo>
                  <a:pt x="1173" y="3568"/>
                  <a:pt x="1167" y="3502"/>
                  <a:pt x="1165" y="3437"/>
                </a:cubicBezTo>
                <a:cubicBezTo>
                  <a:pt x="1157" y="3304"/>
                  <a:pt x="1157" y="3174"/>
                  <a:pt x="1165" y="3041"/>
                </a:cubicBezTo>
                <a:cubicBezTo>
                  <a:pt x="1167" y="3011"/>
                  <a:pt x="1179" y="2898"/>
                  <a:pt x="1181" y="2870"/>
                </a:cubicBezTo>
                <a:lnTo>
                  <a:pt x="1181" y="2870"/>
                </a:lnTo>
                <a:cubicBezTo>
                  <a:pt x="1186" y="2847"/>
                  <a:pt x="1203" y="2750"/>
                  <a:pt x="1209" y="2721"/>
                </a:cubicBezTo>
                <a:cubicBezTo>
                  <a:pt x="1239" y="2580"/>
                  <a:pt x="1281" y="2443"/>
                  <a:pt x="1327" y="2306"/>
                </a:cubicBezTo>
                <a:cubicBezTo>
                  <a:pt x="1342" y="2262"/>
                  <a:pt x="1345" y="2248"/>
                  <a:pt x="1346" y="2244"/>
                </a:cubicBezTo>
                <a:lnTo>
                  <a:pt x="1346" y="2244"/>
                </a:lnTo>
                <a:cubicBezTo>
                  <a:pt x="1348" y="2241"/>
                  <a:pt x="1355" y="2229"/>
                  <a:pt x="1376" y="2188"/>
                </a:cubicBezTo>
                <a:cubicBezTo>
                  <a:pt x="1407" y="2125"/>
                  <a:pt x="1439" y="2059"/>
                  <a:pt x="1475" y="1998"/>
                </a:cubicBezTo>
                <a:cubicBezTo>
                  <a:pt x="1511" y="1937"/>
                  <a:pt x="1551" y="1878"/>
                  <a:pt x="1588" y="1819"/>
                </a:cubicBezTo>
                <a:cubicBezTo>
                  <a:pt x="1603" y="1799"/>
                  <a:pt x="1618" y="1779"/>
                  <a:pt x="1632" y="1759"/>
                </a:cubicBezTo>
                <a:lnTo>
                  <a:pt x="1632" y="1759"/>
                </a:lnTo>
                <a:cubicBezTo>
                  <a:pt x="1639" y="1751"/>
                  <a:pt x="1646" y="1741"/>
                  <a:pt x="1654" y="1733"/>
                </a:cubicBezTo>
                <a:cubicBezTo>
                  <a:pt x="1744" y="1632"/>
                  <a:pt x="1839" y="1535"/>
                  <a:pt x="1945" y="1446"/>
                </a:cubicBezTo>
                <a:cubicBezTo>
                  <a:pt x="1949" y="1443"/>
                  <a:pt x="1952" y="1440"/>
                  <a:pt x="1955" y="1437"/>
                </a:cubicBezTo>
                <a:lnTo>
                  <a:pt x="1955" y="1437"/>
                </a:lnTo>
                <a:cubicBezTo>
                  <a:pt x="1958" y="1435"/>
                  <a:pt x="1960" y="1434"/>
                  <a:pt x="1963" y="1431"/>
                </a:cubicBezTo>
                <a:cubicBezTo>
                  <a:pt x="1993" y="1410"/>
                  <a:pt x="2022" y="1389"/>
                  <a:pt x="2054" y="1370"/>
                </a:cubicBezTo>
                <a:cubicBezTo>
                  <a:pt x="2115" y="1328"/>
                  <a:pt x="2180" y="1292"/>
                  <a:pt x="2246" y="1257"/>
                </a:cubicBezTo>
                <a:cubicBezTo>
                  <a:pt x="2372" y="1191"/>
                  <a:pt x="2412" y="1174"/>
                  <a:pt x="2604" y="1120"/>
                </a:cubicBezTo>
                <a:cubicBezTo>
                  <a:pt x="2802" y="1065"/>
                  <a:pt x="2859" y="1059"/>
                  <a:pt x="3023" y="1044"/>
                </a:cubicBezTo>
                <a:cubicBezTo>
                  <a:pt x="3046" y="1042"/>
                  <a:pt x="3069" y="1039"/>
                  <a:pt x="3092" y="1035"/>
                </a:cubicBezTo>
                <a:lnTo>
                  <a:pt x="3092" y="1035"/>
                </a:lnTo>
                <a:cubicBezTo>
                  <a:pt x="3113" y="1033"/>
                  <a:pt x="3134" y="1031"/>
                  <a:pt x="3156" y="1027"/>
                </a:cubicBezTo>
                <a:cubicBezTo>
                  <a:pt x="3317" y="1000"/>
                  <a:pt x="3479" y="986"/>
                  <a:pt x="3639" y="986"/>
                </a:cubicBezTo>
                <a:close/>
                <a:moveTo>
                  <a:pt x="3656" y="0"/>
                </a:moveTo>
                <a:cubicBezTo>
                  <a:pt x="3424" y="0"/>
                  <a:pt x="3191" y="20"/>
                  <a:pt x="2962" y="55"/>
                </a:cubicBezTo>
                <a:lnTo>
                  <a:pt x="2962" y="55"/>
                </a:lnTo>
                <a:cubicBezTo>
                  <a:pt x="1592" y="189"/>
                  <a:pt x="506" y="1128"/>
                  <a:pt x="238" y="2500"/>
                </a:cubicBezTo>
                <a:cubicBezTo>
                  <a:pt x="0" y="3730"/>
                  <a:pt x="360" y="5131"/>
                  <a:pt x="1367" y="5933"/>
                </a:cubicBezTo>
                <a:cubicBezTo>
                  <a:pt x="1934" y="6385"/>
                  <a:pt x="2656" y="6602"/>
                  <a:pt x="3382" y="6602"/>
                </a:cubicBezTo>
                <a:cubicBezTo>
                  <a:pt x="4138" y="6602"/>
                  <a:pt x="4898" y="6367"/>
                  <a:pt x="5494" y="5917"/>
                </a:cubicBezTo>
                <a:cubicBezTo>
                  <a:pt x="6607" y="5078"/>
                  <a:pt x="7041" y="3580"/>
                  <a:pt x="6659" y="2253"/>
                </a:cubicBezTo>
                <a:cubicBezTo>
                  <a:pt x="6453" y="1537"/>
                  <a:pt x="6015" y="905"/>
                  <a:pt x="5393" y="488"/>
                </a:cubicBezTo>
                <a:cubicBezTo>
                  <a:pt x="4872" y="137"/>
                  <a:pt x="4267" y="0"/>
                  <a:pt x="365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963" name="Google Shape;9963;p11"/>
          <p:cNvGrpSpPr/>
          <p:nvPr/>
        </p:nvGrpSpPr>
        <p:grpSpPr>
          <a:xfrm rot="6300357">
            <a:off x="7074685" y="581435"/>
            <a:ext cx="707993" cy="442801"/>
            <a:chOff x="1445125" y="3867675"/>
            <a:chExt cx="803300" cy="502950"/>
          </a:xfrm>
        </p:grpSpPr>
        <p:sp>
          <p:nvSpPr>
            <p:cNvPr id="9964" name="Google Shape;9964;p11"/>
            <p:cNvSpPr/>
            <p:nvPr/>
          </p:nvSpPr>
          <p:spPr>
            <a:xfrm>
              <a:off x="1445125" y="3867675"/>
              <a:ext cx="535450" cy="502950"/>
            </a:xfrm>
            <a:custGeom>
              <a:rect b="b" l="l" r="r" t="t"/>
              <a:pathLst>
                <a:path extrusionOk="0" h="20118" w="21418">
                  <a:moveTo>
                    <a:pt x="5846" y="993"/>
                  </a:moveTo>
                  <a:cubicBezTo>
                    <a:pt x="6726" y="993"/>
                    <a:pt x="7300" y="1814"/>
                    <a:pt x="7545" y="2688"/>
                  </a:cubicBezTo>
                  <a:cubicBezTo>
                    <a:pt x="7686" y="3200"/>
                    <a:pt x="7749" y="3726"/>
                    <a:pt x="7770" y="4255"/>
                  </a:cubicBezTo>
                  <a:cubicBezTo>
                    <a:pt x="7787" y="4700"/>
                    <a:pt x="7676" y="5216"/>
                    <a:pt x="7812" y="5641"/>
                  </a:cubicBezTo>
                  <a:cubicBezTo>
                    <a:pt x="8017" y="6280"/>
                    <a:pt x="8790" y="6621"/>
                    <a:pt x="9352" y="6861"/>
                  </a:cubicBezTo>
                  <a:cubicBezTo>
                    <a:pt x="10899" y="7523"/>
                    <a:pt x="12588" y="7895"/>
                    <a:pt x="14238" y="8195"/>
                  </a:cubicBezTo>
                  <a:cubicBezTo>
                    <a:pt x="14279" y="8202"/>
                    <a:pt x="14320" y="8206"/>
                    <a:pt x="14360" y="8206"/>
                  </a:cubicBezTo>
                  <a:cubicBezTo>
                    <a:pt x="14538" y="8206"/>
                    <a:pt x="14697" y="8128"/>
                    <a:pt x="14800" y="7965"/>
                  </a:cubicBezTo>
                  <a:cubicBezTo>
                    <a:pt x="15658" y="6602"/>
                    <a:pt x="16673" y="5266"/>
                    <a:pt x="17868" y="4181"/>
                  </a:cubicBezTo>
                  <a:cubicBezTo>
                    <a:pt x="18246" y="3837"/>
                    <a:pt x="19055" y="3130"/>
                    <a:pt x="19662" y="3130"/>
                  </a:cubicBezTo>
                  <a:cubicBezTo>
                    <a:pt x="19761" y="3130"/>
                    <a:pt x="19855" y="3149"/>
                    <a:pt x="19941" y="3191"/>
                  </a:cubicBezTo>
                  <a:cubicBezTo>
                    <a:pt x="19972" y="3206"/>
                    <a:pt x="20042" y="3282"/>
                    <a:pt x="20078" y="3334"/>
                  </a:cubicBezTo>
                  <a:cubicBezTo>
                    <a:pt x="20170" y="3474"/>
                    <a:pt x="20200" y="3554"/>
                    <a:pt x="20244" y="3703"/>
                  </a:cubicBezTo>
                  <a:cubicBezTo>
                    <a:pt x="20356" y="4074"/>
                    <a:pt x="20385" y="4459"/>
                    <a:pt x="20391" y="4845"/>
                  </a:cubicBezTo>
                  <a:cubicBezTo>
                    <a:pt x="20434" y="7253"/>
                    <a:pt x="19715" y="9724"/>
                    <a:pt x="18959" y="11987"/>
                  </a:cubicBezTo>
                  <a:cubicBezTo>
                    <a:pt x="18546" y="13223"/>
                    <a:pt x="18074" y="14443"/>
                    <a:pt x="17505" y="15619"/>
                  </a:cubicBezTo>
                  <a:cubicBezTo>
                    <a:pt x="16974" y="16720"/>
                    <a:pt x="16385" y="17795"/>
                    <a:pt x="15472" y="18631"/>
                  </a:cubicBezTo>
                  <a:cubicBezTo>
                    <a:pt x="15279" y="18808"/>
                    <a:pt x="15055" y="19008"/>
                    <a:pt x="14800" y="19090"/>
                  </a:cubicBezTo>
                  <a:cubicBezTo>
                    <a:pt x="14731" y="19114"/>
                    <a:pt x="14679" y="19127"/>
                    <a:pt x="14633" y="19127"/>
                  </a:cubicBezTo>
                  <a:cubicBezTo>
                    <a:pt x="14584" y="19127"/>
                    <a:pt x="14541" y="19112"/>
                    <a:pt x="14491" y="19078"/>
                  </a:cubicBezTo>
                  <a:cubicBezTo>
                    <a:pt x="14179" y="18859"/>
                    <a:pt x="14040" y="18279"/>
                    <a:pt x="13943" y="17913"/>
                  </a:cubicBezTo>
                  <a:cubicBezTo>
                    <a:pt x="13496" y="16204"/>
                    <a:pt x="13420" y="14392"/>
                    <a:pt x="13231" y="12644"/>
                  </a:cubicBezTo>
                  <a:cubicBezTo>
                    <a:pt x="13231" y="12642"/>
                    <a:pt x="13231" y="12641"/>
                    <a:pt x="13230" y="12640"/>
                  </a:cubicBezTo>
                  <a:lnTo>
                    <a:pt x="13230" y="12640"/>
                  </a:lnTo>
                  <a:cubicBezTo>
                    <a:pt x="13241" y="12479"/>
                    <a:pt x="13172" y="12316"/>
                    <a:pt x="12984" y="12214"/>
                  </a:cubicBezTo>
                  <a:cubicBezTo>
                    <a:pt x="12340" y="11860"/>
                    <a:pt x="11598" y="11675"/>
                    <a:pt x="10890" y="11496"/>
                  </a:cubicBezTo>
                  <a:cubicBezTo>
                    <a:pt x="10069" y="11291"/>
                    <a:pt x="9239" y="11119"/>
                    <a:pt x="8404" y="10971"/>
                  </a:cubicBezTo>
                  <a:cubicBezTo>
                    <a:pt x="7943" y="10890"/>
                    <a:pt x="7439" y="10757"/>
                    <a:pt x="6964" y="10757"/>
                  </a:cubicBezTo>
                  <a:cubicBezTo>
                    <a:pt x="6933" y="10757"/>
                    <a:pt x="6903" y="10757"/>
                    <a:pt x="6873" y="10758"/>
                  </a:cubicBezTo>
                  <a:cubicBezTo>
                    <a:pt x="6281" y="10782"/>
                    <a:pt x="5857" y="11237"/>
                    <a:pt x="5518" y="11671"/>
                  </a:cubicBezTo>
                  <a:cubicBezTo>
                    <a:pt x="4848" y="12532"/>
                    <a:pt x="4110" y="13945"/>
                    <a:pt x="2900" y="13945"/>
                  </a:cubicBezTo>
                  <a:cubicBezTo>
                    <a:pt x="2748" y="13945"/>
                    <a:pt x="2589" y="13923"/>
                    <a:pt x="2421" y="13874"/>
                  </a:cubicBezTo>
                  <a:cubicBezTo>
                    <a:pt x="1265" y="13539"/>
                    <a:pt x="1147" y="12161"/>
                    <a:pt x="1191" y="11150"/>
                  </a:cubicBezTo>
                  <a:cubicBezTo>
                    <a:pt x="1259" y="9547"/>
                    <a:pt x="1735" y="7959"/>
                    <a:pt x="2242" y="6446"/>
                  </a:cubicBezTo>
                  <a:cubicBezTo>
                    <a:pt x="2666" y="5186"/>
                    <a:pt x="3155" y="3943"/>
                    <a:pt x="3669" y="2717"/>
                  </a:cubicBezTo>
                  <a:cubicBezTo>
                    <a:pt x="4014" y="1894"/>
                    <a:pt x="4701" y="1150"/>
                    <a:pt x="5619" y="1011"/>
                  </a:cubicBezTo>
                  <a:cubicBezTo>
                    <a:pt x="5697" y="999"/>
                    <a:pt x="5772" y="993"/>
                    <a:pt x="5846" y="993"/>
                  </a:cubicBezTo>
                  <a:close/>
                  <a:moveTo>
                    <a:pt x="5851" y="1"/>
                  </a:moveTo>
                  <a:cubicBezTo>
                    <a:pt x="4753" y="1"/>
                    <a:pt x="3750" y="699"/>
                    <a:pt x="3144" y="1580"/>
                  </a:cubicBezTo>
                  <a:cubicBezTo>
                    <a:pt x="2849" y="2009"/>
                    <a:pt x="2683" y="2515"/>
                    <a:pt x="2487" y="2993"/>
                  </a:cubicBezTo>
                  <a:cubicBezTo>
                    <a:pt x="2217" y="3653"/>
                    <a:pt x="1954" y="4314"/>
                    <a:pt x="1705" y="4982"/>
                  </a:cubicBezTo>
                  <a:cubicBezTo>
                    <a:pt x="1113" y="6581"/>
                    <a:pt x="576" y="8224"/>
                    <a:pt x="323" y="9914"/>
                  </a:cubicBezTo>
                  <a:cubicBezTo>
                    <a:pt x="121" y="11253"/>
                    <a:pt x="1" y="12901"/>
                    <a:pt x="913" y="14026"/>
                  </a:cubicBezTo>
                  <a:cubicBezTo>
                    <a:pt x="1411" y="14639"/>
                    <a:pt x="2111" y="14918"/>
                    <a:pt x="2824" y="14918"/>
                  </a:cubicBezTo>
                  <a:cubicBezTo>
                    <a:pt x="3509" y="14918"/>
                    <a:pt x="4207" y="14660"/>
                    <a:pt x="4751" y="14192"/>
                  </a:cubicBezTo>
                  <a:cubicBezTo>
                    <a:pt x="5371" y="13659"/>
                    <a:pt x="5777" y="12949"/>
                    <a:pt x="6272" y="12311"/>
                  </a:cubicBezTo>
                  <a:cubicBezTo>
                    <a:pt x="6566" y="11931"/>
                    <a:pt x="6732" y="11776"/>
                    <a:pt x="7065" y="11776"/>
                  </a:cubicBezTo>
                  <a:cubicBezTo>
                    <a:pt x="7129" y="11776"/>
                    <a:pt x="7199" y="11782"/>
                    <a:pt x="7277" y="11793"/>
                  </a:cubicBezTo>
                  <a:cubicBezTo>
                    <a:pt x="8166" y="11915"/>
                    <a:pt x="9053" y="12094"/>
                    <a:pt x="9930" y="12292"/>
                  </a:cubicBezTo>
                  <a:cubicBezTo>
                    <a:pt x="10726" y="12472"/>
                    <a:pt x="11550" y="12626"/>
                    <a:pt x="12268" y="12966"/>
                  </a:cubicBezTo>
                  <a:lnTo>
                    <a:pt x="12268" y="12966"/>
                  </a:lnTo>
                  <a:cubicBezTo>
                    <a:pt x="12439" y="14633"/>
                    <a:pt x="12548" y="16332"/>
                    <a:pt x="12930" y="17963"/>
                  </a:cubicBezTo>
                  <a:cubicBezTo>
                    <a:pt x="13136" y="18845"/>
                    <a:pt x="13555" y="20118"/>
                    <a:pt x="14640" y="20118"/>
                  </a:cubicBezTo>
                  <a:cubicBezTo>
                    <a:pt x="14672" y="20118"/>
                    <a:pt x="14706" y="20116"/>
                    <a:pt x="14739" y="20114"/>
                  </a:cubicBezTo>
                  <a:cubicBezTo>
                    <a:pt x="15314" y="20074"/>
                    <a:pt x="15818" y="19674"/>
                    <a:pt x="16220" y="19295"/>
                  </a:cubicBezTo>
                  <a:cubicBezTo>
                    <a:pt x="16778" y="18770"/>
                    <a:pt x="17242" y="18165"/>
                    <a:pt x="17630" y="17506"/>
                  </a:cubicBezTo>
                  <a:cubicBezTo>
                    <a:pt x="18329" y="16326"/>
                    <a:pt x="18879" y="15058"/>
                    <a:pt x="19372" y="13779"/>
                  </a:cubicBezTo>
                  <a:cubicBezTo>
                    <a:pt x="20387" y="11140"/>
                    <a:pt x="21255" y="8266"/>
                    <a:pt x="21379" y="5422"/>
                  </a:cubicBezTo>
                  <a:cubicBezTo>
                    <a:pt x="21417" y="4558"/>
                    <a:pt x="21409" y="3509"/>
                    <a:pt x="20893" y="2768"/>
                  </a:cubicBezTo>
                  <a:cubicBezTo>
                    <a:pt x="20591" y="2334"/>
                    <a:pt x="20167" y="2169"/>
                    <a:pt x="19717" y="2169"/>
                  </a:cubicBezTo>
                  <a:cubicBezTo>
                    <a:pt x="19269" y="2169"/>
                    <a:pt x="18796" y="2332"/>
                    <a:pt x="18392" y="2557"/>
                  </a:cubicBezTo>
                  <a:cubicBezTo>
                    <a:pt x="17206" y="3219"/>
                    <a:pt x="16258" y="4331"/>
                    <a:pt x="15430" y="5382"/>
                  </a:cubicBezTo>
                  <a:cubicBezTo>
                    <a:pt x="14975" y="5959"/>
                    <a:pt x="14535" y="6551"/>
                    <a:pt x="14131" y="7165"/>
                  </a:cubicBezTo>
                  <a:lnTo>
                    <a:pt x="14131" y="7165"/>
                  </a:lnTo>
                  <a:cubicBezTo>
                    <a:pt x="12741" y="6903"/>
                    <a:pt x="11340" y="6572"/>
                    <a:pt x="10022" y="6067"/>
                  </a:cubicBezTo>
                  <a:cubicBezTo>
                    <a:pt x="9692" y="5938"/>
                    <a:pt x="9355" y="5795"/>
                    <a:pt x="9057" y="5599"/>
                  </a:cubicBezTo>
                  <a:cubicBezTo>
                    <a:pt x="8975" y="5544"/>
                    <a:pt x="8902" y="5490"/>
                    <a:pt x="8830" y="5420"/>
                  </a:cubicBezTo>
                  <a:cubicBezTo>
                    <a:pt x="8801" y="5393"/>
                    <a:pt x="8791" y="5386"/>
                    <a:pt x="8788" y="5385"/>
                  </a:cubicBezTo>
                  <a:lnTo>
                    <a:pt x="8788" y="5385"/>
                  </a:lnTo>
                  <a:cubicBezTo>
                    <a:pt x="8787" y="5381"/>
                    <a:pt x="8781" y="5370"/>
                    <a:pt x="8767" y="5346"/>
                  </a:cubicBezTo>
                  <a:cubicBezTo>
                    <a:pt x="8764" y="5342"/>
                    <a:pt x="8761" y="5338"/>
                    <a:pt x="8759" y="5334"/>
                  </a:cubicBezTo>
                  <a:lnTo>
                    <a:pt x="8759" y="5334"/>
                  </a:lnTo>
                  <a:cubicBezTo>
                    <a:pt x="8759" y="5333"/>
                    <a:pt x="8759" y="5331"/>
                    <a:pt x="8758" y="5329"/>
                  </a:cubicBezTo>
                  <a:cubicBezTo>
                    <a:pt x="8680" y="4813"/>
                    <a:pt x="8779" y="4238"/>
                    <a:pt x="8729" y="3712"/>
                  </a:cubicBezTo>
                  <a:cubicBezTo>
                    <a:pt x="8683" y="3244"/>
                    <a:pt x="8611" y="2774"/>
                    <a:pt x="8476" y="2325"/>
                  </a:cubicBezTo>
                  <a:cubicBezTo>
                    <a:pt x="8116" y="1129"/>
                    <a:pt x="7256" y="33"/>
                    <a:pt x="5914" y="2"/>
                  </a:cubicBezTo>
                  <a:cubicBezTo>
                    <a:pt x="5893" y="1"/>
                    <a:pt x="5872" y="1"/>
                    <a:pt x="585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65" name="Google Shape;9965;p11"/>
            <p:cNvSpPr/>
            <p:nvPr/>
          </p:nvSpPr>
          <p:spPr>
            <a:xfrm>
              <a:off x="1903525" y="4088100"/>
              <a:ext cx="344900" cy="185850"/>
            </a:xfrm>
            <a:custGeom>
              <a:rect b="b" l="l" r="r" t="t"/>
              <a:pathLst>
                <a:path extrusionOk="0" h="7434" w="13796">
                  <a:moveTo>
                    <a:pt x="2035" y="1"/>
                  </a:moveTo>
                  <a:cubicBezTo>
                    <a:pt x="1593" y="1"/>
                    <a:pt x="1301" y="661"/>
                    <a:pt x="1777" y="928"/>
                  </a:cubicBezTo>
                  <a:cubicBezTo>
                    <a:pt x="5023" y="2748"/>
                    <a:pt x="8420" y="4238"/>
                    <a:pt x="11476" y="6352"/>
                  </a:cubicBezTo>
                  <a:lnTo>
                    <a:pt x="11476" y="6352"/>
                  </a:lnTo>
                  <a:cubicBezTo>
                    <a:pt x="7847" y="6103"/>
                    <a:pt x="4252" y="5482"/>
                    <a:pt x="636" y="5110"/>
                  </a:cubicBezTo>
                  <a:cubicBezTo>
                    <a:pt x="615" y="5108"/>
                    <a:pt x="596" y="5107"/>
                    <a:pt x="577" y="5107"/>
                  </a:cubicBezTo>
                  <a:cubicBezTo>
                    <a:pt x="0" y="5107"/>
                    <a:pt x="24" y="6045"/>
                    <a:pt x="636" y="6106"/>
                  </a:cubicBezTo>
                  <a:cubicBezTo>
                    <a:pt x="4792" y="6534"/>
                    <a:pt x="8919" y="7290"/>
                    <a:pt x="13101" y="7434"/>
                  </a:cubicBezTo>
                  <a:cubicBezTo>
                    <a:pt x="13106" y="7434"/>
                    <a:pt x="13111" y="7434"/>
                    <a:pt x="13115" y="7434"/>
                  </a:cubicBezTo>
                  <a:cubicBezTo>
                    <a:pt x="13508" y="7434"/>
                    <a:pt x="13796" y="6851"/>
                    <a:pt x="13455" y="6582"/>
                  </a:cubicBezTo>
                  <a:cubicBezTo>
                    <a:pt x="11767" y="5262"/>
                    <a:pt x="9981" y="4109"/>
                    <a:pt x="8087" y="3106"/>
                  </a:cubicBezTo>
                  <a:cubicBezTo>
                    <a:pt x="6157" y="2083"/>
                    <a:pt x="4187" y="1139"/>
                    <a:pt x="2281" y="69"/>
                  </a:cubicBezTo>
                  <a:cubicBezTo>
                    <a:pt x="2197" y="21"/>
                    <a:pt x="2114" y="1"/>
                    <a:pt x="20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66" name="Google Shape;9966;p11"/>
            <p:cNvSpPr/>
            <p:nvPr/>
          </p:nvSpPr>
          <p:spPr>
            <a:xfrm>
              <a:off x="1462675" y="3884050"/>
              <a:ext cx="125100" cy="332450"/>
            </a:xfrm>
            <a:custGeom>
              <a:rect b="b" l="l" r="r" t="t"/>
              <a:pathLst>
                <a:path extrusionOk="0" h="13298" w="5004">
                  <a:moveTo>
                    <a:pt x="4226" y="0"/>
                  </a:moveTo>
                  <a:cubicBezTo>
                    <a:pt x="3978" y="0"/>
                    <a:pt x="3745" y="159"/>
                    <a:pt x="3776" y="478"/>
                  </a:cubicBezTo>
                  <a:cubicBezTo>
                    <a:pt x="3995" y="2762"/>
                    <a:pt x="3470" y="4910"/>
                    <a:pt x="2764" y="7066"/>
                  </a:cubicBezTo>
                  <a:cubicBezTo>
                    <a:pt x="2160" y="8913"/>
                    <a:pt x="1574" y="10906"/>
                    <a:pt x="310" y="12425"/>
                  </a:cubicBezTo>
                  <a:cubicBezTo>
                    <a:pt x="1" y="12799"/>
                    <a:pt x="333" y="13298"/>
                    <a:pt x="690" y="13298"/>
                  </a:cubicBezTo>
                  <a:cubicBezTo>
                    <a:pt x="802" y="13298"/>
                    <a:pt x="916" y="13249"/>
                    <a:pt x="1014" y="13131"/>
                  </a:cubicBezTo>
                  <a:cubicBezTo>
                    <a:pt x="2366" y="11506"/>
                    <a:pt x="3030" y="9452"/>
                    <a:pt x="3679" y="7474"/>
                  </a:cubicBezTo>
                  <a:cubicBezTo>
                    <a:pt x="4424" y="5193"/>
                    <a:pt x="5004" y="2899"/>
                    <a:pt x="4772" y="478"/>
                  </a:cubicBezTo>
                  <a:cubicBezTo>
                    <a:pt x="4741" y="160"/>
                    <a:pt x="4476" y="0"/>
                    <a:pt x="42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967" name="Google Shape;9967;p11"/>
          <p:cNvSpPr/>
          <p:nvPr/>
        </p:nvSpPr>
        <p:spPr>
          <a:xfrm>
            <a:off x="1973320" y="1386338"/>
            <a:ext cx="5587310" cy="2668524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 cap="flat" cmpd="sng" w="25400">
            <a:solidFill>
              <a:srgbClr val="BABA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68" name="Google Shape;9968;p11"/>
          <p:cNvSpPr txBox="1"/>
          <p:nvPr/>
        </p:nvSpPr>
        <p:spPr>
          <a:xfrm>
            <a:off x="3637449" y="995515"/>
            <a:ext cx="2259051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Place your work here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72" name="Shape 9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3" name="Google Shape;9973;p12"/>
          <p:cNvSpPr txBox="1"/>
          <p:nvPr>
            <p:ph idx="2" type="subTitle"/>
          </p:nvPr>
        </p:nvSpPr>
        <p:spPr>
          <a:xfrm>
            <a:off x="1541990" y="1264683"/>
            <a:ext cx="6088566" cy="302795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Gantari"/>
              <a:buChar char="●"/>
            </a:pPr>
            <a:r>
              <a:rPr b="1" lang="es"/>
              <a:t>UNIT TITLE: 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Gantari"/>
              <a:buChar char="●"/>
            </a:pPr>
            <a:r>
              <a:rPr b="1" lang="es"/>
              <a:t>SOI: </a:t>
            </a:r>
            <a:endParaRPr b="1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rial"/>
              <a:buChar char="●"/>
            </a:pPr>
            <a:r>
              <a:rPr b="1" lang="es"/>
              <a:t>PRODUCT:</a:t>
            </a:r>
            <a:r>
              <a:rPr lang="es"/>
              <a:t> Eg. Poster, presentation, article, etc.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rial"/>
              <a:buChar char="●"/>
            </a:pPr>
            <a:r>
              <a:rPr b="1" lang="es"/>
              <a:t>REFLECTION: </a:t>
            </a:r>
            <a:r>
              <a:rPr b="1" lang="es" sz="1100"/>
              <a:t>Use the following prompts to help you.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     What did you use to think before the lesson, how has your thinking changed after the lesson? 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     What are two things you learnt from the lesson?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     What strategies helped you understand the concept better? What challenges did you face?  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400"/>
              <a:buFont typeface="Arial"/>
              <a:buChar char="●"/>
            </a:pPr>
            <a:r>
              <a:rPr b="1" lang="es"/>
              <a:t>CONNECTION: </a:t>
            </a:r>
            <a:r>
              <a:rPr b="1" lang="es" sz="1100"/>
              <a:t>What connections can you make from the lesson to the real world? How will this lesson help you solve real life problems?</a:t>
            </a:r>
            <a:endParaRPr b="1" sz="1100"/>
          </a:p>
        </p:txBody>
      </p:sp>
      <p:sp>
        <p:nvSpPr>
          <p:cNvPr id="9974" name="Google Shape;9974;p12"/>
          <p:cNvSpPr/>
          <p:nvPr/>
        </p:nvSpPr>
        <p:spPr>
          <a:xfrm>
            <a:off x="7818975" y="1147025"/>
            <a:ext cx="117525" cy="110100"/>
          </a:xfrm>
          <a:custGeom>
            <a:rect b="b" l="l" r="r" t="t"/>
            <a:pathLst>
              <a:path extrusionOk="0" h="4404" w="4701">
                <a:moveTo>
                  <a:pt x="1951" y="1032"/>
                </a:moveTo>
                <a:cubicBezTo>
                  <a:pt x="1950" y="1033"/>
                  <a:pt x="1949" y="1033"/>
                  <a:pt x="1947" y="1033"/>
                </a:cubicBezTo>
                <a:cubicBezTo>
                  <a:pt x="1948" y="1033"/>
                  <a:pt x="1950" y="1033"/>
                  <a:pt x="1951" y="1032"/>
                </a:cubicBezTo>
                <a:close/>
                <a:moveTo>
                  <a:pt x="2857" y="1059"/>
                </a:moveTo>
                <a:cubicBezTo>
                  <a:pt x="2871" y="1059"/>
                  <a:pt x="2889" y="1066"/>
                  <a:pt x="2907" y="1075"/>
                </a:cubicBezTo>
                <a:lnTo>
                  <a:pt x="2907" y="1075"/>
                </a:lnTo>
                <a:cubicBezTo>
                  <a:pt x="2887" y="1068"/>
                  <a:pt x="2858" y="1059"/>
                  <a:pt x="2857" y="1059"/>
                </a:cubicBezTo>
                <a:close/>
                <a:moveTo>
                  <a:pt x="3091" y="1185"/>
                </a:moveTo>
                <a:cubicBezTo>
                  <a:pt x="3091" y="1185"/>
                  <a:pt x="3091" y="1185"/>
                  <a:pt x="3091" y="1185"/>
                </a:cubicBezTo>
                <a:lnTo>
                  <a:pt x="3091" y="1185"/>
                </a:lnTo>
                <a:cubicBezTo>
                  <a:pt x="3091" y="1185"/>
                  <a:pt x="3091" y="1185"/>
                  <a:pt x="3091" y="1185"/>
                </a:cubicBezTo>
                <a:close/>
                <a:moveTo>
                  <a:pt x="3104" y="1198"/>
                </a:moveTo>
                <a:cubicBezTo>
                  <a:pt x="3111" y="1203"/>
                  <a:pt x="3118" y="1208"/>
                  <a:pt x="3125" y="1213"/>
                </a:cubicBezTo>
                <a:cubicBezTo>
                  <a:pt x="3142" y="1224"/>
                  <a:pt x="3149" y="1229"/>
                  <a:pt x="3148" y="1229"/>
                </a:cubicBezTo>
                <a:cubicBezTo>
                  <a:pt x="3148" y="1229"/>
                  <a:pt x="3121" y="1211"/>
                  <a:pt x="3104" y="1198"/>
                </a:cubicBezTo>
                <a:close/>
                <a:moveTo>
                  <a:pt x="1747" y="3319"/>
                </a:moveTo>
                <a:cubicBezTo>
                  <a:pt x="1767" y="3326"/>
                  <a:pt x="1803" y="3338"/>
                  <a:pt x="1802" y="3338"/>
                </a:cubicBezTo>
                <a:cubicBezTo>
                  <a:pt x="1800" y="3339"/>
                  <a:pt x="1799" y="3339"/>
                  <a:pt x="1797" y="3339"/>
                </a:cubicBezTo>
                <a:cubicBezTo>
                  <a:pt x="1785" y="3339"/>
                  <a:pt x="1766" y="3330"/>
                  <a:pt x="1747" y="3319"/>
                </a:cubicBezTo>
                <a:close/>
                <a:moveTo>
                  <a:pt x="2463" y="3393"/>
                </a:moveTo>
                <a:cubicBezTo>
                  <a:pt x="2461" y="3393"/>
                  <a:pt x="2459" y="3393"/>
                  <a:pt x="2456" y="3393"/>
                </a:cubicBezTo>
                <a:lnTo>
                  <a:pt x="2456" y="3393"/>
                </a:lnTo>
                <a:cubicBezTo>
                  <a:pt x="2459" y="3393"/>
                  <a:pt x="2462" y="3393"/>
                  <a:pt x="2463" y="3393"/>
                </a:cubicBezTo>
                <a:close/>
                <a:moveTo>
                  <a:pt x="2387" y="989"/>
                </a:moveTo>
                <a:cubicBezTo>
                  <a:pt x="2440" y="989"/>
                  <a:pt x="2491" y="989"/>
                  <a:pt x="2541" y="993"/>
                </a:cubicBezTo>
                <a:cubicBezTo>
                  <a:pt x="2560" y="993"/>
                  <a:pt x="2582" y="997"/>
                  <a:pt x="2601" y="998"/>
                </a:cubicBezTo>
                <a:lnTo>
                  <a:pt x="2601" y="998"/>
                </a:lnTo>
                <a:cubicBezTo>
                  <a:pt x="2682" y="1018"/>
                  <a:pt x="2761" y="1029"/>
                  <a:pt x="2840" y="1057"/>
                </a:cubicBezTo>
                <a:cubicBezTo>
                  <a:pt x="2857" y="1061"/>
                  <a:pt x="2876" y="1069"/>
                  <a:pt x="2895" y="1076"/>
                </a:cubicBezTo>
                <a:cubicBezTo>
                  <a:pt x="2906" y="1079"/>
                  <a:pt x="2914" y="1081"/>
                  <a:pt x="2919" y="1082"/>
                </a:cubicBezTo>
                <a:lnTo>
                  <a:pt x="2919" y="1082"/>
                </a:lnTo>
                <a:cubicBezTo>
                  <a:pt x="2944" y="1096"/>
                  <a:pt x="2968" y="1113"/>
                  <a:pt x="2984" y="1122"/>
                </a:cubicBezTo>
                <a:cubicBezTo>
                  <a:pt x="3015" y="1139"/>
                  <a:pt x="3049" y="1160"/>
                  <a:pt x="3080" y="1181"/>
                </a:cubicBezTo>
                <a:cubicBezTo>
                  <a:pt x="3084" y="1184"/>
                  <a:pt x="3088" y="1186"/>
                  <a:pt x="3092" y="1189"/>
                </a:cubicBezTo>
                <a:lnTo>
                  <a:pt x="3092" y="1189"/>
                </a:lnTo>
                <a:cubicBezTo>
                  <a:pt x="3107" y="1217"/>
                  <a:pt x="3258" y="1347"/>
                  <a:pt x="3274" y="1366"/>
                </a:cubicBezTo>
                <a:cubicBezTo>
                  <a:pt x="3278" y="1370"/>
                  <a:pt x="3281" y="1374"/>
                  <a:pt x="3284" y="1378"/>
                </a:cubicBezTo>
                <a:lnTo>
                  <a:pt x="3284" y="1378"/>
                </a:lnTo>
                <a:cubicBezTo>
                  <a:pt x="3304" y="1410"/>
                  <a:pt x="3328" y="1440"/>
                  <a:pt x="3348" y="1474"/>
                </a:cubicBezTo>
                <a:cubicBezTo>
                  <a:pt x="3367" y="1503"/>
                  <a:pt x="3386" y="1535"/>
                  <a:pt x="3403" y="1569"/>
                </a:cubicBezTo>
                <a:cubicBezTo>
                  <a:pt x="3409" y="1579"/>
                  <a:pt x="3414" y="1591"/>
                  <a:pt x="3420" y="1604"/>
                </a:cubicBezTo>
                <a:lnTo>
                  <a:pt x="3420" y="1604"/>
                </a:lnTo>
                <a:cubicBezTo>
                  <a:pt x="3420" y="1602"/>
                  <a:pt x="3420" y="1600"/>
                  <a:pt x="3420" y="1598"/>
                </a:cubicBezTo>
                <a:lnTo>
                  <a:pt x="3420" y="1598"/>
                </a:lnTo>
                <a:cubicBezTo>
                  <a:pt x="3420" y="1600"/>
                  <a:pt x="3420" y="1602"/>
                  <a:pt x="3420" y="1604"/>
                </a:cubicBezTo>
                <a:lnTo>
                  <a:pt x="3420" y="1604"/>
                </a:lnTo>
                <a:cubicBezTo>
                  <a:pt x="3420" y="1604"/>
                  <a:pt x="3420" y="1604"/>
                  <a:pt x="3420" y="1604"/>
                </a:cubicBezTo>
                <a:lnTo>
                  <a:pt x="3420" y="1604"/>
                </a:lnTo>
                <a:cubicBezTo>
                  <a:pt x="3420" y="1621"/>
                  <a:pt x="3423" y="1634"/>
                  <a:pt x="3427" y="1644"/>
                </a:cubicBezTo>
                <a:lnTo>
                  <a:pt x="3427" y="1644"/>
                </a:lnTo>
                <a:cubicBezTo>
                  <a:pt x="3423" y="1630"/>
                  <a:pt x="3420" y="1616"/>
                  <a:pt x="3420" y="1604"/>
                </a:cubicBezTo>
                <a:lnTo>
                  <a:pt x="3420" y="1604"/>
                </a:lnTo>
                <a:cubicBezTo>
                  <a:pt x="3422" y="1608"/>
                  <a:pt x="3424" y="1613"/>
                  <a:pt x="3426" y="1617"/>
                </a:cubicBezTo>
                <a:cubicBezTo>
                  <a:pt x="3442" y="1646"/>
                  <a:pt x="3443" y="1659"/>
                  <a:pt x="3439" y="1659"/>
                </a:cubicBezTo>
                <a:cubicBezTo>
                  <a:pt x="3436" y="1659"/>
                  <a:pt x="3432" y="1654"/>
                  <a:pt x="3427" y="1644"/>
                </a:cubicBezTo>
                <a:lnTo>
                  <a:pt x="3427" y="1644"/>
                </a:lnTo>
                <a:cubicBezTo>
                  <a:pt x="3443" y="1697"/>
                  <a:pt x="3479" y="1760"/>
                  <a:pt x="3491" y="1802"/>
                </a:cubicBezTo>
                <a:cubicBezTo>
                  <a:pt x="3500" y="1838"/>
                  <a:pt x="3508" y="1874"/>
                  <a:pt x="3517" y="1910"/>
                </a:cubicBezTo>
                <a:cubicBezTo>
                  <a:pt x="3521" y="1933"/>
                  <a:pt x="3525" y="1954"/>
                  <a:pt x="3529" y="1977"/>
                </a:cubicBezTo>
                <a:cubicBezTo>
                  <a:pt x="3534" y="2005"/>
                  <a:pt x="3537" y="2015"/>
                  <a:pt x="3538" y="2015"/>
                </a:cubicBezTo>
                <a:cubicBezTo>
                  <a:pt x="3540" y="2015"/>
                  <a:pt x="3530" y="1942"/>
                  <a:pt x="3525" y="1939"/>
                </a:cubicBezTo>
                <a:lnTo>
                  <a:pt x="3525" y="1939"/>
                </a:lnTo>
                <a:cubicBezTo>
                  <a:pt x="3550" y="1954"/>
                  <a:pt x="3538" y="2142"/>
                  <a:pt x="3538" y="2173"/>
                </a:cubicBezTo>
                <a:cubicBezTo>
                  <a:pt x="3538" y="2215"/>
                  <a:pt x="3535" y="2257"/>
                  <a:pt x="3533" y="2297"/>
                </a:cubicBezTo>
                <a:cubicBezTo>
                  <a:pt x="3532" y="2312"/>
                  <a:pt x="3530" y="2326"/>
                  <a:pt x="3529" y="2339"/>
                </a:cubicBezTo>
                <a:lnTo>
                  <a:pt x="3529" y="2339"/>
                </a:lnTo>
                <a:cubicBezTo>
                  <a:pt x="3514" y="2409"/>
                  <a:pt x="3504" y="2477"/>
                  <a:pt x="3483" y="2546"/>
                </a:cubicBezTo>
                <a:cubicBezTo>
                  <a:pt x="3472" y="2582"/>
                  <a:pt x="3462" y="2618"/>
                  <a:pt x="3449" y="2651"/>
                </a:cubicBezTo>
                <a:cubicBezTo>
                  <a:pt x="3445" y="2663"/>
                  <a:pt x="3440" y="2676"/>
                  <a:pt x="3436" y="2688"/>
                </a:cubicBezTo>
                <a:lnTo>
                  <a:pt x="3436" y="2688"/>
                </a:lnTo>
                <a:cubicBezTo>
                  <a:pt x="3398" y="2751"/>
                  <a:pt x="3369" y="2818"/>
                  <a:pt x="3329" y="2881"/>
                </a:cubicBezTo>
                <a:cubicBezTo>
                  <a:pt x="3324" y="2889"/>
                  <a:pt x="3300" y="2922"/>
                  <a:pt x="3284" y="2945"/>
                </a:cubicBezTo>
                <a:lnTo>
                  <a:pt x="3284" y="2945"/>
                </a:lnTo>
                <a:cubicBezTo>
                  <a:pt x="3263" y="2968"/>
                  <a:pt x="3232" y="3005"/>
                  <a:pt x="3224" y="3014"/>
                </a:cubicBezTo>
                <a:cubicBezTo>
                  <a:pt x="3198" y="3041"/>
                  <a:pt x="3171" y="3069"/>
                  <a:pt x="3142" y="3094"/>
                </a:cubicBezTo>
                <a:cubicBezTo>
                  <a:pt x="3127" y="3106"/>
                  <a:pt x="3112" y="3119"/>
                  <a:pt x="3099" y="3132"/>
                </a:cubicBezTo>
                <a:cubicBezTo>
                  <a:pt x="3075" y="3154"/>
                  <a:pt x="3071" y="3163"/>
                  <a:pt x="3076" y="3163"/>
                </a:cubicBezTo>
                <a:cubicBezTo>
                  <a:pt x="3076" y="3163"/>
                  <a:pt x="3077" y="3163"/>
                  <a:pt x="3078" y="3162"/>
                </a:cubicBezTo>
                <a:lnTo>
                  <a:pt x="3078" y="3162"/>
                </a:lnTo>
                <a:cubicBezTo>
                  <a:pt x="3021" y="3203"/>
                  <a:pt x="2923" y="3245"/>
                  <a:pt x="2889" y="3262"/>
                </a:cubicBezTo>
                <a:cubicBezTo>
                  <a:pt x="2863" y="3275"/>
                  <a:pt x="2803" y="3296"/>
                  <a:pt x="2805" y="3296"/>
                </a:cubicBezTo>
                <a:cubicBezTo>
                  <a:pt x="2806" y="3296"/>
                  <a:pt x="2822" y="3291"/>
                  <a:pt x="2866" y="3277"/>
                </a:cubicBezTo>
                <a:lnTo>
                  <a:pt x="2866" y="3277"/>
                </a:lnTo>
                <a:cubicBezTo>
                  <a:pt x="2823" y="3292"/>
                  <a:pt x="2783" y="3309"/>
                  <a:pt x="2741" y="3323"/>
                </a:cubicBezTo>
                <a:cubicBezTo>
                  <a:pt x="2642" y="3355"/>
                  <a:pt x="2541" y="3376"/>
                  <a:pt x="2438" y="3395"/>
                </a:cubicBezTo>
                <a:cubicBezTo>
                  <a:pt x="2437" y="3395"/>
                  <a:pt x="2437" y="3395"/>
                  <a:pt x="2437" y="3395"/>
                </a:cubicBezTo>
                <a:lnTo>
                  <a:pt x="2437" y="3395"/>
                </a:lnTo>
                <a:cubicBezTo>
                  <a:pt x="2416" y="3397"/>
                  <a:pt x="2395" y="3400"/>
                  <a:pt x="2375" y="3401"/>
                </a:cubicBezTo>
                <a:cubicBezTo>
                  <a:pt x="2330" y="3403"/>
                  <a:pt x="2284" y="3406"/>
                  <a:pt x="2240" y="3406"/>
                </a:cubicBezTo>
                <a:cubicBezTo>
                  <a:pt x="2226" y="3406"/>
                  <a:pt x="2211" y="3406"/>
                  <a:pt x="2197" y="3406"/>
                </a:cubicBezTo>
                <a:cubicBezTo>
                  <a:pt x="2163" y="3406"/>
                  <a:pt x="2129" y="3405"/>
                  <a:pt x="2094" y="3403"/>
                </a:cubicBezTo>
                <a:cubicBezTo>
                  <a:pt x="2081" y="3402"/>
                  <a:pt x="2067" y="3400"/>
                  <a:pt x="2054" y="3398"/>
                </a:cubicBezTo>
                <a:lnTo>
                  <a:pt x="2054" y="3398"/>
                </a:lnTo>
                <a:cubicBezTo>
                  <a:pt x="1975" y="3376"/>
                  <a:pt x="1893" y="3365"/>
                  <a:pt x="1814" y="3340"/>
                </a:cubicBezTo>
                <a:cubicBezTo>
                  <a:pt x="1797" y="3334"/>
                  <a:pt x="1778" y="3326"/>
                  <a:pt x="1762" y="3321"/>
                </a:cubicBezTo>
                <a:cubicBezTo>
                  <a:pt x="1752" y="3318"/>
                  <a:pt x="1745" y="3316"/>
                  <a:pt x="1740" y="3315"/>
                </a:cubicBezTo>
                <a:lnTo>
                  <a:pt x="1740" y="3315"/>
                </a:lnTo>
                <a:cubicBezTo>
                  <a:pt x="1716" y="3301"/>
                  <a:pt x="1691" y="3283"/>
                  <a:pt x="1679" y="3277"/>
                </a:cubicBezTo>
                <a:cubicBezTo>
                  <a:pt x="1648" y="3258"/>
                  <a:pt x="1616" y="3241"/>
                  <a:pt x="1587" y="3220"/>
                </a:cubicBezTo>
                <a:cubicBezTo>
                  <a:pt x="1572" y="3210"/>
                  <a:pt x="1557" y="3199"/>
                  <a:pt x="1543" y="3191"/>
                </a:cubicBezTo>
                <a:cubicBezTo>
                  <a:pt x="1525" y="3180"/>
                  <a:pt x="1519" y="3175"/>
                  <a:pt x="1519" y="3175"/>
                </a:cubicBezTo>
                <a:lnTo>
                  <a:pt x="1519" y="3175"/>
                </a:lnTo>
                <a:cubicBezTo>
                  <a:pt x="1518" y="3175"/>
                  <a:pt x="1582" y="3218"/>
                  <a:pt x="1580" y="3218"/>
                </a:cubicBezTo>
                <a:cubicBezTo>
                  <a:pt x="1580" y="3218"/>
                  <a:pt x="1579" y="3218"/>
                  <a:pt x="1578" y="3218"/>
                </a:cubicBezTo>
                <a:cubicBezTo>
                  <a:pt x="1542" y="3218"/>
                  <a:pt x="1420" y="3070"/>
                  <a:pt x="1399" y="3045"/>
                </a:cubicBezTo>
                <a:cubicBezTo>
                  <a:pt x="1384" y="3030"/>
                  <a:pt x="1353" y="2977"/>
                  <a:pt x="1351" y="2977"/>
                </a:cubicBezTo>
                <a:lnTo>
                  <a:pt x="1351" y="2977"/>
                </a:lnTo>
                <a:cubicBezTo>
                  <a:pt x="1350" y="2977"/>
                  <a:pt x="1354" y="2985"/>
                  <a:pt x="1363" y="3005"/>
                </a:cubicBezTo>
                <a:cubicBezTo>
                  <a:pt x="1372" y="3025"/>
                  <a:pt x="1375" y="3032"/>
                  <a:pt x="1374" y="3032"/>
                </a:cubicBezTo>
                <a:cubicBezTo>
                  <a:pt x="1372" y="3032"/>
                  <a:pt x="1335" y="2962"/>
                  <a:pt x="1326" y="2946"/>
                </a:cubicBezTo>
                <a:cubicBezTo>
                  <a:pt x="1285" y="2881"/>
                  <a:pt x="1252" y="2814"/>
                  <a:pt x="1215" y="2746"/>
                </a:cubicBezTo>
                <a:lnTo>
                  <a:pt x="1215" y="2746"/>
                </a:lnTo>
                <a:cubicBezTo>
                  <a:pt x="1214" y="2743"/>
                  <a:pt x="1213" y="2740"/>
                  <a:pt x="1212" y="2736"/>
                </a:cubicBezTo>
                <a:cubicBezTo>
                  <a:pt x="1199" y="2702"/>
                  <a:pt x="1187" y="2668"/>
                  <a:pt x="1176" y="2635"/>
                </a:cubicBezTo>
                <a:cubicBezTo>
                  <a:pt x="1153" y="2559"/>
                  <a:pt x="1132" y="2481"/>
                  <a:pt x="1119" y="2403"/>
                </a:cubicBezTo>
                <a:cubicBezTo>
                  <a:pt x="1119" y="2401"/>
                  <a:pt x="1118" y="2399"/>
                  <a:pt x="1118" y="2397"/>
                </a:cubicBezTo>
                <a:lnTo>
                  <a:pt x="1118" y="2397"/>
                </a:lnTo>
                <a:cubicBezTo>
                  <a:pt x="1122" y="2365"/>
                  <a:pt x="1108" y="2315"/>
                  <a:pt x="1106" y="2283"/>
                </a:cubicBezTo>
                <a:cubicBezTo>
                  <a:pt x="1102" y="2203"/>
                  <a:pt x="1102" y="2123"/>
                  <a:pt x="1106" y="2043"/>
                </a:cubicBezTo>
                <a:cubicBezTo>
                  <a:pt x="1107" y="2033"/>
                  <a:pt x="1110" y="2004"/>
                  <a:pt x="1113" y="1978"/>
                </a:cubicBezTo>
                <a:lnTo>
                  <a:pt x="1113" y="1978"/>
                </a:lnTo>
                <a:cubicBezTo>
                  <a:pt x="1117" y="1953"/>
                  <a:pt x="1123" y="1911"/>
                  <a:pt x="1125" y="1899"/>
                </a:cubicBezTo>
                <a:cubicBezTo>
                  <a:pt x="1144" y="1813"/>
                  <a:pt x="1170" y="1731"/>
                  <a:pt x="1197" y="1647"/>
                </a:cubicBezTo>
                <a:cubicBezTo>
                  <a:pt x="1199" y="1642"/>
                  <a:pt x="1200" y="1637"/>
                  <a:pt x="1201" y="1634"/>
                </a:cubicBezTo>
                <a:lnTo>
                  <a:pt x="1201" y="1634"/>
                </a:lnTo>
                <a:cubicBezTo>
                  <a:pt x="1203" y="1630"/>
                  <a:pt x="1205" y="1626"/>
                  <a:pt x="1208" y="1621"/>
                </a:cubicBezTo>
                <a:cubicBezTo>
                  <a:pt x="1227" y="1583"/>
                  <a:pt x="1246" y="1543"/>
                  <a:pt x="1269" y="1507"/>
                </a:cubicBezTo>
                <a:cubicBezTo>
                  <a:pt x="1290" y="1470"/>
                  <a:pt x="1313" y="1434"/>
                  <a:pt x="1338" y="1398"/>
                </a:cubicBezTo>
                <a:cubicBezTo>
                  <a:pt x="1341" y="1394"/>
                  <a:pt x="1344" y="1390"/>
                  <a:pt x="1346" y="1386"/>
                </a:cubicBezTo>
                <a:lnTo>
                  <a:pt x="1346" y="1386"/>
                </a:lnTo>
                <a:cubicBezTo>
                  <a:pt x="1346" y="1386"/>
                  <a:pt x="1346" y="1386"/>
                  <a:pt x="1347" y="1385"/>
                </a:cubicBezTo>
                <a:cubicBezTo>
                  <a:pt x="1399" y="1329"/>
                  <a:pt x="1454" y="1275"/>
                  <a:pt x="1511" y="1223"/>
                </a:cubicBezTo>
                <a:lnTo>
                  <a:pt x="1511" y="1223"/>
                </a:lnTo>
                <a:cubicBezTo>
                  <a:pt x="1524" y="1213"/>
                  <a:pt x="1537" y="1203"/>
                  <a:pt x="1551" y="1194"/>
                </a:cubicBezTo>
                <a:cubicBezTo>
                  <a:pt x="1589" y="1170"/>
                  <a:pt x="1627" y="1147"/>
                  <a:pt x="1667" y="1126"/>
                </a:cubicBezTo>
                <a:cubicBezTo>
                  <a:pt x="1682" y="1119"/>
                  <a:pt x="1697" y="1111"/>
                  <a:pt x="1712" y="1103"/>
                </a:cubicBezTo>
                <a:lnTo>
                  <a:pt x="1712" y="1103"/>
                </a:lnTo>
                <a:cubicBezTo>
                  <a:pt x="1755" y="1090"/>
                  <a:pt x="1797" y="1075"/>
                  <a:pt x="1840" y="1063"/>
                </a:cubicBezTo>
                <a:cubicBezTo>
                  <a:pt x="1884" y="1050"/>
                  <a:pt x="1928" y="1042"/>
                  <a:pt x="1970" y="1031"/>
                </a:cubicBezTo>
                <a:cubicBezTo>
                  <a:pt x="1976" y="1030"/>
                  <a:pt x="1983" y="1028"/>
                  <a:pt x="1990" y="1026"/>
                </a:cubicBezTo>
                <a:lnTo>
                  <a:pt x="1990" y="1026"/>
                </a:lnTo>
                <a:cubicBezTo>
                  <a:pt x="2008" y="1025"/>
                  <a:pt x="2026" y="1024"/>
                  <a:pt x="2042" y="1023"/>
                </a:cubicBezTo>
                <a:cubicBezTo>
                  <a:pt x="2063" y="1021"/>
                  <a:pt x="2083" y="1018"/>
                  <a:pt x="2104" y="1015"/>
                </a:cubicBezTo>
                <a:lnTo>
                  <a:pt x="2104" y="1015"/>
                </a:lnTo>
                <a:cubicBezTo>
                  <a:pt x="2127" y="1013"/>
                  <a:pt x="2151" y="1010"/>
                  <a:pt x="2175" y="1006"/>
                </a:cubicBezTo>
                <a:cubicBezTo>
                  <a:pt x="2200" y="1002"/>
                  <a:pt x="2223" y="998"/>
                  <a:pt x="2248" y="996"/>
                </a:cubicBezTo>
                <a:lnTo>
                  <a:pt x="2248" y="996"/>
                </a:lnTo>
                <a:cubicBezTo>
                  <a:pt x="2202" y="1002"/>
                  <a:pt x="2186" y="1004"/>
                  <a:pt x="2186" y="1004"/>
                </a:cubicBezTo>
                <a:cubicBezTo>
                  <a:pt x="2187" y="1004"/>
                  <a:pt x="2227" y="999"/>
                  <a:pt x="2246" y="998"/>
                </a:cubicBezTo>
                <a:cubicBezTo>
                  <a:pt x="2293" y="996"/>
                  <a:pt x="2341" y="991"/>
                  <a:pt x="2387" y="989"/>
                </a:cubicBezTo>
                <a:close/>
                <a:moveTo>
                  <a:pt x="2431" y="0"/>
                </a:moveTo>
                <a:cubicBezTo>
                  <a:pt x="2283" y="0"/>
                  <a:pt x="2134" y="12"/>
                  <a:pt x="1987" y="33"/>
                </a:cubicBezTo>
                <a:lnTo>
                  <a:pt x="1987" y="33"/>
                </a:lnTo>
                <a:cubicBezTo>
                  <a:pt x="1519" y="79"/>
                  <a:pt x="1082" y="246"/>
                  <a:pt x="738" y="578"/>
                </a:cubicBezTo>
                <a:cubicBezTo>
                  <a:pt x="443" y="863"/>
                  <a:pt x="236" y="1259"/>
                  <a:pt x="158" y="1661"/>
                </a:cubicBezTo>
                <a:cubicBezTo>
                  <a:pt x="0" y="2477"/>
                  <a:pt x="228" y="3403"/>
                  <a:pt x="896" y="3941"/>
                </a:cubicBezTo>
                <a:cubicBezTo>
                  <a:pt x="1283" y="4251"/>
                  <a:pt x="1777" y="4404"/>
                  <a:pt x="2272" y="4404"/>
                </a:cubicBezTo>
                <a:cubicBezTo>
                  <a:pt x="2762" y="4404"/>
                  <a:pt x="3253" y="4255"/>
                  <a:pt x="3645" y="3962"/>
                </a:cubicBezTo>
                <a:cubicBezTo>
                  <a:pt x="4395" y="3401"/>
                  <a:pt x="4700" y="2409"/>
                  <a:pt x="4443" y="1512"/>
                </a:cubicBezTo>
                <a:cubicBezTo>
                  <a:pt x="4302" y="1025"/>
                  <a:pt x="4003" y="604"/>
                  <a:pt x="3582" y="321"/>
                </a:cubicBezTo>
                <a:cubicBezTo>
                  <a:pt x="3236" y="89"/>
                  <a:pt x="2836" y="0"/>
                  <a:pt x="243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75" name="Google Shape;9975;p12"/>
          <p:cNvSpPr/>
          <p:nvPr/>
        </p:nvSpPr>
        <p:spPr>
          <a:xfrm>
            <a:off x="6518075" y="833200"/>
            <a:ext cx="176025" cy="165050"/>
          </a:xfrm>
          <a:custGeom>
            <a:rect b="b" l="l" r="r" t="t"/>
            <a:pathLst>
              <a:path extrusionOk="0" h="6602" w="7041">
                <a:moveTo>
                  <a:pt x="4935" y="1378"/>
                </a:moveTo>
                <a:cubicBezTo>
                  <a:pt x="4939" y="1380"/>
                  <a:pt x="4948" y="1387"/>
                  <a:pt x="4965" y="1400"/>
                </a:cubicBezTo>
                <a:cubicBezTo>
                  <a:pt x="4955" y="1392"/>
                  <a:pt x="4945" y="1385"/>
                  <a:pt x="4935" y="1378"/>
                </a:cubicBezTo>
                <a:close/>
                <a:moveTo>
                  <a:pt x="1630" y="1762"/>
                </a:moveTo>
                <a:lnTo>
                  <a:pt x="1630" y="1762"/>
                </a:lnTo>
                <a:cubicBezTo>
                  <a:pt x="1621" y="1773"/>
                  <a:pt x="1618" y="1778"/>
                  <a:pt x="1618" y="1778"/>
                </a:cubicBezTo>
                <a:cubicBezTo>
                  <a:pt x="1618" y="1778"/>
                  <a:pt x="1623" y="1771"/>
                  <a:pt x="1630" y="1762"/>
                </a:cubicBezTo>
                <a:close/>
                <a:moveTo>
                  <a:pt x="3639" y="986"/>
                </a:moveTo>
                <a:cubicBezTo>
                  <a:pt x="4036" y="986"/>
                  <a:pt x="4418" y="1072"/>
                  <a:pt x="4734" y="1250"/>
                </a:cubicBezTo>
                <a:cubicBezTo>
                  <a:pt x="4786" y="1280"/>
                  <a:pt x="4839" y="1313"/>
                  <a:pt x="4890" y="1347"/>
                </a:cubicBezTo>
                <a:cubicBezTo>
                  <a:pt x="4906" y="1357"/>
                  <a:pt x="4921" y="1367"/>
                  <a:pt x="4935" y="1378"/>
                </a:cubicBezTo>
                <a:lnTo>
                  <a:pt x="4935" y="1378"/>
                </a:lnTo>
                <a:cubicBezTo>
                  <a:pt x="4934" y="1377"/>
                  <a:pt x="4933" y="1376"/>
                  <a:pt x="4933" y="1376"/>
                </a:cubicBezTo>
                <a:lnTo>
                  <a:pt x="4933" y="1376"/>
                </a:lnTo>
                <a:cubicBezTo>
                  <a:pt x="4934" y="1376"/>
                  <a:pt x="4964" y="1397"/>
                  <a:pt x="4972" y="1404"/>
                </a:cubicBezTo>
                <a:cubicBezTo>
                  <a:pt x="5081" y="1495"/>
                  <a:pt x="5182" y="1594"/>
                  <a:pt x="5275" y="1701"/>
                </a:cubicBezTo>
                <a:cubicBezTo>
                  <a:pt x="5296" y="1724"/>
                  <a:pt x="5315" y="1747"/>
                  <a:pt x="5332" y="1771"/>
                </a:cubicBezTo>
                <a:cubicBezTo>
                  <a:pt x="5336" y="1776"/>
                  <a:pt x="5339" y="1780"/>
                  <a:pt x="5342" y="1782"/>
                </a:cubicBezTo>
                <a:lnTo>
                  <a:pt x="5342" y="1782"/>
                </a:lnTo>
                <a:cubicBezTo>
                  <a:pt x="5378" y="1835"/>
                  <a:pt x="5414" y="1889"/>
                  <a:pt x="5446" y="1943"/>
                </a:cubicBezTo>
                <a:cubicBezTo>
                  <a:pt x="5477" y="1994"/>
                  <a:pt x="5507" y="2045"/>
                  <a:pt x="5534" y="2097"/>
                </a:cubicBezTo>
                <a:cubicBezTo>
                  <a:pt x="5548" y="2126"/>
                  <a:pt x="5603" y="2244"/>
                  <a:pt x="5604" y="2244"/>
                </a:cubicBezTo>
                <a:cubicBezTo>
                  <a:pt x="5605" y="2244"/>
                  <a:pt x="5604" y="2244"/>
                  <a:pt x="5604" y="2242"/>
                </a:cubicBezTo>
                <a:lnTo>
                  <a:pt x="5604" y="2242"/>
                </a:lnTo>
                <a:cubicBezTo>
                  <a:pt x="5646" y="2347"/>
                  <a:pt x="5682" y="2454"/>
                  <a:pt x="5711" y="2561"/>
                </a:cubicBezTo>
                <a:cubicBezTo>
                  <a:pt x="5726" y="2620"/>
                  <a:pt x="5741" y="2679"/>
                  <a:pt x="5751" y="2738"/>
                </a:cubicBezTo>
                <a:cubicBezTo>
                  <a:pt x="5756" y="2758"/>
                  <a:pt x="5778" y="2901"/>
                  <a:pt x="5781" y="2901"/>
                </a:cubicBezTo>
                <a:cubicBezTo>
                  <a:pt x="5781" y="2901"/>
                  <a:pt x="5781" y="2892"/>
                  <a:pt x="5779" y="2872"/>
                </a:cubicBezTo>
                <a:lnTo>
                  <a:pt x="5779" y="2872"/>
                </a:lnTo>
                <a:cubicBezTo>
                  <a:pt x="5793" y="2999"/>
                  <a:pt x="5800" y="3127"/>
                  <a:pt x="5800" y="3256"/>
                </a:cubicBezTo>
                <a:cubicBezTo>
                  <a:pt x="5798" y="3323"/>
                  <a:pt x="5796" y="3393"/>
                  <a:pt x="5791" y="3460"/>
                </a:cubicBezTo>
                <a:cubicBezTo>
                  <a:pt x="5787" y="3518"/>
                  <a:pt x="5781" y="3572"/>
                  <a:pt x="5780" y="3582"/>
                </a:cubicBezTo>
                <a:lnTo>
                  <a:pt x="5780" y="3582"/>
                </a:lnTo>
                <a:cubicBezTo>
                  <a:pt x="5759" y="3706"/>
                  <a:pt x="5734" y="3831"/>
                  <a:pt x="5699" y="3953"/>
                </a:cubicBezTo>
                <a:cubicBezTo>
                  <a:pt x="5682" y="4012"/>
                  <a:pt x="5663" y="4069"/>
                  <a:pt x="5642" y="4126"/>
                </a:cubicBezTo>
                <a:cubicBezTo>
                  <a:pt x="5631" y="4155"/>
                  <a:pt x="5621" y="4183"/>
                  <a:pt x="5610" y="4212"/>
                </a:cubicBezTo>
                <a:cubicBezTo>
                  <a:pt x="5606" y="4223"/>
                  <a:pt x="5602" y="4232"/>
                  <a:pt x="5600" y="4238"/>
                </a:cubicBezTo>
                <a:lnTo>
                  <a:pt x="5600" y="4238"/>
                </a:lnTo>
                <a:cubicBezTo>
                  <a:pt x="5597" y="4244"/>
                  <a:pt x="5593" y="4252"/>
                  <a:pt x="5589" y="4261"/>
                </a:cubicBezTo>
                <a:cubicBezTo>
                  <a:pt x="5534" y="4370"/>
                  <a:pt x="5477" y="4478"/>
                  <a:pt x="5412" y="4581"/>
                </a:cubicBezTo>
                <a:cubicBezTo>
                  <a:pt x="5311" y="4737"/>
                  <a:pt x="5324" y="4720"/>
                  <a:pt x="5189" y="4863"/>
                </a:cubicBezTo>
                <a:cubicBezTo>
                  <a:pt x="4814" y="5261"/>
                  <a:pt x="4355" y="5476"/>
                  <a:pt x="3756" y="5573"/>
                </a:cubicBezTo>
                <a:cubicBezTo>
                  <a:pt x="3620" y="5595"/>
                  <a:pt x="3482" y="5605"/>
                  <a:pt x="3344" y="5605"/>
                </a:cubicBezTo>
                <a:cubicBezTo>
                  <a:pt x="2954" y="5605"/>
                  <a:pt x="2572" y="5519"/>
                  <a:pt x="2265" y="5346"/>
                </a:cubicBezTo>
                <a:cubicBezTo>
                  <a:pt x="2214" y="5316"/>
                  <a:pt x="2164" y="5285"/>
                  <a:pt x="2113" y="5253"/>
                </a:cubicBezTo>
                <a:cubicBezTo>
                  <a:pt x="2098" y="5243"/>
                  <a:pt x="2015" y="5180"/>
                  <a:pt x="2013" y="5180"/>
                </a:cubicBezTo>
                <a:lnTo>
                  <a:pt x="2013" y="5180"/>
                </a:lnTo>
                <a:cubicBezTo>
                  <a:pt x="2013" y="5180"/>
                  <a:pt x="2019" y="5186"/>
                  <a:pt x="2037" y="5200"/>
                </a:cubicBezTo>
                <a:cubicBezTo>
                  <a:pt x="1930" y="5114"/>
                  <a:pt x="1831" y="5019"/>
                  <a:pt x="1740" y="4916"/>
                </a:cubicBezTo>
                <a:cubicBezTo>
                  <a:pt x="1728" y="4902"/>
                  <a:pt x="1675" y="4837"/>
                  <a:pt x="1657" y="4816"/>
                </a:cubicBezTo>
                <a:lnTo>
                  <a:pt x="1657" y="4816"/>
                </a:lnTo>
                <a:cubicBezTo>
                  <a:pt x="1647" y="4801"/>
                  <a:pt x="1584" y="4711"/>
                  <a:pt x="1570" y="4688"/>
                </a:cubicBezTo>
                <a:cubicBezTo>
                  <a:pt x="1500" y="4579"/>
                  <a:pt x="1439" y="4465"/>
                  <a:pt x="1382" y="4347"/>
                </a:cubicBezTo>
                <a:cubicBezTo>
                  <a:pt x="1372" y="4327"/>
                  <a:pt x="1369" y="4322"/>
                  <a:pt x="1368" y="4322"/>
                </a:cubicBezTo>
                <a:lnTo>
                  <a:pt x="1368" y="4322"/>
                </a:lnTo>
                <a:cubicBezTo>
                  <a:pt x="1368" y="4322"/>
                  <a:pt x="1368" y="4322"/>
                  <a:pt x="1368" y="4322"/>
                </a:cubicBezTo>
                <a:lnTo>
                  <a:pt x="1368" y="4322"/>
                </a:lnTo>
                <a:cubicBezTo>
                  <a:pt x="1366" y="4315"/>
                  <a:pt x="1360" y="4299"/>
                  <a:pt x="1348" y="4265"/>
                </a:cubicBezTo>
                <a:cubicBezTo>
                  <a:pt x="1329" y="4210"/>
                  <a:pt x="1308" y="4155"/>
                  <a:pt x="1291" y="4101"/>
                </a:cubicBezTo>
                <a:cubicBezTo>
                  <a:pt x="1251" y="3974"/>
                  <a:pt x="1220" y="3848"/>
                  <a:pt x="1197" y="3717"/>
                </a:cubicBezTo>
                <a:cubicBezTo>
                  <a:pt x="1192" y="3696"/>
                  <a:pt x="1179" y="3596"/>
                  <a:pt x="1178" y="3596"/>
                </a:cubicBezTo>
                <a:lnTo>
                  <a:pt x="1178" y="3596"/>
                </a:lnTo>
                <a:cubicBezTo>
                  <a:pt x="1178" y="3596"/>
                  <a:pt x="1179" y="3606"/>
                  <a:pt x="1182" y="3633"/>
                </a:cubicBezTo>
                <a:cubicBezTo>
                  <a:pt x="1173" y="3568"/>
                  <a:pt x="1167" y="3502"/>
                  <a:pt x="1165" y="3437"/>
                </a:cubicBezTo>
                <a:cubicBezTo>
                  <a:pt x="1157" y="3304"/>
                  <a:pt x="1157" y="3174"/>
                  <a:pt x="1165" y="3041"/>
                </a:cubicBezTo>
                <a:cubicBezTo>
                  <a:pt x="1167" y="3011"/>
                  <a:pt x="1179" y="2898"/>
                  <a:pt x="1181" y="2870"/>
                </a:cubicBezTo>
                <a:lnTo>
                  <a:pt x="1181" y="2870"/>
                </a:lnTo>
                <a:cubicBezTo>
                  <a:pt x="1186" y="2847"/>
                  <a:pt x="1203" y="2750"/>
                  <a:pt x="1209" y="2721"/>
                </a:cubicBezTo>
                <a:cubicBezTo>
                  <a:pt x="1239" y="2580"/>
                  <a:pt x="1281" y="2443"/>
                  <a:pt x="1327" y="2306"/>
                </a:cubicBezTo>
                <a:cubicBezTo>
                  <a:pt x="1342" y="2262"/>
                  <a:pt x="1345" y="2248"/>
                  <a:pt x="1346" y="2244"/>
                </a:cubicBezTo>
                <a:lnTo>
                  <a:pt x="1346" y="2244"/>
                </a:lnTo>
                <a:cubicBezTo>
                  <a:pt x="1348" y="2241"/>
                  <a:pt x="1355" y="2229"/>
                  <a:pt x="1376" y="2188"/>
                </a:cubicBezTo>
                <a:cubicBezTo>
                  <a:pt x="1407" y="2125"/>
                  <a:pt x="1439" y="2059"/>
                  <a:pt x="1475" y="1998"/>
                </a:cubicBezTo>
                <a:cubicBezTo>
                  <a:pt x="1511" y="1937"/>
                  <a:pt x="1551" y="1878"/>
                  <a:pt x="1588" y="1819"/>
                </a:cubicBezTo>
                <a:cubicBezTo>
                  <a:pt x="1603" y="1799"/>
                  <a:pt x="1618" y="1779"/>
                  <a:pt x="1632" y="1759"/>
                </a:cubicBezTo>
                <a:lnTo>
                  <a:pt x="1632" y="1759"/>
                </a:lnTo>
                <a:cubicBezTo>
                  <a:pt x="1639" y="1751"/>
                  <a:pt x="1646" y="1741"/>
                  <a:pt x="1654" y="1733"/>
                </a:cubicBezTo>
                <a:cubicBezTo>
                  <a:pt x="1744" y="1632"/>
                  <a:pt x="1839" y="1535"/>
                  <a:pt x="1945" y="1446"/>
                </a:cubicBezTo>
                <a:cubicBezTo>
                  <a:pt x="1949" y="1443"/>
                  <a:pt x="1952" y="1440"/>
                  <a:pt x="1955" y="1437"/>
                </a:cubicBezTo>
                <a:lnTo>
                  <a:pt x="1955" y="1437"/>
                </a:lnTo>
                <a:cubicBezTo>
                  <a:pt x="1958" y="1435"/>
                  <a:pt x="1960" y="1434"/>
                  <a:pt x="1963" y="1431"/>
                </a:cubicBezTo>
                <a:cubicBezTo>
                  <a:pt x="1993" y="1410"/>
                  <a:pt x="2022" y="1389"/>
                  <a:pt x="2054" y="1370"/>
                </a:cubicBezTo>
                <a:cubicBezTo>
                  <a:pt x="2115" y="1328"/>
                  <a:pt x="2180" y="1292"/>
                  <a:pt x="2246" y="1257"/>
                </a:cubicBezTo>
                <a:cubicBezTo>
                  <a:pt x="2372" y="1191"/>
                  <a:pt x="2412" y="1174"/>
                  <a:pt x="2604" y="1120"/>
                </a:cubicBezTo>
                <a:cubicBezTo>
                  <a:pt x="2802" y="1065"/>
                  <a:pt x="2859" y="1059"/>
                  <a:pt x="3023" y="1044"/>
                </a:cubicBezTo>
                <a:cubicBezTo>
                  <a:pt x="3046" y="1042"/>
                  <a:pt x="3069" y="1039"/>
                  <a:pt x="3092" y="1035"/>
                </a:cubicBezTo>
                <a:lnTo>
                  <a:pt x="3092" y="1035"/>
                </a:lnTo>
                <a:cubicBezTo>
                  <a:pt x="3113" y="1033"/>
                  <a:pt x="3134" y="1031"/>
                  <a:pt x="3156" y="1027"/>
                </a:cubicBezTo>
                <a:cubicBezTo>
                  <a:pt x="3317" y="1000"/>
                  <a:pt x="3479" y="986"/>
                  <a:pt x="3639" y="986"/>
                </a:cubicBezTo>
                <a:close/>
                <a:moveTo>
                  <a:pt x="3656" y="0"/>
                </a:moveTo>
                <a:cubicBezTo>
                  <a:pt x="3424" y="0"/>
                  <a:pt x="3191" y="20"/>
                  <a:pt x="2962" y="55"/>
                </a:cubicBezTo>
                <a:lnTo>
                  <a:pt x="2962" y="55"/>
                </a:lnTo>
                <a:cubicBezTo>
                  <a:pt x="1592" y="189"/>
                  <a:pt x="506" y="1128"/>
                  <a:pt x="238" y="2500"/>
                </a:cubicBezTo>
                <a:cubicBezTo>
                  <a:pt x="0" y="3730"/>
                  <a:pt x="360" y="5131"/>
                  <a:pt x="1367" y="5933"/>
                </a:cubicBezTo>
                <a:cubicBezTo>
                  <a:pt x="1934" y="6385"/>
                  <a:pt x="2656" y="6602"/>
                  <a:pt x="3382" y="6602"/>
                </a:cubicBezTo>
                <a:cubicBezTo>
                  <a:pt x="4138" y="6602"/>
                  <a:pt x="4898" y="6367"/>
                  <a:pt x="5494" y="5917"/>
                </a:cubicBezTo>
                <a:cubicBezTo>
                  <a:pt x="6607" y="5078"/>
                  <a:pt x="7041" y="3580"/>
                  <a:pt x="6659" y="2253"/>
                </a:cubicBezTo>
                <a:cubicBezTo>
                  <a:pt x="6453" y="1537"/>
                  <a:pt x="6015" y="905"/>
                  <a:pt x="5393" y="488"/>
                </a:cubicBezTo>
                <a:cubicBezTo>
                  <a:pt x="4872" y="137"/>
                  <a:pt x="4267" y="0"/>
                  <a:pt x="365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976" name="Google Shape;9976;p12"/>
          <p:cNvGrpSpPr/>
          <p:nvPr/>
        </p:nvGrpSpPr>
        <p:grpSpPr>
          <a:xfrm rot="6300357">
            <a:off x="7074685" y="581435"/>
            <a:ext cx="707993" cy="442801"/>
            <a:chOff x="1445125" y="3867675"/>
            <a:chExt cx="803300" cy="502950"/>
          </a:xfrm>
        </p:grpSpPr>
        <p:sp>
          <p:nvSpPr>
            <p:cNvPr id="9977" name="Google Shape;9977;p12"/>
            <p:cNvSpPr/>
            <p:nvPr/>
          </p:nvSpPr>
          <p:spPr>
            <a:xfrm>
              <a:off x="1445125" y="3867675"/>
              <a:ext cx="535450" cy="502950"/>
            </a:xfrm>
            <a:custGeom>
              <a:rect b="b" l="l" r="r" t="t"/>
              <a:pathLst>
                <a:path extrusionOk="0" h="20118" w="21418">
                  <a:moveTo>
                    <a:pt x="5846" y="993"/>
                  </a:moveTo>
                  <a:cubicBezTo>
                    <a:pt x="6726" y="993"/>
                    <a:pt x="7300" y="1814"/>
                    <a:pt x="7545" y="2688"/>
                  </a:cubicBezTo>
                  <a:cubicBezTo>
                    <a:pt x="7686" y="3200"/>
                    <a:pt x="7749" y="3726"/>
                    <a:pt x="7770" y="4255"/>
                  </a:cubicBezTo>
                  <a:cubicBezTo>
                    <a:pt x="7787" y="4700"/>
                    <a:pt x="7676" y="5216"/>
                    <a:pt x="7812" y="5641"/>
                  </a:cubicBezTo>
                  <a:cubicBezTo>
                    <a:pt x="8017" y="6280"/>
                    <a:pt x="8790" y="6621"/>
                    <a:pt x="9352" y="6861"/>
                  </a:cubicBezTo>
                  <a:cubicBezTo>
                    <a:pt x="10899" y="7523"/>
                    <a:pt x="12588" y="7895"/>
                    <a:pt x="14238" y="8195"/>
                  </a:cubicBezTo>
                  <a:cubicBezTo>
                    <a:pt x="14279" y="8202"/>
                    <a:pt x="14320" y="8206"/>
                    <a:pt x="14360" y="8206"/>
                  </a:cubicBezTo>
                  <a:cubicBezTo>
                    <a:pt x="14538" y="8206"/>
                    <a:pt x="14697" y="8128"/>
                    <a:pt x="14800" y="7965"/>
                  </a:cubicBezTo>
                  <a:cubicBezTo>
                    <a:pt x="15658" y="6602"/>
                    <a:pt x="16673" y="5266"/>
                    <a:pt x="17868" y="4181"/>
                  </a:cubicBezTo>
                  <a:cubicBezTo>
                    <a:pt x="18246" y="3837"/>
                    <a:pt x="19055" y="3130"/>
                    <a:pt x="19662" y="3130"/>
                  </a:cubicBezTo>
                  <a:cubicBezTo>
                    <a:pt x="19761" y="3130"/>
                    <a:pt x="19855" y="3149"/>
                    <a:pt x="19941" y="3191"/>
                  </a:cubicBezTo>
                  <a:cubicBezTo>
                    <a:pt x="19972" y="3206"/>
                    <a:pt x="20042" y="3282"/>
                    <a:pt x="20078" y="3334"/>
                  </a:cubicBezTo>
                  <a:cubicBezTo>
                    <a:pt x="20170" y="3474"/>
                    <a:pt x="20200" y="3554"/>
                    <a:pt x="20244" y="3703"/>
                  </a:cubicBezTo>
                  <a:cubicBezTo>
                    <a:pt x="20356" y="4074"/>
                    <a:pt x="20385" y="4459"/>
                    <a:pt x="20391" y="4845"/>
                  </a:cubicBezTo>
                  <a:cubicBezTo>
                    <a:pt x="20434" y="7253"/>
                    <a:pt x="19715" y="9724"/>
                    <a:pt x="18959" y="11987"/>
                  </a:cubicBezTo>
                  <a:cubicBezTo>
                    <a:pt x="18546" y="13223"/>
                    <a:pt x="18074" y="14443"/>
                    <a:pt x="17505" y="15619"/>
                  </a:cubicBezTo>
                  <a:cubicBezTo>
                    <a:pt x="16974" y="16720"/>
                    <a:pt x="16385" y="17795"/>
                    <a:pt x="15472" y="18631"/>
                  </a:cubicBezTo>
                  <a:cubicBezTo>
                    <a:pt x="15279" y="18808"/>
                    <a:pt x="15055" y="19008"/>
                    <a:pt x="14800" y="19090"/>
                  </a:cubicBezTo>
                  <a:cubicBezTo>
                    <a:pt x="14731" y="19114"/>
                    <a:pt x="14679" y="19127"/>
                    <a:pt x="14633" y="19127"/>
                  </a:cubicBezTo>
                  <a:cubicBezTo>
                    <a:pt x="14584" y="19127"/>
                    <a:pt x="14541" y="19112"/>
                    <a:pt x="14491" y="19078"/>
                  </a:cubicBezTo>
                  <a:cubicBezTo>
                    <a:pt x="14179" y="18859"/>
                    <a:pt x="14040" y="18279"/>
                    <a:pt x="13943" y="17913"/>
                  </a:cubicBezTo>
                  <a:cubicBezTo>
                    <a:pt x="13496" y="16204"/>
                    <a:pt x="13420" y="14392"/>
                    <a:pt x="13231" y="12644"/>
                  </a:cubicBezTo>
                  <a:cubicBezTo>
                    <a:pt x="13231" y="12642"/>
                    <a:pt x="13231" y="12641"/>
                    <a:pt x="13230" y="12640"/>
                  </a:cubicBezTo>
                  <a:lnTo>
                    <a:pt x="13230" y="12640"/>
                  </a:lnTo>
                  <a:cubicBezTo>
                    <a:pt x="13241" y="12479"/>
                    <a:pt x="13172" y="12316"/>
                    <a:pt x="12984" y="12214"/>
                  </a:cubicBezTo>
                  <a:cubicBezTo>
                    <a:pt x="12340" y="11860"/>
                    <a:pt x="11598" y="11675"/>
                    <a:pt x="10890" y="11496"/>
                  </a:cubicBezTo>
                  <a:cubicBezTo>
                    <a:pt x="10069" y="11291"/>
                    <a:pt x="9239" y="11119"/>
                    <a:pt x="8404" y="10971"/>
                  </a:cubicBezTo>
                  <a:cubicBezTo>
                    <a:pt x="7943" y="10890"/>
                    <a:pt x="7439" y="10757"/>
                    <a:pt x="6964" y="10757"/>
                  </a:cubicBezTo>
                  <a:cubicBezTo>
                    <a:pt x="6933" y="10757"/>
                    <a:pt x="6903" y="10757"/>
                    <a:pt x="6873" y="10758"/>
                  </a:cubicBezTo>
                  <a:cubicBezTo>
                    <a:pt x="6281" y="10782"/>
                    <a:pt x="5857" y="11237"/>
                    <a:pt x="5518" y="11671"/>
                  </a:cubicBezTo>
                  <a:cubicBezTo>
                    <a:pt x="4848" y="12532"/>
                    <a:pt x="4110" y="13945"/>
                    <a:pt x="2900" y="13945"/>
                  </a:cubicBezTo>
                  <a:cubicBezTo>
                    <a:pt x="2748" y="13945"/>
                    <a:pt x="2589" y="13923"/>
                    <a:pt x="2421" y="13874"/>
                  </a:cubicBezTo>
                  <a:cubicBezTo>
                    <a:pt x="1265" y="13539"/>
                    <a:pt x="1147" y="12161"/>
                    <a:pt x="1191" y="11150"/>
                  </a:cubicBezTo>
                  <a:cubicBezTo>
                    <a:pt x="1259" y="9547"/>
                    <a:pt x="1735" y="7959"/>
                    <a:pt x="2242" y="6446"/>
                  </a:cubicBezTo>
                  <a:cubicBezTo>
                    <a:pt x="2666" y="5186"/>
                    <a:pt x="3155" y="3943"/>
                    <a:pt x="3669" y="2717"/>
                  </a:cubicBezTo>
                  <a:cubicBezTo>
                    <a:pt x="4014" y="1894"/>
                    <a:pt x="4701" y="1150"/>
                    <a:pt x="5619" y="1011"/>
                  </a:cubicBezTo>
                  <a:cubicBezTo>
                    <a:pt x="5697" y="999"/>
                    <a:pt x="5772" y="993"/>
                    <a:pt x="5846" y="993"/>
                  </a:cubicBezTo>
                  <a:close/>
                  <a:moveTo>
                    <a:pt x="5851" y="1"/>
                  </a:moveTo>
                  <a:cubicBezTo>
                    <a:pt x="4753" y="1"/>
                    <a:pt x="3750" y="699"/>
                    <a:pt x="3144" y="1580"/>
                  </a:cubicBezTo>
                  <a:cubicBezTo>
                    <a:pt x="2849" y="2009"/>
                    <a:pt x="2683" y="2515"/>
                    <a:pt x="2487" y="2993"/>
                  </a:cubicBezTo>
                  <a:cubicBezTo>
                    <a:pt x="2217" y="3653"/>
                    <a:pt x="1954" y="4314"/>
                    <a:pt x="1705" y="4982"/>
                  </a:cubicBezTo>
                  <a:cubicBezTo>
                    <a:pt x="1113" y="6581"/>
                    <a:pt x="576" y="8224"/>
                    <a:pt x="323" y="9914"/>
                  </a:cubicBezTo>
                  <a:cubicBezTo>
                    <a:pt x="121" y="11253"/>
                    <a:pt x="1" y="12901"/>
                    <a:pt x="913" y="14026"/>
                  </a:cubicBezTo>
                  <a:cubicBezTo>
                    <a:pt x="1411" y="14639"/>
                    <a:pt x="2111" y="14918"/>
                    <a:pt x="2824" y="14918"/>
                  </a:cubicBezTo>
                  <a:cubicBezTo>
                    <a:pt x="3509" y="14918"/>
                    <a:pt x="4207" y="14660"/>
                    <a:pt x="4751" y="14192"/>
                  </a:cubicBezTo>
                  <a:cubicBezTo>
                    <a:pt x="5371" y="13659"/>
                    <a:pt x="5777" y="12949"/>
                    <a:pt x="6272" y="12311"/>
                  </a:cubicBezTo>
                  <a:cubicBezTo>
                    <a:pt x="6566" y="11931"/>
                    <a:pt x="6732" y="11776"/>
                    <a:pt x="7065" y="11776"/>
                  </a:cubicBezTo>
                  <a:cubicBezTo>
                    <a:pt x="7129" y="11776"/>
                    <a:pt x="7199" y="11782"/>
                    <a:pt x="7277" y="11793"/>
                  </a:cubicBezTo>
                  <a:cubicBezTo>
                    <a:pt x="8166" y="11915"/>
                    <a:pt x="9053" y="12094"/>
                    <a:pt x="9930" y="12292"/>
                  </a:cubicBezTo>
                  <a:cubicBezTo>
                    <a:pt x="10726" y="12472"/>
                    <a:pt x="11550" y="12626"/>
                    <a:pt x="12268" y="12966"/>
                  </a:cubicBezTo>
                  <a:lnTo>
                    <a:pt x="12268" y="12966"/>
                  </a:lnTo>
                  <a:cubicBezTo>
                    <a:pt x="12439" y="14633"/>
                    <a:pt x="12548" y="16332"/>
                    <a:pt x="12930" y="17963"/>
                  </a:cubicBezTo>
                  <a:cubicBezTo>
                    <a:pt x="13136" y="18845"/>
                    <a:pt x="13555" y="20118"/>
                    <a:pt x="14640" y="20118"/>
                  </a:cubicBezTo>
                  <a:cubicBezTo>
                    <a:pt x="14672" y="20118"/>
                    <a:pt x="14706" y="20116"/>
                    <a:pt x="14739" y="20114"/>
                  </a:cubicBezTo>
                  <a:cubicBezTo>
                    <a:pt x="15314" y="20074"/>
                    <a:pt x="15818" y="19674"/>
                    <a:pt x="16220" y="19295"/>
                  </a:cubicBezTo>
                  <a:cubicBezTo>
                    <a:pt x="16778" y="18770"/>
                    <a:pt x="17242" y="18165"/>
                    <a:pt x="17630" y="17506"/>
                  </a:cubicBezTo>
                  <a:cubicBezTo>
                    <a:pt x="18329" y="16326"/>
                    <a:pt x="18879" y="15058"/>
                    <a:pt x="19372" y="13779"/>
                  </a:cubicBezTo>
                  <a:cubicBezTo>
                    <a:pt x="20387" y="11140"/>
                    <a:pt x="21255" y="8266"/>
                    <a:pt x="21379" y="5422"/>
                  </a:cubicBezTo>
                  <a:cubicBezTo>
                    <a:pt x="21417" y="4558"/>
                    <a:pt x="21409" y="3509"/>
                    <a:pt x="20893" y="2768"/>
                  </a:cubicBezTo>
                  <a:cubicBezTo>
                    <a:pt x="20591" y="2334"/>
                    <a:pt x="20167" y="2169"/>
                    <a:pt x="19717" y="2169"/>
                  </a:cubicBezTo>
                  <a:cubicBezTo>
                    <a:pt x="19269" y="2169"/>
                    <a:pt x="18796" y="2332"/>
                    <a:pt x="18392" y="2557"/>
                  </a:cubicBezTo>
                  <a:cubicBezTo>
                    <a:pt x="17206" y="3219"/>
                    <a:pt x="16258" y="4331"/>
                    <a:pt x="15430" y="5382"/>
                  </a:cubicBezTo>
                  <a:cubicBezTo>
                    <a:pt x="14975" y="5959"/>
                    <a:pt x="14535" y="6551"/>
                    <a:pt x="14131" y="7165"/>
                  </a:cubicBezTo>
                  <a:lnTo>
                    <a:pt x="14131" y="7165"/>
                  </a:lnTo>
                  <a:cubicBezTo>
                    <a:pt x="12741" y="6903"/>
                    <a:pt x="11340" y="6572"/>
                    <a:pt x="10022" y="6067"/>
                  </a:cubicBezTo>
                  <a:cubicBezTo>
                    <a:pt x="9692" y="5938"/>
                    <a:pt x="9355" y="5795"/>
                    <a:pt x="9057" y="5599"/>
                  </a:cubicBezTo>
                  <a:cubicBezTo>
                    <a:pt x="8975" y="5544"/>
                    <a:pt x="8902" y="5490"/>
                    <a:pt x="8830" y="5420"/>
                  </a:cubicBezTo>
                  <a:cubicBezTo>
                    <a:pt x="8801" y="5393"/>
                    <a:pt x="8791" y="5386"/>
                    <a:pt x="8788" y="5385"/>
                  </a:cubicBezTo>
                  <a:lnTo>
                    <a:pt x="8788" y="5385"/>
                  </a:lnTo>
                  <a:cubicBezTo>
                    <a:pt x="8787" y="5381"/>
                    <a:pt x="8781" y="5370"/>
                    <a:pt x="8767" y="5346"/>
                  </a:cubicBezTo>
                  <a:cubicBezTo>
                    <a:pt x="8764" y="5342"/>
                    <a:pt x="8761" y="5338"/>
                    <a:pt x="8759" y="5334"/>
                  </a:cubicBezTo>
                  <a:lnTo>
                    <a:pt x="8759" y="5334"/>
                  </a:lnTo>
                  <a:cubicBezTo>
                    <a:pt x="8759" y="5333"/>
                    <a:pt x="8759" y="5331"/>
                    <a:pt x="8758" y="5329"/>
                  </a:cubicBezTo>
                  <a:cubicBezTo>
                    <a:pt x="8680" y="4813"/>
                    <a:pt x="8779" y="4238"/>
                    <a:pt x="8729" y="3712"/>
                  </a:cubicBezTo>
                  <a:cubicBezTo>
                    <a:pt x="8683" y="3244"/>
                    <a:pt x="8611" y="2774"/>
                    <a:pt x="8476" y="2325"/>
                  </a:cubicBezTo>
                  <a:cubicBezTo>
                    <a:pt x="8116" y="1129"/>
                    <a:pt x="7256" y="33"/>
                    <a:pt x="5914" y="2"/>
                  </a:cubicBezTo>
                  <a:cubicBezTo>
                    <a:pt x="5893" y="1"/>
                    <a:pt x="5872" y="1"/>
                    <a:pt x="585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78" name="Google Shape;9978;p12"/>
            <p:cNvSpPr/>
            <p:nvPr/>
          </p:nvSpPr>
          <p:spPr>
            <a:xfrm>
              <a:off x="1903525" y="4088100"/>
              <a:ext cx="344900" cy="185850"/>
            </a:xfrm>
            <a:custGeom>
              <a:rect b="b" l="l" r="r" t="t"/>
              <a:pathLst>
                <a:path extrusionOk="0" h="7434" w="13796">
                  <a:moveTo>
                    <a:pt x="2035" y="1"/>
                  </a:moveTo>
                  <a:cubicBezTo>
                    <a:pt x="1593" y="1"/>
                    <a:pt x="1301" y="661"/>
                    <a:pt x="1777" y="928"/>
                  </a:cubicBezTo>
                  <a:cubicBezTo>
                    <a:pt x="5023" y="2748"/>
                    <a:pt x="8420" y="4238"/>
                    <a:pt x="11476" y="6352"/>
                  </a:cubicBezTo>
                  <a:lnTo>
                    <a:pt x="11476" y="6352"/>
                  </a:lnTo>
                  <a:cubicBezTo>
                    <a:pt x="7847" y="6103"/>
                    <a:pt x="4252" y="5482"/>
                    <a:pt x="636" y="5110"/>
                  </a:cubicBezTo>
                  <a:cubicBezTo>
                    <a:pt x="615" y="5108"/>
                    <a:pt x="596" y="5107"/>
                    <a:pt x="577" y="5107"/>
                  </a:cubicBezTo>
                  <a:cubicBezTo>
                    <a:pt x="0" y="5107"/>
                    <a:pt x="24" y="6045"/>
                    <a:pt x="636" y="6106"/>
                  </a:cubicBezTo>
                  <a:cubicBezTo>
                    <a:pt x="4792" y="6534"/>
                    <a:pt x="8919" y="7290"/>
                    <a:pt x="13101" y="7434"/>
                  </a:cubicBezTo>
                  <a:cubicBezTo>
                    <a:pt x="13106" y="7434"/>
                    <a:pt x="13111" y="7434"/>
                    <a:pt x="13115" y="7434"/>
                  </a:cubicBezTo>
                  <a:cubicBezTo>
                    <a:pt x="13508" y="7434"/>
                    <a:pt x="13796" y="6851"/>
                    <a:pt x="13455" y="6582"/>
                  </a:cubicBezTo>
                  <a:cubicBezTo>
                    <a:pt x="11767" y="5262"/>
                    <a:pt x="9981" y="4109"/>
                    <a:pt x="8087" y="3106"/>
                  </a:cubicBezTo>
                  <a:cubicBezTo>
                    <a:pt x="6157" y="2083"/>
                    <a:pt x="4187" y="1139"/>
                    <a:pt x="2281" y="69"/>
                  </a:cubicBezTo>
                  <a:cubicBezTo>
                    <a:pt x="2197" y="21"/>
                    <a:pt x="2114" y="1"/>
                    <a:pt x="20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79" name="Google Shape;9979;p12"/>
            <p:cNvSpPr/>
            <p:nvPr/>
          </p:nvSpPr>
          <p:spPr>
            <a:xfrm>
              <a:off x="1462675" y="3884050"/>
              <a:ext cx="125100" cy="332450"/>
            </a:xfrm>
            <a:custGeom>
              <a:rect b="b" l="l" r="r" t="t"/>
              <a:pathLst>
                <a:path extrusionOk="0" h="13298" w="5004">
                  <a:moveTo>
                    <a:pt x="4226" y="0"/>
                  </a:moveTo>
                  <a:cubicBezTo>
                    <a:pt x="3978" y="0"/>
                    <a:pt x="3745" y="159"/>
                    <a:pt x="3776" y="478"/>
                  </a:cubicBezTo>
                  <a:cubicBezTo>
                    <a:pt x="3995" y="2762"/>
                    <a:pt x="3470" y="4910"/>
                    <a:pt x="2764" y="7066"/>
                  </a:cubicBezTo>
                  <a:cubicBezTo>
                    <a:pt x="2160" y="8913"/>
                    <a:pt x="1574" y="10906"/>
                    <a:pt x="310" y="12425"/>
                  </a:cubicBezTo>
                  <a:cubicBezTo>
                    <a:pt x="1" y="12799"/>
                    <a:pt x="333" y="13298"/>
                    <a:pt x="690" y="13298"/>
                  </a:cubicBezTo>
                  <a:cubicBezTo>
                    <a:pt x="802" y="13298"/>
                    <a:pt x="916" y="13249"/>
                    <a:pt x="1014" y="13131"/>
                  </a:cubicBezTo>
                  <a:cubicBezTo>
                    <a:pt x="2366" y="11506"/>
                    <a:pt x="3030" y="9452"/>
                    <a:pt x="3679" y="7474"/>
                  </a:cubicBezTo>
                  <a:cubicBezTo>
                    <a:pt x="4424" y="5193"/>
                    <a:pt x="5004" y="2899"/>
                    <a:pt x="4772" y="478"/>
                  </a:cubicBezTo>
                  <a:cubicBezTo>
                    <a:pt x="4741" y="160"/>
                    <a:pt x="4476" y="0"/>
                    <a:pt x="42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980" name="Google Shape;9980;p12"/>
          <p:cNvSpPr txBox="1"/>
          <p:nvPr/>
        </p:nvSpPr>
        <p:spPr>
          <a:xfrm>
            <a:off x="1341761" y="772271"/>
            <a:ext cx="5982000" cy="49241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000" u="none" cap="none" strike="noStrike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rPr>
              <a:t>INDIVIDUALS &amp; SOCIETIES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84" name="Shape 9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5" name="Google Shape;9985;p13"/>
          <p:cNvSpPr/>
          <p:nvPr/>
        </p:nvSpPr>
        <p:spPr>
          <a:xfrm>
            <a:off x="7818975" y="1147025"/>
            <a:ext cx="117525" cy="110100"/>
          </a:xfrm>
          <a:custGeom>
            <a:rect b="b" l="l" r="r" t="t"/>
            <a:pathLst>
              <a:path extrusionOk="0" h="4404" w="4701">
                <a:moveTo>
                  <a:pt x="1951" y="1032"/>
                </a:moveTo>
                <a:cubicBezTo>
                  <a:pt x="1950" y="1033"/>
                  <a:pt x="1949" y="1033"/>
                  <a:pt x="1947" y="1033"/>
                </a:cubicBezTo>
                <a:cubicBezTo>
                  <a:pt x="1948" y="1033"/>
                  <a:pt x="1950" y="1033"/>
                  <a:pt x="1951" y="1032"/>
                </a:cubicBezTo>
                <a:close/>
                <a:moveTo>
                  <a:pt x="2857" y="1059"/>
                </a:moveTo>
                <a:cubicBezTo>
                  <a:pt x="2871" y="1059"/>
                  <a:pt x="2889" y="1066"/>
                  <a:pt x="2907" y="1075"/>
                </a:cubicBezTo>
                <a:lnTo>
                  <a:pt x="2907" y="1075"/>
                </a:lnTo>
                <a:cubicBezTo>
                  <a:pt x="2887" y="1068"/>
                  <a:pt x="2858" y="1059"/>
                  <a:pt x="2857" y="1059"/>
                </a:cubicBezTo>
                <a:close/>
                <a:moveTo>
                  <a:pt x="3091" y="1185"/>
                </a:moveTo>
                <a:cubicBezTo>
                  <a:pt x="3091" y="1185"/>
                  <a:pt x="3091" y="1185"/>
                  <a:pt x="3091" y="1185"/>
                </a:cubicBezTo>
                <a:lnTo>
                  <a:pt x="3091" y="1185"/>
                </a:lnTo>
                <a:cubicBezTo>
                  <a:pt x="3091" y="1185"/>
                  <a:pt x="3091" y="1185"/>
                  <a:pt x="3091" y="1185"/>
                </a:cubicBezTo>
                <a:close/>
                <a:moveTo>
                  <a:pt x="3104" y="1198"/>
                </a:moveTo>
                <a:cubicBezTo>
                  <a:pt x="3111" y="1203"/>
                  <a:pt x="3118" y="1208"/>
                  <a:pt x="3125" y="1213"/>
                </a:cubicBezTo>
                <a:cubicBezTo>
                  <a:pt x="3142" y="1224"/>
                  <a:pt x="3149" y="1229"/>
                  <a:pt x="3148" y="1229"/>
                </a:cubicBezTo>
                <a:cubicBezTo>
                  <a:pt x="3148" y="1229"/>
                  <a:pt x="3121" y="1211"/>
                  <a:pt x="3104" y="1198"/>
                </a:cubicBezTo>
                <a:close/>
                <a:moveTo>
                  <a:pt x="1747" y="3319"/>
                </a:moveTo>
                <a:cubicBezTo>
                  <a:pt x="1767" y="3326"/>
                  <a:pt x="1803" y="3338"/>
                  <a:pt x="1802" y="3338"/>
                </a:cubicBezTo>
                <a:cubicBezTo>
                  <a:pt x="1800" y="3339"/>
                  <a:pt x="1799" y="3339"/>
                  <a:pt x="1797" y="3339"/>
                </a:cubicBezTo>
                <a:cubicBezTo>
                  <a:pt x="1785" y="3339"/>
                  <a:pt x="1766" y="3330"/>
                  <a:pt x="1747" y="3319"/>
                </a:cubicBezTo>
                <a:close/>
                <a:moveTo>
                  <a:pt x="2463" y="3393"/>
                </a:moveTo>
                <a:cubicBezTo>
                  <a:pt x="2461" y="3393"/>
                  <a:pt x="2459" y="3393"/>
                  <a:pt x="2456" y="3393"/>
                </a:cubicBezTo>
                <a:lnTo>
                  <a:pt x="2456" y="3393"/>
                </a:lnTo>
                <a:cubicBezTo>
                  <a:pt x="2459" y="3393"/>
                  <a:pt x="2462" y="3393"/>
                  <a:pt x="2463" y="3393"/>
                </a:cubicBezTo>
                <a:close/>
                <a:moveTo>
                  <a:pt x="2387" y="989"/>
                </a:moveTo>
                <a:cubicBezTo>
                  <a:pt x="2440" y="989"/>
                  <a:pt x="2491" y="989"/>
                  <a:pt x="2541" y="993"/>
                </a:cubicBezTo>
                <a:cubicBezTo>
                  <a:pt x="2560" y="993"/>
                  <a:pt x="2582" y="997"/>
                  <a:pt x="2601" y="998"/>
                </a:cubicBezTo>
                <a:lnTo>
                  <a:pt x="2601" y="998"/>
                </a:lnTo>
                <a:cubicBezTo>
                  <a:pt x="2682" y="1018"/>
                  <a:pt x="2761" y="1029"/>
                  <a:pt x="2840" y="1057"/>
                </a:cubicBezTo>
                <a:cubicBezTo>
                  <a:pt x="2857" y="1061"/>
                  <a:pt x="2876" y="1069"/>
                  <a:pt x="2895" y="1076"/>
                </a:cubicBezTo>
                <a:cubicBezTo>
                  <a:pt x="2906" y="1079"/>
                  <a:pt x="2914" y="1081"/>
                  <a:pt x="2919" y="1082"/>
                </a:cubicBezTo>
                <a:lnTo>
                  <a:pt x="2919" y="1082"/>
                </a:lnTo>
                <a:cubicBezTo>
                  <a:pt x="2944" y="1096"/>
                  <a:pt x="2968" y="1113"/>
                  <a:pt x="2984" y="1122"/>
                </a:cubicBezTo>
                <a:cubicBezTo>
                  <a:pt x="3015" y="1139"/>
                  <a:pt x="3049" y="1160"/>
                  <a:pt x="3080" y="1181"/>
                </a:cubicBezTo>
                <a:cubicBezTo>
                  <a:pt x="3084" y="1184"/>
                  <a:pt x="3088" y="1186"/>
                  <a:pt x="3092" y="1189"/>
                </a:cubicBezTo>
                <a:lnTo>
                  <a:pt x="3092" y="1189"/>
                </a:lnTo>
                <a:cubicBezTo>
                  <a:pt x="3107" y="1217"/>
                  <a:pt x="3258" y="1347"/>
                  <a:pt x="3274" y="1366"/>
                </a:cubicBezTo>
                <a:cubicBezTo>
                  <a:pt x="3278" y="1370"/>
                  <a:pt x="3281" y="1374"/>
                  <a:pt x="3284" y="1378"/>
                </a:cubicBezTo>
                <a:lnTo>
                  <a:pt x="3284" y="1378"/>
                </a:lnTo>
                <a:cubicBezTo>
                  <a:pt x="3304" y="1410"/>
                  <a:pt x="3328" y="1440"/>
                  <a:pt x="3348" y="1474"/>
                </a:cubicBezTo>
                <a:cubicBezTo>
                  <a:pt x="3367" y="1503"/>
                  <a:pt x="3386" y="1535"/>
                  <a:pt x="3403" y="1569"/>
                </a:cubicBezTo>
                <a:cubicBezTo>
                  <a:pt x="3409" y="1579"/>
                  <a:pt x="3414" y="1591"/>
                  <a:pt x="3420" y="1604"/>
                </a:cubicBezTo>
                <a:lnTo>
                  <a:pt x="3420" y="1604"/>
                </a:lnTo>
                <a:cubicBezTo>
                  <a:pt x="3420" y="1602"/>
                  <a:pt x="3420" y="1600"/>
                  <a:pt x="3420" y="1598"/>
                </a:cubicBezTo>
                <a:lnTo>
                  <a:pt x="3420" y="1598"/>
                </a:lnTo>
                <a:cubicBezTo>
                  <a:pt x="3420" y="1600"/>
                  <a:pt x="3420" y="1602"/>
                  <a:pt x="3420" y="1604"/>
                </a:cubicBezTo>
                <a:lnTo>
                  <a:pt x="3420" y="1604"/>
                </a:lnTo>
                <a:cubicBezTo>
                  <a:pt x="3420" y="1604"/>
                  <a:pt x="3420" y="1604"/>
                  <a:pt x="3420" y="1604"/>
                </a:cubicBezTo>
                <a:lnTo>
                  <a:pt x="3420" y="1604"/>
                </a:lnTo>
                <a:cubicBezTo>
                  <a:pt x="3420" y="1621"/>
                  <a:pt x="3423" y="1634"/>
                  <a:pt x="3427" y="1644"/>
                </a:cubicBezTo>
                <a:lnTo>
                  <a:pt x="3427" y="1644"/>
                </a:lnTo>
                <a:cubicBezTo>
                  <a:pt x="3423" y="1630"/>
                  <a:pt x="3420" y="1616"/>
                  <a:pt x="3420" y="1604"/>
                </a:cubicBezTo>
                <a:lnTo>
                  <a:pt x="3420" y="1604"/>
                </a:lnTo>
                <a:cubicBezTo>
                  <a:pt x="3422" y="1608"/>
                  <a:pt x="3424" y="1613"/>
                  <a:pt x="3426" y="1617"/>
                </a:cubicBezTo>
                <a:cubicBezTo>
                  <a:pt x="3442" y="1646"/>
                  <a:pt x="3443" y="1659"/>
                  <a:pt x="3439" y="1659"/>
                </a:cubicBezTo>
                <a:cubicBezTo>
                  <a:pt x="3436" y="1659"/>
                  <a:pt x="3432" y="1654"/>
                  <a:pt x="3427" y="1644"/>
                </a:cubicBezTo>
                <a:lnTo>
                  <a:pt x="3427" y="1644"/>
                </a:lnTo>
                <a:cubicBezTo>
                  <a:pt x="3443" y="1697"/>
                  <a:pt x="3479" y="1760"/>
                  <a:pt x="3491" y="1802"/>
                </a:cubicBezTo>
                <a:cubicBezTo>
                  <a:pt x="3500" y="1838"/>
                  <a:pt x="3508" y="1874"/>
                  <a:pt x="3517" y="1910"/>
                </a:cubicBezTo>
                <a:cubicBezTo>
                  <a:pt x="3521" y="1933"/>
                  <a:pt x="3525" y="1954"/>
                  <a:pt x="3529" y="1977"/>
                </a:cubicBezTo>
                <a:cubicBezTo>
                  <a:pt x="3534" y="2005"/>
                  <a:pt x="3537" y="2015"/>
                  <a:pt x="3538" y="2015"/>
                </a:cubicBezTo>
                <a:cubicBezTo>
                  <a:pt x="3540" y="2015"/>
                  <a:pt x="3530" y="1942"/>
                  <a:pt x="3525" y="1939"/>
                </a:cubicBezTo>
                <a:lnTo>
                  <a:pt x="3525" y="1939"/>
                </a:lnTo>
                <a:cubicBezTo>
                  <a:pt x="3550" y="1954"/>
                  <a:pt x="3538" y="2142"/>
                  <a:pt x="3538" y="2173"/>
                </a:cubicBezTo>
                <a:cubicBezTo>
                  <a:pt x="3538" y="2215"/>
                  <a:pt x="3535" y="2257"/>
                  <a:pt x="3533" y="2297"/>
                </a:cubicBezTo>
                <a:cubicBezTo>
                  <a:pt x="3532" y="2312"/>
                  <a:pt x="3530" y="2326"/>
                  <a:pt x="3529" y="2339"/>
                </a:cubicBezTo>
                <a:lnTo>
                  <a:pt x="3529" y="2339"/>
                </a:lnTo>
                <a:cubicBezTo>
                  <a:pt x="3514" y="2409"/>
                  <a:pt x="3504" y="2477"/>
                  <a:pt x="3483" y="2546"/>
                </a:cubicBezTo>
                <a:cubicBezTo>
                  <a:pt x="3472" y="2582"/>
                  <a:pt x="3462" y="2618"/>
                  <a:pt x="3449" y="2651"/>
                </a:cubicBezTo>
                <a:cubicBezTo>
                  <a:pt x="3445" y="2663"/>
                  <a:pt x="3440" y="2676"/>
                  <a:pt x="3436" y="2688"/>
                </a:cubicBezTo>
                <a:lnTo>
                  <a:pt x="3436" y="2688"/>
                </a:lnTo>
                <a:cubicBezTo>
                  <a:pt x="3398" y="2751"/>
                  <a:pt x="3369" y="2818"/>
                  <a:pt x="3329" y="2881"/>
                </a:cubicBezTo>
                <a:cubicBezTo>
                  <a:pt x="3324" y="2889"/>
                  <a:pt x="3300" y="2922"/>
                  <a:pt x="3284" y="2945"/>
                </a:cubicBezTo>
                <a:lnTo>
                  <a:pt x="3284" y="2945"/>
                </a:lnTo>
                <a:cubicBezTo>
                  <a:pt x="3263" y="2968"/>
                  <a:pt x="3232" y="3005"/>
                  <a:pt x="3224" y="3014"/>
                </a:cubicBezTo>
                <a:cubicBezTo>
                  <a:pt x="3198" y="3041"/>
                  <a:pt x="3171" y="3069"/>
                  <a:pt x="3142" y="3094"/>
                </a:cubicBezTo>
                <a:cubicBezTo>
                  <a:pt x="3127" y="3106"/>
                  <a:pt x="3112" y="3119"/>
                  <a:pt x="3099" y="3132"/>
                </a:cubicBezTo>
                <a:cubicBezTo>
                  <a:pt x="3075" y="3154"/>
                  <a:pt x="3071" y="3163"/>
                  <a:pt x="3076" y="3163"/>
                </a:cubicBezTo>
                <a:cubicBezTo>
                  <a:pt x="3076" y="3163"/>
                  <a:pt x="3077" y="3163"/>
                  <a:pt x="3078" y="3162"/>
                </a:cubicBezTo>
                <a:lnTo>
                  <a:pt x="3078" y="3162"/>
                </a:lnTo>
                <a:cubicBezTo>
                  <a:pt x="3021" y="3203"/>
                  <a:pt x="2923" y="3245"/>
                  <a:pt x="2889" y="3262"/>
                </a:cubicBezTo>
                <a:cubicBezTo>
                  <a:pt x="2863" y="3275"/>
                  <a:pt x="2803" y="3296"/>
                  <a:pt x="2805" y="3296"/>
                </a:cubicBezTo>
                <a:cubicBezTo>
                  <a:pt x="2806" y="3296"/>
                  <a:pt x="2822" y="3291"/>
                  <a:pt x="2866" y="3277"/>
                </a:cubicBezTo>
                <a:lnTo>
                  <a:pt x="2866" y="3277"/>
                </a:lnTo>
                <a:cubicBezTo>
                  <a:pt x="2823" y="3292"/>
                  <a:pt x="2783" y="3309"/>
                  <a:pt x="2741" y="3323"/>
                </a:cubicBezTo>
                <a:cubicBezTo>
                  <a:pt x="2642" y="3355"/>
                  <a:pt x="2541" y="3376"/>
                  <a:pt x="2438" y="3395"/>
                </a:cubicBezTo>
                <a:cubicBezTo>
                  <a:pt x="2437" y="3395"/>
                  <a:pt x="2437" y="3395"/>
                  <a:pt x="2437" y="3395"/>
                </a:cubicBezTo>
                <a:lnTo>
                  <a:pt x="2437" y="3395"/>
                </a:lnTo>
                <a:cubicBezTo>
                  <a:pt x="2416" y="3397"/>
                  <a:pt x="2395" y="3400"/>
                  <a:pt x="2375" y="3401"/>
                </a:cubicBezTo>
                <a:cubicBezTo>
                  <a:pt x="2330" y="3403"/>
                  <a:pt x="2284" y="3406"/>
                  <a:pt x="2240" y="3406"/>
                </a:cubicBezTo>
                <a:cubicBezTo>
                  <a:pt x="2226" y="3406"/>
                  <a:pt x="2211" y="3406"/>
                  <a:pt x="2197" y="3406"/>
                </a:cubicBezTo>
                <a:cubicBezTo>
                  <a:pt x="2163" y="3406"/>
                  <a:pt x="2129" y="3405"/>
                  <a:pt x="2094" y="3403"/>
                </a:cubicBezTo>
                <a:cubicBezTo>
                  <a:pt x="2081" y="3402"/>
                  <a:pt x="2067" y="3400"/>
                  <a:pt x="2054" y="3398"/>
                </a:cubicBezTo>
                <a:lnTo>
                  <a:pt x="2054" y="3398"/>
                </a:lnTo>
                <a:cubicBezTo>
                  <a:pt x="1975" y="3376"/>
                  <a:pt x="1893" y="3365"/>
                  <a:pt x="1814" y="3340"/>
                </a:cubicBezTo>
                <a:cubicBezTo>
                  <a:pt x="1797" y="3334"/>
                  <a:pt x="1778" y="3326"/>
                  <a:pt x="1762" y="3321"/>
                </a:cubicBezTo>
                <a:cubicBezTo>
                  <a:pt x="1752" y="3318"/>
                  <a:pt x="1745" y="3316"/>
                  <a:pt x="1740" y="3315"/>
                </a:cubicBezTo>
                <a:lnTo>
                  <a:pt x="1740" y="3315"/>
                </a:lnTo>
                <a:cubicBezTo>
                  <a:pt x="1716" y="3301"/>
                  <a:pt x="1691" y="3283"/>
                  <a:pt x="1679" y="3277"/>
                </a:cubicBezTo>
                <a:cubicBezTo>
                  <a:pt x="1648" y="3258"/>
                  <a:pt x="1616" y="3241"/>
                  <a:pt x="1587" y="3220"/>
                </a:cubicBezTo>
                <a:cubicBezTo>
                  <a:pt x="1572" y="3210"/>
                  <a:pt x="1557" y="3199"/>
                  <a:pt x="1543" y="3191"/>
                </a:cubicBezTo>
                <a:cubicBezTo>
                  <a:pt x="1525" y="3180"/>
                  <a:pt x="1519" y="3175"/>
                  <a:pt x="1519" y="3175"/>
                </a:cubicBezTo>
                <a:lnTo>
                  <a:pt x="1519" y="3175"/>
                </a:lnTo>
                <a:cubicBezTo>
                  <a:pt x="1518" y="3175"/>
                  <a:pt x="1582" y="3218"/>
                  <a:pt x="1580" y="3218"/>
                </a:cubicBezTo>
                <a:cubicBezTo>
                  <a:pt x="1580" y="3218"/>
                  <a:pt x="1579" y="3218"/>
                  <a:pt x="1578" y="3218"/>
                </a:cubicBezTo>
                <a:cubicBezTo>
                  <a:pt x="1542" y="3218"/>
                  <a:pt x="1420" y="3070"/>
                  <a:pt x="1399" y="3045"/>
                </a:cubicBezTo>
                <a:cubicBezTo>
                  <a:pt x="1384" y="3030"/>
                  <a:pt x="1353" y="2977"/>
                  <a:pt x="1351" y="2977"/>
                </a:cubicBezTo>
                <a:lnTo>
                  <a:pt x="1351" y="2977"/>
                </a:lnTo>
                <a:cubicBezTo>
                  <a:pt x="1350" y="2977"/>
                  <a:pt x="1354" y="2985"/>
                  <a:pt x="1363" y="3005"/>
                </a:cubicBezTo>
                <a:cubicBezTo>
                  <a:pt x="1372" y="3025"/>
                  <a:pt x="1375" y="3032"/>
                  <a:pt x="1374" y="3032"/>
                </a:cubicBezTo>
                <a:cubicBezTo>
                  <a:pt x="1372" y="3032"/>
                  <a:pt x="1335" y="2962"/>
                  <a:pt x="1326" y="2946"/>
                </a:cubicBezTo>
                <a:cubicBezTo>
                  <a:pt x="1285" y="2881"/>
                  <a:pt x="1252" y="2814"/>
                  <a:pt x="1215" y="2746"/>
                </a:cubicBezTo>
                <a:lnTo>
                  <a:pt x="1215" y="2746"/>
                </a:lnTo>
                <a:cubicBezTo>
                  <a:pt x="1214" y="2743"/>
                  <a:pt x="1213" y="2740"/>
                  <a:pt x="1212" y="2736"/>
                </a:cubicBezTo>
                <a:cubicBezTo>
                  <a:pt x="1199" y="2702"/>
                  <a:pt x="1187" y="2668"/>
                  <a:pt x="1176" y="2635"/>
                </a:cubicBezTo>
                <a:cubicBezTo>
                  <a:pt x="1153" y="2559"/>
                  <a:pt x="1132" y="2481"/>
                  <a:pt x="1119" y="2403"/>
                </a:cubicBezTo>
                <a:cubicBezTo>
                  <a:pt x="1119" y="2401"/>
                  <a:pt x="1118" y="2399"/>
                  <a:pt x="1118" y="2397"/>
                </a:cubicBezTo>
                <a:lnTo>
                  <a:pt x="1118" y="2397"/>
                </a:lnTo>
                <a:cubicBezTo>
                  <a:pt x="1122" y="2365"/>
                  <a:pt x="1108" y="2315"/>
                  <a:pt x="1106" y="2283"/>
                </a:cubicBezTo>
                <a:cubicBezTo>
                  <a:pt x="1102" y="2203"/>
                  <a:pt x="1102" y="2123"/>
                  <a:pt x="1106" y="2043"/>
                </a:cubicBezTo>
                <a:cubicBezTo>
                  <a:pt x="1107" y="2033"/>
                  <a:pt x="1110" y="2004"/>
                  <a:pt x="1113" y="1978"/>
                </a:cubicBezTo>
                <a:lnTo>
                  <a:pt x="1113" y="1978"/>
                </a:lnTo>
                <a:cubicBezTo>
                  <a:pt x="1117" y="1953"/>
                  <a:pt x="1123" y="1911"/>
                  <a:pt x="1125" y="1899"/>
                </a:cubicBezTo>
                <a:cubicBezTo>
                  <a:pt x="1144" y="1813"/>
                  <a:pt x="1170" y="1731"/>
                  <a:pt x="1197" y="1647"/>
                </a:cubicBezTo>
                <a:cubicBezTo>
                  <a:pt x="1199" y="1642"/>
                  <a:pt x="1200" y="1637"/>
                  <a:pt x="1201" y="1634"/>
                </a:cubicBezTo>
                <a:lnTo>
                  <a:pt x="1201" y="1634"/>
                </a:lnTo>
                <a:cubicBezTo>
                  <a:pt x="1203" y="1630"/>
                  <a:pt x="1205" y="1626"/>
                  <a:pt x="1208" y="1621"/>
                </a:cubicBezTo>
                <a:cubicBezTo>
                  <a:pt x="1227" y="1583"/>
                  <a:pt x="1246" y="1543"/>
                  <a:pt x="1269" y="1507"/>
                </a:cubicBezTo>
                <a:cubicBezTo>
                  <a:pt x="1290" y="1470"/>
                  <a:pt x="1313" y="1434"/>
                  <a:pt x="1338" y="1398"/>
                </a:cubicBezTo>
                <a:cubicBezTo>
                  <a:pt x="1341" y="1394"/>
                  <a:pt x="1344" y="1390"/>
                  <a:pt x="1346" y="1386"/>
                </a:cubicBezTo>
                <a:lnTo>
                  <a:pt x="1346" y="1386"/>
                </a:lnTo>
                <a:cubicBezTo>
                  <a:pt x="1346" y="1386"/>
                  <a:pt x="1346" y="1386"/>
                  <a:pt x="1347" y="1385"/>
                </a:cubicBezTo>
                <a:cubicBezTo>
                  <a:pt x="1399" y="1329"/>
                  <a:pt x="1454" y="1275"/>
                  <a:pt x="1511" y="1223"/>
                </a:cubicBezTo>
                <a:lnTo>
                  <a:pt x="1511" y="1223"/>
                </a:lnTo>
                <a:cubicBezTo>
                  <a:pt x="1524" y="1213"/>
                  <a:pt x="1537" y="1203"/>
                  <a:pt x="1551" y="1194"/>
                </a:cubicBezTo>
                <a:cubicBezTo>
                  <a:pt x="1589" y="1170"/>
                  <a:pt x="1627" y="1147"/>
                  <a:pt x="1667" y="1126"/>
                </a:cubicBezTo>
                <a:cubicBezTo>
                  <a:pt x="1682" y="1119"/>
                  <a:pt x="1697" y="1111"/>
                  <a:pt x="1712" y="1103"/>
                </a:cubicBezTo>
                <a:lnTo>
                  <a:pt x="1712" y="1103"/>
                </a:lnTo>
                <a:cubicBezTo>
                  <a:pt x="1755" y="1090"/>
                  <a:pt x="1797" y="1075"/>
                  <a:pt x="1840" y="1063"/>
                </a:cubicBezTo>
                <a:cubicBezTo>
                  <a:pt x="1884" y="1050"/>
                  <a:pt x="1928" y="1042"/>
                  <a:pt x="1970" y="1031"/>
                </a:cubicBezTo>
                <a:cubicBezTo>
                  <a:pt x="1976" y="1030"/>
                  <a:pt x="1983" y="1028"/>
                  <a:pt x="1990" y="1026"/>
                </a:cubicBezTo>
                <a:lnTo>
                  <a:pt x="1990" y="1026"/>
                </a:lnTo>
                <a:cubicBezTo>
                  <a:pt x="2008" y="1025"/>
                  <a:pt x="2026" y="1024"/>
                  <a:pt x="2042" y="1023"/>
                </a:cubicBezTo>
                <a:cubicBezTo>
                  <a:pt x="2063" y="1021"/>
                  <a:pt x="2083" y="1018"/>
                  <a:pt x="2104" y="1015"/>
                </a:cubicBezTo>
                <a:lnTo>
                  <a:pt x="2104" y="1015"/>
                </a:lnTo>
                <a:cubicBezTo>
                  <a:pt x="2127" y="1013"/>
                  <a:pt x="2151" y="1010"/>
                  <a:pt x="2175" y="1006"/>
                </a:cubicBezTo>
                <a:cubicBezTo>
                  <a:pt x="2200" y="1002"/>
                  <a:pt x="2223" y="998"/>
                  <a:pt x="2248" y="996"/>
                </a:cubicBezTo>
                <a:lnTo>
                  <a:pt x="2248" y="996"/>
                </a:lnTo>
                <a:cubicBezTo>
                  <a:pt x="2202" y="1002"/>
                  <a:pt x="2186" y="1004"/>
                  <a:pt x="2186" y="1004"/>
                </a:cubicBezTo>
                <a:cubicBezTo>
                  <a:pt x="2187" y="1004"/>
                  <a:pt x="2227" y="999"/>
                  <a:pt x="2246" y="998"/>
                </a:cubicBezTo>
                <a:cubicBezTo>
                  <a:pt x="2293" y="996"/>
                  <a:pt x="2341" y="991"/>
                  <a:pt x="2387" y="989"/>
                </a:cubicBezTo>
                <a:close/>
                <a:moveTo>
                  <a:pt x="2431" y="0"/>
                </a:moveTo>
                <a:cubicBezTo>
                  <a:pt x="2283" y="0"/>
                  <a:pt x="2134" y="12"/>
                  <a:pt x="1987" y="33"/>
                </a:cubicBezTo>
                <a:lnTo>
                  <a:pt x="1987" y="33"/>
                </a:lnTo>
                <a:cubicBezTo>
                  <a:pt x="1519" y="79"/>
                  <a:pt x="1082" y="246"/>
                  <a:pt x="738" y="578"/>
                </a:cubicBezTo>
                <a:cubicBezTo>
                  <a:pt x="443" y="863"/>
                  <a:pt x="236" y="1259"/>
                  <a:pt x="158" y="1661"/>
                </a:cubicBezTo>
                <a:cubicBezTo>
                  <a:pt x="0" y="2477"/>
                  <a:pt x="228" y="3403"/>
                  <a:pt x="896" y="3941"/>
                </a:cubicBezTo>
                <a:cubicBezTo>
                  <a:pt x="1283" y="4251"/>
                  <a:pt x="1777" y="4404"/>
                  <a:pt x="2272" y="4404"/>
                </a:cubicBezTo>
                <a:cubicBezTo>
                  <a:pt x="2762" y="4404"/>
                  <a:pt x="3253" y="4255"/>
                  <a:pt x="3645" y="3962"/>
                </a:cubicBezTo>
                <a:cubicBezTo>
                  <a:pt x="4395" y="3401"/>
                  <a:pt x="4700" y="2409"/>
                  <a:pt x="4443" y="1512"/>
                </a:cubicBezTo>
                <a:cubicBezTo>
                  <a:pt x="4302" y="1025"/>
                  <a:pt x="4003" y="604"/>
                  <a:pt x="3582" y="321"/>
                </a:cubicBezTo>
                <a:cubicBezTo>
                  <a:pt x="3236" y="89"/>
                  <a:pt x="2836" y="0"/>
                  <a:pt x="243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86" name="Google Shape;9986;p13"/>
          <p:cNvSpPr/>
          <p:nvPr/>
        </p:nvSpPr>
        <p:spPr>
          <a:xfrm>
            <a:off x="6518075" y="833200"/>
            <a:ext cx="176025" cy="165050"/>
          </a:xfrm>
          <a:custGeom>
            <a:rect b="b" l="l" r="r" t="t"/>
            <a:pathLst>
              <a:path extrusionOk="0" h="6602" w="7041">
                <a:moveTo>
                  <a:pt x="4935" y="1378"/>
                </a:moveTo>
                <a:cubicBezTo>
                  <a:pt x="4939" y="1380"/>
                  <a:pt x="4948" y="1387"/>
                  <a:pt x="4965" y="1400"/>
                </a:cubicBezTo>
                <a:cubicBezTo>
                  <a:pt x="4955" y="1392"/>
                  <a:pt x="4945" y="1385"/>
                  <a:pt x="4935" y="1378"/>
                </a:cubicBezTo>
                <a:close/>
                <a:moveTo>
                  <a:pt x="1630" y="1762"/>
                </a:moveTo>
                <a:lnTo>
                  <a:pt x="1630" y="1762"/>
                </a:lnTo>
                <a:cubicBezTo>
                  <a:pt x="1621" y="1773"/>
                  <a:pt x="1618" y="1778"/>
                  <a:pt x="1618" y="1778"/>
                </a:cubicBezTo>
                <a:cubicBezTo>
                  <a:pt x="1618" y="1778"/>
                  <a:pt x="1623" y="1771"/>
                  <a:pt x="1630" y="1762"/>
                </a:cubicBezTo>
                <a:close/>
                <a:moveTo>
                  <a:pt x="3639" y="986"/>
                </a:moveTo>
                <a:cubicBezTo>
                  <a:pt x="4036" y="986"/>
                  <a:pt x="4418" y="1072"/>
                  <a:pt x="4734" y="1250"/>
                </a:cubicBezTo>
                <a:cubicBezTo>
                  <a:pt x="4786" y="1280"/>
                  <a:pt x="4839" y="1313"/>
                  <a:pt x="4890" y="1347"/>
                </a:cubicBezTo>
                <a:cubicBezTo>
                  <a:pt x="4906" y="1357"/>
                  <a:pt x="4921" y="1367"/>
                  <a:pt x="4935" y="1378"/>
                </a:cubicBezTo>
                <a:lnTo>
                  <a:pt x="4935" y="1378"/>
                </a:lnTo>
                <a:cubicBezTo>
                  <a:pt x="4934" y="1377"/>
                  <a:pt x="4933" y="1376"/>
                  <a:pt x="4933" y="1376"/>
                </a:cubicBezTo>
                <a:lnTo>
                  <a:pt x="4933" y="1376"/>
                </a:lnTo>
                <a:cubicBezTo>
                  <a:pt x="4934" y="1376"/>
                  <a:pt x="4964" y="1397"/>
                  <a:pt x="4972" y="1404"/>
                </a:cubicBezTo>
                <a:cubicBezTo>
                  <a:pt x="5081" y="1495"/>
                  <a:pt x="5182" y="1594"/>
                  <a:pt x="5275" y="1701"/>
                </a:cubicBezTo>
                <a:cubicBezTo>
                  <a:pt x="5296" y="1724"/>
                  <a:pt x="5315" y="1747"/>
                  <a:pt x="5332" y="1771"/>
                </a:cubicBezTo>
                <a:cubicBezTo>
                  <a:pt x="5336" y="1776"/>
                  <a:pt x="5339" y="1780"/>
                  <a:pt x="5342" y="1782"/>
                </a:cubicBezTo>
                <a:lnTo>
                  <a:pt x="5342" y="1782"/>
                </a:lnTo>
                <a:cubicBezTo>
                  <a:pt x="5378" y="1835"/>
                  <a:pt x="5414" y="1889"/>
                  <a:pt x="5446" y="1943"/>
                </a:cubicBezTo>
                <a:cubicBezTo>
                  <a:pt x="5477" y="1994"/>
                  <a:pt x="5507" y="2045"/>
                  <a:pt x="5534" y="2097"/>
                </a:cubicBezTo>
                <a:cubicBezTo>
                  <a:pt x="5548" y="2126"/>
                  <a:pt x="5603" y="2244"/>
                  <a:pt x="5604" y="2244"/>
                </a:cubicBezTo>
                <a:cubicBezTo>
                  <a:pt x="5605" y="2244"/>
                  <a:pt x="5604" y="2244"/>
                  <a:pt x="5604" y="2242"/>
                </a:cubicBezTo>
                <a:lnTo>
                  <a:pt x="5604" y="2242"/>
                </a:lnTo>
                <a:cubicBezTo>
                  <a:pt x="5646" y="2347"/>
                  <a:pt x="5682" y="2454"/>
                  <a:pt x="5711" y="2561"/>
                </a:cubicBezTo>
                <a:cubicBezTo>
                  <a:pt x="5726" y="2620"/>
                  <a:pt x="5741" y="2679"/>
                  <a:pt x="5751" y="2738"/>
                </a:cubicBezTo>
                <a:cubicBezTo>
                  <a:pt x="5756" y="2758"/>
                  <a:pt x="5778" y="2901"/>
                  <a:pt x="5781" y="2901"/>
                </a:cubicBezTo>
                <a:cubicBezTo>
                  <a:pt x="5781" y="2901"/>
                  <a:pt x="5781" y="2892"/>
                  <a:pt x="5779" y="2872"/>
                </a:cubicBezTo>
                <a:lnTo>
                  <a:pt x="5779" y="2872"/>
                </a:lnTo>
                <a:cubicBezTo>
                  <a:pt x="5793" y="2999"/>
                  <a:pt x="5800" y="3127"/>
                  <a:pt x="5800" y="3256"/>
                </a:cubicBezTo>
                <a:cubicBezTo>
                  <a:pt x="5798" y="3323"/>
                  <a:pt x="5796" y="3393"/>
                  <a:pt x="5791" y="3460"/>
                </a:cubicBezTo>
                <a:cubicBezTo>
                  <a:pt x="5787" y="3518"/>
                  <a:pt x="5781" y="3572"/>
                  <a:pt x="5780" y="3582"/>
                </a:cubicBezTo>
                <a:lnTo>
                  <a:pt x="5780" y="3582"/>
                </a:lnTo>
                <a:cubicBezTo>
                  <a:pt x="5759" y="3706"/>
                  <a:pt x="5734" y="3831"/>
                  <a:pt x="5699" y="3953"/>
                </a:cubicBezTo>
                <a:cubicBezTo>
                  <a:pt x="5682" y="4012"/>
                  <a:pt x="5663" y="4069"/>
                  <a:pt x="5642" y="4126"/>
                </a:cubicBezTo>
                <a:cubicBezTo>
                  <a:pt x="5631" y="4155"/>
                  <a:pt x="5621" y="4183"/>
                  <a:pt x="5610" y="4212"/>
                </a:cubicBezTo>
                <a:cubicBezTo>
                  <a:pt x="5606" y="4223"/>
                  <a:pt x="5602" y="4232"/>
                  <a:pt x="5600" y="4238"/>
                </a:cubicBezTo>
                <a:lnTo>
                  <a:pt x="5600" y="4238"/>
                </a:lnTo>
                <a:cubicBezTo>
                  <a:pt x="5597" y="4244"/>
                  <a:pt x="5593" y="4252"/>
                  <a:pt x="5589" y="4261"/>
                </a:cubicBezTo>
                <a:cubicBezTo>
                  <a:pt x="5534" y="4370"/>
                  <a:pt x="5477" y="4478"/>
                  <a:pt x="5412" y="4581"/>
                </a:cubicBezTo>
                <a:cubicBezTo>
                  <a:pt x="5311" y="4737"/>
                  <a:pt x="5324" y="4720"/>
                  <a:pt x="5189" y="4863"/>
                </a:cubicBezTo>
                <a:cubicBezTo>
                  <a:pt x="4814" y="5261"/>
                  <a:pt x="4355" y="5476"/>
                  <a:pt x="3756" y="5573"/>
                </a:cubicBezTo>
                <a:cubicBezTo>
                  <a:pt x="3620" y="5595"/>
                  <a:pt x="3482" y="5605"/>
                  <a:pt x="3344" y="5605"/>
                </a:cubicBezTo>
                <a:cubicBezTo>
                  <a:pt x="2954" y="5605"/>
                  <a:pt x="2572" y="5519"/>
                  <a:pt x="2265" y="5346"/>
                </a:cubicBezTo>
                <a:cubicBezTo>
                  <a:pt x="2214" y="5316"/>
                  <a:pt x="2164" y="5285"/>
                  <a:pt x="2113" y="5253"/>
                </a:cubicBezTo>
                <a:cubicBezTo>
                  <a:pt x="2098" y="5243"/>
                  <a:pt x="2015" y="5180"/>
                  <a:pt x="2013" y="5180"/>
                </a:cubicBezTo>
                <a:lnTo>
                  <a:pt x="2013" y="5180"/>
                </a:lnTo>
                <a:cubicBezTo>
                  <a:pt x="2013" y="5180"/>
                  <a:pt x="2019" y="5186"/>
                  <a:pt x="2037" y="5200"/>
                </a:cubicBezTo>
                <a:cubicBezTo>
                  <a:pt x="1930" y="5114"/>
                  <a:pt x="1831" y="5019"/>
                  <a:pt x="1740" y="4916"/>
                </a:cubicBezTo>
                <a:cubicBezTo>
                  <a:pt x="1728" y="4902"/>
                  <a:pt x="1675" y="4837"/>
                  <a:pt x="1657" y="4816"/>
                </a:cubicBezTo>
                <a:lnTo>
                  <a:pt x="1657" y="4816"/>
                </a:lnTo>
                <a:cubicBezTo>
                  <a:pt x="1647" y="4801"/>
                  <a:pt x="1584" y="4711"/>
                  <a:pt x="1570" y="4688"/>
                </a:cubicBezTo>
                <a:cubicBezTo>
                  <a:pt x="1500" y="4579"/>
                  <a:pt x="1439" y="4465"/>
                  <a:pt x="1382" y="4347"/>
                </a:cubicBezTo>
                <a:cubicBezTo>
                  <a:pt x="1372" y="4327"/>
                  <a:pt x="1369" y="4322"/>
                  <a:pt x="1368" y="4322"/>
                </a:cubicBezTo>
                <a:lnTo>
                  <a:pt x="1368" y="4322"/>
                </a:lnTo>
                <a:cubicBezTo>
                  <a:pt x="1368" y="4322"/>
                  <a:pt x="1368" y="4322"/>
                  <a:pt x="1368" y="4322"/>
                </a:cubicBezTo>
                <a:lnTo>
                  <a:pt x="1368" y="4322"/>
                </a:lnTo>
                <a:cubicBezTo>
                  <a:pt x="1366" y="4315"/>
                  <a:pt x="1360" y="4299"/>
                  <a:pt x="1348" y="4265"/>
                </a:cubicBezTo>
                <a:cubicBezTo>
                  <a:pt x="1329" y="4210"/>
                  <a:pt x="1308" y="4155"/>
                  <a:pt x="1291" y="4101"/>
                </a:cubicBezTo>
                <a:cubicBezTo>
                  <a:pt x="1251" y="3974"/>
                  <a:pt x="1220" y="3848"/>
                  <a:pt x="1197" y="3717"/>
                </a:cubicBezTo>
                <a:cubicBezTo>
                  <a:pt x="1192" y="3696"/>
                  <a:pt x="1179" y="3596"/>
                  <a:pt x="1178" y="3596"/>
                </a:cubicBezTo>
                <a:lnTo>
                  <a:pt x="1178" y="3596"/>
                </a:lnTo>
                <a:cubicBezTo>
                  <a:pt x="1178" y="3596"/>
                  <a:pt x="1179" y="3606"/>
                  <a:pt x="1182" y="3633"/>
                </a:cubicBezTo>
                <a:cubicBezTo>
                  <a:pt x="1173" y="3568"/>
                  <a:pt x="1167" y="3502"/>
                  <a:pt x="1165" y="3437"/>
                </a:cubicBezTo>
                <a:cubicBezTo>
                  <a:pt x="1157" y="3304"/>
                  <a:pt x="1157" y="3174"/>
                  <a:pt x="1165" y="3041"/>
                </a:cubicBezTo>
                <a:cubicBezTo>
                  <a:pt x="1167" y="3011"/>
                  <a:pt x="1179" y="2898"/>
                  <a:pt x="1181" y="2870"/>
                </a:cubicBezTo>
                <a:lnTo>
                  <a:pt x="1181" y="2870"/>
                </a:lnTo>
                <a:cubicBezTo>
                  <a:pt x="1186" y="2847"/>
                  <a:pt x="1203" y="2750"/>
                  <a:pt x="1209" y="2721"/>
                </a:cubicBezTo>
                <a:cubicBezTo>
                  <a:pt x="1239" y="2580"/>
                  <a:pt x="1281" y="2443"/>
                  <a:pt x="1327" y="2306"/>
                </a:cubicBezTo>
                <a:cubicBezTo>
                  <a:pt x="1342" y="2262"/>
                  <a:pt x="1345" y="2248"/>
                  <a:pt x="1346" y="2244"/>
                </a:cubicBezTo>
                <a:lnTo>
                  <a:pt x="1346" y="2244"/>
                </a:lnTo>
                <a:cubicBezTo>
                  <a:pt x="1348" y="2241"/>
                  <a:pt x="1355" y="2229"/>
                  <a:pt x="1376" y="2188"/>
                </a:cubicBezTo>
                <a:cubicBezTo>
                  <a:pt x="1407" y="2125"/>
                  <a:pt x="1439" y="2059"/>
                  <a:pt x="1475" y="1998"/>
                </a:cubicBezTo>
                <a:cubicBezTo>
                  <a:pt x="1511" y="1937"/>
                  <a:pt x="1551" y="1878"/>
                  <a:pt x="1588" y="1819"/>
                </a:cubicBezTo>
                <a:cubicBezTo>
                  <a:pt x="1603" y="1799"/>
                  <a:pt x="1618" y="1779"/>
                  <a:pt x="1632" y="1759"/>
                </a:cubicBezTo>
                <a:lnTo>
                  <a:pt x="1632" y="1759"/>
                </a:lnTo>
                <a:cubicBezTo>
                  <a:pt x="1639" y="1751"/>
                  <a:pt x="1646" y="1741"/>
                  <a:pt x="1654" y="1733"/>
                </a:cubicBezTo>
                <a:cubicBezTo>
                  <a:pt x="1744" y="1632"/>
                  <a:pt x="1839" y="1535"/>
                  <a:pt x="1945" y="1446"/>
                </a:cubicBezTo>
                <a:cubicBezTo>
                  <a:pt x="1949" y="1443"/>
                  <a:pt x="1952" y="1440"/>
                  <a:pt x="1955" y="1437"/>
                </a:cubicBezTo>
                <a:lnTo>
                  <a:pt x="1955" y="1437"/>
                </a:lnTo>
                <a:cubicBezTo>
                  <a:pt x="1958" y="1435"/>
                  <a:pt x="1960" y="1434"/>
                  <a:pt x="1963" y="1431"/>
                </a:cubicBezTo>
                <a:cubicBezTo>
                  <a:pt x="1993" y="1410"/>
                  <a:pt x="2022" y="1389"/>
                  <a:pt x="2054" y="1370"/>
                </a:cubicBezTo>
                <a:cubicBezTo>
                  <a:pt x="2115" y="1328"/>
                  <a:pt x="2180" y="1292"/>
                  <a:pt x="2246" y="1257"/>
                </a:cubicBezTo>
                <a:cubicBezTo>
                  <a:pt x="2372" y="1191"/>
                  <a:pt x="2412" y="1174"/>
                  <a:pt x="2604" y="1120"/>
                </a:cubicBezTo>
                <a:cubicBezTo>
                  <a:pt x="2802" y="1065"/>
                  <a:pt x="2859" y="1059"/>
                  <a:pt x="3023" y="1044"/>
                </a:cubicBezTo>
                <a:cubicBezTo>
                  <a:pt x="3046" y="1042"/>
                  <a:pt x="3069" y="1039"/>
                  <a:pt x="3092" y="1035"/>
                </a:cubicBezTo>
                <a:lnTo>
                  <a:pt x="3092" y="1035"/>
                </a:lnTo>
                <a:cubicBezTo>
                  <a:pt x="3113" y="1033"/>
                  <a:pt x="3134" y="1031"/>
                  <a:pt x="3156" y="1027"/>
                </a:cubicBezTo>
                <a:cubicBezTo>
                  <a:pt x="3317" y="1000"/>
                  <a:pt x="3479" y="986"/>
                  <a:pt x="3639" y="986"/>
                </a:cubicBezTo>
                <a:close/>
                <a:moveTo>
                  <a:pt x="3656" y="0"/>
                </a:moveTo>
                <a:cubicBezTo>
                  <a:pt x="3424" y="0"/>
                  <a:pt x="3191" y="20"/>
                  <a:pt x="2962" y="55"/>
                </a:cubicBezTo>
                <a:lnTo>
                  <a:pt x="2962" y="55"/>
                </a:lnTo>
                <a:cubicBezTo>
                  <a:pt x="1592" y="189"/>
                  <a:pt x="506" y="1128"/>
                  <a:pt x="238" y="2500"/>
                </a:cubicBezTo>
                <a:cubicBezTo>
                  <a:pt x="0" y="3730"/>
                  <a:pt x="360" y="5131"/>
                  <a:pt x="1367" y="5933"/>
                </a:cubicBezTo>
                <a:cubicBezTo>
                  <a:pt x="1934" y="6385"/>
                  <a:pt x="2656" y="6602"/>
                  <a:pt x="3382" y="6602"/>
                </a:cubicBezTo>
                <a:cubicBezTo>
                  <a:pt x="4138" y="6602"/>
                  <a:pt x="4898" y="6367"/>
                  <a:pt x="5494" y="5917"/>
                </a:cubicBezTo>
                <a:cubicBezTo>
                  <a:pt x="6607" y="5078"/>
                  <a:pt x="7041" y="3580"/>
                  <a:pt x="6659" y="2253"/>
                </a:cubicBezTo>
                <a:cubicBezTo>
                  <a:pt x="6453" y="1537"/>
                  <a:pt x="6015" y="905"/>
                  <a:pt x="5393" y="488"/>
                </a:cubicBezTo>
                <a:cubicBezTo>
                  <a:pt x="4872" y="137"/>
                  <a:pt x="4267" y="0"/>
                  <a:pt x="365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987" name="Google Shape;9987;p13"/>
          <p:cNvGrpSpPr/>
          <p:nvPr/>
        </p:nvGrpSpPr>
        <p:grpSpPr>
          <a:xfrm rot="6300357">
            <a:off x="7074685" y="581435"/>
            <a:ext cx="707993" cy="442801"/>
            <a:chOff x="1445125" y="3867675"/>
            <a:chExt cx="803300" cy="502950"/>
          </a:xfrm>
        </p:grpSpPr>
        <p:sp>
          <p:nvSpPr>
            <p:cNvPr id="9988" name="Google Shape;9988;p13"/>
            <p:cNvSpPr/>
            <p:nvPr/>
          </p:nvSpPr>
          <p:spPr>
            <a:xfrm>
              <a:off x="1445125" y="3867675"/>
              <a:ext cx="535450" cy="502950"/>
            </a:xfrm>
            <a:custGeom>
              <a:rect b="b" l="l" r="r" t="t"/>
              <a:pathLst>
                <a:path extrusionOk="0" h="20118" w="21418">
                  <a:moveTo>
                    <a:pt x="5846" y="993"/>
                  </a:moveTo>
                  <a:cubicBezTo>
                    <a:pt x="6726" y="993"/>
                    <a:pt x="7300" y="1814"/>
                    <a:pt x="7545" y="2688"/>
                  </a:cubicBezTo>
                  <a:cubicBezTo>
                    <a:pt x="7686" y="3200"/>
                    <a:pt x="7749" y="3726"/>
                    <a:pt x="7770" y="4255"/>
                  </a:cubicBezTo>
                  <a:cubicBezTo>
                    <a:pt x="7787" y="4700"/>
                    <a:pt x="7676" y="5216"/>
                    <a:pt x="7812" y="5641"/>
                  </a:cubicBezTo>
                  <a:cubicBezTo>
                    <a:pt x="8017" y="6280"/>
                    <a:pt x="8790" y="6621"/>
                    <a:pt x="9352" y="6861"/>
                  </a:cubicBezTo>
                  <a:cubicBezTo>
                    <a:pt x="10899" y="7523"/>
                    <a:pt x="12588" y="7895"/>
                    <a:pt x="14238" y="8195"/>
                  </a:cubicBezTo>
                  <a:cubicBezTo>
                    <a:pt x="14279" y="8202"/>
                    <a:pt x="14320" y="8206"/>
                    <a:pt x="14360" y="8206"/>
                  </a:cubicBezTo>
                  <a:cubicBezTo>
                    <a:pt x="14538" y="8206"/>
                    <a:pt x="14697" y="8128"/>
                    <a:pt x="14800" y="7965"/>
                  </a:cubicBezTo>
                  <a:cubicBezTo>
                    <a:pt x="15658" y="6602"/>
                    <a:pt x="16673" y="5266"/>
                    <a:pt x="17868" y="4181"/>
                  </a:cubicBezTo>
                  <a:cubicBezTo>
                    <a:pt x="18246" y="3837"/>
                    <a:pt x="19055" y="3130"/>
                    <a:pt x="19662" y="3130"/>
                  </a:cubicBezTo>
                  <a:cubicBezTo>
                    <a:pt x="19761" y="3130"/>
                    <a:pt x="19855" y="3149"/>
                    <a:pt x="19941" y="3191"/>
                  </a:cubicBezTo>
                  <a:cubicBezTo>
                    <a:pt x="19972" y="3206"/>
                    <a:pt x="20042" y="3282"/>
                    <a:pt x="20078" y="3334"/>
                  </a:cubicBezTo>
                  <a:cubicBezTo>
                    <a:pt x="20170" y="3474"/>
                    <a:pt x="20200" y="3554"/>
                    <a:pt x="20244" y="3703"/>
                  </a:cubicBezTo>
                  <a:cubicBezTo>
                    <a:pt x="20356" y="4074"/>
                    <a:pt x="20385" y="4459"/>
                    <a:pt x="20391" y="4845"/>
                  </a:cubicBezTo>
                  <a:cubicBezTo>
                    <a:pt x="20434" y="7253"/>
                    <a:pt x="19715" y="9724"/>
                    <a:pt x="18959" y="11987"/>
                  </a:cubicBezTo>
                  <a:cubicBezTo>
                    <a:pt x="18546" y="13223"/>
                    <a:pt x="18074" y="14443"/>
                    <a:pt x="17505" y="15619"/>
                  </a:cubicBezTo>
                  <a:cubicBezTo>
                    <a:pt x="16974" y="16720"/>
                    <a:pt x="16385" y="17795"/>
                    <a:pt x="15472" y="18631"/>
                  </a:cubicBezTo>
                  <a:cubicBezTo>
                    <a:pt x="15279" y="18808"/>
                    <a:pt x="15055" y="19008"/>
                    <a:pt x="14800" y="19090"/>
                  </a:cubicBezTo>
                  <a:cubicBezTo>
                    <a:pt x="14731" y="19114"/>
                    <a:pt x="14679" y="19127"/>
                    <a:pt x="14633" y="19127"/>
                  </a:cubicBezTo>
                  <a:cubicBezTo>
                    <a:pt x="14584" y="19127"/>
                    <a:pt x="14541" y="19112"/>
                    <a:pt x="14491" y="19078"/>
                  </a:cubicBezTo>
                  <a:cubicBezTo>
                    <a:pt x="14179" y="18859"/>
                    <a:pt x="14040" y="18279"/>
                    <a:pt x="13943" y="17913"/>
                  </a:cubicBezTo>
                  <a:cubicBezTo>
                    <a:pt x="13496" y="16204"/>
                    <a:pt x="13420" y="14392"/>
                    <a:pt x="13231" y="12644"/>
                  </a:cubicBezTo>
                  <a:cubicBezTo>
                    <a:pt x="13231" y="12642"/>
                    <a:pt x="13231" y="12641"/>
                    <a:pt x="13230" y="12640"/>
                  </a:cubicBezTo>
                  <a:lnTo>
                    <a:pt x="13230" y="12640"/>
                  </a:lnTo>
                  <a:cubicBezTo>
                    <a:pt x="13241" y="12479"/>
                    <a:pt x="13172" y="12316"/>
                    <a:pt x="12984" y="12214"/>
                  </a:cubicBezTo>
                  <a:cubicBezTo>
                    <a:pt x="12340" y="11860"/>
                    <a:pt x="11598" y="11675"/>
                    <a:pt x="10890" y="11496"/>
                  </a:cubicBezTo>
                  <a:cubicBezTo>
                    <a:pt x="10069" y="11291"/>
                    <a:pt x="9239" y="11119"/>
                    <a:pt x="8404" y="10971"/>
                  </a:cubicBezTo>
                  <a:cubicBezTo>
                    <a:pt x="7943" y="10890"/>
                    <a:pt x="7439" y="10757"/>
                    <a:pt x="6964" y="10757"/>
                  </a:cubicBezTo>
                  <a:cubicBezTo>
                    <a:pt x="6933" y="10757"/>
                    <a:pt x="6903" y="10757"/>
                    <a:pt x="6873" y="10758"/>
                  </a:cubicBezTo>
                  <a:cubicBezTo>
                    <a:pt x="6281" y="10782"/>
                    <a:pt x="5857" y="11237"/>
                    <a:pt x="5518" y="11671"/>
                  </a:cubicBezTo>
                  <a:cubicBezTo>
                    <a:pt x="4848" y="12532"/>
                    <a:pt x="4110" y="13945"/>
                    <a:pt x="2900" y="13945"/>
                  </a:cubicBezTo>
                  <a:cubicBezTo>
                    <a:pt x="2748" y="13945"/>
                    <a:pt x="2589" y="13923"/>
                    <a:pt x="2421" y="13874"/>
                  </a:cubicBezTo>
                  <a:cubicBezTo>
                    <a:pt x="1265" y="13539"/>
                    <a:pt x="1147" y="12161"/>
                    <a:pt x="1191" y="11150"/>
                  </a:cubicBezTo>
                  <a:cubicBezTo>
                    <a:pt x="1259" y="9547"/>
                    <a:pt x="1735" y="7959"/>
                    <a:pt x="2242" y="6446"/>
                  </a:cubicBezTo>
                  <a:cubicBezTo>
                    <a:pt x="2666" y="5186"/>
                    <a:pt x="3155" y="3943"/>
                    <a:pt x="3669" y="2717"/>
                  </a:cubicBezTo>
                  <a:cubicBezTo>
                    <a:pt x="4014" y="1894"/>
                    <a:pt x="4701" y="1150"/>
                    <a:pt x="5619" y="1011"/>
                  </a:cubicBezTo>
                  <a:cubicBezTo>
                    <a:pt x="5697" y="999"/>
                    <a:pt x="5772" y="993"/>
                    <a:pt x="5846" y="993"/>
                  </a:cubicBezTo>
                  <a:close/>
                  <a:moveTo>
                    <a:pt x="5851" y="1"/>
                  </a:moveTo>
                  <a:cubicBezTo>
                    <a:pt x="4753" y="1"/>
                    <a:pt x="3750" y="699"/>
                    <a:pt x="3144" y="1580"/>
                  </a:cubicBezTo>
                  <a:cubicBezTo>
                    <a:pt x="2849" y="2009"/>
                    <a:pt x="2683" y="2515"/>
                    <a:pt x="2487" y="2993"/>
                  </a:cubicBezTo>
                  <a:cubicBezTo>
                    <a:pt x="2217" y="3653"/>
                    <a:pt x="1954" y="4314"/>
                    <a:pt x="1705" y="4982"/>
                  </a:cubicBezTo>
                  <a:cubicBezTo>
                    <a:pt x="1113" y="6581"/>
                    <a:pt x="576" y="8224"/>
                    <a:pt x="323" y="9914"/>
                  </a:cubicBezTo>
                  <a:cubicBezTo>
                    <a:pt x="121" y="11253"/>
                    <a:pt x="1" y="12901"/>
                    <a:pt x="913" y="14026"/>
                  </a:cubicBezTo>
                  <a:cubicBezTo>
                    <a:pt x="1411" y="14639"/>
                    <a:pt x="2111" y="14918"/>
                    <a:pt x="2824" y="14918"/>
                  </a:cubicBezTo>
                  <a:cubicBezTo>
                    <a:pt x="3509" y="14918"/>
                    <a:pt x="4207" y="14660"/>
                    <a:pt x="4751" y="14192"/>
                  </a:cubicBezTo>
                  <a:cubicBezTo>
                    <a:pt x="5371" y="13659"/>
                    <a:pt x="5777" y="12949"/>
                    <a:pt x="6272" y="12311"/>
                  </a:cubicBezTo>
                  <a:cubicBezTo>
                    <a:pt x="6566" y="11931"/>
                    <a:pt x="6732" y="11776"/>
                    <a:pt x="7065" y="11776"/>
                  </a:cubicBezTo>
                  <a:cubicBezTo>
                    <a:pt x="7129" y="11776"/>
                    <a:pt x="7199" y="11782"/>
                    <a:pt x="7277" y="11793"/>
                  </a:cubicBezTo>
                  <a:cubicBezTo>
                    <a:pt x="8166" y="11915"/>
                    <a:pt x="9053" y="12094"/>
                    <a:pt x="9930" y="12292"/>
                  </a:cubicBezTo>
                  <a:cubicBezTo>
                    <a:pt x="10726" y="12472"/>
                    <a:pt x="11550" y="12626"/>
                    <a:pt x="12268" y="12966"/>
                  </a:cubicBezTo>
                  <a:lnTo>
                    <a:pt x="12268" y="12966"/>
                  </a:lnTo>
                  <a:cubicBezTo>
                    <a:pt x="12439" y="14633"/>
                    <a:pt x="12548" y="16332"/>
                    <a:pt x="12930" y="17963"/>
                  </a:cubicBezTo>
                  <a:cubicBezTo>
                    <a:pt x="13136" y="18845"/>
                    <a:pt x="13555" y="20118"/>
                    <a:pt x="14640" y="20118"/>
                  </a:cubicBezTo>
                  <a:cubicBezTo>
                    <a:pt x="14672" y="20118"/>
                    <a:pt x="14706" y="20116"/>
                    <a:pt x="14739" y="20114"/>
                  </a:cubicBezTo>
                  <a:cubicBezTo>
                    <a:pt x="15314" y="20074"/>
                    <a:pt x="15818" y="19674"/>
                    <a:pt x="16220" y="19295"/>
                  </a:cubicBezTo>
                  <a:cubicBezTo>
                    <a:pt x="16778" y="18770"/>
                    <a:pt x="17242" y="18165"/>
                    <a:pt x="17630" y="17506"/>
                  </a:cubicBezTo>
                  <a:cubicBezTo>
                    <a:pt x="18329" y="16326"/>
                    <a:pt x="18879" y="15058"/>
                    <a:pt x="19372" y="13779"/>
                  </a:cubicBezTo>
                  <a:cubicBezTo>
                    <a:pt x="20387" y="11140"/>
                    <a:pt x="21255" y="8266"/>
                    <a:pt x="21379" y="5422"/>
                  </a:cubicBezTo>
                  <a:cubicBezTo>
                    <a:pt x="21417" y="4558"/>
                    <a:pt x="21409" y="3509"/>
                    <a:pt x="20893" y="2768"/>
                  </a:cubicBezTo>
                  <a:cubicBezTo>
                    <a:pt x="20591" y="2334"/>
                    <a:pt x="20167" y="2169"/>
                    <a:pt x="19717" y="2169"/>
                  </a:cubicBezTo>
                  <a:cubicBezTo>
                    <a:pt x="19269" y="2169"/>
                    <a:pt x="18796" y="2332"/>
                    <a:pt x="18392" y="2557"/>
                  </a:cubicBezTo>
                  <a:cubicBezTo>
                    <a:pt x="17206" y="3219"/>
                    <a:pt x="16258" y="4331"/>
                    <a:pt x="15430" y="5382"/>
                  </a:cubicBezTo>
                  <a:cubicBezTo>
                    <a:pt x="14975" y="5959"/>
                    <a:pt x="14535" y="6551"/>
                    <a:pt x="14131" y="7165"/>
                  </a:cubicBezTo>
                  <a:lnTo>
                    <a:pt x="14131" y="7165"/>
                  </a:lnTo>
                  <a:cubicBezTo>
                    <a:pt x="12741" y="6903"/>
                    <a:pt x="11340" y="6572"/>
                    <a:pt x="10022" y="6067"/>
                  </a:cubicBezTo>
                  <a:cubicBezTo>
                    <a:pt x="9692" y="5938"/>
                    <a:pt x="9355" y="5795"/>
                    <a:pt x="9057" y="5599"/>
                  </a:cubicBezTo>
                  <a:cubicBezTo>
                    <a:pt x="8975" y="5544"/>
                    <a:pt x="8902" y="5490"/>
                    <a:pt x="8830" y="5420"/>
                  </a:cubicBezTo>
                  <a:cubicBezTo>
                    <a:pt x="8801" y="5393"/>
                    <a:pt x="8791" y="5386"/>
                    <a:pt x="8788" y="5385"/>
                  </a:cubicBezTo>
                  <a:lnTo>
                    <a:pt x="8788" y="5385"/>
                  </a:lnTo>
                  <a:cubicBezTo>
                    <a:pt x="8787" y="5381"/>
                    <a:pt x="8781" y="5370"/>
                    <a:pt x="8767" y="5346"/>
                  </a:cubicBezTo>
                  <a:cubicBezTo>
                    <a:pt x="8764" y="5342"/>
                    <a:pt x="8761" y="5338"/>
                    <a:pt x="8759" y="5334"/>
                  </a:cubicBezTo>
                  <a:lnTo>
                    <a:pt x="8759" y="5334"/>
                  </a:lnTo>
                  <a:cubicBezTo>
                    <a:pt x="8759" y="5333"/>
                    <a:pt x="8759" y="5331"/>
                    <a:pt x="8758" y="5329"/>
                  </a:cubicBezTo>
                  <a:cubicBezTo>
                    <a:pt x="8680" y="4813"/>
                    <a:pt x="8779" y="4238"/>
                    <a:pt x="8729" y="3712"/>
                  </a:cubicBezTo>
                  <a:cubicBezTo>
                    <a:pt x="8683" y="3244"/>
                    <a:pt x="8611" y="2774"/>
                    <a:pt x="8476" y="2325"/>
                  </a:cubicBezTo>
                  <a:cubicBezTo>
                    <a:pt x="8116" y="1129"/>
                    <a:pt x="7256" y="33"/>
                    <a:pt x="5914" y="2"/>
                  </a:cubicBezTo>
                  <a:cubicBezTo>
                    <a:pt x="5893" y="1"/>
                    <a:pt x="5872" y="1"/>
                    <a:pt x="585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89" name="Google Shape;9989;p13"/>
            <p:cNvSpPr/>
            <p:nvPr/>
          </p:nvSpPr>
          <p:spPr>
            <a:xfrm>
              <a:off x="1903525" y="4088100"/>
              <a:ext cx="344900" cy="185850"/>
            </a:xfrm>
            <a:custGeom>
              <a:rect b="b" l="l" r="r" t="t"/>
              <a:pathLst>
                <a:path extrusionOk="0" h="7434" w="13796">
                  <a:moveTo>
                    <a:pt x="2035" y="1"/>
                  </a:moveTo>
                  <a:cubicBezTo>
                    <a:pt x="1593" y="1"/>
                    <a:pt x="1301" y="661"/>
                    <a:pt x="1777" y="928"/>
                  </a:cubicBezTo>
                  <a:cubicBezTo>
                    <a:pt x="5023" y="2748"/>
                    <a:pt x="8420" y="4238"/>
                    <a:pt x="11476" y="6352"/>
                  </a:cubicBezTo>
                  <a:lnTo>
                    <a:pt x="11476" y="6352"/>
                  </a:lnTo>
                  <a:cubicBezTo>
                    <a:pt x="7847" y="6103"/>
                    <a:pt x="4252" y="5482"/>
                    <a:pt x="636" y="5110"/>
                  </a:cubicBezTo>
                  <a:cubicBezTo>
                    <a:pt x="615" y="5108"/>
                    <a:pt x="596" y="5107"/>
                    <a:pt x="577" y="5107"/>
                  </a:cubicBezTo>
                  <a:cubicBezTo>
                    <a:pt x="0" y="5107"/>
                    <a:pt x="24" y="6045"/>
                    <a:pt x="636" y="6106"/>
                  </a:cubicBezTo>
                  <a:cubicBezTo>
                    <a:pt x="4792" y="6534"/>
                    <a:pt x="8919" y="7290"/>
                    <a:pt x="13101" y="7434"/>
                  </a:cubicBezTo>
                  <a:cubicBezTo>
                    <a:pt x="13106" y="7434"/>
                    <a:pt x="13111" y="7434"/>
                    <a:pt x="13115" y="7434"/>
                  </a:cubicBezTo>
                  <a:cubicBezTo>
                    <a:pt x="13508" y="7434"/>
                    <a:pt x="13796" y="6851"/>
                    <a:pt x="13455" y="6582"/>
                  </a:cubicBezTo>
                  <a:cubicBezTo>
                    <a:pt x="11767" y="5262"/>
                    <a:pt x="9981" y="4109"/>
                    <a:pt x="8087" y="3106"/>
                  </a:cubicBezTo>
                  <a:cubicBezTo>
                    <a:pt x="6157" y="2083"/>
                    <a:pt x="4187" y="1139"/>
                    <a:pt x="2281" y="69"/>
                  </a:cubicBezTo>
                  <a:cubicBezTo>
                    <a:pt x="2197" y="21"/>
                    <a:pt x="2114" y="1"/>
                    <a:pt x="20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90" name="Google Shape;9990;p13"/>
            <p:cNvSpPr/>
            <p:nvPr/>
          </p:nvSpPr>
          <p:spPr>
            <a:xfrm>
              <a:off x="1462675" y="3884050"/>
              <a:ext cx="125100" cy="332450"/>
            </a:xfrm>
            <a:custGeom>
              <a:rect b="b" l="l" r="r" t="t"/>
              <a:pathLst>
                <a:path extrusionOk="0" h="13298" w="5004">
                  <a:moveTo>
                    <a:pt x="4226" y="0"/>
                  </a:moveTo>
                  <a:cubicBezTo>
                    <a:pt x="3978" y="0"/>
                    <a:pt x="3745" y="159"/>
                    <a:pt x="3776" y="478"/>
                  </a:cubicBezTo>
                  <a:cubicBezTo>
                    <a:pt x="3995" y="2762"/>
                    <a:pt x="3470" y="4910"/>
                    <a:pt x="2764" y="7066"/>
                  </a:cubicBezTo>
                  <a:cubicBezTo>
                    <a:pt x="2160" y="8913"/>
                    <a:pt x="1574" y="10906"/>
                    <a:pt x="310" y="12425"/>
                  </a:cubicBezTo>
                  <a:cubicBezTo>
                    <a:pt x="1" y="12799"/>
                    <a:pt x="333" y="13298"/>
                    <a:pt x="690" y="13298"/>
                  </a:cubicBezTo>
                  <a:cubicBezTo>
                    <a:pt x="802" y="13298"/>
                    <a:pt x="916" y="13249"/>
                    <a:pt x="1014" y="13131"/>
                  </a:cubicBezTo>
                  <a:cubicBezTo>
                    <a:pt x="2366" y="11506"/>
                    <a:pt x="3030" y="9452"/>
                    <a:pt x="3679" y="7474"/>
                  </a:cubicBezTo>
                  <a:cubicBezTo>
                    <a:pt x="4424" y="5193"/>
                    <a:pt x="5004" y="2899"/>
                    <a:pt x="4772" y="478"/>
                  </a:cubicBezTo>
                  <a:cubicBezTo>
                    <a:pt x="4741" y="160"/>
                    <a:pt x="4476" y="0"/>
                    <a:pt x="42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991" name="Google Shape;9991;p13"/>
          <p:cNvSpPr/>
          <p:nvPr/>
        </p:nvSpPr>
        <p:spPr>
          <a:xfrm>
            <a:off x="1973320" y="1386338"/>
            <a:ext cx="5587310" cy="2668524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 cap="flat" cmpd="sng" w="25400">
            <a:solidFill>
              <a:srgbClr val="BABA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92" name="Google Shape;9992;p13"/>
          <p:cNvSpPr txBox="1"/>
          <p:nvPr/>
        </p:nvSpPr>
        <p:spPr>
          <a:xfrm>
            <a:off x="3637449" y="995515"/>
            <a:ext cx="2259051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Place your work here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96" name="Shape 9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7" name="Google Shape;9997;p14"/>
          <p:cNvSpPr txBox="1"/>
          <p:nvPr>
            <p:ph idx="2" type="subTitle"/>
          </p:nvPr>
        </p:nvSpPr>
        <p:spPr>
          <a:xfrm>
            <a:off x="1541990" y="1264683"/>
            <a:ext cx="6088566" cy="302795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Gantari"/>
              <a:buChar char="●"/>
            </a:pPr>
            <a:r>
              <a:rPr b="1" lang="es"/>
              <a:t>UNIT TITLE: 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Gantari"/>
              <a:buChar char="●"/>
            </a:pPr>
            <a:r>
              <a:rPr b="1" lang="es"/>
              <a:t>SOI: </a:t>
            </a:r>
            <a:endParaRPr b="1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rial"/>
              <a:buChar char="●"/>
            </a:pPr>
            <a:r>
              <a:rPr b="1" lang="es"/>
              <a:t>PRODUCT:</a:t>
            </a:r>
            <a:r>
              <a:rPr lang="es"/>
              <a:t> Eg. Poster, presentation, article, etc.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rial"/>
              <a:buChar char="●"/>
            </a:pPr>
            <a:r>
              <a:rPr b="1" lang="es"/>
              <a:t>REFLECTION: </a:t>
            </a:r>
            <a:r>
              <a:rPr b="1" lang="es" sz="1100"/>
              <a:t>Use the following prompts to help you.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     What did you use to think before the lesson, how has your thinking changed after the lesson? 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     What are two things you learnt from the lesson?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     What strategies helped you understand the concept better? What challenges did you face?  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400"/>
              <a:buFont typeface="Arial"/>
              <a:buChar char="●"/>
            </a:pPr>
            <a:r>
              <a:rPr b="1" lang="es"/>
              <a:t>CONNECTION: </a:t>
            </a:r>
            <a:r>
              <a:rPr b="1" lang="es" sz="1100"/>
              <a:t>What connections can you make from the lesson to the real world? How will this lesson help you solve real life problems?</a:t>
            </a:r>
            <a:endParaRPr b="1" sz="1100"/>
          </a:p>
        </p:txBody>
      </p:sp>
      <p:sp>
        <p:nvSpPr>
          <p:cNvPr id="9998" name="Google Shape;9998;p14"/>
          <p:cNvSpPr/>
          <p:nvPr/>
        </p:nvSpPr>
        <p:spPr>
          <a:xfrm>
            <a:off x="7818975" y="1147025"/>
            <a:ext cx="117525" cy="110100"/>
          </a:xfrm>
          <a:custGeom>
            <a:rect b="b" l="l" r="r" t="t"/>
            <a:pathLst>
              <a:path extrusionOk="0" h="4404" w="4701">
                <a:moveTo>
                  <a:pt x="1951" y="1032"/>
                </a:moveTo>
                <a:cubicBezTo>
                  <a:pt x="1950" y="1033"/>
                  <a:pt x="1949" y="1033"/>
                  <a:pt x="1947" y="1033"/>
                </a:cubicBezTo>
                <a:cubicBezTo>
                  <a:pt x="1948" y="1033"/>
                  <a:pt x="1950" y="1033"/>
                  <a:pt x="1951" y="1032"/>
                </a:cubicBezTo>
                <a:close/>
                <a:moveTo>
                  <a:pt x="2857" y="1059"/>
                </a:moveTo>
                <a:cubicBezTo>
                  <a:pt x="2871" y="1059"/>
                  <a:pt x="2889" y="1066"/>
                  <a:pt x="2907" y="1075"/>
                </a:cubicBezTo>
                <a:lnTo>
                  <a:pt x="2907" y="1075"/>
                </a:lnTo>
                <a:cubicBezTo>
                  <a:pt x="2887" y="1068"/>
                  <a:pt x="2858" y="1059"/>
                  <a:pt x="2857" y="1059"/>
                </a:cubicBezTo>
                <a:close/>
                <a:moveTo>
                  <a:pt x="3091" y="1185"/>
                </a:moveTo>
                <a:cubicBezTo>
                  <a:pt x="3091" y="1185"/>
                  <a:pt x="3091" y="1185"/>
                  <a:pt x="3091" y="1185"/>
                </a:cubicBezTo>
                <a:lnTo>
                  <a:pt x="3091" y="1185"/>
                </a:lnTo>
                <a:cubicBezTo>
                  <a:pt x="3091" y="1185"/>
                  <a:pt x="3091" y="1185"/>
                  <a:pt x="3091" y="1185"/>
                </a:cubicBezTo>
                <a:close/>
                <a:moveTo>
                  <a:pt x="3104" y="1198"/>
                </a:moveTo>
                <a:cubicBezTo>
                  <a:pt x="3111" y="1203"/>
                  <a:pt x="3118" y="1208"/>
                  <a:pt x="3125" y="1213"/>
                </a:cubicBezTo>
                <a:cubicBezTo>
                  <a:pt x="3142" y="1224"/>
                  <a:pt x="3149" y="1229"/>
                  <a:pt x="3148" y="1229"/>
                </a:cubicBezTo>
                <a:cubicBezTo>
                  <a:pt x="3148" y="1229"/>
                  <a:pt x="3121" y="1211"/>
                  <a:pt x="3104" y="1198"/>
                </a:cubicBezTo>
                <a:close/>
                <a:moveTo>
                  <a:pt x="1747" y="3319"/>
                </a:moveTo>
                <a:cubicBezTo>
                  <a:pt x="1767" y="3326"/>
                  <a:pt x="1803" y="3338"/>
                  <a:pt x="1802" y="3338"/>
                </a:cubicBezTo>
                <a:cubicBezTo>
                  <a:pt x="1800" y="3339"/>
                  <a:pt x="1799" y="3339"/>
                  <a:pt x="1797" y="3339"/>
                </a:cubicBezTo>
                <a:cubicBezTo>
                  <a:pt x="1785" y="3339"/>
                  <a:pt x="1766" y="3330"/>
                  <a:pt x="1747" y="3319"/>
                </a:cubicBezTo>
                <a:close/>
                <a:moveTo>
                  <a:pt x="2463" y="3393"/>
                </a:moveTo>
                <a:cubicBezTo>
                  <a:pt x="2461" y="3393"/>
                  <a:pt x="2459" y="3393"/>
                  <a:pt x="2456" y="3393"/>
                </a:cubicBezTo>
                <a:lnTo>
                  <a:pt x="2456" y="3393"/>
                </a:lnTo>
                <a:cubicBezTo>
                  <a:pt x="2459" y="3393"/>
                  <a:pt x="2462" y="3393"/>
                  <a:pt x="2463" y="3393"/>
                </a:cubicBezTo>
                <a:close/>
                <a:moveTo>
                  <a:pt x="2387" y="989"/>
                </a:moveTo>
                <a:cubicBezTo>
                  <a:pt x="2440" y="989"/>
                  <a:pt x="2491" y="989"/>
                  <a:pt x="2541" y="993"/>
                </a:cubicBezTo>
                <a:cubicBezTo>
                  <a:pt x="2560" y="993"/>
                  <a:pt x="2582" y="997"/>
                  <a:pt x="2601" y="998"/>
                </a:cubicBezTo>
                <a:lnTo>
                  <a:pt x="2601" y="998"/>
                </a:lnTo>
                <a:cubicBezTo>
                  <a:pt x="2682" y="1018"/>
                  <a:pt x="2761" y="1029"/>
                  <a:pt x="2840" y="1057"/>
                </a:cubicBezTo>
                <a:cubicBezTo>
                  <a:pt x="2857" y="1061"/>
                  <a:pt x="2876" y="1069"/>
                  <a:pt x="2895" y="1076"/>
                </a:cubicBezTo>
                <a:cubicBezTo>
                  <a:pt x="2906" y="1079"/>
                  <a:pt x="2914" y="1081"/>
                  <a:pt x="2919" y="1082"/>
                </a:cubicBezTo>
                <a:lnTo>
                  <a:pt x="2919" y="1082"/>
                </a:lnTo>
                <a:cubicBezTo>
                  <a:pt x="2944" y="1096"/>
                  <a:pt x="2968" y="1113"/>
                  <a:pt x="2984" y="1122"/>
                </a:cubicBezTo>
                <a:cubicBezTo>
                  <a:pt x="3015" y="1139"/>
                  <a:pt x="3049" y="1160"/>
                  <a:pt x="3080" y="1181"/>
                </a:cubicBezTo>
                <a:cubicBezTo>
                  <a:pt x="3084" y="1184"/>
                  <a:pt x="3088" y="1186"/>
                  <a:pt x="3092" y="1189"/>
                </a:cubicBezTo>
                <a:lnTo>
                  <a:pt x="3092" y="1189"/>
                </a:lnTo>
                <a:cubicBezTo>
                  <a:pt x="3107" y="1217"/>
                  <a:pt x="3258" y="1347"/>
                  <a:pt x="3274" y="1366"/>
                </a:cubicBezTo>
                <a:cubicBezTo>
                  <a:pt x="3278" y="1370"/>
                  <a:pt x="3281" y="1374"/>
                  <a:pt x="3284" y="1378"/>
                </a:cubicBezTo>
                <a:lnTo>
                  <a:pt x="3284" y="1378"/>
                </a:lnTo>
                <a:cubicBezTo>
                  <a:pt x="3304" y="1410"/>
                  <a:pt x="3328" y="1440"/>
                  <a:pt x="3348" y="1474"/>
                </a:cubicBezTo>
                <a:cubicBezTo>
                  <a:pt x="3367" y="1503"/>
                  <a:pt x="3386" y="1535"/>
                  <a:pt x="3403" y="1569"/>
                </a:cubicBezTo>
                <a:cubicBezTo>
                  <a:pt x="3409" y="1579"/>
                  <a:pt x="3414" y="1591"/>
                  <a:pt x="3420" y="1604"/>
                </a:cubicBezTo>
                <a:lnTo>
                  <a:pt x="3420" y="1604"/>
                </a:lnTo>
                <a:cubicBezTo>
                  <a:pt x="3420" y="1602"/>
                  <a:pt x="3420" y="1600"/>
                  <a:pt x="3420" y="1598"/>
                </a:cubicBezTo>
                <a:lnTo>
                  <a:pt x="3420" y="1598"/>
                </a:lnTo>
                <a:cubicBezTo>
                  <a:pt x="3420" y="1600"/>
                  <a:pt x="3420" y="1602"/>
                  <a:pt x="3420" y="1604"/>
                </a:cubicBezTo>
                <a:lnTo>
                  <a:pt x="3420" y="1604"/>
                </a:lnTo>
                <a:cubicBezTo>
                  <a:pt x="3420" y="1604"/>
                  <a:pt x="3420" y="1604"/>
                  <a:pt x="3420" y="1604"/>
                </a:cubicBezTo>
                <a:lnTo>
                  <a:pt x="3420" y="1604"/>
                </a:lnTo>
                <a:cubicBezTo>
                  <a:pt x="3420" y="1621"/>
                  <a:pt x="3423" y="1634"/>
                  <a:pt x="3427" y="1644"/>
                </a:cubicBezTo>
                <a:lnTo>
                  <a:pt x="3427" y="1644"/>
                </a:lnTo>
                <a:cubicBezTo>
                  <a:pt x="3423" y="1630"/>
                  <a:pt x="3420" y="1616"/>
                  <a:pt x="3420" y="1604"/>
                </a:cubicBezTo>
                <a:lnTo>
                  <a:pt x="3420" y="1604"/>
                </a:lnTo>
                <a:cubicBezTo>
                  <a:pt x="3422" y="1608"/>
                  <a:pt x="3424" y="1613"/>
                  <a:pt x="3426" y="1617"/>
                </a:cubicBezTo>
                <a:cubicBezTo>
                  <a:pt x="3442" y="1646"/>
                  <a:pt x="3443" y="1659"/>
                  <a:pt x="3439" y="1659"/>
                </a:cubicBezTo>
                <a:cubicBezTo>
                  <a:pt x="3436" y="1659"/>
                  <a:pt x="3432" y="1654"/>
                  <a:pt x="3427" y="1644"/>
                </a:cubicBezTo>
                <a:lnTo>
                  <a:pt x="3427" y="1644"/>
                </a:lnTo>
                <a:cubicBezTo>
                  <a:pt x="3443" y="1697"/>
                  <a:pt x="3479" y="1760"/>
                  <a:pt x="3491" y="1802"/>
                </a:cubicBezTo>
                <a:cubicBezTo>
                  <a:pt x="3500" y="1838"/>
                  <a:pt x="3508" y="1874"/>
                  <a:pt x="3517" y="1910"/>
                </a:cubicBezTo>
                <a:cubicBezTo>
                  <a:pt x="3521" y="1933"/>
                  <a:pt x="3525" y="1954"/>
                  <a:pt x="3529" y="1977"/>
                </a:cubicBezTo>
                <a:cubicBezTo>
                  <a:pt x="3534" y="2005"/>
                  <a:pt x="3537" y="2015"/>
                  <a:pt x="3538" y="2015"/>
                </a:cubicBezTo>
                <a:cubicBezTo>
                  <a:pt x="3540" y="2015"/>
                  <a:pt x="3530" y="1942"/>
                  <a:pt x="3525" y="1939"/>
                </a:cubicBezTo>
                <a:lnTo>
                  <a:pt x="3525" y="1939"/>
                </a:lnTo>
                <a:cubicBezTo>
                  <a:pt x="3550" y="1954"/>
                  <a:pt x="3538" y="2142"/>
                  <a:pt x="3538" y="2173"/>
                </a:cubicBezTo>
                <a:cubicBezTo>
                  <a:pt x="3538" y="2215"/>
                  <a:pt x="3535" y="2257"/>
                  <a:pt x="3533" y="2297"/>
                </a:cubicBezTo>
                <a:cubicBezTo>
                  <a:pt x="3532" y="2312"/>
                  <a:pt x="3530" y="2326"/>
                  <a:pt x="3529" y="2339"/>
                </a:cubicBezTo>
                <a:lnTo>
                  <a:pt x="3529" y="2339"/>
                </a:lnTo>
                <a:cubicBezTo>
                  <a:pt x="3514" y="2409"/>
                  <a:pt x="3504" y="2477"/>
                  <a:pt x="3483" y="2546"/>
                </a:cubicBezTo>
                <a:cubicBezTo>
                  <a:pt x="3472" y="2582"/>
                  <a:pt x="3462" y="2618"/>
                  <a:pt x="3449" y="2651"/>
                </a:cubicBezTo>
                <a:cubicBezTo>
                  <a:pt x="3445" y="2663"/>
                  <a:pt x="3440" y="2676"/>
                  <a:pt x="3436" y="2688"/>
                </a:cubicBezTo>
                <a:lnTo>
                  <a:pt x="3436" y="2688"/>
                </a:lnTo>
                <a:cubicBezTo>
                  <a:pt x="3398" y="2751"/>
                  <a:pt x="3369" y="2818"/>
                  <a:pt x="3329" y="2881"/>
                </a:cubicBezTo>
                <a:cubicBezTo>
                  <a:pt x="3324" y="2889"/>
                  <a:pt x="3300" y="2922"/>
                  <a:pt x="3284" y="2945"/>
                </a:cubicBezTo>
                <a:lnTo>
                  <a:pt x="3284" y="2945"/>
                </a:lnTo>
                <a:cubicBezTo>
                  <a:pt x="3263" y="2968"/>
                  <a:pt x="3232" y="3005"/>
                  <a:pt x="3224" y="3014"/>
                </a:cubicBezTo>
                <a:cubicBezTo>
                  <a:pt x="3198" y="3041"/>
                  <a:pt x="3171" y="3069"/>
                  <a:pt x="3142" y="3094"/>
                </a:cubicBezTo>
                <a:cubicBezTo>
                  <a:pt x="3127" y="3106"/>
                  <a:pt x="3112" y="3119"/>
                  <a:pt x="3099" y="3132"/>
                </a:cubicBezTo>
                <a:cubicBezTo>
                  <a:pt x="3075" y="3154"/>
                  <a:pt x="3071" y="3163"/>
                  <a:pt x="3076" y="3163"/>
                </a:cubicBezTo>
                <a:cubicBezTo>
                  <a:pt x="3076" y="3163"/>
                  <a:pt x="3077" y="3163"/>
                  <a:pt x="3078" y="3162"/>
                </a:cubicBezTo>
                <a:lnTo>
                  <a:pt x="3078" y="3162"/>
                </a:lnTo>
                <a:cubicBezTo>
                  <a:pt x="3021" y="3203"/>
                  <a:pt x="2923" y="3245"/>
                  <a:pt x="2889" y="3262"/>
                </a:cubicBezTo>
                <a:cubicBezTo>
                  <a:pt x="2863" y="3275"/>
                  <a:pt x="2803" y="3296"/>
                  <a:pt x="2805" y="3296"/>
                </a:cubicBezTo>
                <a:cubicBezTo>
                  <a:pt x="2806" y="3296"/>
                  <a:pt x="2822" y="3291"/>
                  <a:pt x="2866" y="3277"/>
                </a:cubicBezTo>
                <a:lnTo>
                  <a:pt x="2866" y="3277"/>
                </a:lnTo>
                <a:cubicBezTo>
                  <a:pt x="2823" y="3292"/>
                  <a:pt x="2783" y="3309"/>
                  <a:pt x="2741" y="3323"/>
                </a:cubicBezTo>
                <a:cubicBezTo>
                  <a:pt x="2642" y="3355"/>
                  <a:pt x="2541" y="3376"/>
                  <a:pt x="2438" y="3395"/>
                </a:cubicBezTo>
                <a:cubicBezTo>
                  <a:pt x="2437" y="3395"/>
                  <a:pt x="2437" y="3395"/>
                  <a:pt x="2437" y="3395"/>
                </a:cubicBezTo>
                <a:lnTo>
                  <a:pt x="2437" y="3395"/>
                </a:lnTo>
                <a:cubicBezTo>
                  <a:pt x="2416" y="3397"/>
                  <a:pt x="2395" y="3400"/>
                  <a:pt x="2375" y="3401"/>
                </a:cubicBezTo>
                <a:cubicBezTo>
                  <a:pt x="2330" y="3403"/>
                  <a:pt x="2284" y="3406"/>
                  <a:pt x="2240" y="3406"/>
                </a:cubicBezTo>
                <a:cubicBezTo>
                  <a:pt x="2226" y="3406"/>
                  <a:pt x="2211" y="3406"/>
                  <a:pt x="2197" y="3406"/>
                </a:cubicBezTo>
                <a:cubicBezTo>
                  <a:pt x="2163" y="3406"/>
                  <a:pt x="2129" y="3405"/>
                  <a:pt x="2094" y="3403"/>
                </a:cubicBezTo>
                <a:cubicBezTo>
                  <a:pt x="2081" y="3402"/>
                  <a:pt x="2067" y="3400"/>
                  <a:pt x="2054" y="3398"/>
                </a:cubicBezTo>
                <a:lnTo>
                  <a:pt x="2054" y="3398"/>
                </a:lnTo>
                <a:cubicBezTo>
                  <a:pt x="1975" y="3376"/>
                  <a:pt x="1893" y="3365"/>
                  <a:pt x="1814" y="3340"/>
                </a:cubicBezTo>
                <a:cubicBezTo>
                  <a:pt x="1797" y="3334"/>
                  <a:pt x="1778" y="3326"/>
                  <a:pt x="1762" y="3321"/>
                </a:cubicBezTo>
                <a:cubicBezTo>
                  <a:pt x="1752" y="3318"/>
                  <a:pt x="1745" y="3316"/>
                  <a:pt x="1740" y="3315"/>
                </a:cubicBezTo>
                <a:lnTo>
                  <a:pt x="1740" y="3315"/>
                </a:lnTo>
                <a:cubicBezTo>
                  <a:pt x="1716" y="3301"/>
                  <a:pt x="1691" y="3283"/>
                  <a:pt x="1679" y="3277"/>
                </a:cubicBezTo>
                <a:cubicBezTo>
                  <a:pt x="1648" y="3258"/>
                  <a:pt x="1616" y="3241"/>
                  <a:pt x="1587" y="3220"/>
                </a:cubicBezTo>
                <a:cubicBezTo>
                  <a:pt x="1572" y="3210"/>
                  <a:pt x="1557" y="3199"/>
                  <a:pt x="1543" y="3191"/>
                </a:cubicBezTo>
                <a:cubicBezTo>
                  <a:pt x="1525" y="3180"/>
                  <a:pt x="1519" y="3175"/>
                  <a:pt x="1519" y="3175"/>
                </a:cubicBezTo>
                <a:lnTo>
                  <a:pt x="1519" y="3175"/>
                </a:lnTo>
                <a:cubicBezTo>
                  <a:pt x="1518" y="3175"/>
                  <a:pt x="1582" y="3218"/>
                  <a:pt x="1580" y="3218"/>
                </a:cubicBezTo>
                <a:cubicBezTo>
                  <a:pt x="1580" y="3218"/>
                  <a:pt x="1579" y="3218"/>
                  <a:pt x="1578" y="3218"/>
                </a:cubicBezTo>
                <a:cubicBezTo>
                  <a:pt x="1542" y="3218"/>
                  <a:pt x="1420" y="3070"/>
                  <a:pt x="1399" y="3045"/>
                </a:cubicBezTo>
                <a:cubicBezTo>
                  <a:pt x="1384" y="3030"/>
                  <a:pt x="1353" y="2977"/>
                  <a:pt x="1351" y="2977"/>
                </a:cubicBezTo>
                <a:lnTo>
                  <a:pt x="1351" y="2977"/>
                </a:lnTo>
                <a:cubicBezTo>
                  <a:pt x="1350" y="2977"/>
                  <a:pt x="1354" y="2985"/>
                  <a:pt x="1363" y="3005"/>
                </a:cubicBezTo>
                <a:cubicBezTo>
                  <a:pt x="1372" y="3025"/>
                  <a:pt x="1375" y="3032"/>
                  <a:pt x="1374" y="3032"/>
                </a:cubicBezTo>
                <a:cubicBezTo>
                  <a:pt x="1372" y="3032"/>
                  <a:pt x="1335" y="2962"/>
                  <a:pt x="1326" y="2946"/>
                </a:cubicBezTo>
                <a:cubicBezTo>
                  <a:pt x="1285" y="2881"/>
                  <a:pt x="1252" y="2814"/>
                  <a:pt x="1215" y="2746"/>
                </a:cubicBezTo>
                <a:lnTo>
                  <a:pt x="1215" y="2746"/>
                </a:lnTo>
                <a:cubicBezTo>
                  <a:pt x="1214" y="2743"/>
                  <a:pt x="1213" y="2740"/>
                  <a:pt x="1212" y="2736"/>
                </a:cubicBezTo>
                <a:cubicBezTo>
                  <a:pt x="1199" y="2702"/>
                  <a:pt x="1187" y="2668"/>
                  <a:pt x="1176" y="2635"/>
                </a:cubicBezTo>
                <a:cubicBezTo>
                  <a:pt x="1153" y="2559"/>
                  <a:pt x="1132" y="2481"/>
                  <a:pt x="1119" y="2403"/>
                </a:cubicBezTo>
                <a:cubicBezTo>
                  <a:pt x="1119" y="2401"/>
                  <a:pt x="1118" y="2399"/>
                  <a:pt x="1118" y="2397"/>
                </a:cubicBezTo>
                <a:lnTo>
                  <a:pt x="1118" y="2397"/>
                </a:lnTo>
                <a:cubicBezTo>
                  <a:pt x="1122" y="2365"/>
                  <a:pt x="1108" y="2315"/>
                  <a:pt x="1106" y="2283"/>
                </a:cubicBezTo>
                <a:cubicBezTo>
                  <a:pt x="1102" y="2203"/>
                  <a:pt x="1102" y="2123"/>
                  <a:pt x="1106" y="2043"/>
                </a:cubicBezTo>
                <a:cubicBezTo>
                  <a:pt x="1107" y="2033"/>
                  <a:pt x="1110" y="2004"/>
                  <a:pt x="1113" y="1978"/>
                </a:cubicBezTo>
                <a:lnTo>
                  <a:pt x="1113" y="1978"/>
                </a:lnTo>
                <a:cubicBezTo>
                  <a:pt x="1117" y="1953"/>
                  <a:pt x="1123" y="1911"/>
                  <a:pt x="1125" y="1899"/>
                </a:cubicBezTo>
                <a:cubicBezTo>
                  <a:pt x="1144" y="1813"/>
                  <a:pt x="1170" y="1731"/>
                  <a:pt x="1197" y="1647"/>
                </a:cubicBezTo>
                <a:cubicBezTo>
                  <a:pt x="1199" y="1642"/>
                  <a:pt x="1200" y="1637"/>
                  <a:pt x="1201" y="1634"/>
                </a:cubicBezTo>
                <a:lnTo>
                  <a:pt x="1201" y="1634"/>
                </a:lnTo>
                <a:cubicBezTo>
                  <a:pt x="1203" y="1630"/>
                  <a:pt x="1205" y="1626"/>
                  <a:pt x="1208" y="1621"/>
                </a:cubicBezTo>
                <a:cubicBezTo>
                  <a:pt x="1227" y="1583"/>
                  <a:pt x="1246" y="1543"/>
                  <a:pt x="1269" y="1507"/>
                </a:cubicBezTo>
                <a:cubicBezTo>
                  <a:pt x="1290" y="1470"/>
                  <a:pt x="1313" y="1434"/>
                  <a:pt x="1338" y="1398"/>
                </a:cubicBezTo>
                <a:cubicBezTo>
                  <a:pt x="1341" y="1394"/>
                  <a:pt x="1344" y="1390"/>
                  <a:pt x="1346" y="1386"/>
                </a:cubicBezTo>
                <a:lnTo>
                  <a:pt x="1346" y="1386"/>
                </a:lnTo>
                <a:cubicBezTo>
                  <a:pt x="1346" y="1386"/>
                  <a:pt x="1346" y="1386"/>
                  <a:pt x="1347" y="1385"/>
                </a:cubicBezTo>
                <a:cubicBezTo>
                  <a:pt x="1399" y="1329"/>
                  <a:pt x="1454" y="1275"/>
                  <a:pt x="1511" y="1223"/>
                </a:cubicBezTo>
                <a:lnTo>
                  <a:pt x="1511" y="1223"/>
                </a:lnTo>
                <a:cubicBezTo>
                  <a:pt x="1524" y="1213"/>
                  <a:pt x="1537" y="1203"/>
                  <a:pt x="1551" y="1194"/>
                </a:cubicBezTo>
                <a:cubicBezTo>
                  <a:pt x="1589" y="1170"/>
                  <a:pt x="1627" y="1147"/>
                  <a:pt x="1667" y="1126"/>
                </a:cubicBezTo>
                <a:cubicBezTo>
                  <a:pt x="1682" y="1119"/>
                  <a:pt x="1697" y="1111"/>
                  <a:pt x="1712" y="1103"/>
                </a:cubicBezTo>
                <a:lnTo>
                  <a:pt x="1712" y="1103"/>
                </a:lnTo>
                <a:cubicBezTo>
                  <a:pt x="1755" y="1090"/>
                  <a:pt x="1797" y="1075"/>
                  <a:pt x="1840" y="1063"/>
                </a:cubicBezTo>
                <a:cubicBezTo>
                  <a:pt x="1884" y="1050"/>
                  <a:pt x="1928" y="1042"/>
                  <a:pt x="1970" y="1031"/>
                </a:cubicBezTo>
                <a:cubicBezTo>
                  <a:pt x="1976" y="1030"/>
                  <a:pt x="1983" y="1028"/>
                  <a:pt x="1990" y="1026"/>
                </a:cubicBezTo>
                <a:lnTo>
                  <a:pt x="1990" y="1026"/>
                </a:lnTo>
                <a:cubicBezTo>
                  <a:pt x="2008" y="1025"/>
                  <a:pt x="2026" y="1024"/>
                  <a:pt x="2042" y="1023"/>
                </a:cubicBezTo>
                <a:cubicBezTo>
                  <a:pt x="2063" y="1021"/>
                  <a:pt x="2083" y="1018"/>
                  <a:pt x="2104" y="1015"/>
                </a:cubicBezTo>
                <a:lnTo>
                  <a:pt x="2104" y="1015"/>
                </a:lnTo>
                <a:cubicBezTo>
                  <a:pt x="2127" y="1013"/>
                  <a:pt x="2151" y="1010"/>
                  <a:pt x="2175" y="1006"/>
                </a:cubicBezTo>
                <a:cubicBezTo>
                  <a:pt x="2200" y="1002"/>
                  <a:pt x="2223" y="998"/>
                  <a:pt x="2248" y="996"/>
                </a:cubicBezTo>
                <a:lnTo>
                  <a:pt x="2248" y="996"/>
                </a:lnTo>
                <a:cubicBezTo>
                  <a:pt x="2202" y="1002"/>
                  <a:pt x="2186" y="1004"/>
                  <a:pt x="2186" y="1004"/>
                </a:cubicBezTo>
                <a:cubicBezTo>
                  <a:pt x="2187" y="1004"/>
                  <a:pt x="2227" y="999"/>
                  <a:pt x="2246" y="998"/>
                </a:cubicBezTo>
                <a:cubicBezTo>
                  <a:pt x="2293" y="996"/>
                  <a:pt x="2341" y="991"/>
                  <a:pt x="2387" y="989"/>
                </a:cubicBezTo>
                <a:close/>
                <a:moveTo>
                  <a:pt x="2431" y="0"/>
                </a:moveTo>
                <a:cubicBezTo>
                  <a:pt x="2283" y="0"/>
                  <a:pt x="2134" y="12"/>
                  <a:pt x="1987" y="33"/>
                </a:cubicBezTo>
                <a:lnTo>
                  <a:pt x="1987" y="33"/>
                </a:lnTo>
                <a:cubicBezTo>
                  <a:pt x="1519" y="79"/>
                  <a:pt x="1082" y="246"/>
                  <a:pt x="738" y="578"/>
                </a:cubicBezTo>
                <a:cubicBezTo>
                  <a:pt x="443" y="863"/>
                  <a:pt x="236" y="1259"/>
                  <a:pt x="158" y="1661"/>
                </a:cubicBezTo>
                <a:cubicBezTo>
                  <a:pt x="0" y="2477"/>
                  <a:pt x="228" y="3403"/>
                  <a:pt x="896" y="3941"/>
                </a:cubicBezTo>
                <a:cubicBezTo>
                  <a:pt x="1283" y="4251"/>
                  <a:pt x="1777" y="4404"/>
                  <a:pt x="2272" y="4404"/>
                </a:cubicBezTo>
                <a:cubicBezTo>
                  <a:pt x="2762" y="4404"/>
                  <a:pt x="3253" y="4255"/>
                  <a:pt x="3645" y="3962"/>
                </a:cubicBezTo>
                <a:cubicBezTo>
                  <a:pt x="4395" y="3401"/>
                  <a:pt x="4700" y="2409"/>
                  <a:pt x="4443" y="1512"/>
                </a:cubicBezTo>
                <a:cubicBezTo>
                  <a:pt x="4302" y="1025"/>
                  <a:pt x="4003" y="604"/>
                  <a:pt x="3582" y="321"/>
                </a:cubicBezTo>
                <a:cubicBezTo>
                  <a:pt x="3236" y="89"/>
                  <a:pt x="2836" y="0"/>
                  <a:pt x="243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99" name="Google Shape;9999;p14"/>
          <p:cNvSpPr/>
          <p:nvPr/>
        </p:nvSpPr>
        <p:spPr>
          <a:xfrm>
            <a:off x="6518075" y="833200"/>
            <a:ext cx="176025" cy="165050"/>
          </a:xfrm>
          <a:custGeom>
            <a:rect b="b" l="l" r="r" t="t"/>
            <a:pathLst>
              <a:path extrusionOk="0" h="6602" w="7041">
                <a:moveTo>
                  <a:pt x="4935" y="1378"/>
                </a:moveTo>
                <a:cubicBezTo>
                  <a:pt x="4939" y="1380"/>
                  <a:pt x="4948" y="1387"/>
                  <a:pt x="4965" y="1400"/>
                </a:cubicBezTo>
                <a:cubicBezTo>
                  <a:pt x="4955" y="1392"/>
                  <a:pt x="4945" y="1385"/>
                  <a:pt x="4935" y="1378"/>
                </a:cubicBezTo>
                <a:close/>
                <a:moveTo>
                  <a:pt x="1630" y="1762"/>
                </a:moveTo>
                <a:lnTo>
                  <a:pt x="1630" y="1762"/>
                </a:lnTo>
                <a:cubicBezTo>
                  <a:pt x="1621" y="1773"/>
                  <a:pt x="1618" y="1778"/>
                  <a:pt x="1618" y="1778"/>
                </a:cubicBezTo>
                <a:cubicBezTo>
                  <a:pt x="1618" y="1778"/>
                  <a:pt x="1623" y="1771"/>
                  <a:pt x="1630" y="1762"/>
                </a:cubicBezTo>
                <a:close/>
                <a:moveTo>
                  <a:pt x="3639" y="986"/>
                </a:moveTo>
                <a:cubicBezTo>
                  <a:pt x="4036" y="986"/>
                  <a:pt x="4418" y="1072"/>
                  <a:pt x="4734" y="1250"/>
                </a:cubicBezTo>
                <a:cubicBezTo>
                  <a:pt x="4786" y="1280"/>
                  <a:pt x="4839" y="1313"/>
                  <a:pt x="4890" y="1347"/>
                </a:cubicBezTo>
                <a:cubicBezTo>
                  <a:pt x="4906" y="1357"/>
                  <a:pt x="4921" y="1367"/>
                  <a:pt x="4935" y="1378"/>
                </a:cubicBezTo>
                <a:lnTo>
                  <a:pt x="4935" y="1378"/>
                </a:lnTo>
                <a:cubicBezTo>
                  <a:pt x="4934" y="1377"/>
                  <a:pt x="4933" y="1376"/>
                  <a:pt x="4933" y="1376"/>
                </a:cubicBezTo>
                <a:lnTo>
                  <a:pt x="4933" y="1376"/>
                </a:lnTo>
                <a:cubicBezTo>
                  <a:pt x="4934" y="1376"/>
                  <a:pt x="4964" y="1397"/>
                  <a:pt x="4972" y="1404"/>
                </a:cubicBezTo>
                <a:cubicBezTo>
                  <a:pt x="5081" y="1495"/>
                  <a:pt x="5182" y="1594"/>
                  <a:pt x="5275" y="1701"/>
                </a:cubicBezTo>
                <a:cubicBezTo>
                  <a:pt x="5296" y="1724"/>
                  <a:pt x="5315" y="1747"/>
                  <a:pt x="5332" y="1771"/>
                </a:cubicBezTo>
                <a:cubicBezTo>
                  <a:pt x="5336" y="1776"/>
                  <a:pt x="5339" y="1780"/>
                  <a:pt x="5342" y="1782"/>
                </a:cubicBezTo>
                <a:lnTo>
                  <a:pt x="5342" y="1782"/>
                </a:lnTo>
                <a:cubicBezTo>
                  <a:pt x="5378" y="1835"/>
                  <a:pt x="5414" y="1889"/>
                  <a:pt x="5446" y="1943"/>
                </a:cubicBezTo>
                <a:cubicBezTo>
                  <a:pt x="5477" y="1994"/>
                  <a:pt x="5507" y="2045"/>
                  <a:pt x="5534" y="2097"/>
                </a:cubicBezTo>
                <a:cubicBezTo>
                  <a:pt x="5548" y="2126"/>
                  <a:pt x="5603" y="2244"/>
                  <a:pt x="5604" y="2244"/>
                </a:cubicBezTo>
                <a:cubicBezTo>
                  <a:pt x="5605" y="2244"/>
                  <a:pt x="5604" y="2244"/>
                  <a:pt x="5604" y="2242"/>
                </a:cubicBezTo>
                <a:lnTo>
                  <a:pt x="5604" y="2242"/>
                </a:lnTo>
                <a:cubicBezTo>
                  <a:pt x="5646" y="2347"/>
                  <a:pt x="5682" y="2454"/>
                  <a:pt x="5711" y="2561"/>
                </a:cubicBezTo>
                <a:cubicBezTo>
                  <a:pt x="5726" y="2620"/>
                  <a:pt x="5741" y="2679"/>
                  <a:pt x="5751" y="2738"/>
                </a:cubicBezTo>
                <a:cubicBezTo>
                  <a:pt x="5756" y="2758"/>
                  <a:pt x="5778" y="2901"/>
                  <a:pt x="5781" y="2901"/>
                </a:cubicBezTo>
                <a:cubicBezTo>
                  <a:pt x="5781" y="2901"/>
                  <a:pt x="5781" y="2892"/>
                  <a:pt x="5779" y="2872"/>
                </a:cubicBezTo>
                <a:lnTo>
                  <a:pt x="5779" y="2872"/>
                </a:lnTo>
                <a:cubicBezTo>
                  <a:pt x="5793" y="2999"/>
                  <a:pt x="5800" y="3127"/>
                  <a:pt x="5800" y="3256"/>
                </a:cubicBezTo>
                <a:cubicBezTo>
                  <a:pt x="5798" y="3323"/>
                  <a:pt x="5796" y="3393"/>
                  <a:pt x="5791" y="3460"/>
                </a:cubicBezTo>
                <a:cubicBezTo>
                  <a:pt x="5787" y="3518"/>
                  <a:pt x="5781" y="3572"/>
                  <a:pt x="5780" y="3582"/>
                </a:cubicBezTo>
                <a:lnTo>
                  <a:pt x="5780" y="3582"/>
                </a:lnTo>
                <a:cubicBezTo>
                  <a:pt x="5759" y="3706"/>
                  <a:pt x="5734" y="3831"/>
                  <a:pt x="5699" y="3953"/>
                </a:cubicBezTo>
                <a:cubicBezTo>
                  <a:pt x="5682" y="4012"/>
                  <a:pt x="5663" y="4069"/>
                  <a:pt x="5642" y="4126"/>
                </a:cubicBezTo>
                <a:cubicBezTo>
                  <a:pt x="5631" y="4155"/>
                  <a:pt x="5621" y="4183"/>
                  <a:pt x="5610" y="4212"/>
                </a:cubicBezTo>
                <a:cubicBezTo>
                  <a:pt x="5606" y="4223"/>
                  <a:pt x="5602" y="4232"/>
                  <a:pt x="5600" y="4238"/>
                </a:cubicBezTo>
                <a:lnTo>
                  <a:pt x="5600" y="4238"/>
                </a:lnTo>
                <a:cubicBezTo>
                  <a:pt x="5597" y="4244"/>
                  <a:pt x="5593" y="4252"/>
                  <a:pt x="5589" y="4261"/>
                </a:cubicBezTo>
                <a:cubicBezTo>
                  <a:pt x="5534" y="4370"/>
                  <a:pt x="5477" y="4478"/>
                  <a:pt x="5412" y="4581"/>
                </a:cubicBezTo>
                <a:cubicBezTo>
                  <a:pt x="5311" y="4737"/>
                  <a:pt x="5324" y="4720"/>
                  <a:pt x="5189" y="4863"/>
                </a:cubicBezTo>
                <a:cubicBezTo>
                  <a:pt x="4814" y="5261"/>
                  <a:pt x="4355" y="5476"/>
                  <a:pt x="3756" y="5573"/>
                </a:cubicBezTo>
                <a:cubicBezTo>
                  <a:pt x="3620" y="5595"/>
                  <a:pt x="3482" y="5605"/>
                  <a:pt x="3344" y="5605"/>
                </a:cubicBezTo>
                <a:cubicBezTo>
                  <a:pt x="2954" y="5605"/>
                  <a:pt x="2572" y="5519"/>
                  <a:pt x="2265" y="5346"/>
                </a:cubicBezTo>
                <a:cubicBezTo>
                  <a:pt x="2214" y="5316"/>
                  <a:pt x="2164" y="5285"/>
                  <a:pt x="2113" y="5253"/>
                </a:cubicBezTo>
                <a:cubicBezTo>
                  <a:pt x="2098" y="5243"/>
                  <a:pt x="2015" y="5180"/>
                  <a:pt x="2013" y="5180"/>
                </a:cubicBezTo>
                <a:lnTo>
                  <a:pt x="2013" y="5180"/>
                </a:lnTo>
                <a:cubicBezTo>
                  <a:pt x="2013" y="5180"/>
                  <a:pt x="2019" y="5186"/>
                  <a:pt x="2037" y="5200"/>
                </a:cubicBezTo>
                <a:cubicBezTo>
                  <a:pt x="1930" y="5114"/>
                  <a:pt x="1831" y="5019"/>
                  <a:pt x="1740" y="4916"/>
                </a:cubicBezTo>
                <a:cubicBezTo>
                  <a:pt x="1728" y="4902"/>
                  <a:pt x="1675" y="4837"/>
                  <a:pt x="1657" y="4816"/>
                </a:cubicBezTo>
                <a:lnTo>
                  <a:pt x="1657" y="4816"/>
                </a:lnTo>
                <a:cubicBezTo>
                  <a:pt x="1647" y="4801"/>
                  <a:pt x="1584" y="4711"/>
                  <a:pt x="1570" y="4688"/>
                </a:cubicBezTo>
                <a:cubicBezTo>
                  <a:pt x="1500" y="4579"/>
                  <a:pt x="1439" y="4465"/>
                  <a:pt x="1382" y="4347"/>
                </a:cubicBezTo>
                <a:cubicBezTo>
                  <a:pt x="1372" y="4327"/>
                  <a:pt x="1369" y="4322"/>
                  <a:pt x="1368" y="4322"/>
                </a:cubicBezTo>
                <a:lnTo>
                  <a:pt x="1368" y="4322"/>
                </a:lnTo>
                <a:cubicBezTo>
                  <a:pt x="1368" y="4322"/>
                  <a:pt x="1368" y="4322"/>
                  <a:pt x="1368" y="4322"/>
                </a:cubicBezTo>
                <a:lnTo>
                  <a:pt x="1368" y="4322"/>
                </a:lnTo>
                <a:cubicBezTo>
                  <a:pt x="1366" y="4315"/>
                  <a:pt x="1360" y="4299"/>
                  <a:pt x="1348" y="4265"/>
                </a:cubicBezTo>
                <a:cubicBezTo>
                  <a:pt x="1329" y="4210"/>
                  <a:pt x="1308" y="4155"/>
                  <a:pt x="1291" y="4101"/>
                </a:cubicBezTo>
                <a:cubicBezTo>
                  <a:pt x="1251" y="3974"/>
                  <a:pt x="1220" y="3848"/>
                  <a:pt x="1197" y="3717"/>
                </a:cubicBezTo>
                <a:cubicBezTo>
                  <a:pt x="1192" y="3696"/>
                  <a:pt x="1179" y="3596"/>
                  <a:pt x="1178" y="3596"/>
                </a:cubicBezTo>
                <a:lnTo>
                  <a:pt x="1178" y="3596"/>
                </a:lnTo>
                <a:cubicBezTo>
                  <a:pt x="1178" y="3596"/>
                  <a:pt x="1179" y="3606"/>
                  <a:pt x="1182" y="3633"/>
                </a:cubicBezTo>
                <a:cubicBezTo>
                  <a:pt x="1173" y="3568"/>
                  <a:pt x="1167" y="3502"/>
                  <a:pt x="1165" y="3437"/>
                </a:cubicBezTo>
                <a:cubicBezTo>
                  <a:pt x="1157" y="3304"/>
                  <a:pt x="1157" y="3174"/>
                  <a:pt x="1165" y="3041"/>
                </a:cubicBezTo>
                <a:cubicBezTo>
                  <a:pt x="1167" y="3011"/>
                  <a:pt x="1179" y="2898"/>
                  <a:pt x="1181" y="2870"/>
                </a:cubicBezTo>
                <a:lnTo>
                  <a:pt x="1181" y="2870"/>
                </a:lnTo>
                <a:cubicBezTo>
                  <a:pt x="1186" y="2847"/>
                  <a:pt x="1203" y="2750"/>
                  <a:pt x="1209" y="2721"/>
                </a:cubicBezTo>
                <a:cubicBezTo>
                  <a:pt x="1239" y="2580"/>
                  <a:pt x="1281" y="2443"/>
                  <a:pt x="1327" y="2306"/>
                </a:cubicBezTo>
                <a:cubicBezTo>
                  <a:pt x="1342" y="2262"/>
                  <a:pt x="1345" y="2248"/>
                  <a:pt x="1346" y="2244"/>
                </a:cubicBezTo>
                <a:lnTo>
                  <a:pt x="1346" y="2244"/>
                </a:lnTo>
                <a:cubicBezTo>
                  <a:pt x="1348" y="2241"/>
                  <a:pt x="1355" y="2229"/>
                  <a:pt x="1376" y="2188"/>
                </a:cubicBezTo>
                <a:cubicBezTo>
                  <a:pt x="1407" y="2125"/>
                  <a:pt x="1439" y="2059"/>
                  <a:pt x="1475" y="1998"/>
                </a:cubicBezTo>
                <a:cubicBezTo>
                  <a:pt x="1511" y="1937"/>
                  <a:pt x="1551" y="1878"/>
                  <a:pt x="1588" y="1819"/>
                </a:cubicBezTo>
                <a:cubicBezTo>
                  <a:pt x="1603" y="1799"/>
                  <a:pt x="1618" y="1779"/>
                  <a:pt x="1632" y="1759"/>
                </a:cubicBezTo>
                <a:lnTo>
                  <a:pt x="1632" y="1759"/>
                </a:lnTo>
                <a:cubicBezTo>
                  <a:pt x="1639" y="1751"/>
                  <a:pt x="1646" y="1741"/>
                  <a:pt x="1654" y="1733"/>
                </a:cubicBezTo>
                <a:cubicBezTo>
                  <a:pt x="1744" y="1632"/>
                  <a:pt x="1839" y="1535"/>
                  <a:pt x="1945" y="1446"/>
                </a:cubicBezTo>
                <a:cubicBezTo>
                  <a:pt x="1949" y="1443"/>
                  <a:pt x="1952" y="1440"/>
                  <a:pt x="1955" y="1437"/>
                </a:cubicBezTo>
                <a:lnTo>
                  <a:pt x="1955" y="1437"/>
                </a:lnTo>
                <a:cubicBezTo>
                  <a:pt x="1958" y="1435"/>
                  <a:pt x="1960" y="1434"/>
                  <a:pt x="1963" y="1431"/>
                </a:cubicBezTo>
                <a:cubicBezTo>
                  <a:pt x="1993" y="1410"/>
                  <a:pt x="2022" y="1389"/>
                  <a:pt x="2054" y="1370"/>
                </a:cubicBezTo>
                <a:cubicBezTo>
                  <a:pt x="2115" y="1328"/>
                  <a:pt x="2180" y="1292"/>
                  <a:pt x="2246" y="1257"/>
                </a:cubicBezTo>
                <a:cubicBezTo>
                  <a:pt x="2372" y="1191"/>
                  <a:pt x="2412" y="1174"/>
                  <a:pt x="2604" y="1120"/>
                </a:cubicBezTo>
                <a:cubicBezTo>
                  <a:pt x="2802" y="1065"/>
                  <a:pt x="2859" y="1059"/>
                  <a:pt x="3023" y="1044"/>
                </a:cubicBezTo>
                <a:cubicBezTo>
                  <a:pt x="3046" y="1042"/>
                  <a:pt x="3069" y="1039"/>
                  <a:pt x="3092" y="1035"/>
                </a:cubicBezTo>
                <a:lnTo>
                  <a:pt x="3092" y="1035"/>
                </a:lnTo>
                <a:cubicBezTo>
                  <a:pt x="3113" y="1033"/>
                  <a:pt x="3134" y="1031"/>
                  <a:pt x="3156" y="1027"/>
                </a:cubicBezTo>
                <a:cubicBezTo>
                  <a:pt x="3317" y="1000"/>
                  <a:pt x="3479" y="986"/>
                  <a:pt x="3639" y="986"/>
                </a:cubicBezTo>
                <a:close/>
                <a:moveTo>
                  <a:pt x="3656" y="0"/>
                </a:moveTo>
                <a:cubicBezTo>
                  <a:pt x="3424" y="0"/>
                  <a:pt x="3191" y="20"/>
                  <a:pt x="2962" y="55"/>
                </a:cubicBezTo>
                <a:lnTo>
                  <a:pt x="2962" y="55"/>
                </a:lnTo>
                <a:cubicBezTo>
                  <a:pt x="1592" y="189"/>
                  <a:pt x="506" y="1128"/>
                  <a:pt x="238" y="2500"/>
                </a:cubicBezTo>
                <a:cubicBezTo>
                  <a:pt x="0" y="3730"/>
                  <a:pt x="360" y="5131"/>
                  <a:pt x="1367" y="5933"/>
                </a:cubicBezTo>
                <a:cubicBezTo>
                  <a:pt x="1934" y="6385"/>
                  <a:pt x="2656" y="6602"/>
                  <a:pt x="3382" y="6602"/>
                </a:cubicBezTo>
                <a:cubicBezTo>
                  <a:pt x="4138" y="6602"/>
                  <a:pt x="4898" y="6367"/>
                  <a:pt x="5494" y="5917"/>
                </a:cubicBezTo>
                <a:cubicBezTo>
                  <a:pt x="6607" y="5078"/>
                  <a:pt x="7041" y="3580"/>
                  <a:pt x="6659" y="2253"/>
                </a:cubicBezTo>
                <a:cubicBezTo>
                  <a:pt x="6453" y="1537"/>
                  <a:pt x="6015" y="905"/>
                  <a:pt x="5393" y="488"/>
                </a:cubicBezTo>
                <a:cubicBezTo>
                  <a:pt x="4872" y="137"/>
                  <a:pt x="4267" y="0"/>
                  <a:pt x="365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000" name="Google Shape;10000;p14"/>
          <p:cNvGrpSpPr/>
          <p:nvPr/>
        </p:nvGrpSpPr>
        <p:grpSpPr>
          <a:xfrm rot="6300357">
            <a:off x="7074685" y="581435"/>
            <a:ext cx="707993" cy="442801"/>
            <a:chOff x="1445125" y="3867675"/>
            <a:chExt cx="803300" cy="502950"/>
          </a:xfrm>
        </p:grpSpPr>
        <p:sp>
          <p:nvSpPr>
            <p:cNvPr id="10001" name="Google Shape;10001;p14"/>
            <p:cNvSpPr/>
            <p:nvPr/>
          </p:nvSpPr>
          <p:spPr>
            <a:xfrm>
              <a:off x="1445125" y="3867675"/>
              <a:ext cx="535450" cy="502950"/>
            </a:xfrm>
            <a:custGeom>
              <a:rect b="b" l="l" r="r" t="t"/>
              <a:pathLst>
                <a:path extrusionOk="0" h="20118" w="21418">
                  <a:moveTo>
                    <a:pt x="5846" y="993"/>
                  </a:moveTo>
                  <a:cubicBezTo>
                    <a:pt x="6726" y="993"/>
                    <a:pt x="7300" y="1814"/>
                    <a:pt x="7545" y="2688"/>
                  </a:cubicBezTo>
                  <a:cubicBezTo>
                    <a:pt x="7686" y="3200"/>
                    <a:pt x="7749" y="3726"/>
                    <a:pt x="7770" y="4255"/>
                  </a:cubicBezTo>
                  <a:cubicBezTo>
                    <a:pt x="7787" y="4700"/>
                    <a:pt x="7676" y="5216"/>
                    <a:pt x="7812" y="5641"/>
                  </a:cubicBezTo>
                  <a:cubicBezTo>
                    <a:pt x="8017" y="6280"/>
                    <a:pt x="8790" y="6621"/>
                    <a:pt x="9352" y="6861"/>
                  </a:cubicBezTo>
                  <a:cubicBezTo>
                    <a:pt x="10899" y="7523"/>
                    <a:pt x="12588" y="7895"/>
                    <a:pt x="14238" y="8195"/>
                  </a:cubicBezTo>
                  <a:cubicBezTo>
                    <a:pt x="14279" y="8202"/>
                    <a:pt x="14320" y="8206"/>
                    <a:pt x="14360" y="8206"/>
                  </a:cubicBezTo>
                  <a:cubicBezTo>
                    <a:pt x="14538" y="8206"/>
                    <a:pt x="14697" y="8128"/>
                    <a:pt x="14800" y="7965"/>
                  </a:cubicBezTo>
                  <a:cubicBezTo>
                    <a:pt x="15658" y="6602"/>
                    <a:pt x="16673" y="5266"/>
                    <a:pt x="17868" y="4181"/>
                  </a:cubicBezTo>
                  <a:cubicBezTo>
                    <a:pt x="18246" y="3837"/>
                    <a:pt x="19055" y="3130"/>
                    <a:pt x="19662" y="3130"/>
                  </a:cubicBezTo>
                  <a:cubicBezTo>
                    <a:pt x="19761" y="3130"/>
                    <a:pt x="19855" y="3149"/>
                    <a:pt x="19941" y="3191"/>
                  </a:cubicBezTo>
                  <a:cubicBezTo>
                    <a:pt x="19972" y="3206"/>
                    <a:pt x="20042" y="3282"/>
                    <a:pt x="20078" y="3334"/>
                  </a:cubicBezTo>
                  <a:cubicBezTo>
                    <a:pt x="20170" y="3474"/>
                    <a:pt x="20200" y="3554"/>
                    <a:pt x="20244" y="3703"/>
                  </a:cubicBezTo>
                  <a:cubicBezTo>
                    <a:pt x="20356" y="4074"/>
                    <a:pt x="20385" y="4459"/>
                    <a:pt x="20391" y="4845"/>
                  </a:cubicBezTo>
                  <a:cubicBezTo>
                    <a:pt x="20434" y="7253"/>
                    <a:pt x="19715" y="9724"/>
                    <a:pt x="18959" y="11987"/>
                  </a:cubicBezTo>
                  <a:cubicBezTo>
                    <a:pt x="18546" y="13223"/>
                    <a:pt x="18074" y="14443"/>
                    <a:pt x="17505" y="15619"/>
                  </a:cubicBezTo>
                  <a:cubicBezTo>
                    <a:pt x="16974" y="16720"/>
                    <a:pt x="16385" y="17795"/>
                    <a:pt x="15472" y="18631"/>
                  </a:cubicBezTo>
                  <a:cubicBezTo>
                    <a:pt x="15279" y="18808"/>
                    <a:pt x="15055" y="19008"/>
                    <a:pt x="14800" y="19090"/>
                  </a:cubicBezTo>
                  <a:cubicBezTo>
                    <a:pt x="14731" y="19114"/>
                    <a:pt x="14679" y="19127"/>
                    <a:pt x="14633" y="19127"/>
                  </a:cubicBezTo>
                  <a:cubicBezTo>
                    <a:pt x="14584" y="19127"/>
                    <a:pt x="14541" y="19112"/>
                    <a:pt x="14491" y="19078"/>
                  </a:cubicBezTo>
                  <a:cubicBezTo>
                    <a:pt x="14179" y="18859"/>
                    <a:pt x="14040" y="18279"/>
                    <a:pt x="13943" y="17913"/>
                  </a:cubicBezTo>
                  <a:cubicBezTo>
                    <a:pt x="13496" y="16204"/>
                    <a:pt x="13420" y="14392"/>
                    <a:pt x="13231" y="12644"/>
                  </a:cubicBezTo>
                  <a:cubicBezTo>
                    <a:pt x="13231" y="12642"/>
                    <a:pt x="13231" y="12641"/>
                    <a:pt x="13230" y="12640"/>
                  </a:cubicBezTo>
                  <a:lnTo>
                    <a:pt x="13230" y="12640"/>
                  </a:lnTo>
                  <a:cubicBezTo>
                    <a:pt x="13241" y="12479"/>
                    <a:pt x="13172" y="12316"/>
                    <a:pt x="12984" y="12214"/>
                  </a:cubicBezTo>
                  <a:cubicBezTo>
                    <a:pt x="12340" y="11860"/>
                    <a:pt x="11598" y="11675"/>
                    <a:pt x="10890" y="11496"/>
                  </a:cubicBezTo>
                  <a:cubicBezTo>
                    <a:pt x="10069" y="11291"/>
                    <a:pt x="9239" y="11119"/>
                    <a:pt x="8404" y="10971"/>
                  </a:cubicBezTo>
                  <a:cubicBezTo>
                    <a:pt x="7943" y="10890"/>
                    <a:pt x="7439" y="10757"/>
                    <a:pt x="6964" y="10757"/>
                  </a:cubicBezTo>
                  <a:cubicBezTo>
                    <a:pt x="6933" y="10757"/>
                    <a:pt x="6903" y="10757"/>
                    <a:pt x="6873" y="10758"/>
                  </a:cubicBezTo>
                  <a:cubicBezTo>
                    <a:pt x="6281" y="10782"/>
                    <a:pt x="5857" y="11237"/>
                    <a:pt x="5518" y="11671"/>
                  </a:cubicBezTo>
                  <a:cubicBezTo>
                    <a:pt x="4848" y="12532"/>
                    <a:pt x="4110" y="13945"/>
                    <a:pt x="2900" y="13945"/>
                  </a:cubicBezTo>
                  <a:cubicBezTo>
                    <a:pt x="2748" y="13945"/>
                    <a:pt x="2589" y="13923"/>
                    <a:pt x="2421" y="13874"/>
                  </a:cubicBezTo>
                  <a:cubicBezTo>
                    <a:pt x="1265" y="13539"/>
                    <a:pt x="1147" y="12161"/>
                    <a:pt x="1191" y="11150"/>
                  </a:cubicBezTo>
                  <a:cubicBezTo>
                    <a:pt x="1259" y="9547"/>
                    <a:pt x="1735" y="7959"/>
                    <a:pt x="2242" y="6446"/>
                  </a:cubicBezTo>
                  <a:cubicBezTo>
                    <a:pt x="2666" y="5186"/>
                    <a:pt x="3155" y="3943"/>
                    <a:pt x="3669" y="2717"/>
                  </a:cubicBezTo>
                  <a:cubicBezTo>
                    <a:pt x="4014" y="1894"/>
                    <a:pt x="4701" y="1150"/>
                    <a:pt x="5619" y="1011"/>
                  </a:cubicBezTo>
                  <a:cubicBezTo>
                    <a:pt x="5697" y="999"/>
                    <a:pt x="5772" y="993"/>
                    <a:pt x="5846" y="993"/>
                  </a:cubicBezTo>
                  <a:close/>
                  <a:moveTo>
                    <a:pt x="5851" y="1"/>
                  </a:moveTo>
                  <a:cubicBezTo>
                    <a:pt x="4753" y="1"/>
                    <a:pt x="3750" y="699"/>
                    <a:pt x="3144" y="1580"/>
                  </a:cubicBezTo>
                  <a:cubicBezTo>
                    <a:pt x="2849" y="2009"/>
                    <a:pt x="2683" y="2515"/>
                    <a:pt x="2487" y="2993"/>
                  </a:cubicBezTo>
                  <a:cubicBezTo>
                    <a:pt x="2217" y="3653"/>
                    <a:pt x="1954" y="4314"/>
                    <a:pt x="1705" y="4982"/>
                  </a:cubicBezTo>
                  <a:cubicBezTo>
                    <a:pt x="1113" y="6581"/>
                    <a:pt x="576" y="8224"/>
                    <a:pt x="323" y="9914"/>
                  </a:cubicBezTo>
                  <a:cubicBezTo>
                    <a:pt x="121" y="11253"/>
                    <a:pt x="1" y="12901"/>
                    <a:pt x="913" y="14026"/>
                  </a:cubicBezTo>
                  <a:cubicBezTo>
                    <a:pt x="1411" y="14639"/>
                    <a:pt x="2111" y="14918"/>
                    <a:pt x="2824" y="14918"/>
                  </a:cubicBezTo>
                  <a:cubicBezTo>
                    <a:pt x="3509" y="14918"/>
                    <a:pt x="4207" y="14660"/>
                    <a:pt x="4751" y="14192"/>
                  </a:cubicBezTo>
                  <a:cubicBezTo>
                    <a:pt x="5371" y="13659"/>
                    <a:pt x="5777" y="12949"/>
                    <a:pt x="6272" y="12311"/>
                  </a:cubicBezTo>
                  <a:cubicBezTo>
                    <a:pt x="6566" y="11931"/>
                    <a:pt x="6732" y="11776"/>
                    <a:pt x="7065" y="11776"/>
                  </a:cubicBezTo>
                  <a:cubicBezTo>
                    <a:pt x="7129" y="11776"/>
                    <a:pt x="7199" y="11782"/>
                    <a:pt x="7277" y="11793"/>
                  </a:cubicBezTo>
                  <a:cubicBezTo>
                    <a:pt x="8166" y="11915"/>
                    <a:pt x="9053" y="12094"/>
                    <a:pt x="9930" y="12292"/>
                  </a:cubicBezTo>
                  <a:cubicBezTo>
                    <a:pt x="10726" y="12472"/>
                    <a:pt x="11550" y="12626"/>
                    <a:pt x="12268" y="12966"/>
                  </a:cubicBezTo>
                  <a:lnTo>
                    <a:pt x="12268" y="12966"/>
                  </a:lnTo>
                  <a:cubicBezTo>
                    <a:pt x="12439" y="14633"/>
                    <a:pt x="12548" y="16332"/>
                    <a:pt x="12930" y="17963"/>
                  </a:cubicBezTo>
                  <a:cubicBezTo>
                    <a:pt x="13136" y="18845"/>
                    <a:pt x="13555" y="20118"/>
                    <a:pt x="14640" y="20118"/>
                  </a:cubicBezTo>
                  <a:cubicBezTo>
                    <a:pt x="14672" y="20118"/>
                    <a:pt x="14706" y="20116"/>
                    <a:pt x="14739" y="20114"/>
                  </a:cubicBezTo>
                  <a:cubicBezTo>
                    <a:pt x="15314" y="20074"/>
                    <a:pt x="15818" y="19674"/>
                    <a:pt x="16220" y="19295"/>
                  </a:cubicBezTo>
                  <a:cubicBezTo>
                    <a:pt x="16778" y="18770"/>
                    <a:pt x="17242" y="18165"/>
                    <a:pt x="17630" y="17506"/>
                  </a:cubicBezTo>
                  <a:cubicBezTo>
                    <a:pt x="18329" y="16326"/>
                    <a:pt x="18879" y="15058"/>
                    <a:pt x="19372" y="13779"/>
                  </a:cubicBezTo>
                  <a:cubicBezTo>
                    <a:pt x="20387" y="11140"/>
                    <a:pt x="21255" y="8266"/>
                    <a:pt x="21379" y="5422"/>
                  </a:cubicBezTo>
                  <a:cubicBezTo>
                    <a:pt x="21417" y="4558"/>
                    <a:pt x="21409" y="3509"/>
                    <a:pt x="20893" y="2768"/>
                  </a:cubicBezTo>
                  <a:cubicBezTo>
                    <a:pt x="20591" y="2334"/>
                    <a:pt x="20167" y="2169"/>
                    <a:pt x="19717" y="2169"/>
                  </a:cubicBezTo>
                  <a:cubicBezTo>
                    <a:pt x="19269" y="2169"/>
                    <a:pt x="18796" y="2332"/>
                    <a:pt x="18392" y="2557"/>
                  </a:cubicBezTo>
                  <a:cubicBezTo>
                    <a:pt x="17206" y="3219"/>
                    <a:pt x="16258" y="4331"/>
                    <a:pt x="15430" y="5382"/>
                  </a:cubicBezTo>
                  <a:cubicBezTo>
                    <a:pt x="14975" y="5959"/>
                    <a:pt x="14535" y="6551"/>
                    <a:pt x="14131" y="7165"/>
                  </a:cubicBezTo>
                  <a:lnTo>
                    <a:pt x="14131" y="7165"/>
                  </a:lnTo>
                  <a:cubicBezTo>
                    <a:pt x="12741" y="6903"/>
                    <a:pt x="11340" y="6572"/>
                    <a:pt x="10022" y="6067"/>
                  </a:cubicBezTo>
                  <a:cubicBezTo>
                    <a:pt x="9692" y="5938"/>
                    <a:pt x="9355" y="5795"/>
                    <a:pt x="9057" y="5599"/>
                  </a:cubicBezTo>
                  <a:cubicBezTo>
                    <a:pt x="8975" y="5544"/>
                    <a:pt x="8902" y="5490"/>
                    <a:pt x="8830" y="5420"/>
                  </a:cubicBezTo>
                  <a:cubicBezTo>
                    <a:pt x="8801" y="5393"/>
                    <a:pt x="8791" y="5386"/>
                    <a:pt x="8788" y="5385"/>
                  </a:cubicBezTo>
                  <a:lnTo>
                    <a:pt x="8788" y="5385"/>
                  </a:lnTo>
                  <a:cubicBezTo>
                    <a:pt x="8787" y="5381"/>
                    <a:pt x="8781" y="5370"/>
                    <a:pt x="8767" y="5346"/>
                  </a:cubicBezTo>
                  <a:cubicBezTo>
                    <a:pt x="8764" y="5342"/>
                    <a:pt x="8761" y="5338"/>
                    <a:pt x="8759" y="5334"/>
                  </a:cubicBezTo>
                  <a:lnTo>
                    <a:pt x="8759" y="5334"/>
                  </a:lnTo>
                  <a:cubicBezTo>
                    <a:pt x="8759" y="5333"/>
                    <a:pt x="8759" y="5331"/>
                    <a:pt x="8758" y="5329"/>
                  </a:cubicBezTo>
                  <a:cubicBezTo>
                    <a:pt x="8680" y="4813"/>
                    <a:pt x="8779" y="4238"/>
                    <a:pt x="8729" y="3712"/>
                  </a:cubicBezTo>
                  <a:cubicBezTo>
                    <a:pt x="8683" y="3244"/>
                    <a:pt x="8611" y="2774"/>
                    <a:pt x="8476" y="2325"/>
                  </a:cubicBezTo>
                  <a:cubicBezTo>
                    <a:pt x="8116" y="1129"/>
                    <a:pt x="7256" y="33"/>
                    <a:pt x="5914" y="2"/>
                  </a:cubicBezTo>
                  <a:cubicBezTo>
                    <a:pt x="5893" y="1"/>
                    <a:pt x="5872" y="1"/>
                    <a:pt x="585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02" name="Google Shape;10002;p14"/>
            <p:cNvSpPr/>
            <p:nvPr/>
          </p:nvSpPr>
          <p:spPr>
            <a:xfrm>
              <a:off x="1903525" y="4088100"/>
              <a:ext cx="344900" cy="185850"/>
            </a:xfrm>
            <a:custGeom>
              <a:rect b="b" l="l" r="r" t="t"/>
              <a:pathLst>
                <a:path extrusionOk="0" h="7434" w="13796">
                  <a:moveTo>
                    <a:pt x="2035" y="1"/>
                  </a:moveTo>
                  <a:cubicBezTo>
                    <a:pt x="1593" y="1"/>
                    <a:pt x="1301" y="661"/>
                    <a:pt x="1777" y="928"/>
                  </a:cubicBezTo>
                  <a:cubicBezTo>
                    <a:pt x="5023" y="2748"/>
                    <a:pt x="8420" y="4238"/>
                    <a:pt x="11476" y="6352"/>
                  </a:cubicBezTo>
                  <a:lnTo>
                    <a:pt x="11476" y="6352"/>
                  </a:lnTo>
                  <a:cubicBezTo>
                    <a:pt x="7847" y="6103"/>
                    <a:pt x="4252" y="5482"/>
                    <a:pt x="636" y="5110"/>
                  </a:cubicBezTo>
                  <a:cubicBezTo>
                    <a:pt x="615" y="5108"/>
                    <a:pt x="596" y="5107"/>
                    <a:pt x="577" y="5107"/>
                  </a:cubicBezTo>
                  <a:cubicBezTo>
                    <a:pt x="0" y="5107"/>
                    <a:pt x="24" y="6045"/>
                    <a:pt x="636" y="6106"/>
                  </a:cubicBezTo>
                  <a:cubicBezTo>
                    <a:pt x="4792" y="6534"/>
                    <a:pt x="8919" y="7290"/>
                    <a:pt x="13101" y="7434"/>
                  </a:cubicBezTo>
                  <a:cubicBezTo>
                    <a:pt x="13106" y="7434"/>
                    <a:pt x="13111" y="7434"/>
                    <a:pt x="13115" y="7434"/>
                  </a:cubicBezTo>
                  <a:cubicBezTo>
                    <a:pt x="13508" y="7434"/>
                    <a:pt x="13796" y="6851"/>
                    <a:pt x="13455" y="6582"/>
                  </a:cubicBezTo>
                  <a:cubicBezTo>
                    <a:pt x="11767" y="5262"/>
                    <a:pt x="9981" y="4109"/>
                    <a:pt x="8087" y="3106"/>
                  </a:cubicBezTo>
                  <a:cubicBezTo>
                    <a:pt x="6157" y="2083"/>
                    <a:pt x="4187" y="1139"/>
                    <a:pt x="2281" y="69"/>
                  </a:cubicBezTo>
                  <a:cubicBezTo>
                    <a:pt x="2197" y="21"/>
                    <a:pt x="2114" y="1"/>
                    <a:pt x="20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03" name="Google Shape;10003;p14"/>
            <p:cNvSpPr/>
            <p:nvPr/>
          </p:nvSpPr>
          <p:spPr>
            <a:xfrm>
              <a:off x="1462675" y="3884050"/>
              <a:ext cx="125100" cy="332450"/>
            </a:xfrm>
            <a:custGeom>
              <a:rect b="b" l="l" r="r" t="t"/>
              <a:pathLst>
                <a:path extrusionOk="0" h="13298" w="5004">
                  <a:moveTo>
                    <a:pt x="4226" y="0"/>
                  </a:moveTo>
                  <a:cubicBezTo>
                    <a:pt x="3978" y="0"/>
                    <a:pt x="3745" y="159"/>
                    <a:pt x="3776" y="478"/>
                  </a:cubicBezTo>
                  <a:cubicBezTo>
                    <a:pt x="3995" y="2762"/>
                    <a:pt x="3470" y="4910"/>
                    <a:pt x="2764" y="7066"/>
                  </a:cubicBezTo>
                  <a:cubicBezTo>
                    <a:pt x="2160" y="8913"/>
                    <a:pt x="1574" y="10906"/>
                    <a:pt x="310" y="12425"/>
                  </a:cubicBezTo>
                  <a:cubicBezTo>
                    <a:pt x="1" y="12799"/>
                    <a:pt x="333" y="13298"/>
                    <a:pt x="690" y="13298"/>
                  </a:cubicBezTo>
                  <a:cubicBezTo>
                    <a:pt x="802" y="13298"/>
                    <a:pt x="916" y="13249"/>
                    <a:pt x="1014" y="13131"/>
                  </a:cubicBezTo>
                  <a:cubicBezTo>
                    <a:pt x="2366" y="11506"/>
                    <a:pt x="3030" y="9452"/>
                    <a:pt x="3679" y="7474"/>
                  </a:cubicBezTo>
                  <a:cubicBezTo>
                    <a:pt x="4424" y="5193"/>
                    <a:pt x="5004" y="2899"/>
                    <a:pt x="4772" y="478"/>
                  </a:cubicBezTo>
                  <a:cubicBezTo>
                    <a:pt x="4741" y="160"/>
                    <a:pt x="4476" y="0"/>
                    <a:pt x="42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004" name="Google Shape;10004;p14"/>
          <p:cNvSpPr txBox="1"/>
          <p:nvPr/>
        </p:nvSpPr>
        <p:spPr>
          <a:xfrm>
            <a:off x="1341761" y="772271"/>
            <a:ext cx="5982000" cy="49241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000" u="none" cap="none" strike="noStrike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rPr>
              <a:t>INTEGRATED SCIENCE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08" name="Shape 10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9" name="Google Shape;10009;p15"/>
          <p:cNvSpPr/>
          <p:nvPr/>
        </p:nvSpPr>
        <p:spPr>
          <a:xfrm>
            <a:off x="7818975" y="1147025"/>
            <a:ext cx="117525" cy="110100"/>
          </a:xfrm>
          <a:custGeom>
            <a:rect b="b" l="l" r="r" t="t"/>
            <a:pathLst>
              <a:path extrusionOk="0" h="4404" w="4701">
                <a:moveTo>
                  <a:pt x="1951" y="1032"/>
                </a:moveTo>
                <a:cubicBezTo>
                  <a:pt x="1950" y="1033"/>
                  <a:pt x="1949" y="1033"/>
                  <a:pt x="1947" y="1033"/>
                </a:cubicBezTo>
                <a:cubicBezTo>
                  <a:pt x="1948" y="1033"/>
                  <a:pt x="1950" y="1033"/>
                  <a:pt x="1951" y="1032"/>
                </a:cubicBezTo>
                <a:close/>
                <a:moveTo>
                  <a:pt x="2857" y="1059"/>
                </a:moveTo>
                <a:cubicBezTo>
                  <a:pt x="2871" y="1059"/>
                  <a:pt x="2889" y="1066"/>
                  <a:pt x="2907" y="1075"/>
                </a:cubicBezTo>
                <a:lnTo>
                  <a:pt x="2907" y="1075"/>
                </a:lnTo>
                <a:cubicBezTo>
                  <a:pt x="2887" y="1068"/>
                  <a:pt x="2858" y="1059"/>
                  <a:pt x="2857" y="1059"/>
                </a:cubicBezTo>
                <a:close/>
                <a:moveTo>
                  <a:pt x="3091" y="1185"/>
                </a:moveTo>
                <a:cubicBezTo>
                  <a:pt x="3091" y="1185"/>
                  <a:pt x="3091" y="1185"/>
                  <a:pt x="3091" y="1185"/>
                </a:cubicBezTo>
                <a:lnTo>
                  <a:pt x="3091" y="1185"/>
                </a:lnTo>
                <a:cubicBezTo>
                  <a:pt x="3091" y="1185"/>
                  <a:pt x="3091" y="1185"/>
                  <a:pt x="3091" y="1185"/>
                </a:cubicBezTo>
                <a:close/>
                <a:moveTo>
                  <a:pt x="3104" y="1198"/>
                </a:moveTo>
                <a:cubicBezTo>
                  <a:pt x="3111" y="1203"/>
                  <a:pt x="3118" y="1208"/>
                  <a:pt x="3125" y="1213"/>
                </a:cubicBezTo>
                <a:cubicBezTo>
                  <a:pt x="3142" y="1224"/>
                  <a:pt x="3149" y="1229"/>
                  <a:pt x="3148" y="1229"/>
                </a:cubicBezTo>
                <a:cubicBezTo>
                  <a:pt x="3148" y="1229"/>
                  <a:pt x="3121" y="1211"/>
                  <a:pt x="3104" y="1198"/>
                </a:cubicBezTo>
                <a:close/>
                <a:moveTo>
                  <a:pt x="1747" y="3319"/>
                </a:moveTo>
                <a:cubicBezTo>
                  <a:pt x="1767" y="3326"/>
                  <a:pt x="1803" y="3338"/>
                  <a:pt x="1802" y="3338"/>
                </a:cubicBezTo>
                <a:cubicBezTo>
                  <a:pt x="1800" y="3339"/>
                  <a:pt x="1799" y="3339"/>
                  <a:pt x="1797" y="3339"/>
                </a:cubicBezTo>
                <a:cubicBezTo>
                  <a:pt x="1785" y="3339"/>
                  <a:pt x="1766" y="3330"/>
                  <a:pt x="1747" y="3319"/>
                </a:cubicBezTo>
                <a:close/>
                <a:moveTo>
                  <a:pt x="2463" y="3393"/>
                </a:moveTo>
                <a:cubicBezTo>
                  <a:pt x="2461" y="3393"/>
                  <a:pt x="2459" y="3393"/>
                  <a:pt x="2456" y="3393"/>
                </a:cubicBezTo>
                <a:lnTo>
                  <a:pt x="2456" y="3393"/>
                </a:lnTo>
                <a:cubicBezTo>
                  <a:pt x="2459" y="3393"/>
                  <a:pt x="2462" y="3393"/>
                  <a:pt x="2463" y="3393"/>
                </a:cubicBezTo>
                <a:close/>
                <a:moveTo>
                  <a:pt x="2387" y="989"/>
                </a:moveTo>
                <a:cubicBezTo>
                  <a:pt x="2440" y="989"/>
                  <a:pt x="2491" y="989"/>
                  <a:pt x="2541" y="993"/>
                </a:cubicBezTo>
                <a:cubicBezTo>
                  <a:pt x="2560" y="993"/>
                  <a:pt x="2582" y="997"/>
                  <a:pt x="2601" y="998"/>
                </a:cubicBezTo>
                <a:lnTo>
                  <a:pt x="2601" y="998"/>
                </a:lnTo>
                <a:cubicBezTo>
                  <a:pt x="2682" y="1018"/>
                  <a:pt x="2761" y="1029"/>
                  <a:pt x="2840" y="1057"/>
                </a:cubicBezTo>
                <a:cubicBezTo>
                  <a:pt x="2857" y="1061"/>
                  <a:pt x="2876" y="1069"/>
                  <a:pt x="2895" y="1076"/>
                </a:cubicBezTo>
                <a:cubicBezTo>
                  <a:pt x="2906" y="1079"/>
                  <a:pt x="2914" y="1081"/>
                  <a:pt x="2919" y="1082"/>
                </a:cubicBezTo>
                <a:lnTo>
                  <a:pt x="2919" y="1082"/>
                </a:lnTo>
                <a:cubicBezTo>
                  <a:pt x="2944" y="1096"/>
                  <a:pt x="2968" y="1113"/>
                  <a:pt x="2984" y="1122"/>
                </a:cubicBezTo>
                <a:cubicBezTo>
                  <a:pt x="3015" y="1139"/>
                  <a:pt x="3049" y="1160"/>
                  <a:pt x="3080" y="1181"/>
                </a:cubicBezTo>
                <a:cubicBezTo>
                  <a:pt x="3084" y="1184"/>
                  <a:pt x="3088" y="1186"/>
                  <a:pt x="3092" y="1189"/>
                </a:cubicBezTo>
                <a:lnTo>
                  <a:pt x="3092" y="1189"/>
                </a:lnTo>
                <a:cubicBezTo>
                  <a:pt x="3107" y="1217"/>
                  <a:pt x="3258" y="1347"/>
                  <a:pt x="3274" y="1366"/>
                </a:cubicBezTo>
                <a:cubicBezTo>
                  <a:pt x="3278" y="1370"/>
                  <a:pt x="3281" y="1374"/>
                  <a:pt x="3284" y="1378"/>
                </a:cubicBezTo>
                <a:lnTo>
                  <a:pt x="3284" y="1378"/>
                </a:lnTo>
                <a:cubicBezTo>
                  <a:pt x="3304" y="1410"/>
                  <a:pt x="3328" y="1440"/>
                  <a:pt x="3348" y="1474"/>
                </a:cubicBezTo>
                <a:cubicBezTo>
                  <a:pt x="3367" y="1503"/>
                  <a:pt x="3386" y="1535"/>
                  <a:pt x="3403" y="1569"/>
                </a:cubicBezTo>
                <a:cubicBezTo>
                  <a:pt x="3409" y="1579"/>
                  <a:pt x="3414" y="1591"/>
                  <a:pt x="3420" y="1604"/>
                </a:cubicBezTo>
                <a:lnTo>
                  <a:pt x="3420" y="1604"/>
                </a:lnTo>
                <a:cubicBezTo>
                  <a:pt x="3420" y="1602"/>
                  <a:pt x="3420" y="1600"/>
                  <a:pt x="3420" y="1598"/>
                </a:cubicBezTo>
                <a:lnTo>
                  <a:pt x="3420" y="1598"/>
                </a:lnTo>
                <a:cubicBezTo>
                  <a:pt x="3420" y="1600"/>
                  <a:pt x="3420" y="1602"/>
                  <a:pt x="3420" y="1604"/>
                </a:cubicBezTo>
                <a:lnTo>
                  <a:pt x="3420" y="1604"/>
                </a:lnTo>
                <a:cubicBezTo>
                  <a:pt x="3420" y="1604"/>
                  <a:pt x="3420" y="1604"/>
                  <a:pt x="3420" y="1604"/>
                </a:cubicBezTo>
                <a:lnTo>
                  <a:pt x="3420" y="1604"/>
                </a:lnTo>
                <a:cubicBezTo>
                  <a:pt x="3420" y="1621"/>
                  <a:pt x="3423" y="1634"/>
                  <a:pt x="3427" y="1644"/>
                </a:cubicBezTo>
                <a:lnTo>
                  <a:pt x="3427" y="1644"/>
                </a:lnTo>
                <a:cubicBezTo>
                  <a:pt x="3423" y="1630"/>
                  <a:pt x="3420" y="1616"/>
                  <a:pt x="3420" y="1604"/>
                </a:cubicBezTo>
                <a:lnTo>
                  <a:pt x="3420" y="1604"/>
                </a:lnTo>
                <a:cubicBezTo>
                  <a:pt x="3422" y="1608"/>
                  <a:pt x="3424" y="1613"/>
                  <a:pt x="3426" y="1617"/>
                </a:cubicBezTo>
                <a:cubicBezTo>
                  <a:pt x="3442" y="1646"/>
                  <a:pt x="3443" y="1659"/>
                  <a:pt x="3439" y="1659"/>
                </a:cubicBezTo>
                <a:cubicBezTo>
                  <a:pt x="3436" y="1659"/>
                  <a:pt x="3432" y="1654"/>
                  <a:pt x="3427" y="1644"/>
                </a:cubicBezTo>
                <a:lnTo>
                  <a:pt x="3427" y="1644"/>
                </a:lnTo>
                <a:cubicBezTo>
                  <a:pt x="3443" y="1697"/>
                  <a:pt x="3479" y="1760"/>
                  <a:pt x="3491" y="1802"/>
                </a:cubicBezTo>
                <a:cubicBezTo>
                  <a:pt x="3500" y="1838"/>
                  <a:pt x="3508" y="1874"/>
                  <a:pt x="3517" y="1910"/>
                </a:cubicBezTo>
                <a:cubicBezTo>
                  <a:pt x="3521" y="1933"/>
                  <a:pt x="3525" y="1954"/>
                  <a:pt x="3529" y="1977"/>
                </a:cubicBezTo>
                <a:cubicBezTo>
                  <a:pt x="3534" y="2005"/>
                  <a:pt x="3537" y="2015"/>
                  <a:pt x="3538" y="2015"/>
                </a:cubicBezTo>
                <a:cubicBezTo>
                  <a:pt x="3540" y="2015"/>
                  <a:pt x="3530" y="1942"/>
                  <a:pt x="3525" y="1939"/>
                </a:cubicBezTo>
                <a:lnTo>
                  <a:pt x="3525" y="1939"/>
                </a:lnTo>
                <a:cubicBezTo>
                  <a:pt x="3550" y="1954"/>
                  <a:pt x="3538" y="2142"/>
                  <a:pt x="3538" y="2173"/>
                </a:cubicBezTo>
                <a:cubicBezTo>
                  <a:pt x="3538" y="2215"/>
                  <a:pt x="3535" y="2257"/>
                  <a:pt x="3533" y="2297"/>
                </a:cubicBezTo>
                <a:cubicBezTo>
                  <a:pt x="3532" y="2312"/>
                  <a:pt x="3530" y="2326"/>
                  <a:pt x="3529" y="2339"/>
                </a:cubicBezTo>
                <a:lnTo>
                  <a:pt x="3529" y="2339"/>
                </a:lnTo>
                <a:cubicBezTo>
                  <a:pt x="3514" y="2409"/>
                  <a:pt x="3504" y="2477"/>
                  <a:pt x="3483" y="2546"/>
                </a:cubicBezTo>
                <a:cubicBezTo>
                  <a:pt x="3472" y="2582"/>
                  <a:pt x="3462" y="2618"/>
                  <a:pt x="3449" y="2651"/>
                </a:cubicBezTo>
                <a:cubicBezTo>
                  <a:pt x="3445" y="2663"/>
                  <a:pt x="3440" y="2676"/>
                  <a:pt x="3436" y="2688"/>
                </a:cubicBezTo>
                <a:lnTo>
                  <a:pt x="3436" y="2688"/>
                </a:lnTo>
                <a:cubicBezTo>
                  <a:pt x="3398" y="2751"/>
                  <a:pt x="3369" y="2818"/>
                  <a:pt x="3329" y="2881"/>
                </a:cubicBezTo>
                <a:cubicBezTo>
                  <a:pt x="3324" y="2889"/>
                  <a:pt x="3300" y="2922"/>
                  <a:pt x="3284" y="2945"/>
                </a:cubicBezTo>
                <a:lnTo>
                  <a:pt x="3284" y="2945"/>
                </a:lnTo>
                <a:cubicBezTo>
                  <a:pt x="3263" y="2968"/>
                  <a:pt x="3232" y="3005"/>
                  <a:pt x="3224" y="3014"/>
                </a:cubicBezTo>
                <a:cubicBezTo>
                  <a:pt x="3198" y="3041"/>
                  <a:pt x="3171" y="3069"/>
                  <a:pt x="3142" y="3094"/>
                </a:cubicBezTo>
                <a:cubicBezTo>
                  <a:pt x="3127" y="3106"/>
                  <a:pt x="3112" y="3119"/>
                  <a:pt x="3099" y="3132"/>
                </a:cubicBezTo>
                <a:cubicBezTo>
                  <a:pt x="3075" y="3154"/>
                  <a:pt x="3071" y="3163"/>
                  <a:pt x="3076" y="3163"/>
                </a:cubicBezTo>
                <a:cubicBezTo>
                  <a:pt x="3076" y="3163"/>
                  <a:pt x="3077" y="3163"/>
                  <a:pt x="3078" y="3162"/>
                </a:cubicBezTo>
                <a:lnTo>
                  <a:pt x="3078" y="3162"/>
                </a:lnTo>
                <a:cubicBezTo>
                  <a:pt x="3021" y="3203"/>
                  <a:pt x="2923" y="3245"/>
                  <a:pt x="2889" y="3262"/>
                </a:cubicBezTo>
                <a:cubicBezTo>
                  <a:pt x="2863" y="3275"/>
                  <a:pt x="2803" y="3296"/>
                  <a:pt x="2805" y="3296"/>
                </a:cubicBezTo>
                <a:cubicBezTo>
                  <a:pt x="2806" y="3296"/>
                  <a:pt x="2822" y="3291"/>
                  <a:pt x="2866" y="3277"/>
                </a:cubicBezTo>
                <a:lnTo>
                  <a:pt x="2866" y="3277"/>
                </a:lnTo>
                <a:cubicBezTo>
                  <a:pt x="2823" y="3292"/>
                  <a:pt x="2783" y="3309"/>
                  <a:pt x="2741" y="3323"/>
                </a:cubicBezTo>
                <a:cubicBezTo>
                  <a:pt x="2642" y="3355"/>
                  <a:pt x="2541" y="3376"/>
                  <a:pt x="2438" y="3395"/>
                </a:cubicBezTo>
                <a:cubicBezTo>
                  <a:pt x="2437" y="3395"/>
                  <a:pt x="2437" y="3395"/>
                  <a:pt x="2437" y="3395"/>
                </a:cubicBezTo>
                <a:lnTo>
                  <a:pt x="2437" y="3395"/>
                </a:lnTo>
                <a:cubicBezTo>
                  <a:pt x="2416" y="3397"/>
                  <a:pt x="2395" y="3400"/>
                  <a:pt x="2375" y="3401"/>
                </a:cubicBezTo>
                <a:cubicBezTo>
                  <a:pt x="2330" y="3403"/>
                  <a:pt x="2284" y="3406"/>
                  <a:pt x="2240" y="3406"/>
                </a:cubicBezTo>
                <a:cubicBezTo>
                  <a:pt x="2226" y="3406"/>
                  <a:pt x="2211" y="3406"/>
                  <a:pt x="2197" y="3406"/>
                </a:cubicBezTo>
                <a:cubicBezTo>
                  <a:pt x="2163" y="3406"/>
                  <a:pt x="2129" y="3405"/>
                  <a:pt x="2094" y="3403"/>
                </a:cubicBezTo>
                <a:cubicBezTo>
                  <a:pt x="2081" y="3402"/>
                  <a:pt x="2067" y="3400"/>
                  <a:pt x="2054" y="3398"/>
                </a:cubicBezTo>
                <a:lnTo>
                  <a:pt x="2054" y="3398"/>
                </a:lnTo>
                <a:cubicBezTo>
                  <a:pt x="1975" y="3376"/>
                  <a:pt x="1893" y="3365"/>
                  <a:pt x="1814" y="3340"/>
                </a:cubicBezTo>
                <a:cubicBezTo>
                  <a:pt x="1797" y="3334"/>
                  <a:pt x="1778" y="3326"/>
                  <a:pt x="1762" y="3321"/>
                </a:cubicBezTo>
                <a:cubicBezTo>
                  <a:pt x="1752" y="3318"/>
                  <a:pt x="1745" y="3316"/>
                  <a:pt x="1740" y="3315"/>
                </a:cubicBezTo>
                <a:lnTo>
                  <a:pt x="1740" y="3315"/>
                </a:lnTo>
                <a:cubicBezTo>
                  <a:pt x="1716" y="3301"/>
                  <a:pt x="1691" y="3283"/>
                  <a:pt x="1679" y="3277"/>
                </a:cubicBezTo>
                <a:cubicBezTo>
                  <a:pt x="1648" y="3258"/>
                  <a:pt x="1616" y="3241"/>
                  <a:pt x="1587" y="3220"/>
                </a:cubicBezTo>
                <a:cubicBezTo>
                  <a:pt x="1572" y="3210"/>
                  <a:pt x="1557" y="3199"/>
                  <a:pt x="1543" y="3191"/>
                </a:cubicBezTo>
                <a:cubicBezTo>
                  <a:pt x="1525" y="3180"/>
                  <a:pt x="1519" y="3175"/>
                  <a:pt x="1519" y="3175"/>
                </a:cubicBezTo>
                <a:lnTo>
                  <a:pt x="1519" y="3175"/>
                </a:lnTo>
                <a:cubicBezTo>
                  <a:pt x="1518" y="3175"/>
                  <a:pt x="1582" y="3218"/>
                  <a:pt x="1580" y="3218"/>
                </a:cubicBezTo>
                <a:cubicBezTo>
                  <a:pt x="1580" y="3218"/>
                  <a:pt x="1579" y="3218"/>
                  <a:pt x="1578" y="3218"/>
                </a:cubicBezTo>
                <a:cubicBezTo>
                  <a:pt x="1542" y="3218"/>
                  <a:pt x="1420" y="3070"/>
                  <a:pt x="1399" y="3045"/>
                </a:cubicBezTo>
                <a:cubicBezTo>
                  <a:pt x="1384" y="3030"/>
                  <a:pt x="1353" y="2977"/>
                  <a:pt x="1351" y="2977"/>
                </a:cubicBezTo>
                <a:lnTo>
                  <a:pt x="1351" y="2977"/>
                </a:lnTo>
                <a:cubicBezTo>
                  <a:pt x="1350" y="2977"/>
                  <a:pt x="1354" y="2985"/>
                  <a:pt x="1363" y="3005"/>
                </a:cubicBezTo>
                <a:cubicBezTo>
                  <a:pt x="1372" y="3025"/>
                  <a:pt x="1375" y="3032"/>
                  <a:pt x="1374" y="3032"/>
                </a:cubicBezTo>
                <a:cubicBezTo>
                  <a:pt x="1372" y="3032"/>
                  <a:pt x="1335" y="2962"/>
                  <a:pt x="1326" y="2946"/>
                </a:cubicBezTo>
                <a:cubicBezTo>
                  <a:pt x="1285" y="2881"/>
                  <a:pt x="1252" y="2814"/>
                  <a:pt x="1215" y="2746"/>
                </a:cubicBezTo>
                <a:lnTo>
                  <a:pt x="1215" y="2746"/>
                </a:lnTo>
                <a:cubicBezTo>
                  <a:pt x="1214" y="2743"/>
                  <a:pt x="1213" y="2740"/>
                  <a:pt x="1212" y="2736"/>
                </a:cubicBezTo>
                <a:cubicBezTo>
                  <a:pt x="1199" y="2702"/>
                  <a:pt x="1187" y="2668"/>
                  <a:pt x="1176" y="2635"/>
                </a:cubicBezTo>
                <a:cubicBezTo>
                  <a:pt x="1153" y="2559"/>
                  <a:pt x="1132" y="2481"/>
                  <a:pt x="1119" y="2403"/>
                </a:cubicBezTo>
                <a:cubicBezTo>
                  <a:pt x="1119" y="2401"/>
                  <a:pt x="1118" y="2399"/>
                  <a:pt x="1118" y="2397"/>
                </a:cubicBezTo>
                <a:lnTo>
                  <a:pt x="1118" y="2397"/>
                </a:lnTo>
                <a:cubicBezTo>
                  <a:pt x="1122" y="2365"/>
                  <a:pt x="1108" y="2315"/>
                  <a:pt x="1106" y="2283"/>
                </a:cubicBezTo>
                <a:cubicBezTo>
                  <a:pt x="1102" y="2203"/>
                  <a:pt x="1102" y="2123"/>
                  <a:pt x="1106" y="2043"/>
                </a:cubicBezTo>
                <a:cubicBezTo>
                  <a:pt x="1107" y="2033"/>
                  <a:pt x="1110" y="2004"/>
                  <a:pt x="1113" y="1978"/>
                </a:cubicBezTo>
                <a:lnTo>
                  <a:pt x="1113" y="1978"/>
                </a:lnTo>
                <a:cubicBezTo>
                  <a:pt x="1117" y="1953"/>
                  <a:pt x="1123" y="1911"/>
                  <a:pt x="1125" y="1899"/>
                </a:cubicBezTo>
                <a:cubicBezTo>
                  <a:pt x="1144" y="1813"/>
                  <a:pt x="1170" y="1731"/>
                  <a:pt x="1197" y="1647"/>
                </a:cubicBezTo>
                <a:cubicBezTo>
                  <a:pt x="1199" y="1642"/>
                  <a:pt x="1200" y="1637"/>
                  <a:pt x="1201" y="1634"/>
                </a:cubicBezTo>
                <a:lnTo>
                  <a:pt x="1201" y="1634"/>
                </a:lnTo>
                <a:cubicBezTo>
                  <a:pt x="1203" y="1630"/>
                  <a:pt x="1205" y="1626"/>
                  <a:pt x="1208" y="1621"/>
                </a:cubicBezTo>
                <a:cubicBezTo>
                  <a:pt x="1227" y="1583"/>
                  <a:pt x="1246" y="1543"/>
                  <a:pt x="1269" y="1507"/>
                </a:cubicBezTo>
                <a:cubicBezTo>
                  <a:pt x="1290" y="1470"/>
                  <a:pt x="1313" y="1434"/>
                  <a:pt x="1338" y="1398"/>
                </a:cubicBezTo>
                <a:cubicBezTo>
                  <a:pt x="1341" y="1394"/>
                  <a:pt x="1344" y="1390"/>
                  <a:pt x="1346" y="1386"/>
                </a:cubicBezTo>
                <a:lnTo>
                  <a:pt x="1346" y="1386"/>
                </a:lnTo>
                <a:cubicBezTo>
                  <a:pt x="1346" y="1386"/>
                  <a:pt x="1346" y="1386"/>
                  <a:pt x="1347" y="1385"/>
                </a:cubicBezTo>
                <a:cubicBezTo>
                  <a:pt x="1399" y="1329"/>
                  <a:pt x="1454" y="1275"/>
                  <a:pt x="1511" y="1223"/>
                </a:cubicBezTo>
                <a:lnTo>
                  <a:pt x="1511" y="1223"/>
                </a:lnTo>
                <a:cubicBezTo>
                  <a:pt x="1524" y="1213"/>
                  <a:pt x="1537" y="1203"/>
                  <a:pt x="1551" y="1194"/>
                </a:cubicBezTo>
                <a:cubicBezTo>
                  <a:pt x="1589" y="1170"/>
                  <a:pt x="1627" y="1147"/>
                  <a:pt x="1667" y="1126"/>
                </a:cubicBezTo>
                <a:cubicBezTo>
                  <a:pt x="1682" y="1119"/>
                  <a:pt x="1697" y="1111"/>
                  <a:pt x="1712" y="1103"/>
                </a:cubicBezTo>
                <a:lnTo>
                  <a:pt x="1712" y="1103"/>
                </a:lnTo>
                <a:cubicBezTo>
                  <a:pt x="1755" y="1090"/>
                  <a:pt x="1797" y="1075"/>
                  <a:pt x="1840" y="1063"/>
                </a:cubicBezTo>
                <a:cubicBezTo>
                  <a:pt x="1884" y="1050"/>
                  <a:pt x="1928" y="1042"/>
                  <a:pt x="1970" y="1031"/>
                </a:cubicBezTo>
                <a:cubicBezTo>
                  <a:pt x="1976" y="1030"/>
                  <a:pt x="1983" y="1028"/>
                  <a:pt x="1990" y="1026"/>
                </a:cubicBezTo>
                <a:lnTo>
                  <a:pt x="1990" y="1026"/>
                </a:lnTo>
                <a:cubicBezTo>
                  <a:pt x="2008" y="1025"/>
                  <a:pt x="2026" y="1024"/>
                  <a:pt x="2042" y="1023"/>
                </a:cubicBezTo>
                <a:cubicBezTo>
                  <a:pt x="2063" y="1021"/>
                  <a:pt x="2083" y="1018"/>
                  <a:pt x="2104" y="1015"/>
                </a:cubicBezTo>
                <a:lnTo>
                  <a:pt x="2104" y="1015"/>
                </a:lnTo>
                <a:cubicBezTo>
                  <a:pt x="2127" y="1013"/>
                  <a:pt x="2151" y="1010"/>
                  <a:pt x="2175" y="1006"/>
                </a:cubicBezTo>
                <a:cubicBezTo>
                  <a:pt x="2200" y="1002"/>
                  <a:pt x="2223" y="998"/>
                  <a:pt x="2248" y="996"/>
                </a:cubicBezTo>
                <a:lnTo>
                  <a:pt x="2248" y="996"/>
                </a:lnTo>
                <a:cubicBezTo>
                  <a:pt x="2202" y="1002"/>
                  <a:pt x="2186" y="1004"/>
                  <a:pt x="2186" y="1004"/>
                </a:cubicBezTo>
                <a:cubicBezTo>
                  <a:pt x="2187" y="1004"/>
                  <a:pt x="2227" y="999"/>
                  <a:pt x="2246" y="998"/>
                </a:cubicBezTo>
                <a:cubicBezTo>
                  <a:pt x="2293" y="996"/>
                  <a:pt x="2341" y="991"/>
                  <a:pt x="2387" y="989"/>
                </a:cubicBezTo>
                <a:close/>
                <a:moveTo>
                  <a:pt x="2431" y="0"/>
                </a:moveTo>
                <a:cubicBezTo>
                  <a:pt x="2283" y="0"/>
                  <a:pt x="2134" y="12"/>
                  <a:pt x="1987" y="33"/>
                </a:cubicBezTo>
                <a:lnTo>
                  <a:pt x="1987" y="33"/>
                </a:lnTo>
                <a:cubicBezTo>
                  <a:pt x="1519" y="79"/>
                  <a:pt x="1082" y="246"/>
                  <a:pt x="738" y="578"/>
                </a:cubicBezTo>
                <a:cubicBezTo>
                  <a:pt x="443" y="863"/>
                  <a:pt x="236" y="1259"/>
                  <a:pt x="158" y="1661"/>
                </a:cubicBezTo>
                <a:cubicBezTo>
                  <a:pt x="0" y="2477"/>
                  <a:pt x="228" y="3403"/>
                  <a:pt x="896" y="3941"/>
                </a:cubicBezTo>
                <a:cubicBezTo>
                  <a:pt x="1283" y="4251"/>
                  <a:pt x="1777" y="4404"/>
                  <a:pt x="2272" y="4404"/>
                </a:cubicBezTo>
                <a:cubicBezTo>
                  <a:pt x="2762" y="4404"/>
                  <a:pt x="3253" y="4255"/>
                  <a:pt x="3645" y="3962"/>
                </a:cubicBezTo>
                <a:cubicBezTo>
                  <a:pt x="4395" y="3401"/>
                  <a:pt x="4700" y="2409"/>
                  <a:pt x="4443" y="1512"/>
                </a:cubicBezTo>
                <a:cubicBezTo>
                  <a:pt x="4302" y="1025"/>
                  <a:pt x="4003" y="604"/>
                  <a:pt x="3582" y="321"/>
                </a:cubicBezTo>
                <a:cubicBezTo>
                  <a:pt x="3236" y="89"/>
                  <a:pt x="2836" y="0"/>
                  <a:pt x="243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10" name="Google Shape;10010;p15"/>
          <p:cNvSpPr/>
          <p:nvPr/>
        </p:nvSpPr>
        <p:spPr>
          <a:xfrm>
            <a:off x="6518075" y="833200"/>
            <a:ext cx="176025" cy="165050"/>
          </a:xfrm>
          <a:custGeom>
            <a:rect b="b" l="l" r="r" t="t"/>
            <a:pathLst>
              <a:path extrusionOk="0" h="6602" w="7041">
                <a:moveTo>
                  <a:pt x="4935" y="1378"/>
                </a:moveTo>
                <a:cubicBezTo>
                  <a:pt x="4939" y="1380"/>
                  <a:pt x="4948" y="1387"/>
                  <a:pt x="4965" y="1400"/>
                </a:cubicBezTo>
                <a:cubicBezTo>
                  <a:pt x="4955" y="1392"/>
                  <a:pt x="4945" y="1385"/>
                  <a:pt x="4935" y="1378"/>
                </a:cubicBezTo>
                <a:close/>
                <a:moveTo>
                  <a:pt x="1630" y="1762"/>
                </a:moveTo>
                <a:lnTo>
                  <a:pt x="1630" y="1762"/>
                </a:lnTo>
                <a:cubicBezTo>
                  <a:pt x="1621" y="1773"/>
                  <a:pt x="1618" y="1778"/>
                  <a:pt x="1618" y="1778"/>
                </a:cubicBezTo>
                <a:cubicBezTo>
                  <a:pt x="1618" y="1778"/>
                  <a:pt x="1623" y="1771"/>
                  <a:pt x="1630" y="1762"/>
                </a:cubicBezTo>
                <a:close/>
                <a:moveTo>
                  <a:pt x="3639" y="986"/>
                </a:moveTo>
                <a:cubicBezTo>
                  <a:pt x="4036" y="986"/>
                  <a:pt x="4418" y="1072"/>
                  <a:pt x="4734" y="1250"/>
                </a:cubicBezTo>
                <a:cubicBezTo>
                  <a:pt x="4786" y="1280"/>
                  <a:pt x="4839" y="1313"/>
                  <a:pt x="4890" y="1347"/>
                </a:cubicBezTo>
                <a:cubicBezTo>
                  <a:pt x="4906" y="1357"/>
                  <a:pt x="4921" y="1367"/>
                  <a:pt x="4935" y="1378"/>
                </a:cubicBezTo>
                <a:lnTo>
                  <a:pt x="4935" y="1378"/>
                </a:lnTo>
                <a:cubicBezTo>
                  <a:pt x="4934" y="1377"/>
                  <a:pt x="4933" y="1376"/>
                  <a:pt x="4933" y="1376"/>
                </a:cubicBezTo>
                <a:lnTo>
                  <a:pt x="4933" y="1376"/>
                </a:lnTo>
                <a:cubicBezTo>
                  <a:pt x="4934" y="1376"/>
                  <a:pt x="4964" y="1397"/>
                  <a:pt x="4972" y="1404"/>
                </a:cubicBezTo>
                <a:cubicBezTo>
                  <a:pt x="5081" y="1495"/>
                  <a:pt x="5182" y="1594"/>
                  <a:pt x="5275" y="1701"/>
                </a:cubicBezTo>
                <a:cubicBezTo>
                  <a:pt x="5296" y="1724"/>
                  <a:pt x="5315" y="1747"/>
                  <a:pt x="5332" y="1771"/>
                </a:cubicBezTo>
                <a:cubicBezTo>
                  <a:pt x="5336" y="1776"/>
                  <a:pt x="5339" y="1780"/>
                  <a:pt x="5342" y="1782"/>
                </a:cubicBezTo>
                <a:lnTo>
                  <a:pt x="5342" y="1782"/>
                </a:lnTo>
                <a:cubicBezTo>
                  <a:pt x="5378" y="1835"/>
                  <a:pt x="5414" y="1889"/>
                  <a:pt x="5446" y="1943"/>
                </a:cubicBezTo>
                <a:cubicBezTo>
                  <a:pt x="5477" y="1994"/>
                  <a:pt x="5507" y="2045"/>
                  <a:pt x="5534" y="2097"/>
                </a:cubicBezTo>
                <a:cubicBezTo>
                  <a:pt x="5548" y="2126"/>
                  <a:pt x="5603" y="2244"/>
                  <a:pt x="5604" y="2244"/>
                </a:cubicBezTo>
                <a:cubicBezTo>
                  <a:pt x="5605" y="2244"/>
                  <a:pt x="5604" y="2244"/>
                  <a:pt x="5604" y="2242"/>
                </a:cubicBezTo>
                <a:lnTo>
                  <a:pt x="5604" y="2242"/>
                </a:lnTo>
                <a:cubicBezTo>
                  <a:pt x="5646" y="2347"/>
                  <a:pt x="5682" y="2454"/>
                  <a:pt x="5711" y="2561"/>
                </a:cubicBezTo>
                <a:cubicBezTo>
                  <a:pt x="5726" y="2620"/>
                  <a:pt x="5741" y="2679"/>
                  <a:pt x="5751" y="2738"/>
                </a:cubicBezTo>
                <a:cubicBezTo>
                  <a:pt x="5756" y="2758"/>
                  <a:pt x="5778" y="2901"/>
                  <a:pt x="5781" y="2901"/>
                </a:cubicBezTo>
                <a:cubicBezTo>
                  <a:pt x="5781" y="2901"/>
                  <a:pt x="5781" y="2892"/>
                  <a:pt x="5779" y="2872"/>
                </a:cubicBezTo>
                <a:lnTo>
                  <a:pt x="5779" y="2872"/>
                </a:lnTo>
                <a:cubicBezTo>
                  <a:pt x="5793" y="2999"/>
                  <a:pt x="5800" y="3127"/>
                  <a:pt x="5800" y="3256"/>
                </a:cubicBezTo>
                <a:cubicBezTo>
                  <a:pt x="5798" y="3323"/>
                  <a:pt x="5796" y="3393"/>
                  <a:pt x="5791" y="3460"/>
                </a:cubicBezTo>
                <a:cubicBezTo>
                  <a:pt x="5787" y="3518"/>
                  <a:pt x="5781" y="3572"/>
                  <a:pt x="5780" y="3582"/>
                </a:cubicBezTo>
                <a:lnTo>
                  <a:pt x="5780" y="3582"/>
                </a:lnTo>
                <a:cubicBezTo>
                  <a:pt x="5759" y="3706"/>
                  <a:pt x="5734" y="3831"/>
                  <a:pt x="5699" y="3953"/>
                </a:cubicBezTo>
                <a:cubicBezTo>
                  <a:pt x="5682" y="4012"/>
                  <a:pt x="5663" y="4069"/>
                  <a:pt x="5642" y="4126"/>
                </a:cubicBezTo>
                <a:cubicBezTo>
                  <a:pt x="5631" y="4155"/>
                  <a:pt x="5621" y="4183"/>
                  <a:pt x="5610" y="4212"/>
                </a:cubicBezTo>
                <a:cubicBezTo>
                  <a:pt x="5606" y="4223"/>
                  <a:pt x="5602" y="4232"/>
                  <a:pt x="5600" y="4238"/>
                </a:cubicBezTo>
                <a:lnTo>
                  <a:pt x="5600" y="4238"/>
                </a:lnTo>
                <a:cubicBezTo>
                  <a:pt x="5597" y="4244"/>
                  <a:pt x="5593" y="4252"/>
                  <a:pt x="5589" y="4261"/>
                </a:cubicBezTo>
                <a:cubicBezTo>
                  <a:pt x="5534" y="4370"/>
                  <a:pt x="5477" y="4478"/>
                  <a:pt x="5412" y="4581"/>
                </a:cubicBezTo>
                <a:cubicBezTo>
                  <a:pt x="5311" y="4737"/>
                  <a:pt x="5324" y="4720"/>
                  <a:pt x="5189" y="4863"/>
                </a:cubicBezTo>
                <a:cubicBezTo>
                  <a:pt x="4814" y="5261"/>
                  <a:pt x="4355" y="5476"/>
                  <a:pt x="3756" y="5573"/>
                </a:cubicBezTo>
                <a:cubicBezTo>
                  <a:pt x="3620" y="5595"/>
                  <a:pt x="3482" y="5605"/>
                  <a:pt x="3344" y="5605"/>
                </a:cubicBezTo>
                <a:cubicBezTo>
                  <a:pt x="2954" y="5605"/>
                  <a:pt x="2572" y="5519"/>
                  <a:pt x="2265" y="5346"/>
                </a:cubicBezTo>
                <a:cubicBezTo>
                  <a:pt x="2214" y="5316"/>
                  <a:pt x="2164" y="5285"/>
                  <a:pt x="2113" y="5253"/>
                </a:cubicBezTo>
                <a:cubicBezTo>
                  <a:pt x="2098" y="5243"/>
                  <a:pt x="2015" y="5180"/>
                  <a:pt x="2013" y="5180"/>
                </a:cubicBezTo>
                <a:lnTo>
                  <a:pt x="2013" y="5180"/>
                </a:lnTo>
                <a:cubicBezTo>
                  <a:pt x="2013" y="5180"/>
                  <a:pt x="2019" y="5186"/>
                  <a:pt x="2037" y="5200"/>
                </a:cubicBezTo>
                <a:cubicBezTo>
                  <a:pt x="1930" y="5114"/>
                  <a:pt x="1831" y="5019"/>
                  <a:pt x="1740" y="4916"/>
                </a:cubicBezTo>
                <a:cubicBezTo>
                  <a:pt x="1728" y="4902"/>
                  <a:pt x="1675" y="4837"/>
                  <a:pt x="1657" y="4816"/>
                </a:cubicBezTo>
                <a:lnTo>
                  <a:pt x="1657" y="4816"/>
                </a:lnTo>
                <a:cubicBezTo>
                  <a:pt x="1647" y="4801"/>
                  <a:pt x="1584" y="4711"/>
                  <a:pt x="1570" y="4688"/>
                </a:cubicBezTo>
                <a:cubicBezTo>
                  <a:pt x="1500" y="4579"/>
                  <a:pt x="1439" y="4465"/>
                  <a:pt x="1382" y="4347"/>
                </a:cubicBezTo>
                <a:cubicBezTo>
                  <a:pt x="1372" y="4327"/>
                  <a:pt x="1369" y="4322"/>
                  <a:pt x="1368" y="4322"/>
                </a:cubicBezTo>
                <a:lnTo>
                  <a:pt x="1368" y="4322"/>
                </a:lnTo>
                <a:cubicBezTo>
                  <a:pt x="1368" y="4322"/>
                  <a:pt x="1368" y="4322"/>
                  <a:pt x="1368" y="4322"/>
                </a:cubicBezTo>
                <a:lnTo>
                  <a:pt x="1368" y="4322"/>
                </a:lnTo>
                <a:cubicBezTo>
                  <a:pt x="1366" y="4315"/>
                  <a:pt x="1360" y="4299"/>
                  <a:pt x="1348" y="4265"/>
                </a:cubicBezTo>
                <a:cubicBezTo>
                  <a:pt x="1329" y="4210"/>
                  <a:pt x="1308" y="4155"/>
                  <a:pt x="1291" y="4101"/>
                </a:cubicBezTo>
                <a:cubicBezTo>
                  <a:pt x="1251" y="3974"/>
                  <a:pt x="1220" y="3848"/>
                  <a:pt x="1197" y="3717"/>
                </a:cubicBezTo>
                <a:cubicBezTo>
                  <a:pt x="1192" y="3696"/>
                  <a:pt x="1179" y="3596"/>
                  <a:pt x="1178" y="3596"/>
                </a:cubicBezTo>
                <a:lnTo>
                  <a:pt x="1178" y="3596"/>
                </a:lnTo>
                <a:cubicBezTo>
                  <a:pt x="1178" y="3596"/>
                  <a:pt x="1179" y="3606"/>
                  <a:pt x="1182" y="3633"/>
                </a:cubicBezTo>
                <a:cubicBezTo>
                  <a:pt x="1173" y="3568"/>
                  <a:pt x="1167" y="3502"/>
                  <a:pt x="1165" y="3437"/>
                </a:cubicBezTo>
                <a:cubicBezTo>
                  <a:pt x="1157" y="3304"/>
                  <a:pt x="1157" y="3174"/>
                  <a:pt x="1165" y="3041"/>
                </a:cubicBezTo>
                <a:cubicBezTo>
                  <a:pt x="1167" y="3011"/>
                  <a:pt x="1179" y="2898"/>
                  <a:pt x="1181" y="2870"/>
                </a:cubicBezTo>
                <a:lnTo>
                  <a:pt x="1181" y="2870"/>
                </a:lnTo>
                <a:cubicBezTo>
                  <a:pt x="1186" y="2847"/>
                  <a:pt x="1203" y="2750"/>
                  <a:pt x="1209" y="2721"/>
                </a:cubicBezTo>
                <a:cubicBezTo>
                  <a:pt x="1239" y="2580"/>
                  <a:pt x="1281" y="2443"/>
                  <a:pt x="1327" y="2306"/>
                </a:cubicBezTo>
                <a:cubicBezTo>
                  <a:pt x="1342" y="2262"/>
                  <a:pt x="1345" y="2248"/>
                  <a:pt x="1346" y="2244"/>
                </a:cubicBezTo>
                <a:lnTo>
                  <a:pt x="1346" y="2244"/>
                </a:lnTo>
                <a:cubicBezTo>
                  <a:pt x="1348" y="2241"/>
                  <a:pt x="1355" y="2229"/>
                  <a:pt x="1376" y="2188"/>
                </a:cubicBezTo>
                <a:cubicBezTo>
                  <a:pt x="1407" y="2125"/>
                  <a:pt x="1439" y="2059"/>
                  <a:pt x="1475" y="1998"/>
                </a:cubicBezTo>
                <a:cubicBezTo>
                  <a:pt x="1511" y="1937"/>
                  <a:pt x="1551" y="1878"/>
                  <a:pt x="1588" y="1819"/>
                </a:cubicBezTo>
                <a:cubicBezTo>
                  <a:pt x="1603" y="1799"/>
                  <a:pt x="1618" y="1779"/>
                  <a:pt x="1632" y="1759"/>
                </a:cubicBezTo>
                <a:lnTo>
                  <a:pt x="1632" y="1759"/>
                </a:lnTo>
                <a:cubicBezTo>
                  <a:pt x="1639" y="1751"/>
                  <a:pt x="1646" y="1741"/>
                  <a:pt x="1654" y="1733"/>
                </a:cubicBezTo>
                <a:cubicBezTo>
                  <a:pt x="1744" y="1632"/>
                  <a:pt x="1839" y="1535"/>
                  <a:pt x="1945" y="1446"/>
                </a:cubicBezTo>
                <a:cubicBezTo>
                  <a:pt x="1949" y="1443"/>
                  <a:pt x="1952" y="1440"/>
                  <a:pt x="1955" y="1437"/>
                </a:cubicBezTo>
                <a:lnTo>
                  <a:pt x="1955" y="1437"/>
                </a:lnTo>
                <a:cubicBezTo>
                  <a:pt x="1958" y="1435"/>
                  <a:pt x="1960" y="1434"/>
                  <a:pt x="1963" y="1431"/>
                </a:cubicBezTo>
                <a:cubicBezTo>
                  <a:pt x="1993" y="1410"/>
                  <a:pt x="2022" y="1389"/>
                  <a:pt x="2054" y="1370"/>
                </a:cubicBezTo>
                <a:cubicBezTo>
                  <a:pt x="2115" y="1328"/>
                  <a:pt x="2180" y="1292"/>
                  <a:pt x="2246" y="1257"/>
                </a:cubicBezTo>
                <a:cubicBezTo>
                  <a:pt x="2372" y="1191"/>
                  <a:pt x="2412" y="1174"/>
                  <a:pt x="2604" y="1120"/>
                </a:cubicBezTo>
                <a:cubicBezTo>
                  <a:pt x="2802" y="1065"/>
                  <a:pt x="2859" y="1059"/>
                  <a:pt x="3023" y="1044"/>
                </a:cubicBezTo>
                <a:cubicBezTo>
                  <a:pt x="3046" y="1042"/>
                  <a:pt x="3069" y="1039"/>
                  <a:pt x="3092" y="1035"/>
                </a:cubicBezTo>
                <a:lnTo>
                  <a:pt x="3092" y="1035"/>
                </a:lnTo>
                <a:cubicBezTo>
                  <a:pt x="3113" y="1033"/>
                  <a:pt x="3134" y="1031"/>
                  <a:pt x="3156" y="1027"/>
                </a:cubicBezTo>
                <a:cubicBezTo>
                  <a:pt x="3317" y="1000"/>
                  <a:pt x="3479" y="986"/>
                  <a:pt x="3639" y="986"/>
                </a:cubicBezTo>
                <a:close/>
                <a:moveTo>
                  <a:pt x="3656" y="0"/>
                </a:moveTo>
                <a:cubicBezTo>
                  <a:pt x="3424" y="0"/>
                  <a:pt x="3191" y="20"/>
                  <a:pt x="2962" y="55"/>
                </a:cubicBezTo>
                <a:lnTo>
                  <a:pt x="2962" y="55"/>
                </a:lnTo>
                <a:cubicBezTo>
                  <a:pt x="1592" y="189"/>
                  <a:pt x="506" y="1128"/>
                  <a:pt x="238" y="2500"/>
                </a:cubicBezTo>
                <a:cubicBezTo>
                  <a:pt x="0" y="3730"/>
                  <a:pt x="360" y="5131"/>
                  <a:pt x="1367" y="5933"/>
                </a:cubicBezTo>
                <a:cubicBezTo>
                  <a:pt x="1934" y="6385"/>
                  <a:pt x="2656" y="6602"/>
                  <a:pt x="3382" y="6602"/>
                </a:cubicBezTo>
                <a:cubicBezTo>
                  <a:pt x="4138" y="6602"/>
                  <a:pt x="4898" y="6367"/>
                  <a:pt x="5494" y="5917"/>
                </a:cubicBezTo>
                <a:cubicBezTo>
                  <a:pt x="6607" y="5078"/>
                  <a:pt x="7041" y="3580"/>
                  <a:pt x="6659" y="2253"/>
                </a:cubicBezTo>
                <a:cubicBezTo>
                  <a:pt x="6453" y="1537"/>
                  <a:pt x="6015" y="905"/>
                  <a:pt x="5393" y="488"/>
                </a:cubicBezTo>
                <a:cubicBezTo>
                  <a:pt x="4872" y="137"/>
                  <a:pt x="4267" y="0"/>
                  <a:pt x="365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011" name="Google Shape;10011;p15"/>
          <p:cNvGrpSpPr/>
          <p:nvPr/>
        </p:nvGrpSpPr>
        <p:grpSpPr>
          <a:xfrm rot="6300357">
            <a:off x="7074685" y="581435"/>
            <a:ext cx="707993" cy="442801"/>
            <a:chOff x="1445125" y="3867675"/>
            <a:chExt cx="803300" cy="502950"/>
          </a:xfrm>
        </p:grpSpPr>
        <p:sp>
          <p:nvSpPr>
            <p:cNvPr id="10012" name="Google Shape;10012;p15"/>
            <p:cNvSpPr/>
            <p:nvPr/>
          </p:nvSpPr>
          <p:spPr>
            <a:xfrm>
              <a:off x="1445125" y="3867675"/>
              <a:ext cx="535450" cy="502950"/>
            </a:xfrm>
            <a:custGeom>
              <a:rect b="b" l="l" r="r" t="t"/>
              <a:pathLst>
                <a:path extrusionOk="0" h="20118" w="21418">
                  <a:moveTo>
                    <a:pt x="5846" y="993"/>
                  </a:moveTo>
                  <a:cubicBezTo>
                    <a:pt x="6726" y="993"/>
                    <a:pt x="7300" y="1814"/>
                    <a:pt x="7545" y="2688"/>
                  </a:cubicBezTo>
                  <a:cubicBezTo>
                    <a:pt x="7686" y="3200"/>
                    <a:pt x="7749" y="3726"/>
                    <a:pt x="7770" y="4255"/>
                  </a:cubicBezTo>
                  <a:cubicBezTo>
                    <a:pt x="7787" y="4700"/>
                    <a:pt x="7676" y="5216"/>
                    <a:pt x="7812" y="5641"/>
                  </a:cubicBezTo>
                  <a:cubicBezTo>
                    <a:pt x="8017" y="6280"/>
                    <a:pt x="8790" y="6621"/>
                    <a:pt x="9352" y="6861"/>
                  </a:cubicBezTo>
                  <a:cubicBezTo>
                    <a:pt x="10899" y="7523"/>
                    <a:pt x="12588" y="7895"/>
                    <a:pt x="14238" y="8195"/>
                  </a:cubicBezTo>
                  <a:cubicBezTo>
                    <a:pt x="14279" y="8202"/>
                    <a:pt x="14320" y="8206"/>
                    <a:pt x="14360" y="8206"/>
                  </a:cubicBezTo>
                  <a:cubicBezTo>
                    <a:pt x="14538" y="8206"/>
                    <a:pt x="14697" y="8128"/>
                    <a:pt x="14800" y="7965"/>
                  </a:cubicBezTo>
                  <a:cubicBezTo>
                    <a:pt x="15658" y="6602"/>
                    <a:pt x="16673" y="5266"/>
                    <a:pt x="17868" y="4181"/>
                  </a:cubicBezTo>
                  <a:cubicBezTo>
                    <a:pt x="18246" y="3837"/>
                    <a:pt x="19055" y="3130"/>
                    <a:pt x="19662" y="3130"/>
                  </a:cubicBezTo>
                  <a:cubicBezTo>
                    <a:pt x="19761" y="3130"/>
                    <a:pt x="19855" y="3149"/>
                    <a:pt x="19941" y="3191"/>
                  </a:cubicBezTo>
                  <a:cubicBezTo>
                    <a:pt x="19972" y="3206"/>
                    <a:pt x="20042" y="3282"/>
                    <a:pt x="20078" y="3334"/>
                  </a:cubicBezTo>
                  <a:cubicBezTo>
                    <a:pt x="20170" y="3474"/>
                    <a:pt x="20200" y="3554"/>
                    <a:pt x="20244" y="3703"/>
                  </a:cubicBezTo>
                  <a:cubicBezTo>
                    <a:pt x="20356" y="4074"/>
                    <a:pt x="20385" y="4459"/>
                    <a:pt x="20391" y="4845"/>
                  </a:cubicBezTo>
                  <a:cubicBezTo>
                    <a:pt x="20434" y="7253"/>
                    <a:pt x="19715" y="9724"/>
                    <a:pt x="18959" y="11987"/>
                  </a:cubicBezTo>
                  <a:cubicBezTo>
                    <a:pt x="18546" y="13223"/>
                    <a:pt x="18074" y="14443"/>
                    <a:pt x="17505" y="15619"/>
                  </a:cubicBezTo>
                  <a:cubicBezTo>
                    <a:pt x="16974" y="16720"/>
                    <a:pt x="16385" y="17795"/>
                    <a:pt x="15472" y="18631"/>
                  </a:cubicBezTo>
                  <a:cubicBezTo>
                    <a:pt x="15279" y="18808"/>
                    <a:pt x="15055" y="19008"/>
                    <a:pt x="14800" y="19090"/>
                  </a:cubicBezTo>
                  <a:cubicBezTo>
                    <a:pt x="14731" y="19114"/>
                    <a:pt x="14679" y="19127"/>
                    <a:pt x="14633" y="19127"/>
                  </a:cubicBezTo>
                  <a:cubicBezTo>
                    <a:pt x="14584" y="19127"/>
                    <a:pt x="14541" y="19112"/>
                    <a:pt x="14491" y="19078"/>
                  </a:cubicBezTo>
                  <a:cubicBezTo>
                    <a:pt x="14179" y="18859"/>
                    <a:pt x="14040" y="18279"/>
                    <a:pt x="13943" y="17913"/>
                  </a:cubicBezTo>
                  <a:cubicBezTo>
                    <a:pt x="13496" y="16204"/>
                    <a:pt x="13420" y="14392"/>
                    <a:pt x="13231" y="12644"/>
                  </a:cubicBezTo>
                  <a:cubicBezTo>
                    <a:pt x="13231" y="12642"/>
                    <a:pt x="13231" y="12641"/>
                    <a:pt x="13230" y="12640"/>
                  </a:cubicBezTo>
                  <a:lnTo>
                    <a:pt x="13230" y="12640"/>
                  </a:lnTo>
                  <a:cubicBezTo>
                    <a:pt x="13241" y="12479"/>
                    <a:pt x="13172" y="12316"/>
                    <a:pt x="12984" y="12214"/>
                  </a:cubicBezTo>
                  <a:cubicBezTo>
                    <a:pt x="12340" y="11860"/>
                    <a:pt x="11598" y="11675"/>
                    <a:pt x="10890" y="11496"/>
                  </a:cubicBezTo>
                  <a:cubicBezTo>
                    <a:pt x="10069" y="11291"/>
                    <a:pt x="9239" y="11119"/>
                    <a:pt x="8404" y="10971"/>
                  </a:cubicBezTo>
                  <a:cubicBezTo>
                    <a:pt x="7943" y="10890"/>
                    <a:pt x="7439" y="10757"/>
                    <a:pt x="6964" y="10757"/>
                  </a:cubicBezTo>
                  <a:cubicBezTo>
                    <a:pt x="6933" y="10757"/>
                    <a:pt x="6903" y="10757"/>
                    <a:pt x="6873" y="10758"/>
                  </a:cubicBezTo>
                  <a:cubicBezTo>
                    <a:pt x="6281" y="10782"/>
                    <a:pt x="5857" y="11237"/>
                    <a:pt x="5518" y="11671"/>
                  </a:cubicBezTo>
                  <a:cubicBezTo>
                    <a:pt x="4848" y="12532"/>
                    <a:pt x="4110" y="13945"/>
                    <a:pt x="2900" y="13945"/>
                  </a:cubicBezTo>
                  <a:cubicBezTo>
                    <a:pt x="2748" y="13945"/>
                    <a:pt x="2589" y="13923"/>
                    <a:pt x="2421" y="13874"/>
                  </a:cubicBezTo>
                  <a:cubicBezTo>
                    <a:pt x="1265" y="13539"/>
                    <a:pt x="1147" y="12161"/>
                    <a:pt x="1191" y="11150"/>
                  </a:cubicBezTo>
                  <a:cubicBezTo>
                    <a:pt x="1259" y="9547"/>
                    <a:pt x="1735" y="7959"/>
                    <a:pt x="2242" y="6446"/>
                  </a:cubicBezTo>
                  <a:cubicBezTo>
                    <a:pt x="2666" y="5186"/>
                    <a:pt x="3155" y="3943"/>
                    <a:pt x="3669" y="2717"/>
                  </a:cubicBezTo>
                  <a:cubicBezTo>
                    <a:pt x="4014" y="1894"/>
                    <a:pt x="4701" y="1150"/>
                    <a:pt x="5619" y="1011"/>
                  </a:cubicBezTo>
                  <a:cubicBezTo>
                    <a:pt x="5697" y="999"/>
                    <a:pt x="5772" y="993"/>
                    <a:pt x="5846" y="993"/>
                  </a:cubicBezTo>
                  <a:close/>
                  <a:moveTo>
                    <a:pt x="5851" y="1"/>
                  </a:moveTo>
                  <a:cubicBezTo>
                    <a:pt x="4753" y="1"/>
                    <a:pt x="3750" y="699"/>
                    <a:pt x="3144" y="1580"/>
                  </a:cubicBezTo>
                  <a:cubicBezTo>
                    <a:pt x="2849" y="2009"/>
                    <a:pt x="2683" y="2515"/>
                    <a:pt x="2487" y="2993"/>
                  </a:cubicBezTo>
                  <a:cubicBezTo>
                    <a:pt x="2217" y="3653"/>
                    <a:pt x="1954" y="4314"/>
                    <a:pt x="1705" y="4982"/>
                  </a:cubicBezTo>
                  <a:cubicBezTo>
                    <a:pt x="1113" y="6581"/>
                    <a:pt x="576" y="8224"/>
                    <a:pt x="323" y="9914"/>
                  </a:cubicBezTo>
                  <a:cubicBezTo>
                    <a:pt x="121" y="11253"/>
                    <a:pt x="1" y="12901"/>
                    <a:pt x="913" y="14026"/>
                  </a:cubicBezTo>
                  <a:cubicBezTo>
                    <a:pt x="1411" y="14639"/>
                    <a:pt x="2111" y="14918"/>
                    <a:pt x="2824" y="14918"/>
                  </a:cubicBezTo>
                  <a:cubicBezTo>
                    <a:pt x="3509" y="14918"/>
                    <a:pt x="4207" y="14660"/>
                    <a:pt x="4751" y="14192"/>
                  </a:cubicBezTo>
                  <a:cubicBezTo>
                    <a:pt x="5371" y="13659"/>
                    <a:pt x="5777" y="12949"/>
                    <a:pt x="6272" y="12311"/>
                  </a:cubicBezTo>
                  <a:cubicBezTo>
                    <a:pt x="6566" y="11931"/>
                    <a:pt x="6732" y="11776"/>
                    <a:pt x="7065" y="11776"/>
                  </a:cubicBezTo>
                  <a:cubicBezTo>
                    <a:pt x="7129" y="11776"/>
                    <a:pt x="7199" y="11782"/>
                    <a:pt x="7277" y="11793"/>
                  </a:cubicBezTo>
                  <a:cubicBezTo>
                    <a:pt x="8166" y="11915"/>
                    <a:pt x="9053" y="12094"/>
                    <a:pt x="9930" y="12292"/>
                  </a:cubicBezTo>
                  <a:cubicBezTo>
                    <a:pt x="10726" y="12472"/>
                    <a:pt x="11550" y="12626"/>
                    <a:pt x="12268" y="12966"/>
                  </a:cubicBezTo>
                  <a:lnTo>
                    <a:pt x="12268" y="12966"/>
                  </a:lnTo>
                  <a:cubicBezTo>
                    <a:pt x="12439" y="14633"/>
                    <a:pt x="12548" y="16332"/>
                    <a:pt x="12930" y="17963"/>
                  </a:cubicBezTo>
                  <a:cubicBezTo>
                    <a:pt x="13136" y="18845"/>
                    <a:pt x="13555" y="20118"/>
                    <a:pt x="14640" y="20118"/>
                  </a:cubicBezTo>
                  <a:cubicBezTo>
                    <a:pt x="14672" y="20118"/>
                    <a:pt x="14706" y="20116"/>
                    <a:pt x="14739" y="20114"/>
                  </a:cubicBezTo>
                  <a:cubicBezTo>
                    <a:pt x="15314" y="20074"/>
                    <a:pt x="15818" y="19674"/>
                    <a:pt x="16220" y="19295"/>
                  </a:cubicBezTo>
                  <a:cubicBezTo>
                    <a:pt x="16778" y="18770"/>
                    <a:pt x="17242" y="18165"/>
                    <a:pt x="17630" y="17506"/>
                  </a:cubicBezTo>
                  <a:cubicBezTo>
                    <a:pt x="18329" y="16326"/>
                    <a:pt x="18879" y="15058"/>
                    <a:pt x="19372" y="13779"/>
                  </a:cubicBezTo>
                  <a:cubicBezTo>
                    <a:pt x="20387" y="11140"/>
                    <a:pt x="21255" y="8266"/>
                    <a:pt x="21379" y="5422"/>
                  </a:cubicBezTo>
                  <a:cubicBezTo>
                    <a:pt x="21417" y="4558"/>
                    <a:pt x="21409" y="3509"/>
                    <a:pt x="20893" y="2768"/>
                  </a:cubicBezTo>
                  <a:cubicBezTo>
                    <a:pt x="20591" y="2334"/>
                    <a:pt x="20167" y="2169"/>
                    <a:pt x="19717" y="2169"/>
                  </a:cubicBezTo>
                  <a:cubicBezTo>
                    <a:pt x="19269" y="2169"/>
                    <a:pt x="18796" y="2332"/>
                    <a:pt x="18392" y="2557"/>
                  </a:cubicBezTo>
                  <a:cubicBezTo>
                    <a:pt x="17206" y="3219"/>
                    <a:pt x="16258" y="4331"/>
                    <a:pt x="15430" y="5382"/>
                  </a:cubicBezTo>
                  <a:cubicBezTo>
                    <a:pt x="14975" y="5959"/>
                    <a:pt x="14535" y="6551"/>
                    <a:pt x="14131" y="7165"/>
                  </a:cubicBezTo>
                  <a:lnTo>
                    <a:pt x="14131" y="7165"/>
                  </a:lnTo>
                  <a:cubicBezTo>
                    <a:pt x="12741" y="6903"/>
                    <a:pt x="11340" y="6572"/>
                    <a:pt x="10022" y="6067"/>
                  </a:cubicBezTo>
                  <a:cubicBezTo>
                    <a:pt x="9692" y="5938"/>
                    <a:pt x="9355" y="5795"/>
                    <a:pt x="9057" y="5599"/>
                  </a:cubicBezTo>
                  <a:cubicBezTo>
                    <a:pt x="8975" y="5544"/>
                    <a:pt x="8902" y="5490"/>
                    <a:pt x="8830" y="5420"/>
                  </a:cubicBezTo>
                  <a:cubicBezTo>
                    <a:pt x="8801" y="5393"/>
                    <a:pt x="8791" y="5386"/>
                    <a:pt x="8788" y="5385"/>
                  </a:cubicBezTo>
                  <a:lnTo>
                    <a:pt x="8788" y="5385"/>
                  </a:lnTo>
                  <a:cubicBezTo>
                    <a:pt x="8787" y="5381"/>
                    <a:pt x="8781" y="5370"/>
                    <a:pt x="8767" y="5346"/>
                  </a:cubicBezTo>
                  <a:cubicBezTo>
                    <a:pt x="8764" y="5342"/>
                    <a:pt x="8761" y="5338"/>
                    <a:pt x="8759" y="5334"/>
                  </a:cubicBezTo>
                  <a:lnTo>
                    <a:pt x="8759" y="5334"/>
                  </a:lnTo>
                  <a:cubicBezTo>
                    <a:pt x="8759" y="5333"/>
                    <a:pt x="8759" y="5331"/>
                    <a:pt x="8758" y="5329"/>
                  </a:cubicBezTo>
                  <a:cubicBezTo>
                    <a:pt x="8680" y="4813"/>
                    <a:pt x="8779" y="4238"/>
                    <a:pt x="8729" y="3712"/>
                  </a:cubicBezTo>
                  <a:cubicBezTo>
                    <a:pt x="8683" y="3244"/>
                    <a:pt x="8611" y="2774"/>
                    <a:pt x="8476" y="2325"/>
                  </a:cubicBezTo>
                  <a:cubicBezTo>
                    <a:pt x="8116" y="1129"/>
                    <a:pt x="7256" y="33"/>
                    <a:pt x="5914" y="2"/>
                  </a:cubicBezTo>
                  <a:cubicBezTo>
                    <a:pt x="5893" y="1"/>
                    <a:pt x="5872" y="1"/>
                    <a:pt x="585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13" name="Google Shape;10013;p15"/>
            <p:cNvSpPr/>
            <p:nvPr/>
          </p:nvSpPr>
          <p:spPr>
            <a:xfrm>
              <a:off x="1903525" y="4088100"/>
              <a:ext cx="344900" cy="185850"/>
            </a:xfrm>
            <a:custGeom>
              <a:rect b="b" l="l" r="r" t="t"/>
              <a:pathLst>
                <a:path extrusionOk="0" h="7434" w="13796">
                  <a:moveTo>
                    <a:pt x="2035" y="1"/>
                  </a:moveTo>
                  <a:cubicBezTo>
                    <a:pt x="1593" y="1"/>
                    <a:pt x="1301" y="661"/>
                    <a:pt x="1777" y="928"/>
                  </a:cubicBezTo>
                  <a:cubicBezTo>
                    <a:pt x="5023" y="2748"/>
                    <a:pt x="8420" y="4238"/>
                    <a:pt x="11476" y="6352"/>
                  </a:cubicBezTo>
                  <a:lnTo>
                    <a:pt x="11476" y="6352"/>
                  </a:lnTo>
                  <a:cubicBezTo>
                    <a:pt x="7847" y="6103"/>
                    <a:pt x="4252" y="5482"/>
                    <a:pt x="636" y="5110"/>
                  </a:cubicBezTo>
                  <a:cubicBezTo>
                    <a:pt x="615" y="5108"/>
                    <a:pt x="596" y="5107"/>
                    <a:pt x="577" y="5107"/>
                  </a:cubicBezTo>
                  <a:cubicBezTo>
                    <a:pt x="0" y="5107"/>
                    <a:pt x="24" y="6045"/>
                    <a:pt x="636" y="6106"/>
                  </a:cubicBezTo>
                  <a:cubicBezTo>
                    <a:pt x="4792" y="6534"/>
                    <a:pt x="8919" y="7290"/>
                    <a:pt x="13101" y="7434"/>
                  </a:cubicBezTo>
                  <a:cubicBezTo>
                    <a:pt x="13106" y="7434"/>
                    <a:pt x="13111" y="7434"/>
                    <a:pt x="13115" y="7434"/>
                  </a:cubicBezTo>
                  <a:cubicBezTo>
                    <a:pt x="13508" y="7434"/>
                    <a:pt x="13796" y="6851"/>
                    <a:pt x="13455" y="6582"/>
                  </a:cubicBezTo>
                  <a:cubicBezTo>
                    <a:pt x="11767" y="5262"/>
                    <a:pt x="9981" y="4109"/>
                    <a:pt x="8087" y="3106"/>
                  </a:cubicBezTo>
                  <a:cubicBezTo>
                    <a:pt x="6157" y="2083"/>
                    <a:pt x="4187" y="1139"/>
                    <a:pt x="2281" y="69"/>
                  </a:cubicBezTo>
                  <a:cubicBezTo>
                    <a:pt x="2197" y="21"/>
                    <a:pt x="2114" y="1"/>
                    <a:pt x="20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14" name="Google Shape;10014;p15"/>
            <p:cNvSpPr/>
            <p:nvPr/>
          </p:nvSpPr>
          <p:spPr>
            <a:xfrm>
              <a:off x="1462675" y="3884050"/>
              <a:ext cx="125100" cy="332450"/>
            </a:xfrm>
            <a:custGeom>
              <a:rect b="b" l="l" r="r" t="t"/>
              <a:pathLst>
                <a:path extrusionOk="0" h="13298" w="5004">
                  <a:moveTo>
                    <a:pt x="4226" y="0"/>
                  </a:moveTo>
                  <a:cubicBezTo>
                    <a:pt x="3978" y="0"/>
                    <a:pt x="3745" y="159"/>
                    <a:pt x="3776" y="478"/>
                  </a:cubicBezTo>
                  <a:cubicBezTo>
                    <a:pt x="3995" y="2762"/>
                    <a:pt x="3470" y="4910"/>
                    <a:pt x="2764" y="7066"/>
                  </a:cubicBezTo>
                  <a:cubicBezTo>
                    <a:pt x="2160" y="8913"/>
                    <a:pt x="1574" y="10906"/>
                    <a:pt x="310" y="12425"/>
                  </a:cubicBezTo>
                  <a:cubicBezTo>
                    <a:pt x="1" y="12799"/>
                    <a:pt x="333" y="13298"/>
                    <a:pt x="690" y="13298"/>
                  </a:cubicBezTo>
                  <a:cubicBezTo>
                    <a:pt x="802" y="13298"/>
                    <a:pt x="916" y="13249"/>
                    <a:pt x="1014" y="13131"/>
                  </a:cubicBezTo>
                  <a:cubicBezTo>
                    <a:pt x="2366" y="11506"/>
                    <a:pt x="3030" y="9452"/>
                    <a:pt x="3679" y="7474"/>
                  </a:cubicBezTo>
                  <a:cubicBezTo>
                    <a:pt x="4424" y="5193"/>
                    <a:pt x="5004" y="2899"/>
                    <a:pt x="4772" y="478"/>
                  </a:cubicBezTo>
                  <a:cubicBezTo>
                    <a:pt x="4741" y="160"/>
                    <a:pt x="4476" y="0"/>
                    <a:pt x="42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015" name="Google Shape;10015;p15"/>
          <p:cNvSpPr/>
          <p:nvPr/>
        </p:nvSpPr>
        <p:spPr>
          <a:xfrm>
            <a:off x="1973320" y="1386338"/>
            <a:ext cx="5587310" cy="2668524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 cap="flat" cmpd="sng" w="25400">
            <a:solidFill>
              <a:srgbClr val="BABA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16" name="Google Shape;10016;p15"/>
          <p:cNvSpPr txBox="1"/>
          <p:nvPr/>
        </p:nvSpPr>
        <p:spPr>
          <a:xfrm>
            <a:off x="3637449" y="995515"/>
            <a:ext cx="2259051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Place your work here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20" name="Shape 10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1" name="Google Shape;10021;p16"/>
          <p:cNvSpPr txBox="1"/>
          <p:nvPr>
            <p:ph idx="2" type="subTitle"/>
          </p:nvPr>
        </p:nvSpPr>
        <p:spPr>
          <a:xfrm>
            <a:off x="1541990" y="1264683"/>
            <a:ext cx="6088566" cy="302795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Gantari"/>
              <a:buChar char="●"/>
            </a:pPr>
            <a:r>
              <a:rPr b="1" lang="es"/>
              <a:t>UNIT TITLE: 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Gantari"/>
              <a:buChar char="●"/>
            </a:pPr>
            <a:r>
              <a:rPr b="1" lang="es"/>
              <a:t>SOI: </a:t>
            </a:r>
            <a:endParaRPr b="1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rial"/>
              <a:buChar char="●"/>
            </a:pPr>
            <a:r>
              <a:rPr b="1" lang="es"/>
              <a:t>PRODUCT:</a:t>
            </a:r>
            <a:r>
              <a:rPr lang="es"/>
              <a:t> Eg. Poster, presentation, article, etc.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rial"/>
              <a:buChar char="●"/>
            </a:pPr>
            <a:r>
              <a:rPr b="1" lang="es"/>
              <a:t>REFLECTION: </a:t>
            </a:r>
            <a:r>
              <a:rPr b="1" lang="es" sz="1100"/>
              <a:t>Use the following prompts to help you.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     What did you use to think before the lesson, how has your thinking changed after the lesson? 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     What are two things you learnt from the lesson?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     What strategies helped you understand the concept better? What challenges did you face?  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400"/>
              <a:buFont typeface="Arial"/>
              <a:buChar char="●"/>
            </a:pPr>
            <a:r>
              <a:rPr b="1" lang="es"/>
              <a:t>CONNECTION: </a:t>
            </a:r>
            <a:r>
              <a:rPr b="1" lang="es" sz="1100"/>
              <a:t>What connections can you make from the lesson to the real world? How will this lesson help you solve real life problems?</a:t>
            </a:r>
            <a:endParaRPr b="1" sz="1100"/>
          </a:p>
        </p:txBody>
      </p:sp>
      <p:sp>
        <p:nvSpPr>
          <p:cNvPr id="10022" name="Google Shape;10022;p16"/>
          <p:cNvSpPr/>
          <p:nvPr/>
        </p:nvSpPr>
        <p:spPr>
          <a:xfrm>
            <a:off x="7818975" y="1147025"/>
            <a:ext cx="117525" cy="110100"/>
          </a:xfrm>
          <a:custGeom>
            <a:rect b="b" l="l" r="r" t="t"/>
            <a:pathLst>
              <a:path extrusionOk="0" h="4404" w="4701">
                <a:moveTo>
                  <a:pt x="1951" y="1032"/>
                </a:moveTo>
                <a:cubicBezTo>
                  <a:pt x="1950" y="1033"/>
                  <a:pt x="1949" y="1033"/>
                  <a:pt x="1947" y="1033"/>
                </a:cubicBezTo>
                <a:cubicBezTo>
                  <a:pt x="1948" y="1033"/>
                  <a:pt x="1950" y="1033"/>
                  <a:pt x="1951" y="1032"/>
                </a:cubicBezTo>
                <a:close/>
                <a:moveTo>
                  <a:pt x="2857" y="1059"/>
                </a:moveTo>
                <a:cubicBezTo>
                  <a:pt x="2871" y="1059"/>
                  <a:pt x="2889" y="1066"/>
                  <a:pt x="2907" y="1075"/>
                </a:cubicBezTo>
                <a:lnTo>
                  <a:pt x="2907" y="1075"/>
                </a:lnTo>
                <a:cubicBezTo>
                  <a:pt x="2887" y="1068"/>
                  <a:pt x="2858" y="1059"/>
                  <a:pt x="2857" y="1059"/>
                </a:cubicBezTo>
                <a:close/>
                <a:moveTo>
                  <a:pt x="3091" y="1185"/>
                </a:moveTo>
                <a:cubicBezTo>
                  <a:pt x="3091" y="1185"/>
                  <a:pt x="3091" y="1185"/>
                  <a:pt x="3091" y="1185"/>
                </a:cubicBezTo>
                <a:lnTo>
                  <a:pt x="3091" y="1185"/>
                </a:lnTo>
                <a:cubicBezTo>
                  <a:pt x="3091" y="1185"/>
                  <a:pt x="3091" y="1185"/>
                  <a:pt x="3091" y="1185"/>
                </a:cubicBezTo>
                <a:close/>
                <a:moveTo>
                  <a:pt x="3104" y="1198"/>
                </a:moveTo>
                <a:cubicBezTo>
                  <a:pt x="3111" y="1203"/>
                  <a:pt x="3118" y="1208"/>
                  <a:pt x="3125" y="1213"/>
                </a:cubicBezTo>
                <a:cubicBezTo>
                  <a:pt x="3142" y="1224"/>
                  <a:pt x="3149" y="1229"/>
                  <a:pt x="3148" y="1229"/>
                </a:cubicBezTo>
                <a:cubicBezTo>
                  <a:pt x="3148" y="1229"/>
                  <a:pt x="3121" y="1211"/>
                  <a:pt x="3104" y="1198"/>
                </a:cubicBezTo>
                <a:close/>
                <a:moveTo>
                  <a:pt x="1747" y="3319"/>
                </a:moveTo>
                <a:cubicBezTo>
                  <a:pt x="1767" y="3326"/>
                  <a:pt x="1803" y="3338"/>
                  <a:pt x="1802" y="3338"/>
                </a:cubicBezTo>
                <a:cubicBezTo>
                  <a:pt x="1800" y="3339"/>
                  <a:pt x="1799" y="3339"/>
                  <a:pt x="1797" y="3339"/>
                </a:cubicBezTo>
                <a:cubicBezTo>
                  <a:pt x="1785" y="3339"/>
                  <a:pt x="1766" y="3330"/>
                  <a:pt x="1747" y="3319"/>
                </a:cubicBezTo>
                <a:close/>
                <a:moveTo>
                  <a:pt x="2463" y="3393"/>
                </a:moveTo>
                <a:cubicBezTo>
                  <a:pt x="2461" y="3393"/>
                  <a:pt x="2459" y="3393"/>
                  <a:pt x="2456" y="3393"/>
                </a:cubicBezTo>
                <a:lnTo>
                  <a:pt x="2456" y="3393"/>
                </a:lnTo>
                <a:cubicBezTo>
                  <a:pt x="2459" y="3393"/>
                  <a:pt x="2462" y="3393"/>
                  <a:pt x="2463" y="3393"/>
                </a:cubicBezTo>
                <a:close/>
                <a:moveTo>
                  <a:pt x="2387" y="989"/>
                </a:moveTo>
                <a:cubicBezTo>
                  <a:pt x="2440" y="989"/>
                  <a:pt x="2491" y="989"/>
                  <a:pt x="2541" y="993"/>
                </a:cubicBezTo>
                <a:cubicBezTo>
                  <a:pt x="2560" y="993"/>
                  <a:pt x="2582" y="997"/>
                  <a:pt x="2601" y="998"/>
                </a:cubicBezTo>
                <a:lnTo>
                  <a:pt x="2601" y="998"/>
                </a:lnTo>
                <a:cubicBezTo>
                  <a:pt x="2682" y="1018"/>
                  <a:pt x="2761" y="1029"/>
                  <a:pt x="2840" y="1057"/>
                </a:cubicBezTo>
                <a:cubicBezTo>
                  <a:pt x="2857" y="1061"/>
                  <a:pt x="2876" y="1069"/>
                  <a:pt x="2895" y="1076"/>
                </a:cubicBezTo>
                <a:cubicBezTo>
                  <a:pt x="2906" y="1079"/>
                  <a:pt x="2914" y="1081"/>
                  <a:pt x="2919" y="1082"/>
                </a:cubicBezTo>
                <a:lnTo>
                  <a:pt x="2919" y="1082"/>
                </a:lnTo>
                <a:cubicBezTo>
                  <a:pt x="2944" y="1096"/>
                  <a:pt x="2968" y="1113"/>
                  <a:pt x="2984" y="1122"/>
                </a:cubicBezTo>
                <a:cubicBezTo>
                  <a:pt x="3015" y="1139"/>
                  <a:pt x="3049" y="1160"/>
                  <a:pt x="3080" y="1181"/>
                </a:cubicBezTo>
                <a:cubicBezTo>
                  <a:pt x="3084" y="1184"/>
                  <a:pt x="3088" y="1186"/>
                  <a:pt x="3092" y="1189"/>
                </a:cubicBezTo>
                <a:lnTo>
                  <a:pt x="3092" y="1189"/>
                </a:lnTo>
                <a:cubicBezTo>
                  <a:pt x="3107" y="1217"/>
                  <a:pt x="3258" y="1347"/>
                  <a:pt x="3274" y="1366"/>
                </a:cubicBezTo>
                <a:cubicBezTo>
                  <a:pt x="3278" y="1370"/>
                  <a:pt x="3281" y="1374"/>
                  <a:pt x="3284" y="1378"/>
                </a:cubicBezTo>
                <a:lnTo>
                  <a:pt x="3284" y="1378"/>
                </a:lnTo>
                <a:cubicBezTo>
                  <a:pt x="3304" y="1410"/>
                  <a:pt x="3328" y="1440"/>
                  <a:pt x="3348" y="1474"/>
                </a:cubicBezTo>
                <a:cubicBezTo>
                  <a:pt x="3367" y="1503"/>
                  <a:pt x="3386" y="1535"/>
                  <a:pt x="3403" y="1569"/>
                </a:cubicBezTo>
                <a:cubicBezTo>
                  <a:pt x="3409" y="1579"/>
                  <a:pt x="3414" y="1591"/>
                  <a:pt x="3420" y="1604"/>
                </a:cubicBezTo>
                <a:lnTo>
                  <a:pt x="3420" y="1604"/>
                </a:lnTo>
                <a:cubicBezTo>
                  <a:pt x="3420" y="1602"/>
                  <a:pt x="3420" y="1600"/>
                  <a:pt x="3420" y="1598"/>
                </a:cubicBezTo>
                <a:lnTo>
                  <a:pt x="3420" y="1598"/>
                </a:lnTo>
                <a:cubicBezTo>
                  <a:pt x="3420" y="1600"/>
                  <a:pt x="3420" y="1602"/>
                  <a:pt x="3420" y="1604"/>
                </a:cubicBezTo>
                <a:lnTo>
                  <a:pt x="3420" y="1604"/>
                </a:lnTo>
                <a:cubicBezTo>
                  <a:pt x="3420" y="1604"/>
                  <a:pt x="3420" y="1604"/>
                  <a:pt x="3420" y="1604"/>
                </a:cubicBezTo>
                <a:lnTo>
                  <a:pt x="3420" y="1604"/>
                </a:lnTo>
                <a:cubicBezTo>
                  <a:pt x="3420" y="1621"/>
                  <a:pt x="3423" y="1634"/>
                  <a:pt x="3427" y="1644"/>
                </a:cubicBezTo>
                <a:lnTo>
                  <a:pt x="3427" y="1644"/>
                </a:lnTo>
                <a:cubicBezTo>
                  <a:pt x="3423" y="1630"/>
                  <a:pt x="3420" y="1616"/>
                  <a:pt x="3420" y="1604"/>
                </a:cubicBezTo>
                <a:lnTo>
                  <a:pt x="3420" y="1604"/>
                </a:lnTo>
                <a:cubicBezTo>
                  <a:pt x="3422" y="1608"/>
                  <a:pt x="3424" y="1613"/>
                  <a:pt x="3426" y="1617"/>
                </a:cubicBezTo>
                <a:cubicBezTo>
                  <a:pt x="3442" y="1646"/>
                  <a:pt x="3443" y="1659"/>
                  <a:pt x="3439" y="1659"/>
                </a:cubicBezTo>
                <a:cubicBezTo>
                  <a:pt x="3436" y="1659"/>
                  <a:pt x="3432" y="1654"/>
                  <a:pt x="3427" y="1644"/>
                </a:cubicBezTo>
                <a:lnTo>
                  <a:pt x="3427" y="1644"/>
                </a:lnTo>
                <a:cubicBezTo>
                  <a:pt x="3443" y="1697"/>
                  <a:pt x="3479" y="1760"/>
                  <a:pt x="3491" y="1802"/>
                </a:cubicBezTo>
                <a:cubicBezTo>
                  <a:pt x="3500" y="1838"/>
                  <a:pt x="3508" y="1874"/>
                  <a:pt x="3517" y="1910"/>
                </a:cubicBezTo>
                <a:cubicBezTo>
                  <a:pt x="3521" y="1933"/>
                  <a:pt x="3525" y="1954"/>
                  <a:pt x="3529" y="1977"/>
                </a:cubicBezTo>
                <a:cubicBezTo>
                  <a:pt x="3534" y="2005"/>
                  <a:pt x="3537" y="2015"/>
                  <a:pt x="3538" y="2015"/>
                </a:cubicBezTo>
                <a:cubicBezTo>
                  <a:pt x="3540" y="2015"/>
                  <a:pt x="3530" y="1942"/>
                  <a:pt x="3525" y="1939"/>
                </a:cubicBezTo>
                <a:lnTo>
                  <a:pt x="3525" y="1939"/>
                </a:lnTo>
                <a:cubicBezTo>
                  <a:pt x="3550" y="1954"/>
                  <a:pt x="3538" y="2142"/>
                  <a:pt x="3538" y="2173"/>
                </a:cubicBezTo>
                <a:cubicBezTo>
                  <a:pt x="3538" y="2215"/>
                  <a:pt x="3535" y="2257"/>
                  <a:pt x="3533" y="2297"/>
                </a:cubicBezTo>
                <a:cubicBezTo>
                  <a:pt x="3532" y="2312"/>
                  <a:pt x="3530" y="2326"/>
                  <a:pt x="3529" y="2339"/>
                </a:cubicBezTo>
                <a:lnTo>
                  <a:pt x="3529" y="2339"/>
                </a:lnTo>
                <a:cubicBezTo>
                  <a:pt x="3514" y="2409"/>
                  <a:pt x="3504" y="2477"/>
                  <a:pt x="3483" y="2546"/>
                </a:cubicBezTo>
                <a:cubicBezTo>
                  <a:pt x="3472" y="2582"/>
                  <a:pt x="3462" y="2618"/>
                  <a:pt x="3449" y="2651"/>
                </a:cubicBezTo>
                <a:cubicBezTo>
                  <a:pt x="3445" y="2663"/>
                  <a:pt x="3440" y="2676"/>
                  <a:pt x="3436" y="2688"/>
                </a:cubicBezTo>
                <a:lnTo>
                  <a:pt x="3436" y="2688"/>
                </a:lnTo>
                <a:cubicBezTo>
                  <a:pt x="3398" y="2751"/>
                  <a:pt x="3369" y="2818"/>
                  <a:pt x="3329" y="2881"/>
                </a:cubicBezTo>
                <a:cubicBezTo>
                  <a:pt x="3324" y="2889"/>
                  <a:pt x="3300" y="2922"/>
                  <a:pt x="3284" y="2945"/>
                </a:cubicBezTo>
                <a:lnTo>
                  <a:pt x="3284" y="2945"/>
                </a:lnTo>
                <a:cubicBezTo>
                  <a:pt x="3263" y="2968"/>
                  <a:pt x="3232" y="3005"/>
                  <a:pt x="3224" y="3014"/>
                </a:cubicBezTo>
                <a:cubicBezTo>
                  <a:pt x="3198" y="3041"/>
                  <a:pt x="3171" y="3069"/>
                  <a:pt x="3142" y="3094"/>
                </a:cubicBezTo>
                <a:cubicBezTo>
                  <a:pt x="3127" y="3106"/>
                  <a:pt x="3112" y="3119"/>
                  <a:pt x="3099" y="3132"/>
                </a:cubicBezTo>
                <a:cubicBezTo>
                  <a:pt x="3075" y="3154"/>
                  <a:pt x="3071" y="3163"/>
                  <a:pt x="3076" y="3163"/>
                </a:cubicBezTo>
                <a:cubicBezTo>
                  <a:pt x="3076" y="3163"/>
                  <a:pt x="3077" y="3163"/>
                  <a:pt x="3078" y="3162"/>
                </a:cubicBezTo>
                <a:lnTo>
                  <a:pt x="3078" y="3162"/>
                </a:lnTo>
                <a:cubicBezTo>
                  <a:pt x="3021" y="3203"/>
                  <a:pt x="2923" y="3245"/>
                  <a:pt x="2889" y="3262"/>
                </a:cubicBezTo>
                <a:cubicBezTo>
                  <a:pt x="2863" y="3275"/>
                  <a:pt x="2803" y="3296"/>
                  <a:pt x="2805" y="3296"/>
                </a:cubicBezTo>
                <a:cubicBezTo>
                  <a:pt x="2806" y="3296"/>
                  <a:pt x="2822" y="3291"/>
                  <a:pt x="2866" y="3277"/>
                </a:cubicBezTo>
                <a:lnTo>
                  <a:pt x="2866" y="3277"/>
                </a:lnTo>
                <a:cubicBezTo>
                  <a:pt x="2823" y="3292"/>
                  <a:pt x="2783" y="3309"/>
                  <a:pt x="2741" y="3323"/>
                </a:cubicBezTo>
                <a:cubicBezTo>
                  <a:pt x="2642" y="3355"/>
                  <a:pt x="2541" y="3376"/>
                  <a:pt x="2438" y="3395"/>
                </a:cubicBezTo>
                <a:cubicBezTo>
                  <a:pt x="2437" y="3395"/>
                  <a:pt x="2437" y="3395"/>
                  <a:pt x="2437" y="3395"/>
                </a:cubicBezTo>
                <a:lnTo>
                  <a:pt x="2437" y="3395"/>
                </a:lnTo>
                <a:cubicBezTo>
                  <a:pt x="2416" y="3397"/>
                  <a:pt x="2395" y="3400"/>
                  <a:pt x="2375" y="3401"/>
                </a:cubicBezTo>
                <a:cubicBezTo>
                  <a:pt x="2330" y="3403"/>
                  <a:pt x="2284" y="3406"/>
                  <a:pt x="2240" y="3406"/>
                </a:cubicBezTo>
                <a:cubicBezTo>
                  <a:pt x="2226" y="3406"/>
                  <a:pt x="2211" y="3406"/>
                  <a:pt x="2197" y="3406"/>
                </a:cubicBezTo>
                <a:cubicBezTo>
                  <a:pt x="2163" y="3406"/>
                  <a:pt x="2129" y="3405"/>
                  <a:pt x="2094" y="3403"/>
                </a:cubicBezTo>
                <a:cubicBezTo>
                  <a:pt x="2081" y="3402"/>
                  <a:pt x="2067" y="3400"/>
                  <a:pt x="2054" y="3398"/>
                </a:cubicBezTo>
                <a:lnTo>
                  <a:pt x="2054" y="3398"/>
                </a:lnTo>
                <a:cubicBezTo>
                  <a:pt x="1975" y="3376"/>
                  <a:pt x="1893" y="3365"/>
                  <a:pt x="1814" y="3340"/>
                </a:cubicBezTo>
                <a:cubicBezTo>
                  <a:pt x="1797" y="3334"/>
                  <a:pt x="1778" y="3326"/>
                  <a:pt x="1762" y="3321"/>
                </a:cubicBezTo>
                <a:cubicBezTo>
                  <a:pt x="1752" y="3318"/>
                  <a:pt x="1745" y="3316"/>
                  <a:pt x="1740" y="3315"/>
                </a:cubicBezTo>
                <a:lnTo>
                  <a:pt x="1740" y="3315"/>
                </a:lnTo>
                <a:cubicBezTo>
                  <a:pt x="1716" y="3301"/>
                  <a:pt x="1691" y="3283"/>
                  <a:pt x="1679" y="3277"/>
                </a:cubicBezTo>
                <a:cubicBezTo>
                  <a:pt x="1648" y="3258"/>
                  <a:pt x="1616" y="3241"/>
                  <a:pt x="1587" y="3220"/>
                </a:cubicBezTo>
                <a:cubicBezTo>
                  <a:pt x="1572" y="3210"/>
                  <a:pt x="1557" y="3199"/>
                  <a:pt x="1543" y="3191"/>
                </a:cubicBezTo>
                <a:cubicBezTo>
                  <a:pt x="1525" y="3180"/>
                  <a:pt x="1519" y="3175"/>
                  <a:pt x="1519" y="3175"/>
                </a:cubicBezTo>
                <a:lnTo>
                  <a:pt x="1519" y="3175"/>
                </a:lnTo>
                <a:cubicBezTo>
                  <a:pt x="1518" y="3175"/>
                  <a:pt x="1582" y="3218"/>
                  <a:pt x="1580" y="3218"/>
                </a:cubicBezTo>
                <a:cubicBezTo>
                  <a:pt x="1580" y="3218"/>
                  <a:pt x="1579" y="3218"/>
                  <a:pt x="1578" y="3218"/>
                </a:cubicBezTo>
                <a:cubicBezTo>
                  <a:pt x="1542" y="3218"/>
                  <a:pt x="1420" y="3070"/>
                  <a:pt x="1399" y="3045"/>
                </a:cubicBezTo>
                <a:cubicBezTo>
                  <a:pt x="1384" y="3030"/>
                  <a:pt x="1353" y="2977"/>
                  <a:pt x="1351" y="2977"/>
                </a:cubicBezTo>
                <a:lnTo>
                  <a:pt x="1351" y="2977"/>
                </a:lnTo>
                <a:cubicBezTo>
                  <a:pt x="1350" y="2977"/>
                  <a:pt x="1354" y="2985"/>
                  <a:pt x="1363" y="3005"/>
                </a:cubicBezTo>
                <a:cubicBezTo>
                  <a:pt x="1372" y="3025"/>
                  <a:pt x="1375" y="3032"/>
                  <a:pt x="1374" y="3032"/>
                </a:cubicBezTo>
                <a:cubicBezTo>
                  <a:pt x="1372" y="3032"/>
                  <a:pt x="1335" y="2962"/>
                  <a:pt x="1326" y="2946"/>
                </a:cubicBezTo>
                <a:cubicBezTo>
                  <a:pt x="1285" y="2881"/>
                  <a:pt x="1252" y="2814"/>
                  <a:pt x="1215" y="2746"/>
                </a:cubicBezTo>
                <a:lnTo>
                  <a:pt x="1215" y="2746"/>
                </a:lnTo>
                <a:cubicBezTo>
                  <a:pt x="1214" y="2743"/>
                  <a:pt x="1213" y="2740"/>
                  <a:pt x="1212" y="2736"/>
                </a:cubicBezTo>
                <a:cubicBezTo>
                  <a:pt x="1199" y="2702"/>
                  <a:pt x="1187" y="2668"/>
                  <a:pt x="1176" y="2635"/>
                </a:cubicBezTo>
                <a:cubicBezTo>
                  <a:pt x="1153" y="2559"/>
                  <a:pt x="1132" y="2481"/>
                  <a:pt x="1119" y="2403"/>
                </a:cubicBezTo>
                <a:cubicBezTo>
                  <a:pt x="1119" y="2401"/>
                  <a:pt x="1118" y="2399"/>
                  <a:pt x="1118" y="2397"/>
                </a:cubicBezTo>
                <a:lnTo>
                  <a:pt x="1118" y="2397"/>
                </a:lnTo>
                <a:cubicBezTo>
                  <a:pt x="1122" y="2365"/>
                  <a:pt x="1108" y="2315"/>
                  <a:pt x="1106" y="2283"/>
                </a:cubicBezTo>
                <a:cubicBezTo>
                  <a:pt x="1102" y="2203"/>
                  <a:pt x="1102" y="2123"/>
                  <a:pt x="1106" y="2043"/>
                </a:cubicBezTo>
                <a:cubicBezTo>
                  <a:pt x="1107" y="2033"/>
                  <a:pt x="1110" y="2004"/>
                  <a:pt x="1113" y="1978"/>
                </a:cubicBezTo>
                <a:lnTo>
                  <a:pt x="1113" y="1978"/>
                </a:lnTo>
                <a:cubicBezTo>
                  <a:pt x="1117" y="1953"/>
                  <a:pt x="1123" y="1911"/>
                  <a:pt x="1125" y="1899"/>
                </a:cubicBezTo>
                <a:cubicBezTo>
                  <a:pt x="1144" y="1813"/>
                  <a:pt x="1170" y="1731"/>
                  <a:pt x="1197" y="1647"/>
                </a:cubicBezTo>
                <a:cubicBezTo>
                  <a:pt x="1199" y="1642"/>
                  <a:pt x="1200" y="1637"/>
                  <a:pt x="1201" y="1634"/>
                </a:cubicBezTo>
                <a:lnTo>
                  <a:pt x="1201" y="1634"/>
                </a:lnTo>
                <a:cubicBezTo>
                  <a:pt x="1203" y="1630"/>
                  <a:pt x="1205" y="1626"/>
                  <a:pt x="1208" y="1621"/>
                </a:cubicBezTo>
                <a:cubicBezTo>
                  <a:pt x="1227" y="1583"/>
                  <a:pt x="1246" y="1543"/>
                  <a:pt x="1269" y="1507"/>
                </a:cubicBezTo>
                <a:cubicBezTo>
                  <a:pt x="1290" y="1470"/>
                  <a:pt x="1313" y="1434"/>
                  <a:pt x="1338" y="1398"/>
                </a:cubicBezTo>
                <a:cubicBezTo>
                  <a:pt x="1341" y="1394"/>
                  <a:pt x="1344" y="1390"/>
                  <a:pt x="1346" y="1386"/>
                </a:cubicBezTo>
                <a:lnTo>
                  <a:pt x="1346" y="1386"/>
                </a:lnTo>
                <a:cubicBezTo>
                  <a:pt x="1346" y="1386"/>
                  <a:pt x="1346" y="1386"/>
                  <a:pt x="1347" y="1385"/>
                </a:cubicBezTo>
                <a:cubicBezTo>
                  <a:pt x="1399" y="1329"/>
                  <a:pt x="1454" y="1275"/>
                  <a:pt x="1511" y="1223"/>
                </a:cubicBezTo>
                <a:lnTo>
                  <a:pt x="1511" y="1223"/>
                </a:lnTo>
                <a:cubicBezTo>
                  <a:pt x="1524" y="1213"/>
                  <a:pt x="1537" y="1203"/>
                  <a:pt x="1551" y="1194"/>
                </a:cubicBezTo>
                <a:cubicBezTo>
                  <a:pt x="1589" y="1170"/>
                  <a:pt x="1627" y="1147"/>
                  <a:pt x="1667" y="1126"/>
                </a:cubicBezTo>
                <a:cubicBezTo>
                  <a:pt x="1682" y="1119"/>
                  <a:pt x="1697" y="1111"/>
                  <a:pt x="1712" y="1103"/>
                </a:cubicBezTo>
                <a:lnTo>
                  <a:pt x="1712" y="1103"/>
                </a:lnTo>
                <a:cubicBezTo>
                  <a:pt x="1755" y="1090"/>
                  <a:pt x="1797" y="1075"/>
                  <a:pt x="1840" y="1063"/>
                </a:cubicBezTo>
                <a:cubicBezTo>
                  <a:pt x="1884" y="1050"/>
                  <a:pt x="1928" y="1042"/>
                  <a:pt x="1970" y="1031"/>
                </a:cubicBezTo>
                <a:cubicBezTo>
                  <a:pt x="1976" y="1030"/>
                  <a:pt x="1983" y="1028"/>
                  <a:pt x="1990" y="1026"/>
                </a:cubicBezTo>
                <a:lnTo>
                  <a:pt x="1990" y="1026"/>
                </a:lnTo>
                <a:cubicBezTo>
                  <a:pt x="2008" y="1025"/>
                  <a:pt x="2026" y="1024"/>
                  <a:pt x="2042" y="1023"/>
                </a:cubicBezTo>
                <a:cubicBezTo>
                  <a:pt x="2063" y="1021"/>
                  <a:pt x="2083" y="1018"/>
                  <a:pt x="2104" y="1015"/>
                </a:cubicBezTo>
                <a:lnTo>
                  <a:pt x="2104" y="1015"/>
                </a:lnTo>
                <a:cubicBezTo>
                  <a:pt x="2127" y="1013"/>
                  <a:pt x="2151" y="1010"/>
                  <a:pt x="2175" y="1006"/>
                </a:cubicBezTo>
                <a:cubicBezTo>
                  <a:pt x="2200" y="1002"/>
                  <a:pt x="2223" y="998"/>
                  <a:pt x="2248" y="996"/>
                </a:cubicBezTo>
                <a:lnTo>
                  <a:pt x="2248" y="996"/>
                </a:lnTo>
                <a:cubicBezTo>
                  <a:pt x="2202" y="1002"/>
                  <a:pt x="2186" y="1004"/>
                  <a:pt x="2186" y="1004"/>
                </a:cubicBezTo>
                <a:cubicBezTo>
                  <a:pt x="2187" y="1004"/>
                  <a:pt x="2227" y="999"/>
                  <a:pt x="2246" y="998"/>
                </a:cubicBezTo>
                <a:cubicBezTo>
                  <a:pt x="2293" y="996"/>
                  <a:pt x="2341" y="991"/>
                  <a:pt x="2387" y="989"/>
                </a:cubicBezTo>
                <a:close/>
                <a:moveTo>
                  <a:pt x="2431" y="0"/>
                </a:moveTo>
                <a:cubicBezTo>
                  <a:pt x="2283" y="0"/>
                  <a:pt x="2134" y="12"/>
                  <a:pt x="1987" y="33"/>
                </a:cubicBezTo>
                <a:lnTo>
                  <a:pt x="1987" y="33"/>
                </a:lnTo>
                <a:cubicBezTo>
                  <a:pt x="1519" y="79"/>
                  <a:pt x="1082" y="246"/>
                  <a:pt x="738" y="578"/>
                </a:cubicBezTo>
                <a:cubicBezTo>
                  <a:pt x="443" y="863"/>
                  <a:pt x="236" y="1259"/>
                  <a:pt x="158" y="1661"/>
                </a:cubicBezTo>
                <a:cubicBezTo>
                  <a:pt x="0" y="2477"/>
                  <a:pt x="228" y="3403"/>
                  <a:pt x="896" y="3941"/>
                </a:cubicBezTo>
                <a:cubicBezTo>
                  <a:pt x="1283" y="4251"/>
                  <a:pt x="1777" y="4404"/>
                  <a:pt x="2272" y="4404"/>
                </a:cubicBezTo>
                <a:cubicBezTo>
                  <a:pt x="2762" y="4404"/>
                  <a:pt x="3253" y="4255"/>
                  <a:pt x="3645" y="3962"/>
                </a:cubicBezTo>
                <a:cubicBezTo>
                  <a:pt x="4395" y="3401"/>
                  <a:pt x="4700" y="2409"/>
                  <a:pt x="4443" y="1512"/>
                </a:cubicBezTo>
                <a:cubicBezTo>
                  <a:pt x="4302" y="1025"/>
                  <a:pt x="4003" y="604"/>
                  <a:pt x="3582" y="321"/>
                </a:cubicBezTo>
                <a:cubicBezTo>
                  <a:pt x="3236" y="89"/>
                  <a:pt x="2836" y="0"/>
                  <a:pt x="243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23" name="Google Shape;10023;p16"/>
          <p:cNvSpPr/>
          <p:nvPr/>
        </p:nvSpPr>
        <p:spPr>
          <a:xfrm>
            <a:off x="6518075" y="833200"/>
            <a:ext cx="176025" cy="165050"/>
          </a:xfrm>
          <a:custGeom>
            <a:rect b="b" l="l" r="r" t="t"/>
            <a:pathLst>
              <a:path extrusionOk="0" h="6602" w="7041">
                <a:moveTo>
                  <a:pt x="4935" y="1378"/>
                </a:moveTo>
                <a:cubicBezTo>
                  <a:pt x="4939" y="1380"/>
                  <a:pt x="4948" y="1387"/>
                  <a:pt x="4965" y="1400"/>
                </a:cubicBezTo>
                <a:cubicBezTo>
                  <a:pt x="4955" y="1392"/>
                  <a:pt x="4945" y="1385"/>
                  <a:pt x="4935" y="1378"/>
                </a:cubicBezTo>
                <a:close/>
                <a:moveTo>
                  <a:pt x="1630" y="1762"/>
                </a:moveTo>
                <a:lnTo>
                  <a:pt x="1630" y="1762"/>
                </a:lnTo>
                <a:cubicBezTo>
                  <a:pt x="1621" y="1773"/>
                  <a:pt x="1618" y="1778"/>
                  <a:pt x="1618" y="1778"/>
                </a:cubicBezTo>
                <a:cubicBezTo>
                  <a:pt x="1618" y="1778"/>
                  <a:pt x="1623" y="1771"/>
                  <a:pt x="1630" y="1762"/>
                </a:cubicBezTo>
                <a:close/>
                <a:moveTo>
                  <a:pt x="3639" y="986"/>
                </a:moveTo>
                <a:cubicBezTo>
                  <a:pt x="4036" y="986"/>
                  <a:pt x="4418" y="1072"/>
                  <a:pt x="4734" y="1250"/>
                </a:cubicBezTo>
                <a:cubicBezTo>
                  <a:pt x="4786" y="1280"/>
                  <a:pt x="4839" y="1313"/>
                  <a:pt x="4890" y="1347"/>
                </a:cubicBezTo>
                <a:cubicBezTo>
                  <a:pt x="4906" y="1357"/>
                  <a:pt x="4921" y="1367"/>
                  <a:pt x="4935" y="1378"/>
                </a:cubicBezTo>
                <a:lnTo>
                  <a:pt x="4935" y="1378"/>
                </a:lnTo>
                <a:cubicBezTo>
                  <a:pt x="4934" y="1377"/>
                  <a:pt x="4933" y="1376"/>
                  <a:pt x="4933" y="1376"/>
                </a:cubicBezTo>
                <a:lnTo>
                  <a:pt x="4933" y="1376"/>
                </a:lnTo>
                <a:cubicBezTo>
                  <a:pt x="4934" y="1376"/>
                  <a:pt x="4964" y="1397"/>
                  <a:pt x="4972" y="1404"/>
                </a:cubicBezTo>
                <a:cubicBezTo>
                  <a:pt x="5081" y="1495"/>
                  <a:pt x="5182" y="1594"/>
                  <a:pt x="5275" y="1701"/>
                </a:cubicBezTo>
                <a:cubicBezTo>
                  <a:pt x="5296" y="1724"/>
                  <a:pt x="5315" y="1747"/>
                  <a:pt x="5332" y="1771"/>
                </a:cubicBezTo>
                <a:cubicBezTo>
                  <a:pt x="5336" y="1776"/>
                  <a:pt x="5339" y="1780"/>
                  <a:pt x="5342" y="1782"/>
                </a:cubicBezTo>
                <a:lnTo>
                  <a:pt x="5342" y="1782"/>
                </a:lnTo>
                <a:cubicBezTo>
                  <a:pt x="5378" y="1835"/>
                  <a:pt x="5414" y="1889"/>
                  <a:pt x="5446" y="1943"/>
                </a:cubicBezTo>
                <a:cubicBezTo>
                  <a:pt x="5477" y="1994"/>
                  <a:pt x="5507" y="2045"/>
                  <a:pt x="5534" y="2097"/>
                </a:cubicBezTo>
                <a:cubicBezTo>
                  <a:pt x="5548" y="2126"/>
                  <a:pt x="5603" y="2244"/>
                  <a:pt x="5604" y="2244"/>
                </a:cubicBezTo>
                <a:cubicBezTo>
                  <a:pt x="5605" y="2244"/>
                  <a:pt x="5604" y="2244"/>
                  <a:pt x="5604" y="2242"/>
                </a:cubicBezTo>
                <a:lnTo>
                  <a:pt x="5604" y="2242"/>
                </a:lnTo>
                <a:cubicBezTo>
                  <a:pt x="5646" y="2347"/>
                  <a:pt x="5682" y="2454"/>
                  <a:pt x="5711" y="2561"/>
                </a:cubicBezTo>
                <a:cubicBezTo>
                  <a:pt x="5726" y="2620"/>
                  <a:pt x="5741" y="2679"/>
                  <a:pt x="5751" y="2738"/>
                </a:cubicBezTo>
                <a:cubicBezTo>
                  <a:pt x="5756" y="2758"/>
                  <a:pt x="5778" y="2901"/>
                  <a:pt x="5781" y="2901"/>
                </a:cubicBezTo>
                <a:cubicBezTo>
                  <a:pt x="5781" y="2901"/>
                  <a:pt x="5781" y="2892"/>
                  <a:pt x="5779" y="2872"/>
                </a:cubicBezTo>
                <a:lnTo>
                  <a:pt x="5779" y="2872"/>
                </a:lnTo>
                <a:cubicBezTo>
                  <a:pt x="5793" y="2999"/>
                  <a:pt x="5800" y="3127"/>
                  <a:pt x="5800" y="3256"/>
                </a:cubicBezTo>
                <a:cubicBezTo>
                  <a:pt x="5798" y="3323"/>
                  <a:pt x="5796" y="3393"/>
                  <a:pt x="5791" y="3460"/>
                </a:cubicBezTo>
                <a:cubicBezTo>
                  <a:pt x="5787" y="3518"/>
                  <a:pt x="5781" y="3572"/>
                  <a:pt x="5780" y="3582"/>
                </a:cubicBezTo>
                <a:lnTo>
                  <a:pt x="5780" y="3582"/>
                </a:lnTo>
                <a:cubicBezTo>
                  <a:pt x="5759" y="3706"/>
                  <a:pt x="5734" y="3831"/>
                  <a:pt x="5699" y="3953"/>
                </a:cubicBezTo>
                <a:cubicBezTo>
                  <a:pt x="5682" y="4012"/>
                  <a:pt x="5663" y="4069"/>
                  <a:pt x="5642" y="4126"/>
                </a:cubicBezTo>
                <a:cubicBezTo>
                  <a:pt x="5631" y="4155"/>
                  <a:pt x="5621" y="4183"/>
                  <a:pt x="5610" y="4212"/>
                </a:cubicBezTo>
                <a:cubicBezTo>
                  <a:pt x="5606" y="4223"/>
                  <a:pt x="5602" y="4232"/>
                  <a:pt x="5600" y="4238"/>
                </a:cubicBezTo>
                <a:lnTo>
                  <a:pt x="5600" y="4238"/>
                </a:lnTo>
                <a:cubicBezTo>
                  <a:pt x="5597" y="4244"/>
                  <a:pt x="5593" y="4252"/>
                  <a:pt x="5589" y="4261"/>
                </a:cubicBezTo>
                <a:cubicBezTo>
                  <a:pt x="5534" y="4370"/>
                  <a:pt x="5477" y="4478"/>
                  <a:pt x="5412" y="4581"/>
                </a:cubicBezTo>
                <a:cubicBezTo>
                  <a:pt x="5311" y="4737"/>
                  <a:pt x="5324" y="4720"/>
                  <a:pt x="5189" y="4863"/>
                </a:cubicBezTo>
                <a:cubicBezTo>
                  <a:pt x="4814" y="5261"/>
                  <a:pt x="4355" y="5476"/>
                  <a:pt x="3756" y="5573"/>
                </a:cubicBezTo>
                <a:cubicBezTo>
                  <a:pt x="3620" y="5595"/>
                  <a:pt x="3482" y="5605"/>
                  <a:pt x="3344" y="5605"/>
                </a:cubicBezTo>
                <a:cubicBezTo>
                  <a:pt x="2954" y="5605"/>
                  <a:pt x="2572" y="5519"/>
                  <a:pt x="2265" y="5346"/>
                </a:cubicBezTo>
                <a:cubicBezTo>
                  <a:pt x="2214" y="5316"/>
                  <a:pt x="2164" y="5285"/>
                  <a:pt x="2113" y="5253"/>
                </a:cubicBezTo>
                <a:cubicBezTo>
                  <a:pt x="2098" y="5243"/>
                  <a:pt x="2015" y="5180"/>
                  <a:pt x="2013" y="5180"/>
                </a:cubicBezTo>
                <a:lnTo>
                  <a:pt x="2013" y="5180"/>
                </a:lnTo>
                <a:cubicBezTo>
                  <a:pt x="2013" y="5180"/>
                  <a:pt x="2019" y="5186"/>
                  <a:pt x="2037" y="5200"/>
                </a:cubicBezTo>
                <a:cubicBezTo>
                  <a:pt x="1930" y="5114"/>
                  <a:pt x="1831" y="5019"/>
                  <a:pt x="1740" y="4916"/>
                </a:cubicBezTo>
                <a:cubicBezTo>
                  <a:pt x="1728" y="4902"/>
                  <a:pt x="1675" y="4837"/>
                  <a:pt x="1657" y="4816"/>
                </a:cubicBezTo>
                <a:lnTo>
                  <a:pt x="1657" y="4816"/>
                </a:lnTo>
                <a:cubicBezTo>
                  <a:pt x="1647" y="4801"/>
                  <a:pt x="1584" y="4711"/>
                  <a:pt x="1570" y="4688"/>
                </a:cubicBezTo>
                <a:cubicBezTo>
                  <a:pt x="1500" y="4579"/>
                  <a:pt x="1439" y="4465"/>
                  <a:pt x="1382" y="4347"/>
                </a:cubicBezTo>
                <a:cubicBezTo>
                  <a:pt x="1372" y="4327"/>
                  <a:pt x="1369" y="4322"/>
                  <a:pt x="1368" y="4322"/>
                </a:cubicBezTo>
                <a:lnTo>
                  <a:pt x="1368" y="4322"/>
                </a:lnTo>
                <a:cubicBezTo>
                  <a:pt x="1368" y="4322"/>
                  <a:pt x="1368" y="4322"/>
                  <a:pt x="1368" y="4322"/>
                </a:cubicBezTo>
                <a:lnTo>
                  <a:pt x="1368" y="4322"/>
                </a:lnTo>
                <a:cubicBezTo>
                  <a:pt x="1366" y="4315"/>
                  <a:pt x="1360" y="4299"/>
                  <a:pt x="1348" y="4265"/>
                </a:cubicBezTo>
                <a:cubicBezTo>
                  <a:pt x="1329" y="4210"/>
                  <a:pt x="1308" y="4155"/>
                  <a:pt x="1291" y="4101"/>
                </a:cubicBezTo>
                <a:cubicBezTo>
                  <a:pt x="1251" y="3974"/>
                  <a:pt x="1220" y="3848"/>
                  <a:pt x="1197" y="3717"/>
                </a:cubicBezTo>
                <a:cubicBezTo>
                  <a:pt x="1192" y="3696"/>
                  <a:pt x="1179" y="3596"/>
                  <a:pt x="1178" y="3596"/>
                </a:cubicBezTo>
                <a:lnTo>
                  <a:pt x="1178" y="3596"/>
                </a:lnTo>
                <a:cubicBezTo>
                  <a:pt x="1178" y="3596"/>
                  <a:pt x="1179" y="3606"/>
                  <a:pt x="1182" y="3633"/>
                </a:cubicBezTo>
                <a:cubicBezTo>
                  <a:pt x="1173" y="3568"/>
                  <a:pt x="1167" y="3502"/>
                  <a:pt x="1165" y="3437"/>
                </a:cubicBezTo>
                <a:cubicBezTo>
                  <a:pt x="1157" y="3304"/>
                  <a:pt x="1157" y="3174"/>
                  <a:pt x="1165" y="3041"/>
                </a:cubicBezTo>
                <a:cubicBezTo>
                  <a:pt x="1167" y="3011"/>
                  <a:pt x="1179" y="2898"/>
                  <a:pt x="1181" y="2870"/>
                </a:cubicBezTo>
                <a:lnTo>
                  <a:pt x="1181" y="2870"/>
                </a:lnTo>
                <a:cubicBezTo>
                  <a:pt x="1186" y="2847"/>
                  <a:pt x="1203" y="2750"/>
                  <a:pt x="1209" y="2721"/>
                </a:cubicBezTo>
                <a:cubicBezTo>
                  <a:pt x="1239" y="2580"/>
                  <a:pt x="1281" y="2443"/>
                  <a:pt x="1327" y="2306"/>
                </a:cubicBezTo>
                <a:cubicBezTo>
                  <a:pt x="1342" y="2262"/>
                  <a:pt x="1345" y="2248"/>
                  <a:pt x="1346" y="2244"/>
                </a:cubicBezTo>
                <a:lnTo>
                  <a:pt x="1346" y="2244"/>
                </a:lnTo>
                <a:cubicBezTo>
                  <a:pt x="1348" y="2241"/>
                  <a:pt x="1355" y="2229"/>
                  <a:pt x="1376" y="2188"/>
                </a:cubicBezTo>
                <a:cubicBezTo>
                  <a:pt x="1407" y="2125"/>
                  <a:pt x="1439" y="2059"/>
                  <a:pt x="1475" y="1998"/>
                </a:cubicBezTo>
                <a:cubicBezTo>
                  <a:pt x="1511" y="1937"/>
                  <a:pt x="1551" y="1878"/>
                  <a:pt x="1588" y="1819"/>
                </a:cubicBezTo>
                <a:cubicBezTo>
                  <a:pt x="1603" y="1799"/>
                  <a:pt x="1618" y="1779"/>
                  <a:pt x="1632" y="1759"/>
                </a:cubicBezTo>
                <a:lnTo>
                  <a:pt x="1632" y="1759"/>
                </a:lnTo>
                <a:cubicBezTo>
                  <a:pt x="1639" y="1751"/>
                  <a:pt x="1646" y="1741"/>
                  <a:pt x="1654" y="1733"/>
                </a:cubicBezTo>
                <a:cubicBezTo>
                  <a:pt x="1744" y="1632"/>
                  <a:pt x="1839" y="1535"/>
                  <a:pt x="1945" y="1446"/>
                </a:cubicBezTo>
                <a:cubicBezTo>
                  <a:pt x="1949" y="1443"/>
                  <a:pt x="1952" y="1440"/>
                  <a:pt x="1955" y="1437"/>
                </a:cubicBezTo>
                <a:lnTo>
                  <a:pt x="1955" y="1437"/>
                </a:lnTo>
                <a:cubicBezTo>
                  <a:pt x="1958" y="1435"/>
                  <a:pt x="1960" y="1434"/>
                  <a:pt x="1963" y="1431"/>
                </a:cubicBezTo>
                <a:cubicBezTo>
                  <a:pt x="1993" y="1410"/>
                  <a:pt x="2022" y="1389"/>
                  <a:pt x="2054" y="1370"/>
                </a:cubicBezTo>
                <a:cubicBezTo>
                  <a:pt x="2115" y="1328"/>
                  <a:pt x="2180" y="1292"/>
                  <a:pt x="2246" y="1257"/>
                </a:cubicBezTo>
                <a:cubicBezTo>
                  <a:pt x="2372" y="1191"/>
                  <a:pt x="2412" y="1174"/>
                  <a:pt x="2604" y="1120"/>
                </a:cubicBezTo>
                <a:cubicBezTo>
                  <a:pt x="2802" y="1065"/>
                  <a:pt x="2859" y="1059"/>
                  <a:pt x="3023" y="1044"/>
                </a:cubicBezTo>
                <a:cubicBezTo>
                  <a:pt x="3046" y="1042"/>
                  <a:pt x="3069" y="1039"/>
                  <a:pt x="3092" y="1035"/>
                </a:cubicBezTo>
                <a:lnTo>
                  <a:pt x="3092" y="1035"/>
                </a:lnTo>
                <a:cubicBezTo>
                  <a:pt x="3113" y="1033"/>
                  <a:pt x="3134" y="1031"/>
                  <a:pt x="3156" y="1027"/>
                </a:cubicBezTo>
                <a:cubicBezTo>
                  <a:pt x="3317" y="1000"/>
                  <a:pt x="3479" y="986"/>
                  <a:pt x="3639" y="986"/>
                </a:cubicBezTo>
                <a:close/>
                <a:moveTo>
                  <a:pt x="3656" y="0"/>
                </a:moveTo>
                <a:cubicBezTo>
                  <a:pt x="3424" y="0"/>
                  <a:pt x="3191" y="20"/>
                  <a:pt x="2962" y="55"/>
                </a:cubicBezTo>
                <a:lnTo>
                  <a:pt x="2962" y="55"/>
                </a:lnTo>
                <a:cubicBezTo>
                  <a:pt x="1592" y="189"/>
                  <a:pt x="506" y="1128"/>
                  <a:pt x="238" y="2500"/>
                </a:cubicBezTo>
                <a:cubicBezTo>
                  <a:pt x="0" y="3730"/>
                  <a:pt x="360" y="5131"/>
                  <a:pt x="1367" y="5933"/>
                </a:cubicBezTo>
                <a:cubicBezTo>
                  <a:pt x="1934" y="6385"/>
                  <a:pt x="2656" y="6602"/>
                  <a:pt x="3382" y="6602"/>
                </a:cubicBezTo>
                <a:cubicBezTo>
                  <a:pt x="4138" y="6602"/>
                  <a:pt x="4898" y="6367"/>
                  <a:pt x="5494" y="5917"/>
                </a:cubicBezTo>
                <a:cubicBezTo>
                  <a:pt x="6607" y="5078"/>
                  <a:pt x="7041" y="3580"/>
                  <a:pt x="6659" y="2253"/>
                </a:cubicBezTo>
                <a:cubicBezTo>
                  <a:pt x="6453" y="1537"/>
                  <a:pt x="6015" y="905"/>
                  <a:pt x="5393" y="488"/>
                </a:cubicBezTo>
                <a:cubicBezTo>
                  <a:pt x="4872" y="137"/>
                  <a:pt x="4267" y="0"/>
                  <a:pt x="365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024" name="Google Shape;10024;p16"/>
          <p:cNvGrpSpPr/>
          <p:nvPr/>
        </p:nvGrpSpPr>
        <p:grpSpPr>
          <a:xfrm rot="6300357">
            <a:off x="7074685" y="581435"/>
            <a:ext cx="707993" cy="442801"/>
            <a:chOff x="1445125" y="3867675"/>
            <a:chExt cx="803300" cy="502950"/>
          </a:xfrm>
        </p:grpSpPr>
        <p:sp>
          <p:nvSpPr>
            <p:cNvPr id="10025" name="Google Shape;10025;p16"/>
            <p:cNvSpPr/>
            <p:nvPr/>
          </p:nvSpPr>
          <p:spPr>
            <a:xfrm>
              <a:off x="1445125" y="3867675"/>
              <a:ext cx="535450" cy="502950"/>
            </a:xfrm>
            <a:custGeom>
              <a:rect b="b" l="l" r="r" t="t"/>
              <a:pathLst>
                <a:path extrusionOk="0" h="20118" w="21418">
                  <a:moveTo>
                    <a:pt x="5846" y="993"/>
                  </a:moveTo>
                  <a:cubicBezTo>
                    <a:pt x="6726" y="993"/>
                    <a:pt x="7300" y="1814"/>
                    <a:pt x="7545" y="2688"/>
                  </a:cubicBezTo>
                  <a:cubicBezTo>
                    <a:pt x="7686" y="3200"/>
                    <a:pt x="7749" y="3726"/>
                    <a:pt x="7770" y="4255"/>
                  </a:cubicBezTo>
                  <a:cubicBezTo>
                    <a:pt x="7787" y="4700"/>
                    <a:pt x="7676" y="5216"/>
                    <a:pt x="7812" y="5641"/>
                  </a:cubicBezTo>
                  <a:cubicBezTo>
                    <a:pt x="8017" y="6280"/>
                    <a:pt x="8790" y="6621"/>
                    <a:pt x="9352" y="6861"/>
                  </a:cubicBezTo>
                  <a:cubicBezTo>
                    <a:pt x="10899" y="7523"/>
                    <a:pt x="12588" y="7895"/>
                    <a:pt x="14238" y="8195"/>
                  </a:cubicBezTo>
                  <a:cubicBezTo>
                    <a:pt x="14279" y="8202"/>
                    <a:pt x="14320" y="8206"/>
                    <a:pt x="14360" y="8206"/>
                  </a:cubicBezTo>
                  <a:cubicBezTo>
                    <a:pt x="14538" y="8206"/>
                    <a:pt x="14697" y="8128"/>
                    <a:pt x="14800" y="7965"/>
                  </a:cubicBezTo>
                  <a:cubicBezTo>
                    <a:pt x="15658" y="6602"/>
                    <a:pt x="16673" y="5266"/>
                    <a:pt x="17868" y="4181"/>
                  </a:cubicBezTo>
                  <a:cubicBezTo>
                    <a:pt x="18246" y="3837"/>
                    <a:pt x="19055" y="3130"/>
                    <a:pt x="19662" y="3130"/>
                  </a:cubicBezTo>
                  <a:cubicBezTo>
                    <a:pt x="19761" y="3130"/>
                    <a:pt x="19855" y="3149"/>
                    <a:pt x="19941" y="3191"/>
                  </a:cubicBezTo>
                  <a:cubicBezTo>
                    <a:pt x="19972" y="3206"/>
                    <a:pt x="20042" y="3282"/>
                    <a:pt x="20078" y="3334"/>
                  </a:cubicBezTo>
                  <a:cubicBezTo>
                    <a:pt x="20170" y="3474"/>
                    <a:pt x="20200" y="3554"/>
                    <a:pt x="20244" y="3703"/>
                  </a:cubicBezTo>
                  <a:cubicBezTo>
                    <a:pt x="20356" y="4074"/>
                    <a:pt x="20385" y="4459"/>
                    <a:pt x="20391" y="4845"/>
                  </a:cubicBezTo>
                  <a:cubicBezTo>
                    <a:pt x="20434" y="7253"/>
                    <a:pt x="19715" y="9724"/>
                    <a:pt x="18959" y="11987"/>
                  </a:cubicBezTo>
                  <a:cubicBezTo>
                    <a:pt x="18546" y="13223"/>
                    <a:pt x="18074" y="14443"/>
                    <a:pt x="17505" y="15619"/>
                  </a:cubicBezTo>
                  <a:cubicBezTo>
                    <a:pt x="16974" y="16720"/>
                    <a:pt x="16385" y="17795"/>
                    <a:pt x="15472" y="18631"/>
                  </a:cubicBezTo>
                  <a:cubicBezTo>
                    <a:pt x="15279" y="18808"/>
                    <a:pt x="15055" y="19008"/>
                    <a:pt x="14800" y="19090"/>
                  </a:cubicBezTo>
                  <a:cubicBezTo>
                    <a:pt x="14731" y="19114"/>
                    <a:pt x="14679" y="19127"/>
                    <a:pt x="14633" y="19127"/>
                  </a:cubicBezTo>
                  <a:cubicBezTo>
                    <a:pt x="14584" y="19127"/>
                    <a:pt x="14541" y="19112"/>
                    <a:pt x="14491" y="19078"/>
                  </a:cubicBezTo>
                  <a:cubicBezTo>
                    <a:pt x="14179" y="18859"/>
                    <a:pt x="14040" y="18279"/>
                    <a:pt x="13943" y="17913"/>
                  </a:cubicBezTo>
                  <a:cubicBezTo>
                    <a:pt x="13496" y="16204"/>
                    <a:pt x="13420" y="14392"/>
                    <a:pt x="13231" y="12644"/>
                  </a:cubicBezTo>
                  <a:cubicBezTo>
                    <a:pt x="13231" y="12642"/>
                    <a:pt x="13231" y="12641"/>
                    <a:pt x="13230" y="12640"/>
                  </a:cubicBezTo>
                  <a:lnTo>
                    <a:pt x="13230" y="12640"/>
                  </a:lnTo>
                  <a:cubicBezTo>
                    <a:pt x="13241" y="12479"/>
                    <a:pt x="13172" y="12316"/>
                    <a:pt x="12984" y="12214"/>
                  </a:cubicBezTo>
                  <a:cubicBezTo>
                    <a:pt x="12340" y="11860"/>
                    <a:pt x="11598" y="11675"/>
                    <a:pt x="10890" y="11496"/>
                  </a:cubicBezTo>
                  <a:cubicBezTo>
                    <a:pt x="10069" y="11291"/>
                    <a:pt x="9239" y="11119"/>
                    <a:pt x="8404" y="10971"/>
                  </a:cubicBezTo>
                  <a:cubicBezTo>
                    <a:pt x="7943" y="10890"/>
                    <a:pt x="7439" y="10757"/>
                    <a:pt x="6964" y="10757"/>
                  </a:cubicBezTo>
                  <a:cubicBezTo>
                    <a:pt x="6933" y="10757"/>
                    <a:pt x="6903" y="10757"/>
                    <a:pt x="6873" y="10758"/>
                  </a:cubicBezTo>
                  <a:cubicBezTo>
                    <a:pt x="6281" y="10782"/>
                    <a:pt x="5857" y="11237"/>
                    <a:pt x="5518" y="11671"/>
                  </a:cubicBezTo>
                  <a:cubicBezTo>
                    <a:pt x="4848" y="12532"/>
                    <a:pt x="4110" y="13945"/>
                    <a:pt x="2900" y="13945"/>
                  </a:cubicBezTo>
                  <a:cubicBezTo>
                    <a:pt x="2748" y="13945"/>
                    <a:pt x="2589" y="13923"/>
                    <a:pt x="2421" y="13874"/>
                  </a:cubicBezTo>
                  <a:cubicBezTo>
                    <a:pt x="1265" y="13539"/>
                    <a:pt x="1147" y="12161"/>
                    <a:pt x="1191" y="11150"/>
                  </a:cubicBezTo>
                  <a:cubicBezTo>
                    <a:pt x="1259" y="9547"/>
                    <a:pt x="1735" y="7959"/>
                    <a:pt x="2242" y="6446"/>
                  </a:cubicBezTo>
                  <a:cubicBezTo>
                    <a:pt x="2666" y="5186"/>
                    <a:pt x="3155" y="3943"/>
                    <a:pt x="3669" y="2717"/>
                  </a:cubicBezTo>
                  <a:cubicBezTo>
                    <a:pt x="4014" y="1894"/>
                    <a:pt x="4701" y="1150"/>
                    <a:pt x="5619" y="1011"/>
                  </a:cubicBezTo>
                  <a:cubicBezTo>
                    <a:pt x="5697" y="999"/>
                    <a:pt x="5772" y="993"/>
                    <a:pt x="5846" y="993"/>
                  </a:cubicBezTo>
                  <a:close/>
                  <a:moveTo>
                    <a:pt x="5851" y="1"/>
                  </a:moveTo>
                  <a:cubicBezTo>
                    <a:pt x="4753" y="1"/>
                    <a:pt x="3750" y="699"/>
                    <a:pt x="3144" y="1580"/>
                  </a:cubicBezTo>
                  <a:cubicBezTo>
                    <a:pt x="2849" y="2009"/>
                    <a:pt x="2683" y="2515"/>
                    <a:pt x="2487" y="2993"/>
                  </a:cubicBezTo>
                  <a:cubicBezTo>
                    <a:pt x="2217" y="3653"/>
                    <a:pt x="1954" y="4314"/>
                    <a:pt x="1705" y="4982"/>
                  </a:cubicBezTo>
                  <a:cubicBezTo>
                    <a:pt x="1113" y="6581"/>
                    <a:pt x="576" y="8224"/>
                    <a:pt x="323" y="9914"/>
                  </a:cubicBezTo>
                  <a:cubicBezTo>
                    <a:pt x="121" y="11253"/>
                    <a:pt x="1" y="12901"/>
                    <a:pt x="913" y="14026"/>
                  </a:cubicBezTo>
                  <a:cubicBezTo>
                    <a:pt x="1411" y="14639"/>
                    <a:pt x="2111" y="14918"/>
                    <a:pt x="2824" y="14918"/>
                  </a:cubicBezTo>
                  <a:cubicBezTo>
                    <a:pt x="3509" y="14918"/>
                    <a:pt x="4207" y="14660"/>
                    <a:pt x="4751" y="14192"/>
                  </a:cubicBezTo>
                  <a:cubicBezTo>
                    <a:pt x="5371" y="13659"/>
                    <a:pt x="5777" y="12949"/>
                    <a:pt x="6272" y="12311"/>
                  </a:cubicBezTo>
                  <a:cubicBezTo>
                    <a:pt x="6566" y="11931"/>
                    <a:pt x="6732" y="11776"/>
                    <a:pt x="7065" y="11776"/>
                  </a:cubicBezTo>
                  <a:cubicBezTo>
                    <a:pt x="7129" y="11776"/>
                    <a:pt x="7199" y="11782"/>
                    <a:pt x="7277" y="11793"/>
                  </a:cubicBezTo>
                  <a:cubicBezTo>
                    <a:pt x="8166" y="11915"/>
                    <a:pt x="9053" y="12094"/>
                    <a:pt x="9930" y="12292"/>
                  </a:cubicBezTo>
                  <a:cubicBezTo>
                    <a:pt x="10726" y="12472"/>
                    <a:pt x="11550" y="12626"/>
                    <a:pt x="12268" y="12966"/>
                  </a:cubicBezTo>
                  <a:lnTo>
                    <a:pt x="12268" y="12966"/>
                  </a:lnTo>
                  <a:cubicBezTo>
                    <a:pt x="12439" y="14633"/>
                    <a:pt x="12548" y="16332"/>
                    <a:pt x="12930" y="17963"/>
                  </a:cubicBezTo>
                  <a:cubicBezTo>
                    <a:pt x="13136" y="18845"/>
                    <a:pt x="13555" y="20118"/>
                    <a:pt x="14640" y="20118"/>
                  </a:cubicBezTo>
                  <a:cubicBezTo>
                    <a:pt x="14672" y="20118"/>
                    <a:pt x="14706" y="20116"/>
                    <a:pt x="14739" y="20114"/>
                  </a:cubicBezTo>
                  <a:cubicBezTo>
                    <a:pt x="15314" y="20074"/>
                    <a:pt x="15818" y="19674"/>
                    <a:pt x="16220" y="19295"/>
                  </a:cubicBezTo>
                  <a:cubicBezTo>
                    <a:pt x="16778" y="18770"/>
                    <a:pt x="17242" y="18165"/>
                    <a:pt x="17630" y="17506"/>
                  </a:cubicBezTo>
                  <a:cubicBezTo>
                    <a:pt x="18329" y="16326"/>
                    <a:pt x="18879" y="15058"/>
                    <a:pt x="19372" y="13779"/>
                  </a:cubicBezTo>
                  <a:cubicBezTo>
                    <a:pt x="20387" y="11140"/>
                    <a:pt x="21255" y="8266"/>
                    <a:pt x="21379" y="5422"/>
                  </a:cubicBezTo>
                  <a:cubicBezTo>
                    <a:pt x="21417" y="4558"/>
                    <a:pt x="21409" y="3509"/>
                    <a:pt x="20893" y="2768"/>
                  </a:cubicBezTo>
                  <a:cubicBezTo>
                    <a:pt x="20591" y="2334"/>
                    <a:pt x="20167" y="2169"/>
                    <a:pt x="19717" y="2169"/>
                  </a:cubicBezTo>
                  <a:cubicBezTo>
                    <a:pt x="19269" y="2169"/>
                    <a:pt x="18796" y="2332"/>
                    <a:pt x="18392" y="2557"/>
                  </a:cubicBezTo>
                  <a:cubicBezTo>
                    <a:pt x="17206" y="3219"/>
                    <a:pt x="16258" y="4331"/>
                    <a:pt x="15430" y="5382"/>
                  </a:cubicBezTo>
                  <a:cubicBezTo>
                    <a:pt x="14975" y="5959"/>
                    <a:pt x="14535" y="6551"/>
                    <a:pt x="14131" y="7165"/>
                  </a:cubicBezTo>
                  <a:lnTo>
                    <a:pt x="14131" y="7165"/>
                  </a:lnTo>
                  <a:cubicBezTo>
                    <a:pt x="12741" y="6903"/>
                    <a:pt x="11340" y="6572"/>
                    <a:pt x="10022" y="6067"/>
                  </a:cubicBezTo>
                  <a:cubicBezTo>
                    <a:pt x="9692" y="5938"/>
                    <a:pt x="9355" y="5795"/>
                    <a:pt x="9057" y="5599"/>
                  </a:cubicBezTo>
                  <a:cubicBezTo>
                    <a:pt x="8975" y="5544"/>
                    <a:pt x="8902" y="5490"/>
                    <a:pt x="8830" y="5420"/>
                  </a:cubicBezTo>
                  <a:cubicBezTo>
                    <a:pt x="8801" y="5393"/>
                    <a:pt x="8791" y="5386"/>
                    <a:pt x="8788" y="5385"/>
                  </a:cubicBezTo>
                  <a:lnTo>
                    <a:pt x="8788" y="5385"/>
                  </a:lnTo>
                  <a:cubicBezTo>
                    <a:pt x="8787" y="5381"/>
                    <a:pt x="8781" y="5370"/>
                    <a:pt x="8767" y="5346"/>
                  </a:cubicBezTo>
                  <a:cubicBezTo>
                    <a:pt x="8764" y="5342"/>
                    <a:pt x="8761" y="5338"/>
                    <a:pt x="8759" y="5334"/>
                  </a:cubicBezTo>
                  <a:lnTo>
                    <a:pt x="8759" y="5334"/>
                  </a:lnTo>
                  <a:cubicBezTo>
                    <a:pt x="8759" y="5333"/>
                    <a:pt x="8759" y="5331"/>
                    <a:pt x="8758" y="5329"/>
                  </a:cubicBezTo>
                  <a:cubicBezTo>
                    <a:pt x="8680" y="4813"/>
                    <a:pt x="8779" y="4238"/>
                    <a:pt x="8729" y="3712"/>
                  </a:cubicBezTo>
                  <a:cubicBezTo>
                    <a:pt x="8683" y="3244"/>
                    <a:pt x="8611" y="2774"/>
                    <a:pt x="8476" y="2325"/>
                  </a:cubicBezTo>
                  <a:cubicBezTo>
                    <a:pt x="8116" y="1129"/>
                    <a:pt x="7256" y="33"/>
                    <a:pt x="5914" y="2"/>
                  </a:cubicBezTo>
                  <a:cubicBezTo>
                    <a:pt x="5893" y="1"/>
                    <a:pt x="5872" y="1"/>
                    <a:pt x="585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26" name="Google Shape;10026;p16"/>
            <p:cNvSpPr/>
            <p:nvPr/>
          </p:nvSpPr>
          <p:spPr>
            <a:xfrm>
              <a:off x="1903525" y="4088100"/>
              <a:ext cx="344900" cy="185850"/>
            </a:xfrm>
            <a:custGeom>
              <a:rect b="b" l="l" r="r" t="t"/>
              <a:pathLst>
                <a:path extrusionOk="0" h="7434" w="13796">
                  <a:moveTo>
                    <a:pt x="2035" y="1"/>
                  </a:moveTo>
                  <a:cubicBezTo>
                    <a:pt x="1593" y="1"/>
                    <a:pt x="1301" y="661"/>
                    <a:pt x="1777" y="928"/>
                  </a:cubicBezTo>
                  <a:cubicBezTo>
                    <a:pt x="5023" y="2748"/>
                    <a:pt x="8420" y="4238"/>
                    <a:pt x="11476" y="6352"/>
                  </a:cubicBezTo>
                  <a:lnTo>
                    <a:pt x="11476" y="6352"/>
                  </a:lnTo>
                  <a:cubicBezTo>
                    <a:pt x="7847" y="6103"/>
                    <a:pt x="4252" y="5482"/>
                    <a:pt x="636" y="5110"/>
                  </a:cubicBezTo>
                  <a:cubicBezTo>
                    <a:pt x="615" y="5108"/>
                    <a:pt x="596" y="5107"/>
                    <a:pt x="577" y="5107"/>
                  </a:cubicBezTo>
                  <a:cubicBezTo>
                    <a:pt x="0" y="5107"/>
                    <a:pt x="24" y="6045"/>
                    <a:pt x="636" y="6106"/>
                  </a:cubicBezTo>
                  <a:cubicBezTo>
                    <a:pt x="4792" y="6534"/>
                    <a:pt x="8919" y="7290"/>
                    <a:pt x="13101" y="7434"/>
                  </a:cubicBezTo>
                  <a:cubicBezTo>
                    <a:pt x="13106" y="7434"/>
                    <a:pt x="13111" y="7434"/>
                    <a:pt x="13115" y="7434"/>
                  </a:cubicBezTo>
                  <a:cubicBezTo>
                    <a:pt x="13508" y="7434"/>
                    <a:pt x="13796" y="6851"/>
                    <a:pt x="13455" y="6582"/>
                  </a:cubicBezTo>
                  <a:cubicBezTo>
                    <a:pt x="11767" y="5262"/>
                    <a:pt x="9981" y="4109"/>
                    <a:pt x="8087" y="3106"/>
                  </a:cubicBezTo>
                  <a:cubicBezTo>
                    <a:pt x="6157" y="2083"/>
                    <a:pt x="4187" y="1139"/>
                    <a:pt x="2281" y="69"/>
                  </a:cubicBezTo>
                  <a:cubicBezTo>
                    <a:pt x="2197" y="21"/>
                    <a:pt x="2114" y="1"/>
                    <a:pt x="20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27" name="Google Shape;10027;p16"/>
            <p:cNvSpPr/>
            <p:nvPr/>
          </p:nvSpPr>
          <p:spPr>
            <a:xfrm>
              <a:off x="1462675" y="3884050"/>
              <a:ext cx="125100" cy="332450"/>
            </a:xfrm>
            <a:custGeom>
              <a:rect b="b" l="l" r="r" t="t"/>
              <a:pathLst>
                <a:path extrusionOk="0" h="13298" w="5004">
                  <a:moveTo>
                    <a:pt x="4226" y="0"/>
                  </a:moveTo>
                  <a:cubicBezTo>
                    <a:pt x="3978" y="0"/>
                    <a:pt x="3745" y="159"/>
                    <a:pt x="3776" y="478"/>
                  </a:cubicBezTo>
                  <a:cubicBezTo>
                    <a:pt x="3995" y="2762"/>
                    <a:pt x="3470" y="4910"/>
                    <a:pt x="2764" y="7066"/>
                  </a:cubicBezTo>
                  <a:cubicBezTo>
                    <a:pt x="2160" y="8913"/>
                    <a:pt x="1574" y="10906"/>
                    <a:pt x="310" y="12425"/>
                  </a:cubicBezTo>
                  <a:cubicBezTo>
                    <a:pt x="1" y="12799"/>
                    <a:pt x="333" y="13298"/>
                    <a:pt x="690" y="13298"/>
                  </a:cubicBezTo>
                  <a:cubicBezTo>
                    <a:pt x="802" y="13298"/>
                    <a:pt x="916" y="13249"/>
                    <a:pt x="1014" y="13131"/>
                  </a:cubicBezTo>
                  <a:cubicBezTo>
                    <a:pt x="2366" y="11506"/>
                    <a:pt x="3030" y="9452"/>
                    <a:pt x="3679" y="7474"/>
                  </a:cubicBezTo>
                  <a:cubicBezTo>
                    <a:pt x="4424" y="5193"/>
                    <a:pt x="5004" y="2899"/>
                    <a:pt x="4772" y="478"/>
                  </a:cubicBezTo>
                  <a:cubicBezTo>
                    <a:pt x="4741" y="160"/>
                    <a:pt x="4476" y="0"/>
                    <a:pt x="42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028" name="Google Shape;10028;p16"/>
          <p:cNvSpPr txBox="1"/>
          <p:nvPr/>
        </p:nvSpPr>
        <p:spPr>
          <a:xfrm>
            <a:off x="1341761" y="772271"/>
            <a:ext cx="5982000" cy="49241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000" u="none" cap="none" strike="noStrike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rPr>
              <a:t>MATHEMATICS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32" name="Shape 10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3" name="Google Shape;10033;p17"/>
          <p:cNvSpPr/>
          <p:nvPr/>
        </p:nvSpPr>
        <p:spPr>
          <a:xfrm>
            <a:off x="7818975" y="1147025"/>
            <a:ext cx="117525" cy="110100"/>
          </a:xfrm>
          <a:custGeom>
            <a:rect b="b" l="l" r="r" t="t"/>
            <a:pathLst>
              <a:path extrusionOk="0" h="4404" w="4701">
                <a:moveTo>
                  <a:pt x="1951" y="1032"/>
                </a:moveTo>
                <a:cubicBezTo>
                  <a:pt x="1950" y="1033"/>
                  <a:pt x="1949" y="1033"/>
                  <a:pt x="1947" y="1033"/>
                </a:cubicBezTo>
                <a:cubicBezTo>
                  <a:pt x="1948" y="1033"/>
                  <a:pt x="1950" y="1033"/>
                  <a:pt x="1951" y="1032"/>
                </a:cubicBezTo>
                <a:close/>
                <a:moveTo>
                  <a:pt x="2857" y="1059"/>
                </a:moveTo>
                <a:cubicBezTo>
                  <a:pt x="2871" y="1059"/>
                  <a:pt x="2889" y="1066"/>
                  <a:pt x="2907" y="1075"/>
                </a:cubicBezTo>
                <a:lnTo>
                  <a:pt x="2907" y="1075"/>
                </a:lnTo>
                <a:cubicBezTo>
                  <a:pt x="2887" y="1068"/>
                  <a:pt x="2858" y="1059"/>
                  <a:pt x="2857" y="1059"/>
                </a:cubicBezTo>
                <a:close/>
                <a:moveTo>
                  <a:pt x="3091" y="1185"/>
                </a:moveTo>
                <a:cubicBezTo>
                  <a:pt x="3091" y="1185"/>
                  <a:pt x="3091" y="1185"/>
                  <a:pt x="3091" y="1185"/>
                </a:cubicBezTo>
                <a:lnTo>
                  <a:pt x="3091" y="1185"/>
                </a:lnTo>
                <a:cubicBezTo>
                  <a:pt x="3091" y="1185"/>
                  <a:pt x="3091" y="1185"/>
                  <a:pt x="3091" y="1185"/>
                </a:cubicBezTo>
                <a:close/>
                <a:moveTo>
                  <a:pt x="3104" y="1198"/>
                </a:moveTo>
                <a:cubicBezTo>
                  <a:pt x="3111" y="1203"/>
                  <a:pt x="3118" y="1208"/>
                  <a:pt x="3125" y="1213"/>
                </a:cubicBezTo>
                <a:cubicBezTo>
                  <a:pt x="3142" y="1224"/>
                  <a:pt x="3149" y="1229"/>
                  <a:pt x="3148" y="1229"/>
                </a:cubicBezTo>
                <a:cubicBezTo>
                  <a:pt x="3148" y="1229"/>
                  <a:pt x="3121" y="1211"/>
                  <a:pt x="3104" y="1198"/>
                </a:cubicBezTo>
                <a:close/>
                <a:moveTo>
                  <a:pt x="1747" y="3319"/>
                </a:moveTo>
                <a:cubicBezTo>
                  <a:pt x="1767" y="3326"/>
                  <a:pt x="1803" y="3338"/>
                  <a:pt x="1802" y="3338"/>
                </a:cubicBezTo>
                <a:cubicBezTo>
                  <a:pt x="1800" y="3339"/>
                  <a:pt x="1799" y="3339"/>
                  <a:pt x="1797" y="3339"/>
                </a:cubicBezTo>
                <a:cubicBezTo>
                  <a:pt x="1785" y="3339"/>
                  <a:pt x="1766" y="3330"/>
                  <a:pt x="1747" y="3319"/>
                </a:cubicBezTo>
                <a:close/>
                <a:moveTo>
                  <a:pt x="2463" y="3393"/>
                </a:moveTo>
                <a:cubicBezTo>
                  <a:pt x="2461" y="3393"/>
                  <a:pt x="2459" y="3393"/>
                  <a:pt x="2456" y="3393"/>
                </a:cubicBezTo>
                <a:lnTo>
                  <a:pt x="2456" y="3393"/>
                </a:lnTo>
                <a:cubicBezTo>
                  <a:pt x="2459" y="3393"/>
                  <a:pt x="2462" y="3393"/>
                  <a:pt x="2463" y="3393"/>
                </a:cubicBezTo>
                <a:close/>
                <a:moveTo>
                  <a:pt x="2387" y="989"/>
                </a:moveTo>
                <a:cubicBezTo>
                  <a:pt x="2440" y="989"/>
                  <a:pt x="2491" y="989"/>
                  <a:pt x="2541" y="993"/>
                </a:cubicBezTo>
                <a:cubicBezTo>
                  <a:pt x="2560" y="993"/>
                  <a:pt x="2582" y="997"/>
                  <a:pt x="2601" y="998"/>
                </a:cubicBezTo>
                <a:lnTo>
                  <a:pt x="2601" y="998"/>
                </a:lnTo>
                <a:cubicBezTo>
                  <a:pt x="2682" y="1018"/>
                  <a:pt x="2761" y="1029"/>
                  <a:pt x="2840" y="1057"/>
                </a:cubicBezTo>
                <a:cubicBezTo>
                  <a:pt x="2857" y="1061"/>
                  <a:pt x="2876" y="1069"/>
                  <a:pt x="2895" y="1076"/>
                </a:cubicBezTo>
                <a:cubicBezTo>
                  <a:pt x="2906" y="1079"/>
                  <a:pt x="2914" y="1081"/>
                  <a:pt x="2919" y="1082"/>
                </a:cubicBezTo>
                <a:lnTo>
                  <a:pt x="2919" y="1082"/>
                </a:lnTo>
                <a:cubicBezTo>
                  <a:pt x="2944" y="1096"/>
                  <a:pt x="2968" y="1113"/>
                  <a:pt x="2984" y="1122"/>
                </a:cubicBezTo>
                <a:cubicBezTo>
                  <a:pt x="3015" y="1139"/>
                  <a:pt x="3049" y="1160"/>
                  <a:pt x="3080" y="1181"/>
                </a:cubicBezTo>
                <a:cubicBezTo>
                  <a:pt x="3084" y="1184"/>
                  <a:pt x="3088" y="1186"/>
                  <a:pt x="3092" y="1189"/>
                </a:cubicBezTo>
                <a:lnTo>
                  <a:pt x="3092" y="1189"/>
                </a:lnTo>
                <a:cubicBezTo>
                  <a:pt x="3107" y="1217"/>
                  <a:pt x="3258" y="1347"/>
                  <a:pt x="3274" y="1366"/>
                </a:cubicBezTo>
                <a:cubicBezTo>
                  <a:pt x="3278" y="1370"/>
                  <a:pt x="3281" y="1374"/>
                  <a:pt x="3284" y="1378"/>
                </a:cubicBezTo>
                <a:lnTo>
                  <a:pt x="3284" y="1378"/>
                </a:lnTo>
                <a:cubicBezTo>
                  <a:pt x="3304" y="1410"/>
                  <a:pt x="3328" y="1440"/>
                  <a:pt x="3348" y="1474"/>
                </a:cubicBezTo>
                <a:cubicBezTo>
                  <a:pt x="3367" y="1503"/>
                  <a:pt x="3386" y="1535"/>
                  <a:pt x="3403" y="1569"/>
                </a:cubicBezTo>
                <a:cubicBezTo>
                  <a:pt x="3409" y="1579"/>
                  <a:pt x="3414" y="1591"/>
                  <a:pt x="3420" y="1604"/>
                </a:cubicBezTo>
                <a:lnTo>
                  <a:pt x="3420" y="1604"/>
                </a:lnTo>
                <a:cubicBezTo>
                  <a:pt x="3420" y="1602"/>
                  <a:pt x="3420" y="1600"/>
                  <a:pt x="3420" y="1598"/>
                </a:cubicBezTo>
                <a:lnTo>
                  <a:pt x="3420" y="1598"/>
                </a:lnTo>
                <a:cubicBezTo>
                  <a:pt x="3420" y="1600"/>
                  <a:pt x="3420" y="1602"/>
                  <a:pt x="3420" y="1604"/>
                </a:cubicBezTo>
                <a:lnTo>
                  <a:pt x="3420" y="1604"/>
                </a:lnTo>
                <a:cubicBezTo>
                  <a:pt x="3420" y="1604"/>
                  <a:pt x="3420" y="1604"/>
                  <a:pt x="3420" y="1604"/>
                </a:cubicBezTo>
                <a:lnTo>
                  <a:pt x="3420" y="1604"/>
                </a:lnTo>
                <a:cubicBezTo>
                  <a:pt x="3420" y="1621"/>
                  <a:pt x="3423" y="1634"/>
                  <a:pt x="3427" y="1644"/>
                </a:cubicBezTo>
                <a:lnTo>
                  <a:pt x="3427" y="1644"/>
                </a:lnTo>
                <a:cubicBezTo>
                  <a:pt x="3423" y="1630"/>
                  <a:pt x="3420" y="1616"/>
                  <a:pt x="3420" y="1604"/>
                </a:cubicBezTo>
                <a:lnTo>
                  <a:pt x="3420" y="1604"/>
                </a:lnTo>
                <a:cubicBezTo>
                  <a:pt x="3422" y="1608"/>
                  <a:pt x="3424" y="1613"/>
                  <a:pt x="3426" y="1617"/>
                </a:cubicBezTo>
                <a:cubicBezTo>
                  <a:pt x="3442" y="1646"/>
                  <a:pt x="3443" y="1659"/>
                  <a:pt x="3439" y="1659"/>
                </a:cubicBezTo>
                <a:cubicBezTo>
                  <a:pt x="3436" y="1659"/>
                  <a:pt x="3432" y="1654"/>
                  <a:pt x="3427" y="1644"/>
                </a:cubicBezTo>
                <a:lnTo>
                  <a:pt x="3427" y="1644"/>
                </a:lnTo>
                <a:cubicBezTo>
                  <a:pt x="3443" y="1697"/>
                  <a:pt x="3479" y="1760"/>
                  <a:pt x="3491" y="1802"/>
                </a:cubicBezTo>
                <a:cubicBezTo>
                  <a:pt x="3500" y="1838"/>
                  <a:pt x="3508" y="1874"/>
                  <a:pt x="3517" y="1910"/>
                </a:cubicBezTo>
                <a:cubicBezTo>
                  <a:pt x="3521" y="1933"/>
                  <a:pt x="3525" y="1954"/>
                  <a:pt x="3529" y="1977"/>
                </a:cubicBezTo>
                <a:cubicBezTo>
                  <a:pt x="3534" y="2005"/>
                  <a:pt x="3537" y="2015"/>
                  <a:pt x="3538" y="2015"/>
                </a:cubicBezTo>
                <a:cubicBezTo>
                  <a:pt x="3540" y="2015"/>
                  <a:pt x="3530" y="1942"/>
                  <a:pt x="3525" y="1939"/>
                </a:cubicBezTo>
                <a:lnTo>
                  <a:pt x="3525" y="1939"/>
                </a:lnTo>
                <a:cubicBezTo>
                  <a:pt x="3550" y="1954"/>
                  <a:pt x="3538" y="2142"/>
                  <a:pt x="3538" y="2173"/>
                </a:cubicBezTo>
                <a:cubicBezTo>
                  <a:pt x="3538" y="2215"/>
                  <a:pt x="3535" y="2257"/>
                  <a:pt x="3533" y="2297"/>
                </a:cubicBezTo>
                <a:cubicBezTo>
                  <a:pt x="3532" y="2312"/>
                  <a:pt x="3530" y="2326"/>
                  <a:pt x="3529" y="2339"/>
                </a:cubicBezTo>
                <a:lnTo>
                  <a:pt x="3529" y="2339"/>
                </a:lnTo>
                <a:cubicBezTo>
                  <a:pt x="3514" y="2409"/>
                  <a:pt x="3504" y="2477"/>
                  <a:pt x="3483" y="2546"/>
                </a:cubicBezTo>
                <a:cubicBezTo>
                  <a:pt x="3472" y="2582"/>
                  <a:pt x="3462" y="2618"/>
                  <a:pt x="3449" y="2651"/>
                </a:cubicBezTo>
                <a:cubicBezTo>
                  <a:pt x="3445" y="2663"/>
                  <a:pt x="3440" y="2676"/>
                  <a:pt x="3436" y="2688"/>
                </a:cubicBezTo>
                <a:lnTo>
                  <a:pt x="3436" y="2688"/>
                </a:lnTo>
                <a:cubicBezTo>
                  <a:pt x="3398" y="2751"/>
                  <a:pt x="3369" y="2818"/>
                  <a:pt x="3329" y="2881"/>
                </a:cubicBezTo>
                <a:cubicBezTo>
                  <a:pt x="3324" y="2889"/>
                  <a:pt x="3300" y="2922"/>
                  <a:pt x="3284" y="2945"/>
                </a:cubicBezTo>
                <a:lnTo>
                  <a:pt x="3284" y="2945"/>
                </a:lnTo>
                <a:cubicBezTo>
                  <a:pt x="3263" y="2968"/>
                  <a:pt x="3232" y="3005"/>
                  <a:pt x="3224" y="3014"/>
                </a:cubicBezTo>
                <a:cubicBezTo>
                  <a:pt x="3198" y="3041"/>
                  <a:pt x="3171" y="3069"/>
                  <a:pt x="3142" y="3094"/>
                </a:cubicBezTo>
                <a:cubicBezTo>
                  <a:pt x="3127" y="3106"/>
                  <a:pt x="3112" y="3119"/>
                  <a:pt x="3099" y="3132"/>
                </a:cubicBezTo>
                <a:cubicBezTo>
                  <a:pt x="3075" y="3154"/>
                  <a:pt x="3071" y="3163"/>
                  <a:pt x="3076" y="3163"/>
                </a:cubicBezTo>
                <a:cubicBezTo>
                  <a:pt x="3076" y="3163"/>
                  <a:pt x="3077" y="3163"/>
                  <a:pt x="3078" y="3162"/>
                </a:cubicBezTo>
                <a:lnTo>
                  <a:pt x="3078" y="3162"/>
                </a:lnTo>
                <a:cubicBezTo>
                  <a:pt x="3021" y="3203"/>
                  <a:pt x="2923" y="3245"/>
                  <a:pt x="2889" y="3262"/>
                </a:cubicBezTo>
                <a:cubicBezTo>
                  <a:pt x="2863" y="3275"/>
                  <a:pt x="2803" y="3296"/>
                  <a:pt x="2805" y="3296"/>
                </a:cubicBezTo>
                <a:cubicBezTo>
                  <a:pt x="2806" y="3296"/>
                  <a:pt x="2822" y="3291"/>
                  <a:pt x="2866" y="3277"/>
                </a:cubicBezTo>
                <a:lnTo>
                  <a:pt x="2866" y="3277"/>
                </a:lnTo>
                <a:cubicBezTo>
                  <a:pt x="2823" y="3292"/>
                  <a:pt x="2783" y="3309"/>
                  <a:pt x="2741" y="3323"/>
                </a:cubicBezTo>
                <a:cubicBezTo>
                  <a:pt x="2642" y="3355"/>
                  <a:pt x="2541" y="3376"/>
                  <a:pt x="2438" y="3395"/>
                </a:cubicBezTo>
                <a:cubicBezTo>
                  <a:pt x="2437" y="3395"/>
                  <a:pt x="2437" y="3395"/>
                  <a:pt x="2437" y="3395"/>
                </a:cubicBezTo>
                <a:lnTo>
                  <a:pt x="2437" y="3395"/>
                </a:lnTo>
                <a:cubicBezTo>
                  <a:pt x="2416" y="3397"/>
                  <a:pt x="2395" y="3400"/>
                  <a:pt x="2375" y="3401"/>
                </a:cubicBezTo>
                <a:cubicBezTo>
                  <a:pt x="2330" y="3403"/>
                  <a:pt x="2284" y="3406"/>
                  <a:pt x="2240" y="3406"/>
                </a:cubicBezTo>
                <a:cubicBezTo>
                  <a:pt x="2226" y="3406"/>
                  <a:pt x="2211" y="3406"/>
                  <a:pt x="2197" y="3406"/>
                </a:cubicBezTo>
                <a:cubicBezTo>
                  <a:pt x="2163" y="3406"/>
                  <a:pt x="2129" y="3405"/>
                  <a:pt x="2094" y="3403"/>
                </a:cubicBezTo>
                <a:cubicBezTo>
                  <a:pt x="2081" y="3402"/>
                  <a:pt x="2067" y="3400"/>
                  <a:pt x="2054" y="3398"/>
                </a:cubicBezTo>
                <a:lnTo>
                  <a:pt x="2054" y="3398"/>
                </a:lnTo>
                <a:cubicBezTo>
                  <a:pt x="1975" y="3376"/>
                  <a:pt x="1893" y="3365"/>
                  <a:pt x="1814" y="3340"/>
                </a:cubicBezTo>
                <a:cubicBezTo>
                  <a:pt x="1797" y="3334"/>
                  <a:pt x="1778" y="3326"/>
                  <a:pt x="1762" y="3321"/>
                </a:cubicBezTo>
                <a:cubicBezTo>
                  <a:pt x="1752" y="3318"/>
                  <a:pt x="1745" y="3316"/>
                  <a:pt x="1740" y="3315"/>
                </a:cubicBezTo>
                <a:lnTo>
                  <a:pt x="1740" y="3315"/>
                </a:lnTo>
                <a:cubicBezTo>
                  <a:pt x="1716" y="3301"/>
                  <a:pt x="1691" y="3283"/>
                  <a:pt x="1679" y="3277"/>
                </a:cubicBezTo>
                <a:cubicBezTo>
                  <a:pt x="1648" y="3258"/>
                  <a:pt x="1616" y="3241"/>
                  <a:pt x="1587" y="3220"/>
                </a:cubicBezTo>
                <a:cubicBezTo>
                  <a:pt x="1572" y="3210"/>
                  <a:pt x="1557" y="3199"/>
                  <a:pt x="1543" y="3191"/>
                </a:cubicBezTo>
                <a:cubicBezTo>
                  <a:pt x="1525" y="3180"/>
                  <a:pt x="1519" y="3175"/>
                  <a:pt x="1519" y="3175"/>
                </a:cubicBezTo>
                <a:lnTo>
                  <a:pt x="1519" y="3175"/>
                </a:lnTo>
                <a:cubicBezTo>
                  <a:pt x="1518" y="3175"/>
                  <a:pt x="1582" y="3218"/>
                  <a:pt x="1580" y="3218"/>
                </a:cubicBezTo>
                <a:cubicBezTo>
                  <a:pt x="1580" y="3218"/>
                  <a:pt x="1579" y="3218"/>
                  <a:pt x="1578" y="3218"/>
                </a:cubicBezTo>
                <a:cubicBezTo>
                  <a:pt x="1542" y="3218"/>
                  <a:pt x="1420" y="3070"/>
                  <a:pt x="1399" y="3045"/>
                </a:cubicBezTo>
                <a:cubicBezTo>
                  <a:pt x="1384" y="3030"/>
                  <a:pt x="1353" y="2977"/>
                  <a:pt x="1351" y="2977"/>
                </a:cubicBezTo>
                <a:lnTo>
                  <a:pt x="1351" y="2977"/>
                </a:lnTo>
                <a:cubicBezTo>
                  <a:pt x="1350" y="2977"/>
                  <a:pt x="1354" y="2985"/>
                  <a:pt x="1363" y="3005"/>
                </a:cubicBezTo>
                <a:cubicBezTo>
                  <a:pt x="1372" y="3025"/>
                  <a:pt x="1375" y="3032"/>
                  <a:pt x="1374" y="3032"/>
                </a:cubicBezTo>
                <a:cubicBezTo>
                  <a:pt x="1372" y="3032"/>
                  <a:pt x="1335" y="2962"/>
                  <a:pt x="1326" y="2946"/>
                </a:cubicBezTo>
                <a:cubicBezTo>
                  <a:pt x="1285" y="2881"/>
                  <a:pt x="1252" y="2814"/>
                  <a:pt x="1215" y="2746"/>
                </a:cubicBezTo>
                <a:lnTo>
                  <a:pt x="1215" y="2746"/>
                </a:lnTo>
                <a:cubicBezTo>
                  <a:pt x="1214" y="2743"/>
                  <a:pt x="1213" y="2740"/>
                  <a:pt x="1212" y="2736"/>
                </a:cubicBezTo>
                <a:cubicBezTo>
                  <a:pt x="1199" y="2702"/>
                  <a:pt x="1187" y="2668"/>
                  <a:pt x="1176" y="2635"/>
                </a:cubicBezTo>
                <a:cubicBezTo>
                  <a:pt x="1153" y="2559"/>
                  <a:pt x="1132" y="2481"/>
                  <a:pt x="1119" y="2403"/>
                </a:cubicBezTo>
                <a:cubicBezTo>
                  <a:pt x="1119" y="2401"/>
                  <a:pt x="1118" y="2399"/>
                  <a:pt x="1118" y="2397"/>
                </a:cubicBezTo>
                <a:lnTo>
                  <a:pt x="1118" y="2397"/>
                </a:lnTo>
                <a:cubicBezTo>
                  <a:pt x="1122" y="2365"/>
                  <a:pt x="1108" y="2315"/>
                  <a:pt x="1106" y="2283"/>
                </a:cubicBezTo>
                <a:cubicBezTo>
                  <a:pt x="1102" y="2203"/>
                  <a:pt x="1102" y="2123"/>
                  <a:pt x="1106" y="2043"/>
                </a:cubicBezTo>
                <a:cubicBezTo>
                  <a:pt x="1107" y="2033"/>
                  <a:pt x="1110" y="2004"/>
                  <a:pt x="1113" y="1978"/>
                </a:cubicBezTo>
                <a:lnTo>
                  <a:pt x="1113" y="1978"/>
                </a:lnTo>
                <a:cubicBezTo>
                  <a:pt x="1117" y="1953"/>
                  <a:pt x="1123" y="1911"/>
                  <a:pt x="1125" y="1899"/>
                </a:cubicBezTo>
                <a:cubicBezTo>
                  <a:pt x="1144" y="1813"/>
                  <a:pt x="1170" y="1731"/>
                  <a:pt x="1197" y="1647"/>
                </a:cubicBezTo>
                <a:cubicBezTo>
                  <a:pt x="1199" y="1642"/>
                  <a:pt x="1200" y="1637"/>
                  <a:pt x="1201" y="1634"/>
                </a:cubicBezTo>
                <a:lnTo>
                  <a:pt x="1201" y="1634"/>
                </a:lnTo>
                <a:cubicBezTo>
                  <a:pt x="1203" y="1630"/>
                  <a:pt x="1205" y="1626"/>
                  <a:pt x="1208" y="1621"/>
                </a:cubicBezTo>
                <a:cubicBezTo>
                  <a:pt x="1227" y="1583"/>
                  <a:pt x="1246" y="1543"/>
                  <a:pt x="1269" y="1507"/>
                </a:cubicBezTo>
                <a:cubicBezTo>
                  <a:pt x="1290" y="1470"/>
                  <a:pt x="1313" y="1434"/>
                  <a:pt x="1338" y="1398"/>
                </a:cubicBezTo>
                <a:cubicBezTo>
                  <a:pt x="1341" y="1394"/>
                  <a:pt x="1344" y="1390"/>
                  <a:pt x="1346" y="1386"/>
                </a:cubicBezTo>
                <a:lnTo>
                  <a:pt x="1346" y="1386"/>
                </a:lnTo>
                <a:cubicBezTo>
                  <a:pt x="1346" y="1386"/>
                  <a:pt x="1346" y="1386"/>
                  <a:pt x="1347" y="1385"/>
                </a:cubicBezTo>
                <a:cubicBezTo>
                  <a:pt x="1399" y="1329"/>
                  <a:pt x="1454" y="1275"/>
                  <a:pt x="1511" y="1223"/>
                </a:cubicBezTo>
                <a:lnTo>
                  <a:pt x="1511" y="1223"/>
                </a:lnTo>
                <a:cubicBezTo>
                  <a:pt x="1524" y="1213"/>
                  <a:pt x="1537" y="1203"/>
                  <a:pt x="1551" y="1194"/>
                </a:cubicBezTo>
                <a:cubicBezTo>
                  <a:pt x="1589" y="1170"/>
                  <a:pt x="1627" y="1147"/>
                  <a:pt x="1667" y="1126"/>
                </a:cubicBezTo>
                <a:cubicBezTo>
                  <a:pt x="1682" y="1119"/>
                  <a:pt x="1697" y="1111"/>
                  <a:pt x="1712" y="1103"/>
                </a:cubicBezTo>
                <a:lnTo>
                  <a:pt x="1712" y="1103"/>
                </a:lnTo>
                <a:cubicBezTo>
                  <a:pt x="1755" y="1090"/>
                  <a:pt x="1797" y="1075"/>
                  <a:pt x="1840" y="1063"/>
                </a:cubicBezTo>
                <a:cubicBezTo>
                  <a:pt x="1884" y="1050"/>
                  <a:pt x="1928" y="1042"/>
                  <a:pt x="1970" y="1031"/>
                </a:cubicBezTo>
                <a:cubicBezTo>
                  <a:pt x="1976" y="1030"/>
                  <a:pt x="1983" y="1028"/>
                  <a:pt x="1990" y="1026"/>
                </a:cubicBezTo>
                <a:lnTo>
                  <a:pt x="1990" y="1026"/>
                </a:lnTo>
                <a:cubicBezTo>
                  <a:pt x="2008" y="1025"/>
                  <a:pt x="2026" y="1024"/>
                  <a:pt x="2042" y="1023"/>
                </a:cubicBezTo>
                <a:cubicBezTo>
                  <a:pt x="2063" y="1021"/>
                  <a:pt x="2083" y="1018"/>
                  <a:pt x="2104" y="1015"/>
                </a:cubicBezTo>
                <a:lnTo>
                  <a:pt x="2104" y="1015"/>
                </a:lnTo>
                <a:cubicBezTo>
                  <a:pt x="2127" y="1013"/>
                  <a:pt x="2151" y="1010"/>
                  <a:pt x="2175" y="1006"/>
                </a:cubicBezTo>
                <a:cubicBezTo>
                  <a:pt x="2200" y="1002"/>
                  <a:pt x="2223" y="998"/>
                  <a:pt x="2248" y="996"/>
                </a:cubicBezTo>
                <a:lnTo>
                  <a:pt x="2248" y="996"/>
                </a:lnTo>
                <a:cubicBezTo>
                  <a:pt x="2202" y="1002"/>
                  <a:pt x="2186" y="1004"/>
                  <a:pt x="2186" y="1004"/>
                </a:cubicBezTo>
                <a:cubicBezTo>
                  <a:pt x="2187" y="1004"/>
                  <a:pt x="2227" y="999"/>
                  <a:pt x="2246" y="998"/>
                </a:cubicBezTo>
                <a:cubicBezTo>
                  <a:pt x="2293" y="996"/>
                  <a:pt x="2341" y="991"/>
                  <a:pt x="2387" y="989"/>
                </a:cubicBezTo>
                <a:close/>
                <a:moveTo>
                  <a:pt x="2431" y="0"/>
                </a:moveTo>
                <a:cubicBezTo>
                  <a:pt x="2283" y="0"/>
                  <a:pt x="2134" y="12"/>
                  <a:pt x="1987" y="33"/>
                </a:cubicBezTo>
                <a:lnTo>
                  <a:pt x="1987" y="33"/>
                </a:lnTo>
                <a:cubicBezTo>
                  <a:pt x="1519" y="79"/>
                  <a:pt x="1082" y="246"/>
                  <a:pt x="738" y="578"/>
                </a:cubicBezTo>
                <a:cubicBezTo>
                  <a:pt x="443" y="863"/>
                  <a:pt x="236" y="1259"/>
                  <a:pt x="158" y="1661"/>
                </a:cubicBezTo>
                <a:cubicBezTo>
                  <a:pt x="0" y="2477"/>
                  <a:pt x="228" y="3403"/>
                  <a:pt x="896" y="3941"/>
                </a:cubicBezTo>
                <a:cubicBezTo>
                  <a:pt x="1283" y="4251"/>
                  <a:pt x="1777" y="4404"/>
                  <a:pt x="2272" y="4404"/>
                </a:cubicBezTo>
                <a:cubicBezTo>
                  <a:pt x="2762" y="4404"/>
                  <a:pt x="3253" y="4255"/>
                  <a:pt x="3645" y="3962"/>
                </a:cubicBezTo>
                <a:cubicBezTo>
                  <a:pt x="4395" y="3401"/>
                  <a:pt x="4700" y="2409"/>
                  <a:pt x="4443" y="1512"/>
                </a:cubicBezTo>
                <a:cubicBezTo>
                  <a:pt x="4302" y="1025"/>
                  <a:pt x="4003" y="604"/>
                  <a:pt x="3582" y="321"/>
                </a:cubicBezTo>
                <a:cubicBezTo>
                  <a:pt x="3236" y="89"/>
                  <a:pt x="2836" y="0"/>
                  <a:pt x="243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34" name="Google Shape;10034;p17"/>
          <p:cNvSpPr/>
          <p:nvPr/>
        </p:nvSpPr>
        <p:spPr>
          <a:xfrm>
            <a:off x="6518075" y="833200"/>
            <a:ext cx="176025" cy="165050"/>
          </a:xfrm>
          <a:custGeom>
            <a:rect b="b" l="l" r="r" t="t"/>
            <a:pathLst>
              <a:path extrusionOk="0" h="6602" w="7041">
                <a:moveTo>
                  <a:pt x="4935" y="1378"/>
                </a:moveTo>
                <a:cubicBezTo>
                  <a:pt x="4939" y="1380"/>
                  <a:pt x="4948" y="1387"/>
                  <a:pt x="4965" y="1400"/>
                </a:cubicBezTo>
                <a:cubicBezTo>
                  <a:pt x="4955" y="1392"/>
                  <a:pt x="4945" y="1385"/>
                  <a:pt x="4935" y="1378"/>
                </a:cubicBezTo>
                <a:close/>
                <a:moveTo>
                  <a:pt x="1630" y="1762"/>
                </a:moveTo>
                <a:lnTo>
                  <a:pt x="1630" y="1762"/>
                </a:lnTo>
                <a:cubicBezTo>
                  <a:pt x="1621" y="1773"/>
                  <a:pt x="1618" y="1778"/>
                  <a:pt x="1618" y="1778"/>
                </a:cubicBezTo>
                <a:cubicBezTo>
                  <a:pt x="1618" y="1778"/>
                  <a:pt x="1623" y="1771"/>
                  <a:pt x="1630" y="1762"/>
                </a:cubicBezTo>
                <a:close/>
                <a:moveTo>
                  <a:pt x="3639" y="986"/>
                </a:moveTo>
                <a:cubicBezTo>
                  <a:pt x="4036" y="986"/>
                  <a:pt x="4418" y="1072"/>
                  <a:pt x="4734" y="1250"/>
                </a:cubicBezTo>
                <a:cubicBezTo>
                  <a:pt x="4786" y="1280"/>
                  <a:pt x="4839" y="1313"/>
                  <a:pt x="4890" y="1347"/>
                </a:cubicBezTo>
                <a:cubicBezTo>
                  <a:pt x="4906" y="1357"/>
                  <a:pt x="4921" y="1367"/>
                  <a:pt x="4935" y="1378"/>
                </a:cubicBezTo>
                <a:lnTo>
                  <a:pt x="4935" y="1378"/>
                </a:lnTo>
                <a:cubicBezTo>
                  <a:pt x="4934" y="1377"/>
                  <a:pt x="4933" y="1376"/>
                  <a:pt x="4933" y="1376"/>
                </a:cubicBezTo>
                <a:lnTo>
                  <a:pt x="4933" y="1376"/>
                </a:lnTo>
                <a:cubicBezTo>
                  <a:pt x="4934" y="1376"/>
                  <a:pt x="4964" y="1397"/>
                  <a:pt x="4972" y="1404"/>
                </a:cubicBezTo>
                <a:cubicBezTo>
                  <a:pt x="5081" y="1495"/>
                  <a:pt x="5182" y="1594"/>
                  <a:pt x="5275" y="1701"/>
                </a:cubicBezTo>
                <a:cubicBezTo>
                  <a:pt x="5296" y="1724"/>
                  <a:pt x="5315" y="1747"/>
                  <a:pt x="5332" y="1771"/>
                </a:cubicBezTo>
                <a:cubicBezTo>
                  <a:pt x="5336" y="1776"/>
                  <a:pt x="5339" y="1780"/>
                  <a:pt x="5342" y="1782"/>
                </a:cubicBezTo>
                <a:lnTo>
                  <a:pt x="5342" y="1782"/>
                </a:lnTo>
                <a:cubicBezTo>
                  <a:pt x="5378" y="1835"/>
                  <a:pt x="5414" y="1889"/>
                  <a:pt x="5446" y="1943"/>
                </a:cubicBezTo>
                <a:cubicBezTo>
                  <a:pt x="5477" y="1994"/>
                  <a:pt x="5507" y="2045"/>
                  <a:pt x="5534" y="2097"/>
                </a:cubicBezTo>
                <a:cubicBezTo>
                  <a:pt x="5548" y="2126"/>
                  <a:pt x="5603" y="2244"/>
                  <a:pt x="5604" y="2244"/>
                </a:cubicBezTo>
                <a:cubicBezTo>
                  <a:pt x="5605" y="2244"/>
                  <a:pt x="5604" y="2244"/>
                  <a:pt x="5604" y="2242"/>
                </a:cubicBezTo>
                <a:lnTo>
                  <a:pt x="5604" y="2242"/>
                </a:lnTo>
                <a:cubicBezTo>
                  <a:pt x="5646" y="2347"/>
                  <a:pt x="5682" y="2454"/>
                  <a:pt x="5711" y="2561"/>
                </a:cubicBezTo>
                <a:cubicBezTo>
                  <a:pt x="5726" y="2620"/>
                  <a:pt x="5741" y="2679"/>
                  <a:pt x="5751" y="2738"/>
                </a:cubicBezTo>
                <a:cubicBezTo>
                  <a:pt x="5756" y="2758"/>
                  <a:pt x="5778" y="2901"/>
                  <a:pt x="5781" y="2901"/>
                </a:cubicBezTo>
                <a:cubicBezTo>
                  <a:pt x="5781" y="2901"/>
                  <a:pt x="5781" y="2892"/>
                  <a:pt x="5779" y="2872"/>
                </a:cubicBezTo>
                <a:lnTo>
                  <a:pt x="5779" y="2872"/>
                </a:lnTo>
                <a:cubicBezTo>
                  <a:pt x="5793" y="2999"/>
                  <a:pt x="5800" y="3127"/>
                  <a:pt x="5800" y="3256"/>
                </a:cubicBezTo>
                <a:cubicBezTo>
                  <a:pt x="5798" y="3323"/>
                  <a:pt x="5796" y="3393"/>
                  <a:pt x="5791" y="3460"/>
                </a:cubicBezTo>
                <a:cubicBezTo>
                  <a:pt x="5787" y="3518"/>
                  <a:pt x="5781" y="3572"/>
                  <a:pt x="5780" y="3582"/>
                </a:cubicBezTo>
                <a:lnTo>
                  <a:pt x="5780" y="3582"/>
                </a:lnTo>
                <a:cubicBezTo>
                  <a:pt x="5759" y="3706"/>
                  <a:pt x="5734" y="3831"/>
                  <a:pt x="5699" y="3953"/>
                </a:cubicBezTo>
                <a:cubicBezTo>
                  <a:pt x="5682" y="4012"/>
                  <a:pt x="5663" y="4069"/>
                  <a:pt x="5642" y="4126"/>
                </a:cubicBezTo>
                <a:cubicBezTo>
                  <a:pt x="5631" y="4155"/>
                  <a:pt x="5621" y="4183"/>
                  <a:pt x="5610" y="4212"/>
                </a:cubicBezTo>
                <a:cubicBezTo>
                  <a:pt x="5606" y="4223"/>
                  <a:pt x="5602" y="4232"/>
                  <a:pt x="5600" y="4238"/>
                </a:cubicBezTo>
                <a:lnTo>
                  <a:pt x="5600" y="4238"/>
                </a:lnTo>
                <a:cubicBezTo>
                  <a:pt x="5597" y="4244"/>
                  <a:pt x="5593" y="4252"/>
                  <a:pt x="5589" y="4261"/>
                </a:cubicBezTo>
                <a:cubicBezTo>
                  <a:pt x="5534" y="4370"/>
                  <a:pt x="5477" y="4478"/>
                  <a:pt x="5412" y="4581"/>
                </a:cubicBezTo>
                <a:cubicBezTo>
                  <a:pt x="5311" y="4737"/>
                  <a:pt x="5324" y="4720"/>
                  <a:pt x="5189" y="4863"/>
                </a:cubicBezTo>
                <a:cubicBezTo>
                  <a:pt x="4814" y="5261"/>
                  <a:pt x="4355" y="5476"/>
                  <a:pt x="3756" y="5573"/>
                </a:cubicBezTo>
                <a:cubicBezTo>
                  <a:pt x="3620" y="5595"/>
                  <a:pt x="3482" y="5605"/>
                  <a:pt x="3344" y="5605"/>
                </a:cubicBezTo>
                <a:cubicBezTo>
                  <a:pt x="2954" y="5605"/>
                  <a:pt x="2572" y="5519"/>
                  <a:pt x="2265" y="5346"/>
                </a:cubicBezTo>
                <a:cubicBezTo>
                  <a:pt x="2214" y="5316"/>
                  <a:pt x="2164" y="5285"/>
                  <a:pt x="2113" y="5253"/>
                </a:cubicBezTo>
                <a:cubicBezTo>
                  <a:pt x="2098" y="5243"/>
                  <a:pt x="2015" y="5180"/>
                  <a:pt x="2013" y="5180"/>
                </a:cubicBezTo>
                <a:lnTo>
                  <a:pt x="2013" y="5180"/>
                </a:lnTo>
                <a:cubicBezTo>
                  <a:pt x="2013" y="5180"/>
                  <a:pt x="2019" y="5186"/>
                  <a:pt x="2037" y="5200"/>
                </a:cubicBezTo>
                <a:cubicBezTo>
                  <a:pt x="1930" y="5114"/>
                  <a:pt x="1831" y="5019"/>
                  <a:pt x="1740" y="4916"/>
                </a:cubicBezTo>
                <a:cubicBezTo>
                  <a:pt x="1728" y="4902"/>
                  <a:pt x="1675" y="4837"/>
                  <a:pt x="1657" y="4816"/>
                </a:cubicBezTo>
                <a:lnTo>
                  <a:pt x="1657" y="4816"/>
                </a:lnTo>
                <a:cubicBezTo>
                  <a:pt x="1647" y="4801"/>
                  <a:pt x="1584" y="4711"/>
                  <a:pt x="1570" y="4688"/>
                </a:cubicBezTo>
                <a:cubicBezTo>
                  <a:pt x="1500" y="4579"/>
                  <a:pt x="1439" y="4465"/>
                  <a:pt x="1382" y="4347"/>
                </a:cubicBezTo>
                <a:cubicBezTo>
                  <a:pt x="1372" y="4327"/>
                  <a:pt x="1369" y="4322"/>
                  <a:pt x="1368" y="4322"/>
                </a:cubicBezTo>
                <a:lnTo>
                  <a:pt x="1368" y="4322"/>
                </a:lnTo>
                <a:cubicBezTo>
                  <a:pt x="1368" y="4322"/>
                  <a:pt x="1368" y="4322"/>
                  <a:pt x="1368" y="4322"/>
                </a:cubicBezTo>
                <a:lnTo>
                  <a:pt x="1368" y="4322"/>
                </a:lnTo>
                <a:cubicBezTo>
                  <a:pt x="1366" y="4315"/>
                  <a:pt x="1360" y="4299"/>
                  <a:pt x="1348" y="4265"/>
                </a:cubicBezTo>
                <a:cubicBezTo>
                  <a:pt x="1329" y="4210"/>
                  <a:pt x="1308" y="4155"/>
                  <a:pt x="1291" y="4101"/>
                </a:cubicBezTo>
                <a:cubicBezTo>
                  <a:pt x="1251" y="3974"/>
                  <a:pt x="1220" y="3848"/>
                  <a:pt x="1197" y="3717"/>
                </a:cubicBezTo>
                <a:cubicBezTo>
                  <a:pt x="1192" y="3696"/>
                  <a:pt x="1179" y="3596"/>
                  <a:pt x="1178" y="3596"/>
                </a:cubicBezTo>
                <a:lnTo>
                  <a:pt x="1178" y="3596"/>
                </a:lnTo>
                <a:cubicBezTo>
                  <a:pt x="1178" y="3596"/>
                  <a:pt x="1179" y="3606"/>
                  <a:pt x="1182" y="3633"/>
                </a:cubicBezTo>
                <a:cubicBezTo>
                  <a:pt x="1173" y="3568"/>
                  <a:pt x="1167" y="3502"/>
                  <a:pt x="1165" y="3437"/>
                </a:cubicBezTo>
                <a:cubicBezTo>
                  <a:pt x="1157" y="3304"/>
                  <a:pt x="1157" y="3174"/>
                  <a:pt x="1165" y="3041"/>
                </a:cubicBezTo>
                <a:cubicBezTo>
                  <a:pt x="1167" y="3011"/>
                  <a:pt x="1179" y="2898"/>
                  <a:pt x="1181" y="2870"/>
                </a:cubicBezTo>
                <a:lnTo>
                  <a:pt x="1181" y="2870"/>
                </a:lnTo>
                <a:cubicBezTo>
                  <a:pt x="1186" y="2847"/>
                  <a:pt x="1203" y="2750"/>
                  <a:pt x="1209" y="2721"/>
                </a:cubicBezTo>
                <a:cubicBezTo>
                  <a:pt x="1239" y="2580"/>
                  <a:pt x="1281" y="2443"/>
                  <a:pt x="1327" y="2306"/>
                </a:cubicBezTo>
                <a:cubicBezTo>
                  <a:pt x="1342" y="2262"/>
                  <a:pt x="1345" y="2248"/>
                  <a:pt x="1346" y="2244"/>
                </a:cubicBezTo>
                <a:lnTo>
                  <a:pt x="1346" y="2244"/>
                </a:lnTo>
                <a:cubicBezTo>
                  <a:pt x="1348" y="2241"/>
                  <a:pt x="1355" y="2229"/>
                  <a:pt x="1376" y="2188"/>
                </a:cubicBezTo>
                <a:cubicBezTo>
                  <a:pt x="1407" y="2125"/>
                  <a:pt x="1439" y="2059"/>
                  <a:pt x="1475" y="1998"/>
                </a:cubicBezTo>
                <a:cubicBezTo>
                  <a:pt x="1511" y="1937"/>
                  <a:pt x="1551" y="1878"/>
                  <a:pt x="1588" y="1819"/>
                </a:cubicBezTo>
                <a:cubicBezTo>
                  <a:pt x="1603" y="1799"/>
                  <a:pt x="1618" y="1779"/>
                  <a:pt x="1632" y="1759"/>
                </a:cubicBezTo>
                <a:lnTo>
                  <a:pt x="1632" y="1759"/>
                </a:lnTo>
                <a:cubicBezTo>
                  <a:pt x="1639" y="1751"/>
                  <a:pt x="1646" y="1741"/>
                  <a:pt x="1654" y="1733"/>
                </a:cubicBezTo>
                <a:cubicBezTo>
                  <a:pt x="1744" y="1632"/>
                  <a:pt x="1839" y="1535"/>
                  <a:pt x="1945" y="1446"/>
                </a:cubicBezTo>
                <a:cubicBezTo>
                  <a:pt x="1949" y="1443"/>
                  <a:pt x="1952" y="1440"/>
                  <a:pt x="1955" y="1437"/>
                </a:cubicBezTo>
                <a:lnTo>
                  <a:pt x="1955" y="1437"/>
                </a:lnTo>
                <a:cubicBezTo>
                  <a:pt x="1958" y="1435"/>
                  <a:pt x="1960" y="1434"/>
                  <a:pt x="1963" y="1431"/>
                </a:cubicBezTo>
                <a:cubicBezTo>
                  <a:pt x="1993" y="1410"/>
                  <a:pt x="2022" y="1389"/>
                  <a:pt x="2054" y="1370"/>
                </a:cubicBezTo>
                <a:cubicBezTo>
                  <a:pt x="2115" y="1328"/>
                  <a:pt x="2180" y="1292"/>
                  <a:pt x="2246" y="1257"/>
                </a:cubicBezTo>
                <a:cubicBezTo>
                  <a:pt x="2372" y="1191"/>
                  <a:pt x="2412" y="1174"/>
                  <a:pt x="2604" y="1120"/>
                </a:cubicBezTo>
                <a:cubicBezTo>
                  <a:pt x="2802" y="1065"/>
                  <a:pt x="2859" y="1059"/>
                  <a:pt x="3023" y="1044"/>
                </a:cubicBezTo>
                <a:cubicBezTo>
                  <a:pt x="3046" y="1042"/>
                  <a:pt x="3069" y="1039"/>
                  <a:pt x="3092" y="1035"/>
                </a:cubicBezTo>
                <a:lnTo>
                  <a:pt x="3092" y="1035"/>
                </a:lnTo>
                <a:cubicBezTo>
                  <a:pt x="3113" y="1033"/>
                  <a:pt x="3134" y="1031"/>
                  <a:pt x="3156" y="1027"/>
                </a:cubicBezTo>
                <a:cubicBezTo>
                  <a:pt x="3317" y="1000"/>
                  <a:pt x="3479" y="986"/>
                  <a:pt x="3639" y="986"/>
                </a:cubicBezTo>
                <a:close/>
                <a:moveTo>
                  <a:pt x="3656" y="0"/>
                </a:moveTo>
                <a:cubicBezTo>
                  <a:pt x="3424" y="0"/>
                  <a:pt x="3191" y="20"/>
                  <a:pt x="2962" y="55"/>
                </a:cubicBezTo>
                <a:lnTo>
                  <a:pt x="2962" y="55"/>
                </a:lnTo>
                <a:cubicBezTo>
                  <a:pt x="1592" y="189"/>
                  <a:pt x="506" y="1128"/>
                  <a:pt x="238" y="2500"/>
                </a:cubicBezTo>
                <a:cubicBezTo>
                  <a:pt x="0" y="3730"/>
                  <a:pt x="360" y="5131"/>
                  <a:pt x="1367" y="5933"/>
                </a:cubicBezTo>
                <a:cubicBezTo>
                  <a:pt x="1934" y="6385"/>
                  <a:pt x="2656" y="6602"/>
                  <a:pt x="3382" y="6602"/>
                </a:cubicBezTo>
                <a:cubicBezTo>
                  <a:pt x="4138" y="6602"/>
                  <a:pt x="4898" y="6367"/>
                  <a:pt x="5494" y="5917"/>
                </a:cubicBezTo>
                <a:cubicBezTo>
                  <a:pt x="6607" y="5078"/>
                  <a:pt x="7041" y="3580"/>
                  <a:pt x="6659" y="2253"/>
                </a:cubicBezTo>
                <a:cubicBezTo>
                  <a:pt x="6453" y="1537"/>
                  <a:pt x="6015" y="905"/>
                  <a:pt x="5393" y="488"/>
                </a:cubicBezTo>
                <a:cubicBezTo>
                  <a:pt x="4872" y="137"/>
                  <a:pt x="4267" y="0"/>
                  <a:pt x="365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035" name="Google Shape;10035;p17"/>
          <p:cNvGrpSpPr/>
          <p:nvPr/>
        </p:nvGrpSpPr>
        <p:grpSpPr>
          <a:xfrm rot="6300357">
            <a:off x="7074685" y="581435"/>
            <a:ext cx="707993" cy="442801"/>
            <a:chOff x="1445125" y="3867675"/>
            <a:chExt cx="803300" cy="502950"/>
          </a:xfrm>
        </p:grpSpPr>
        <p:sp>
          <p:nvSpPr>
            <p:cNvPr id="10036" name="Google Shape;10036;p17"/>
            <p:cNvSpPr/>
            <p:nvPr/>
          </p:nvSpPr>
          <p:spPr>
            <a:xfrm>
              <a:off x="1445125" y="3867675"/>
              <a:ext cx="535450" cy="502950"/>
            </a:xfrm>
            <a:custGeom>
              <a:rect b="b" l="l" r="r" t="t"/>
              <a:pathLst>
                <a:path extrusionOk="0" h="20118" w="21418">
                  <a:moveTo>
                    <a:pt x="5846" y="993"/>
                  </a:moveTo>
                  <a:cubicBezTo>
                    <a:pt x="6726" y="993"/>
                    <a:pt x="7300" y="1814"/>
                    <a:pt x="7545" y="2688"/>
                  </a:cubicBezTo>
                  <a:cubicBezTo>
                    <a:pt x="7686" y="3200"/>
                    <a:pt x="7749" y="3726"/>
                    <a:pt x="7770" y="4255"/>
                  </a:cubicBezTo>
                  <a:cubicBezTo>
                    <a:pt x="7787" y="4700"/>
                    <a:pt x="7676" y="5216"/>
                    <a:pt x="7812" y="5641"/>
                  </a:cubicBezTo>
                  <a:cubicBezTo>
                    <a:pt x="8017" y="6280"/>
                    <a:pt x="8790" y="6621"/>
                    <a:pt x="9352" y="6861"/>
                  </a:cubicBezTo>
                  <a:cubicBezTo>
                    <a:pt x="10899" y="7523"/>
                    <a:pt x="12588" y="7895"/>
                    <a:pt x="14238" y="8195"/>
                  </a:cubicBezTo>
                  <a:cubicBezTo>
                    <a:pt x="14279" y="8202"/>
                    <a:pt x="14320" y="8206"/>
                    <a:pt x="14360" y="8206"/>
                  </a:cubicBezTo>
                  <a:cubicBezTo>
                    <a:pt x="14538" y="8206"/>
                    <a:pt x="14697" y="8128"/>
                    <a:pt x="14800" y="7965"/>
                  </a:cubicBezTo>
                  <a:cubicBezTo>
                    <a:pt x="15658" y="6602"/>
                    <a:pt x="16673" y="5266"/>
                    <a:pt x="17868" y="4181"/>
                  </a:cubicBezTo>
                  <a:cubicBezTo>
                    <a:pt x="18246" y="3837"/>
                    <a:pt x="19055" y="3130"/>
                    <a:pt x="19662" y="3130"/>
                  </a:cubicBezTo>
                  <a:cubicBezTo>
                    <a:pt x="19761" y="3130"/>
                    <a:pt x="19855" y="3149"/>
                    <a:pt x="19941" y="3191"/>
                  </a:cubicBezTo>
                  <a:cubicBezTo>
                    <a:pt x="19972" y="3206"/>
                    <a:pt x="20042" y="3282"/>
                    <a:pt x="20078" y="3334"/>
                  </a:cubicBezTo>
                  <a:cubicBezTo>
                    <a:pt x="20170" y="3474"/>
                    <a:pt x="20200" y="3554"/>
                    <a:pt x="20244" y="3703"/>
                  </a:cubicBezTo>
                  <a:cubicBezTo>
                    <a:pt x="20356" y="4074"/>
                    <a:pt x="20385" y="4459"/>
                    <a:pt x="20391" y="4845"/>
                  </a:cubicBezTo>
                  <a:cubicBezTo>
                    <a:pt x="20434" y="7253"/>
                    <a:pt x="19715" y="9724"/>
                    <a:pt x="18959" y="11987"/>
                  </a:cubicBezTo>
                  <a:cubicBezTo>
                    <a:pt x="18546" y="13223"/>
                    <a:pt x="18074" y="14443"/>
                    <a:pt x="17505" y="15619"/>
                  </a:cubicBezTo>
                  <a:cubicBezTo>
                    <a:pt x="16974" y="16720"/>
                    <a:pt x="16385" y="17795"/>
                    <a:pt x="15472" y="18631"/>
                  </a:cubicBezTo>
                  <a:cubicBezTo>
                    <a:pt x="15279" y="18808"/>
                    <a:pt x="15055" y="19008"/>
                    <a:pt x="14800" y="19090"/>
                  </a:cubicBezTo>
                  <a:cubicBezTo>
                    <a:pt x="14731" y="19114"/>
                    <a:pt x="14679" y="19127"/>
                    <a:pt x="14633" y="19127"/>
                  </a:cubicBezTo>
                  <a:cubicBezTo>
                    <a:pt x="14584" y="19127"/>
                    <a:pt x="14541" y="19112"/>
                    <a:pt x="14491" y="19078"/>
                  </a:cubicBezTo>
                  <a:cubicBezTo>
                    <a:pt x="14179" y="18859"/>
                    <a:pt x="14040" y="18279"/>
                    <a:pt x="13943" y="17913"/>
                  </a:cubicBezTo>
                  <a:cubicBezTo>
                    <a:pt x="13496" y="16204"/>
                    <a:pt x="13420" y="14392"/>
                    <a:pt x="13231" y="12644"/>
                  </a:cubicBezTo>
                  <a:cubicBezTo>
                    <a:pt x="13231" y="12642"/>
                    <a:pt x="13231" y="12641"/>
                    <a:pt x="13230" y="12640"/>
                  </a:cubicBezTo>
                  <a:lnTo>
                    <a:pt x="13230" y="12640"/>
                  </a:lnTo>
                  <a:cubicBezTo>
                    <a:pt x="13241" y="12479"/>
                    <a:pt x="13172" y="12316"/>
                    <a:pt x="12984" y="12214"/>
                  </a:cubicBezTo>
                  <a:cubicBezTo>
                    <a:pt x="12340" y="11860"/>
                    <a:pt x="11598" y="11675"/>
                    <a:pt x="10890" y="11496"/>
                  </a:cubicBezTo>
                  <a:cubicBezTo>
                    <a:pt x="10069" y="11291"/>
                    <a:pt x="9239" y="11119"/>
                    <a:pt x="8404" y="10971"/>
                  </a:cubicBezTo>
                  <a:cubicBezTo>
                    <a:pt x="7943" y="10890"/>
                    <a:pt x="7439" y="10757"/>
                    <a:pt x="6964" y="10757"/>
                  </a:cubicBezTo>
                  <a:cubicBezTo>
                    <a:pt x="6933" y="10757"/>
                    <a:pt x="6903" y="10757"/>
                    <a:pt x="6873" y="10758"/>
                  </a:cubicBezTo>
                  <a:cubicBezTo>
                    <a:pt x="6281" y="10782"/>
                    <a:pt x="5857" y="11237"/>
                    <a:pt x="5518" y="11671"/>
                  </a:cubicBezTo>
                  <a:cubicBezTo>
                    <a:pt x="4848" y="12532"/>
                    <a:pt x="4110" y="13945"/>
                    <a:pt x="2900" y="13945"/>
                  </a:cubicBezTo>
                  <a:cubicBezTo>
                    <a:pt x="2748" y="13945"/>
                    <a:pt x="2589" y="13923"/>
                    <a:pt x="2421" y="13874"/>
                  </a:cubicBezTo>
                  <a:cubicBezTo>
                    <a:pt x="1265" y="13539"/>
                    <a:pt x="1147" y="12161"/>
                    <a:pt x="1191" y="11150"/>
                  </a:cubicBezTo>
                  <a:cubicBezTo>
                    <a:pt x="1259" y="9547"/>
                    <a:pt x="1735" y="7959"/>
                    <a:pt x="2242" y="6446"/>
                  </a:cubicBezTo>
                  <a:cubicBezTo>
                    <a:pt x="2666" y="5186"/>
                    <a:pt x="3155" y="3943"/>
                    <a:pt x="3669" y="2717"/>
                  </a:cubicBezTo>
                  <a:cubicBezTo>
                    <a:pt x="4014" y="1894"/>
                    <a:pt x="4701" y="1150"/>
                    <a:pt x="5619" y="1011"/>
                  </a:cubicBezTo>
                  <a:cubicBezTo>
                    <a:pt x="5697" y="999"/>
                    <a:pt x="5772" y="993"/>
                    <a:pt x="5846" y="993"/>
                  </a:cubicBezTo>
                  <a:close/>
                  <a:moveTo>
                    <a:pt x="5851" y="1"/>
                  </a:moveTo>
                  <a:cubicBezTo>
                    <a:pt x="4753" y="1"/>
                    <a:pt x="3750" y="699"/>
                    <a:pt x="3144" y="1580"/>
                  </a:cubicBezTo>
                  <a:cubicBezTo>
                    <a:pt x="2849" y="2009"/>
                    <a:pt x="2683" y="2515"/>
                    <a:pt x="2487" y="2993"/>
                  </a:cubicBezTo>
                  <a:cubicBezTo>
                    <a:pt x="2217" y="3653"/>
                    <a:pt x="1954" y="4314"/>
                    <a:pt x="1705" y="4982"/>
                  </a:cubicBezTo>
                  <a:cubicBezTo>
                    <a:pt x="1113" y="6581"/>
                    <a:pt x="576" y="8224"/>
                    <a:pt x="323" y="9914"/>
                  </a:cubicBezTo>
                  <a:cubicBezTo>
                    <a:pt x="121" y="11253"/>
                    <a:pt x="1" y="12901"/>
                    <a:pt x="913" y="14026"/>
                  </a:cubicBezTo>
                  <a:cubicBezTo>
                    <a:pt x="1411" y="14639"/>
                    <a:pt x="2111" y="14918"/>
                    <a:pt x="2824" y="14918"/>
                  </a:cubicBezTo>
                  <a:cubicBezTo>
                    <a:pt x="3509" y="14918"/>
                    <a:pt x="4207" y="14660"/>
                    <a:pt x="4751" y="14192"/>
                  </a:cubicBezTo>
                  <a:cubicBezTo>
                    <a:pt x="5371" y="13659"/>
                    <a:pt x="5777" y="12949"/>
                    <a:pt x="6272" y="12311"/>
                  </a:cubicBezTo>
                  <a:cubicBezTo>
                    <a:pt x="6566" y="11931"/>
                    <a:pt x="6732" y="11776"/>
                    <a:pt x="7065" y="11776"/>
                  </a:cubicBezTo>
                  <a:cubicBezTo>
                    <a:pt x="7129" y="11776"/>
                    <a:pt x="7199" y="11782"/>
                    <a:pt x="7277" y="11793"/>
                  </a:cubicBezTo>
                  <a:cubicBezTo>
                    <a:pt x="8166" y="11915"/>
                    <a:pt x="9053" y="12094"/>
                    <a:pt x="9930" y="12292"/>
                  </a:cubicBezTo>
                  <a:cubicBezTo>
                    <a:pt x="10726" y="12472"/>
                    <a:pt x="11550" y="12626"/>
                    <a:pt x="12268" y="12966"/>
                  </a:cubicBezTo>
                  <a:lnTo>
                    <a:pt x="12268" y="12966"/>
                  </a:lnTo>
                  <a:cubicBezTo>
                    <a:pt x="12439" y="14633"/>
                    <a:pt x="12548" y="16332"/>
                    <a:pt x="12930" y="17963"/>
                  </a:cubicBezTo>
                  <a:cubicBezTo>
                    <a:pt x="13136" y="18845"/>
                    <a:pt x="13555" y="20118"/>
                    <a:pt x="14640" y="20118"/>
                  </a:cubicBezTo>
                  <a:cubicBezTo>
                    <a:pt x="14672" y="20118"/>
                    <a:pt x="14706" y="20116"/>
                    <a:pt x="14739" y="20114"/>
                  </a:cubicBezTo>
                  <a:cubicBezTo>
                    <a:pt x="15314" y="20074"/>
                    <a:pt x="15818" y="19674"/>
                    <a:pt x="16220" y="19295"/>
                  </a:cubicBezTo>
                  <a:cubicBezTo>
                    <a:pt x="16778" y="18770"/>
                    <a:pt x="17242" y="18165"/>
                    <a:pt x="17630" y="17506"/>
                  </a:cubicBezTo>
                  <a:cubicBezTo>
                    <a:pt x="18329" y="16326"/>
                    <a:pt x="18879" y="15058"/>
                    <a:pt x="19372" y="13779"/>
                  </a:cubicBezTo>
                  <a:cubicBezTo>
                    <a:pt x="20387" y="11140"/>
                    <a:pt x="21255" y="8266"/>
                    <a:pt x="21379" y="5422"/>
                  </a:cubicBezTo>
                  <a:cubicBezTo>
                    <a:pt x="21417" y="4558"/>
                    <a:pt x="21409" y="3509"/>
                    <a:pt x="20893" y="2768"/>
                  </a:cubicBezTo>
                  <a:cubicBezTo>
                    <a:pt x="20591" y="2334"/>
                    <a:pt x="20167" y="2169"/>
                    <a:pt x="19717" y="2169"/>
                  </a:cubicBezTo>
                  <a:cubicBezTo>
                    <a:pt x="19269" y="2169"/>
                    <a:pt x="18796" y="2332"/>
                    <a:pt x="18392" y="2557"/>
                  </a:cubicBezTo>
                  <a:cubicBezTo>
                    <a:pt x="17206" y="3219"/>
                    <a:pt x="16258" y="4331"/>
                    <a:pt x="15430" y="5382"/>
                  </a:cubicBezTo>
                  <a:cubicBezTo>
                    <a:pt x="14975" y="5959"/>
                    <a:pt x="14535" y="6551"/>
                    <a:pt x="14131" y="7165"/>
                  </a:cubicBezTo>
                  <a:lnTo>
                    <a:pt x="14131" y="7165"/>
                  </a:lnTo>
                  <a:cubicBezTo>
                    <a:pt x="12741" y="6903"/>
                    <a:pt x="11340" y="6572"/>
                    <a:pt x="10022" y="6067"/>
                  </a:cubicBezTo>
                  <a:cubicBezTo>
                    <a:pt x="9692" y="5938"/>
                    <a:pt x="9355" y="5795"/>
                    <a:pt x="9057" y="5599"/>
                  </a:cubicBezTo>
                  <a:cubicBezTo>
                    <a:pt x="8975" y="5544"/>
                    <a:pt x="8902" y="5490"/>
                    <a:pt x="8830" y="5420"/>
                  </a:cubicBezTo>
                  <a:cubicBezTo>
                    <a:pt x="8801" y="5393"/>
                    <a:pt x="8791" y="5386"/>
                    <a:pt x="8788" y="5385"/>
                  </a:cubicBezTo>
                  <a:lnTo>
                    <a:pt x="8788" y="5385"/>
                  </a:lnTo>
                  <a:cubicBezTo>
                    <a:pt x="8787" y="5381"/>
                    <a:pt x="8781" y="5370"/>
                    <a:pt x="8767" y="5346"/>
                  </a:cubicBezTo>
                  <a:cubicBezTo>
                    <a:pt x="8764" y="5342"/>
                    <a:pt x="8761" y="5338"/>
                    <a:pt x="8759" y="5334"/>
                  </a:cubicBezTo>
                  <a:lnTo>
                    <a:pt x="8759" y="5334"/>
                  </a:lnTo>
                  <a:cubicBezTo>
                    <a:pt x="8759" y="5333"/>
                    <a:pt x="8759" y="5331"/>
                    <a:pt x="8758" y="5329"/>
                  </a:cubicBezTo>
                  <a:cubicBezTo>
                    <a:pt x="8680" y="4813"/>
                    <a:pt x="8779" y="4238"/>
                    <a:pt x="8729" y="3712"/>
                  </a:cubicBezTo>
                  <a:cubicBezTo>
                    <a:pt x="8683" y="3244"/>
                    <a:pt x="8611" y="2774"/>
                    <a:pt x="8476" y="2325"/>
                  </a:cubicBezTo>
                  <a:cubicBezTo>
                    <a:pt x="8116" y="1129"/>
                    <a:pt x="7256" y="33"/>
                    <a:pt x="5914" y="2"/>
                  </a:cubicBezTo>
                  <a:cubicBezTo>
                    <a:pt x="5893" y="1"/>
                    <a:pt x="5872" y="1"/>
                    <a:pt x="585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37" name="Google Shape;10037;p17"/>
            <p:cNvSpPr/>
            <p:nvPr/>
          </p:nvSpPr>
          <p:spPr>
            <a:xfrm>
              <a:off x="1903525" y="4088100"/>
              <a:ext cx="344900" cy="185850"/>
            </a:xfrm>
            <a:custGeom>
              <a:rect b="b" l="l" r="r" t="t"/>
              <a:pathLst>
                <a:path extrusionOk="0" h="7434" w="13796">
                  <a:moveTo>
                    <a:pt x="2035" y="1"/>
                  </a:moveTo>
                  <a:cubicBezTo>
                    <a:pt x="1593" y="1"/>
                    <a:pt x="1301" y="661"/>
                    <a:pt x="1777" y="928"/>
                  </a:cubicBezTo>
                  <a:cubicBezTo>
                    <a:pt x="5023" y="2748"/>
                    <a:pt x="8420" y="4238"/>
                    <a:pt x="11476" y="6352"/>
                  </a:cubicBezTo>
                  <a:lnTo>
                    <a:pt x="11476" y="6352"/>
                  </a:lnTo>
                  <a:cubicBezTo>
                    <a:pt x="7847" y="6103"/>
                    <a:pt x="4252" y="5482"/>
                    <a:pt x="636" y="5110"/>
                  </a:cubicBezTo>
                  <a:cubicBezTo>
                    <a:pt x="615" y="5108"/>
                    <a:pt x="596" y="5107"/>
                    <a:pt x="577" y="5107"/>
                  </a:cubicBezTo>
                  <a:cubicBezTo>
                    <a:pt x="0" y="5107"/>
                    <a:pt x="24" y="6045"/>
                    <a:pt x="636" y="6106"/>
                  </a:cubicBezTo>
                  <a:cubicBezTo>
                    <a:pt x="4792" y="6534"/>
                    <a:pt x="8919" y="7290"/>
                    <a:pt x="13101" y="7434"/>
                  </a:cubicBezTo>
                  <a:cubicBezTo>
                    <a:pt x="13106" y="7434"/>
                    <a:pt x="13111" y="7434"/>
                    <a:pt x="13115" y="7434"/>
                  </a:cubicBezTo>
                  <a:cubicBezTo>
                    <a:pt x="13508" y="7434"/>
                    <a:pt x="13796" y="6851"/>
                    <a:pt x="13455" y="6582"/>
                  </a:cubicBezTo>
                  <a:cubicBezTo>
                    <a:pt x="11767" y="5262"/>
                    <a:pt x="9981" y="4109"/>
                    <a:pt x="8087" y="3106"/>
                  </a:cubicBezTo>
                  <a:cubicBezTo>
                    <a:pt x="6157" y="2083"/>
                    <a:pt x="4187" y="1139"/>
                    <a:pt x="2281" y="69"/>
                  </a:cubicBezTo>
                  <a:cubicBezTo>
                    <a:pt x="2197" y="21"/>
                    <a:pt x="2114" y="1"/>
                    <a:pt x="20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38" name="Google Shape;10038;p17"/>
            <p:cNvSpPr/>
            <p:nvPr/>
          </p:nvSpPr>
          <p:spPr>
            <a:xfrm>
              <a:off x="1462675" y="3884050"/>
              <a:ext cx="125100" cy="332450"/>
            </a:xfrm>
            <a:custGeom>
              <a:rect b="b" l="l" r="r" t="t"/>
              <a:pathLst>
                <a:path extrusionOk="0" h="13298" w="5004">
                  <a:moveTo>
                    <a:pt x="4226" y="0"/>
                  </a:moveTo>
                  <a:cubicBezTo>
                    <a:pt x="3978" y="0"/>
                    <a:pt x="3745" y="159"/>
                    <a:pt x="3776" y="478"/>
                  </a:cubicBezTo>
                  <a:cubicBezTo>
                    <a:pt x="3995" y="2762"/>
                    <a:pt x="3470" y="4910"/>
                    <a:pt x="2764" y="7066"/>
                  </a:cubicBezTo>
                  <a:cubicBezTo>
                    <a:pt x="2160" y="8913"/>
                    <a:pt x="1574" y="10906"/>
                    <a:pt x="310" y="12425"/>
                  </a:cubicBezTo>
                  <a:cubicBezTo>
                    <a:pt x="1" y="12799"/>
                    <a:pt x="333" y="13298"/>
                    <a:pt x="690" y="13298"/>
                  </a:cubicBezTo>
                  <a:cubicBezTo>
                    <a:pt x="802" y="13298"/>
                    <a:pt x="916" y="13249"/>
                    <a:pt x="1014" y="13131"/>
                  </a:cubicBezTo>
                  <a:cubicBezTo>
                    <a:pt x="2366" y="11506"/>
                    <a:pt x="3030" y="9452"/>
                    <a:pt x="3679" y="7474"/>
                  </a:cubicBezTo>
                  <a:cubicBezTo>
                    <a:pt x="4424" y="5193"/>
                    <a:pt x="5004" y="2899"/>
                    <a:pt x="4772" y="478"/>
                  </a:cubicBezTo>
                  <a:cubicBezTo>
                    <a:pt x="4741" y="160"/>
                    <a:pt x="4476" y="0"/>
                    <a:pt x="42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039" name="Google Shape;10039;p17"/>
          <p:cNvSpPr/>
          <p:nvPr/>
        </p:nvSpPr>
        <p:spPr>
          <a:xfrm>
            <a:off x="1973320" y="1386338"/>
            <a:ext cx="5587310" cy="2668524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 cap="flat" cmpd="sng" w="25400">
            <a:solidFill>
              <a:srgbClr val="BABA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40" name="Google Shape;10040;p17"/>
          <p:cNvSpPr txBox="1"/>
          <p:nvPr/>
        </p:nvSpPr>
        <p:spPr>
          <a:xfrm>
            <a:off x="3637449" y="995515"/>
            <a:ext cx="2259051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Place your work here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44" name="Shape 10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5" name="Google Shape;10045;p18"/>
          <p:cNvSpPr txBox="1"/>
          <p:nvPr>
            <p:ph idx="2" type="subTitle"/>
          </p:nvPr>
        </p:nvSpPr>
        <p:spPr>
          <a:xfrm>
            <a:off x="1541990" y="1264683"/>
            <a:ext cx="6088566" cy="302795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Gantari"/>
              <a:buChar char="●"/>
            </a:pPr>
            <a:r>
              <a:rPr b="1" lang="es"/>
              <a:t>UNIT TITLE: 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Gantari"/>
              <a:buChar char="●"/>
            </a:pPr>
            <a:r>
              <a:rPr b="1" lang="es"/>
              <a:t>SOI: </a:t>
            </a:r>
            <a:endParaRPr b="1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rial"/>
              <a:buChar char="●"/>
            </a:pPr>
            <a:r>
              <a:rPr b="1" lang="es"/>
              <a:t>PRODUCT:</a:t>
            </a:r>
            <a:r>
              <a:rPr lang="es"/>
              <a:t> Eg. Poster, presentation, article, etc.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rial"/>
              <a:buChar char="●"/>
            </a:pPr>
            <a:r>
              <a:rPr b="1" lang="es"/>
              <a:t>REFLECTION: </a:t>
            </a:r>
            <a:r>
              <a:rPr b="1" lang="es" sz="1100"/>
              <a:t>Use the following prompts to help you.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     What did you use to think before the lesson, how has your thinking changed after the lesson? 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     What are two things you learnt from the lesson?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     What strategies helped you understand the concept better? What challenges did you face?  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400"/>
              <a:buFont typeface="Arial"/>
              <a:buChar char="●"/>
            </a:pPr>
            <a:r>
              <a:rPr b="1" lang="es"/>
              <a:t>CONNECTION: </a:t>
            </a:r>
            <a:r>
              <a:rPr b="1" lang="es" sz="1100"/>
              <a:t>What connections can you make from the lesson to the real world? How will this lesson help you solve real life problems?</a:t>
            </a:r>
            <a:endParaRPr b="1" sz="1100"/>
          </a:p>
        </p:txBody>
      </p:sp>
      <p:sp>
        <p:nvSpPr>
          <p:cNvPr id="10046" name="Google Shape;10046;p18"/>
          <p:cNvSpPr/>
          <p:nvPr/>
        </p:nvSpPr>
        <p:spPr>
          <a:xfrm>
            <a:off x="7818975" y="1147025"/>
            <a:ext cx="117525" cy="110100"/>
          </a:xfrm>
          <a:custGeom>
            <a:rect b="b" l="l" r="r" t="t"/>
            <a:pathLst>
              <a:path extrusionOk="0" h="4404" w="4701">
                <a:moveTo>
                  <a:pt x="1951" y="1032"/>
                </a:moveTo>
                <a:cubicBezTo>
                  <a:pt x="1950" y="1033"/>
                  <a:pt x="1949" y="1033"/>
                  <a:pt x="1947" y="1033"/>
                </a:cubicBezTo>
                <a:cubicBezTo>
                  <a:pt x="1948" y="1033"/>
                  <a:pt x="1950" y="1033"/>
                  <a:pt x="1951" y="1032"/>
                </a:cubicBezTo>
                <a:close/>
                <a:moveTo>
                  <a:pt x="2857" y="1059"/>
                </a:moveTo>
                <a:cubicBezTo>
                  <a:pt x="2871" y="1059"/>
                  <a:pt x="2889" y="1066"/>
                  <a:pt x="2907" y="1075"/>
                </a:cubicBezTo>
                <a:lnTo>
                  <a:pt x="2907" y="1075"/>
                </a:lnTo>
                <a:cubicBezTo>
                  <a:pt x="2887" y="1068"/>
                  <a:pt x="2858" y="1059"/>
                  <a:pt x="2857" y="1059"/>
                </a:cubicBezTo>
                <a:close/>
                <a:moveTo>
                  <a:pt x="3091" y="1185"/>
                </a:moveTo>
                <a:cubicBezTo>
                  <a:pt x="3091" y="1185"/>
                  <a:pt x="3091" y="1185"/>
                  <a:pt x="3091" y="1185"/>
                </a:cubicBezTo>
                <a:lnTo>
                  <a:pt x="3091" y="1185"/>
                </a:lnTo>
                <a:cubicBezTo>
                  <a:pt x="3091" y="1185"/>
                  <a:pt x="3091" y="1185"/>
                  <a:pt x="3091" y="1185"/>
                </a:cubicBezTo>
                <a:close/>
                <a:moveTo>
                  <a:pt x="3104" y="1198"/>
                </a:moveTo>
                <a:cubicBezTo>
                  <a:pt x="3111" y="1203"/>
                  <a:pt x="3118" y="1208"/>
                  <a:pt x="3125" y="1213"/>
                </a:cubicBezTo>
                <a:cubicBezTo>
                  <a:pt x="3142" y="1224"/>
                  <a:pt x="3149" y="1229"/>
                  <a:pt x="3148" y="1229"/>
                </a:cubicBezTo>
                <a:cubicBezTo>
                  <a:pt x="3148" y="1229"/>
                  <a:pt x="3121" y="1211"/>
                  <a:pt x="3104" y="1198"/>
                </a:cubicBezTo>
                <a:close/>
                <a:moveTo>
                  <a:pt x="1747" y="3319"/>
                </a:moveTo>
                <a:cubicBezTo>
                  <a:pt x="1767" y="3326"/>
                  <a:pt x="1803" y="3338"/>
                  <a:pt x="1802" y="3338"/>
                </a:cubicBezTo>
                <a:cubicBezTo>
                  <a:pt x="1800" y="3339"/>
                  <a:pt x="1799" y="3339"/>
                  <a:pt x="1797" y="3339"/>
                </a:cubicBezTo>
                <a:cubicBezTo>
                  <a:pt x="1785" y="3339"/>
                  <a:pt x="1766" y="3330"/>
                  <a:pt x="1747" y="3319"/>
                </a:cubicBezTo>
                <a:close/>
                <a:moveTo>
                  <a:pt x="2463" y="3393"/>
                </a:moveTo>
                <a:cubicBezTo>
                  <a:pt x="2461" y="3393"/>
                  <a:pt x="2459" y="3393"/>
                  <a:pt x="2456" y="3393"/>
                </a:cubicBezTo>
                <a:lnTo>
                  <a:pt x="2456" y="3393"/>
                </a:lnTo>
                <a:cubicBezTo>
                  <a:pt x="2459" y="3393"/>
                  <a:pt x="2462" y="3393"/>
                  <a:pt x="2463" y="3393"/>
                </a:cubicBezTo>
                <a:close/>
                <a:moveTo>
                  <a:pt x="2387" y="989"/>
                </a:moveTo>
                <a:cubicBezTo>
                  <a:pt x="2440" y="989"/>
                  <a:pt x="2491" y="989"/>
                  <a:pt x="2541" y="993"/>
                </a:cubicBezTo>
                <a:cubicBezTo>
                  <a:pt x="2560" y="993"/>
                  <a:pt x="2582" y="997"/>
                  <a:pt x="2601" y="998"/>
                </a:cubicBezTo>
                <a:lnTo>
                  <a:pt x="2601" y="998"/>
                </a:lnTo>
                <a:cubicBezTo>
                  <a:pt x="2682" y="1018"/>
                  <a:pt x="2761" y="1029"/>
                  <a:pt x="2840" y="1057"/>
                </a:cubicBezTo>
                <a:cubicBezTo>
                  <a:pt x="2857" y="1061"/>
                  <a:pt x="2876" y="1069"/>
                  <a:pt x="2895" y="1076"/>
                </a:cubicBezTo>
                <a:cubicBezTo>
                  <a:pt x="2906" y="1079"/>
                  <a:pt x="2914" y="1081"/>
                  <a:pt x="2919" y="1082"/>
                </a:cubicBezTo>
                <a:lnTo>
                  <a:pt x="2919" y="1082"/>
                </a:lnTo>
                <a:cubicBezTo>
                  <a:pt x="2944" y="1096"/>
                  <a:pt x="2968" y="1113"/>
                  <a:pt x="2984" y="1122"/>
                </a:cubicBezTo>
                <a:cubicBezTo>
                  <a:pt x="3015" y="1139"/>
                  <a:pt x="3049" y="1160"/>
                  <a:pt x="3080" y="1181"/>
                </a:cubicBezTo>
                <a:cubicBezTo>
                  <a:pt x="3084" y="1184"/>
                  <a:pt x="3088" y="1186"/>
                  <a:pt x="3092" y="1189"/>
                </a:cubicBezTo>
                <a:lnTo>
                  <a:pt x="3092" y="1189"/>
                </a:lnTo>
                <a:cubicBezTo>
                  <a:pt x="3107" y="1217"/>
                  <a:pt x="3258" y="1347"/>
                  <a:pt x="3274" y="1366"/>
                </a:cubicBezTo>
                <a:cubicBezTo>
                  <a:pt x="3278" y="1370"/>
                  <a:pt x="3281" y="1374"/>
                  <a:pt x="3284" y="1378"/>
                </a:cubicBezTo>
                <a:lnTo>
                  <a:pt x="3284" y="1378"/>
                </a:lnTo>
                <a:cubicBezTo>
                  <a:pt x="3304" y="1410"/>
                  <a:pt x="3328" y="1440"/>
                  <a:pt x="3348" y="1474"/>
                </a:cubicBezTo>
                <a:cubicBezTo>
                  <a:pt x="3367" y="1503"/>
                  <a:pt x="3386" y="1535"/>
                  <a:pt x="3403" y="1569"/>
                </a:cubicBezTo>
                <a:cubicBezTo>
                  <a:pt x="3409" y="1579"/>
                  <a:pt x="3414" y="1591"/>
                  <a:pt x="3420" y="1604"/>
                </a:cubicBezTo>
                <a:lnTo>
                  <a:pt x="3420" y="1604"/>
                </a:lnTo>
                <a:cubicBezTo>
                  <a:pt x="3420" y="1602"/>
                  <a:pt x="3420" y="1600"/>
                  <a:pt x="3420" y="1598"/>
                </a:cubicBezTo>
                <a:lnTo>
                  <a:pt x="3420" y="1598"/>
                </a:lnTo>
                <a:cubicBezTo>
                  <a:pt x="3420" y="1600"/>
                  <a:pt x="3420" y="1602"/>
                  <a:pt x="3420" y="1604"/>
                </a:cubicBezTo>
                <a:lnTo>
                  <a:pt x="3420" y="1604"/>
                </a:lnTo>
                <a:cubicBezTo>
                  <a:pt x="3420" y="1604"/>
                  <a:pt x="3420" y="1604"/>
                  <a:pt x="3420" y="1604"/>
                </a:cubicBezTo>
                <a:lnTo>
                  <a:pt x="3420" y="1604"/>
                </a:lnTo>
                <a:cubicBezTo>
                  <a:pt x="3420" y="1621"/>
                  <a:pt x="3423" y="1634"/>
                  <a:pt x="3427" y="1644"/>
                </a:cubicBezTo>
                <a:lnTo>
                  <a:pt x="3427" y="1644"/>
                </a:lnTo>
                <a:cubicBezTo>
                  <a:pt x="3423" y="1630"/>
                  <a:pt x="3420" y="1616"/>
                  <a:pt x="3420" y="1604"/>
                </a:cubicBezTo>
                <a:lnTo>
                  <a:pt x="3420" y="1604"/>
                </a:lnTo>
                <a:cubicBezTo>
                  <a:pt x="3422" y="1608"/>
                  <a:pt x="3424" y="1613"/>
                  <a:pt x="3426" y="1617"/>
                </a:cubicBezTo>
                <a:cubicBezTo>
                  <a:pt x="3442" y="1646"/>
                  <a:pt x="3443" y="1659"/>
                  <a:pt x="3439" y="1659"/>
                </a:cubicBezTo>
                <a:cubicBezTo>
                  <a:pt x="3436" y="1659"/>
                  <a:pt x="3432" y="1654"/>
                  <a:pt x="3427" y="1644"/>
                </a:cubicBezTo>
                <a:lnTo>
                  <a:pt x="3427" y="1644"/>
                </a:lnTo>
                <a:cubicBezTo>
                  <a:pt x="3443" y="1697"/>
                  <a:pt x="3479" y="1760"/>
                  <a:pt x="3491" y="1802"/>
                </a:cubicBezTo>
                <a:cubicBezTo>
                  <a:pt x="3500" y="1838"/>
                  <a:pt x="3508" y="1874"/>
                  <a:pt x="3517" y="1910"/>
                </a:cubicBezTo>
                <a:cubicBezTo>
                  <a:pt x="3521" y="1933"/>
                  <a:pt x="3525" y="1954"/>
                  <a:pt x="3529" y="1977"/>
                </a:cubicBezTo>
                <a:cubicBezTo>
                  <a:pt x="3534" y="2005"/>
                  <a:pt x="3537" y="2015"/>
                  <a:pt x="3538" y="2015"/>
                </a:cubicBezTo>
                <a:cubicBezTo>
                  <a:pt x="3540" y="2015"/>
                  <a:pt x="3530" y="1942"/>
                  <a:pt x="3525" y="1939"/>
                </a:cubicBezTo>
                <a:lnTo>
                  <a:pt x="3525" y="1939"/>
                </a:lnTo>
                <a:cubicBezTo>
                  <a:pt x="3550" y="1954"/>
                  <a:pt x="3538" y="2142"/>
                  <a:pt x="3538" y="2173"/>
                </a:cubicBezTo>
                <a:cubicBezTo>
                  <a:pt x="3538" y="2215"/>
                  <a:pt x="3535" y="2257"/>
                  <a:pt x="3533" y="2297"/>
                </a:cubicBezTo>
                <a:cubicBezTo>
                  <a:pt x="3532" y="2312"/>
                  <a:pt x="3530" y="2326"/>
                  <a:pt x="3529" y="2339"/>
                </a:cubicBezTo>
                <a:lnTo>
                  <a:pt x="3529" y="2339"/>
                </a:lnTo>
                <a:cubicBezTo>
                  <a:pt x="3514" y="2409"/>
                  <a:pt x="3504" y="2477"/>
                  <a:pt x="3483" y="2546"/>
                </a:cubicBezTo>
                <a:cubicBezTo>
                  <a:pt x="3472" y="2582"/>
                  <a:pt x="3462" y="2618"/>
                  <a:pt x="3449" y="2651"/>
                </a:cubicBezTo>
                <a:cubicBezTo>
                  <a:pt x="3445" y="2663"/>
                  <a:pt x="3440" y="2676"/>
                  <a:pt x="3436" y="2688"/>
                </a:cubicBezTo>
                <a:lnTo>
                  <a:pt x="3436" y="2688"/>
                </a:lnTo>
                <a:cubicBezTo>
                  <a:pt x="3398" y="2751"/>
                  <a:pt x="3369" y="2818"/>
                  <a:pt x="3329" y="2881"/>
                </a:cubicBezTo>
                <a:cubicBezTo>
                  <a:pt x="3324" y="2889"/>
                  <a:pt x="3300" y="2922"/>
                  <a:pt x="3284" y="2945"/>
                </a:cubicBezTo>
                <a:lnTo>
                  <a:pt x="3284" y="2945"/>
                </a:lnTo>
                <a:cubicBezTo>
                  <a:pt x="3263" y="2968"/>
                  <a:pt x="3232" y="3005"/>
                  <a:pt x="3224" y="3014"/>
                </a:cubicBezTo>
                <a:cubicBezTo>
                  <a:pt x="3198" y="3041"/>
                  <a:pt x="3171" y="3069"/>
                  <a:pt x="3142" y="3094"/>
                </a:cubicBezTo>
                <a:cubicBezTo>
                  <a:pt x="3127" y="3106"/>
                  <a:pt x="3112" y="3119"/>
                  <a:pt x="3099" y="3132"/>
                </a:cubicBezTo>
                <a:cubicBezTo>
                  <a:pt x="3075" y="3154"/>
                  <a:pt x="3071" y="3163"/>
                  <a:pt x="3076" y="3163"/>
                </a:cubicBezTo>
                <a:cubicBezTo>
                  <a:pt x="3076" y="3163"/>
                  <a:pt x="3077" y="3163"/>
                  <a:pt x="3078" y="3162"/>
                </a:cubicBezTo>
                <a:lnTo>
                  <a:pt x="3078" y="3162"/>
                </a:lnTo>
                <a:cubicBezTo>
                  <a:pt x="3021" y="3203"/>
                  <a:pt x="2923" y="3245"/>
                  <a:pt x="2889" y="3262"/>
                </a:cubicBezTo>
                <a:cubicBezTo>
                  <a:pt x="2863" y="3275"/>
                  <a:pt x="2803" y="3296"/>
                  <a:pt x="2805" y="3296"/>
                </a:cubicBezTo>
                <a:cubicBezTo>
                  <a:pt x="2806" y="3296"/>
                  <a:pt x="2822" y="3291"/>
                  <a:pt x="2866" y="3277"/>
                </a:cubicBezTo>
                <a:lnTo>
                  <a:pt x="2866" y="3277"/>
                </a:lnTo>
                <a:cubicBezTo>
                  <a:pt x="2823" y="3292"/>
                  <a:pt x="2783" y="3309"/>
                  <a:pt x="2741" y="3323"/>
                </a:cubicBezTo>
                <a:cubicBezTo>
                  <a:pt x="2642" y="3355"/>
                  <a:pt x="2541" y="3376"/>
                  <a:pt x="2438" y="3395"/>
                </a:cubicBezTo>
                <a:cubicBezTo>
                  <a:pt x="2437" y="3395"/>
                  <a:pt x="2437" y="3395"/>
                  <a:pt x="2437" y="3395"/>
                </a:cubicBezTo>
                <a:lnTo>
                  <a:pt x="2437" y="3395"/>
                </a:lnTo>
                <a:cubicBezTo>
                  <a:pt x="2416" y="3397"/>
                  <a:pt x="2395" y="3400"/>
                  <a:pt x="2375" y="3401"/>
                </a:cubicBezTo>
                <a:cubicBezTo>
                  <a:pt x="2330" y="3403"/>
                  <a:pt x="2284" y="3406"/>
                  <a:pt x="2240" y="3406"/>
                </a:cubicBezTo>
                <a:cubicBezTo>
                  <a:pt x="2226" y="3406"/>
                  <a:pt x="2211" y="3406"/>
                  <a:pt x="2197" y="3406"/>
                </a:cubicBezTo>
                <a:cubicBezTo>
                  <a:pt x="2163" y="3406"/>
                  <a:pt x="2129" y="3405"/>
                  <a:pt x="2094" y="3403"/>
                </a:cubicBezTo>
                <a:cubicBezTo>
                  <a:pt x="2081" y="3402"/>
                  <a:pt x="2067" y="3400"/>
                  <a:pt x="2054" y="3398"/>
                </a:cubicBezTo>
                <a:lnTo>
                  <a:pt x="2054" y="3398"/>
                </a:lnTo>
                <a:cubicBezTo>
                  <a:pt x="1975" y="3376"/>
                  <a:pt x="1893" y="3365"/>
                  <a:pt x="1814" y="3340"/>
                </a:cubicBezTo>
                <a:cubicBezTo>
                  <a:pt x="1797" y="3334"/>
                  <a:pt x="1778" y="3326"/>
                  <a:pt x="1762" y="3321"/>
                </a:cubicBezTo>
                <a:cubicBezTo>
                  <a:pt x="1752" y="3318"/>
                  <a:pt x="1745" y="3316"/>
                  <a:pt x="1740" y="3315"/>
                </a:cubicBezTo>
                <a:lnTo>
                  <a:pt x="1740" y="3315"/>
                </a:lnTo>
                <a:cubicBezTo>
                  <a:pt x="1716" y="3301"/>
                  <a:pt x="1691" y="3283"/>
                  <a:pt x="1679" y="3277"/>
                </a:cubicBezTo>
                <a:cubicBezTo>
                  <a:pt x="1648" y="3258"/>
                  <a:pt x="1616" y="3241"/>
                  <a:pt x="1587" y="3220"/>
                </a:cubicBezTo>
                <a:cubicBezTo>
                  <a:pt x="1572" y="3210"/>
                  <a:pt x="1557" y="3199"/>
                  <a:pt x="1543" y="3191"/>
                </a:cubicBezTo>
                <a:cubicBezTo>
                  <a:pt x="1525" y="3180"/>
                  <a:pt x="1519" y="3175"/>
                  <a:pt x="1519" y="3175"/>
                </a:cubicBezTo>
                <a:lnTo>
                  <a:pt x="1519" y="3175"/>
                </a:lnTo>
                <a:cubicBezTo>
                  <a:pt x="1518" y="3175"/>
                  <a:pt x="1582" y="3218"/>
                  <a:pt x="1580" y="3218"/>
                </a:cubicBezTo>
                <a:cubicBezTo>
                  <a:pt x="1580" y="3218"/>
                  <a:pt x="1579" y="3218"/>
                  <a:pt x="1578" y="3218"/>
                </a:cubicBezTo>
                <a:cubicBezTo>
                  <a:pt x="1542" y="3218"/>
                  <a:pt x="1420" y="3070"/>
                  <a:pt x="1399" y="3045"/>
                </a:cubicBezTo>
                <a:cubicBezTo>
                  <a:pt x="1384" y="3030"/>
                  <a:pt x="1353" y="2977"/>
                  <a:pt x="1351" y="2977"/>
                </a:cubicBezTo>
                <a:lnTo>
                  <a:pt x="1351" y="2977"/>
                </a:lnTo>
                <a:cubicBezTo>
                  <a:pt x="1350" y="2977"/>
                  <a:pt x="1354" y="2985"/>
                  <a:pt x="1363" y="3005"/>
                </a:cubicBezTo>
                <a:cubicBezTo>
                  <a:pt x="1372" y="3025"/>
                  <a:pt x="1375" y="3032"/>
                  <a:pt x="1374" y="3032"/>
                </a:cubicBezTo>
                <a:cubicBezTo>
                  <a:pt x="1372" y="3032"/>
                  <a:pt x="1335" y="2962"/>
                  <a:pt x="1326" y="2946"/>
                </a:cubicBezTo>
                <a:cubicBezTo>
                  <a:pt x="1285" y="2881"/>
                  <a:pt x="1252" y="2814"/>
                  <a:pt x="1215" y="2746"/>
                </a:cubicBezTo>
                <a:lnTo>
                  <a:pt x="1215" y="2746"/>
                </a:lnTo>
                <a:cubicBezTo>
                  <a:pt x="1214" y="2743"/>
                  <a:pt x="1213" y="2740"/>
                  <a:pt x="1212" y="2736"/>
                </a:cubicBezTo>
                <a:cubicBezTo>
                  <a:pt x="1199" y="2702"/>
                  <a:pt x="1187" y="2668"/>
                  <a:pt x="1176" y="2635"/>
                </a:cubicBezTo>
                <a:cubicBezTo>
                  <a:pt x="1153" y="2559"/>
                  <a:pt x="1132" y="2481"/>
                  <a:pt x="1119" y="2403"/>
                </a:cubicBezTo>
                <a:cubicBezTo>
                  <a:pt x="1119" y="2401"/>
                  <a:pt x="1118" y="2399"/>
                  <a:pt x="1118" y="2397"/>
                </a:cubicBezTo>
                <a:lnTo>
                  <a:pt x="1118" y="2397"/>
                </a:lnTo>
                <a:cubicBezTo>
                  <a:pt x="1122" y="2365"/>
                  <a:pt x="1108" y="2315"/>
                  <a:pt x="1106" y="2283"/>
                </a:cubicBezTo>
                <a:cubicBezTo>
                  <a:pt x="1102" y="2203"/>
                  <a:pt x="1102" y="2123"/>
                  <a:pt x="1106" y="2043"/>
                </a:cubicBezTo>
                <a:cubicBezTo>
                  <a:pt x="1107" y="2033"/>
                  <a:pt x="1110" y="2004"/>
                  <a:pt x="1113" y="1978"/>
                </a:cubicBezTo>
                <a:lnTo>
                  <a:pt x="1113" y="1978"/>
                </a:lnTo>
                <a:cubicBezTo>
                  <a:pt x="1117" y="1953"/>
                  <a:pt x="1123" y="1911"/>
                  <a:pt x="1125" y="1899"/>
                </a:cubicBezTo>
                <a:cubicBezTo>
                  <a:pt x="1144" y="1813"/>
                  <a:pt x="1170" y="1731"/>
                  <a:pt x="1197" y="1647"/>
                </a:cubicBezTo>
                <a:cubicBezTo>
                  <a:pt x="1199" y="1642"/>
                  <a:pt x="1200" y="1637"/>
                  <a:pt x="1201" y="1634"/>
                </a:cubicBezTo>
                <a:lnTo>
                  <a:pt x="1201" y="1634"/>
                </a:lnTo>
                <a:cubicBezTo>
                  <a:pt x="1203" y="1630"/>
                  <a:pt x="1205" y="1626"/>
                  <a:pt x="1208" y="1621"/>
                </a:cubicBezTo>
                <a:cubicBezTo>
                  <a:pt x="1227" y="1583"/>
                  <a:pt x="1246" y="1543"/>
                  <a:pt x="1269" y="1507"/>
                </a:cubicBezTo>
                <a:cubicBezTo>
                  <a:pt x="1290" y="1470"/>
                  <a:pt x="1313" y="1434"/>
                  <a:pt x="1338" y="1398"/>
                </a:cubicBezTo>
                <a:cubicBezTo>
                  <a:pt x="1341" y="1394"/>
                  <a:pt x="1344" y="1390"/>
                  <a:pt x="1346" y="1386"/>
                </a:cubicBezTo>
                <a:lnTo>
                  <a:pt x="1346" y="1386"/>
                </a:lnTo>
                <a:cubicBezTo>
                  <a:pt x="1346" y="1386"/>
                  <a:pt x="1346" y="1386"/>
                  <a:pt x="1347" y="1385"/>
                </a:cubicBezTo>
                <a:cubicBezTo>
                  <a:pt x="1399" y="1329"/>
                  <a:pt x="1454" y="1275"/>
                  <a:pt x="1511" y="1223"/>
                </a:cubicBezTo>
                <a:lnTo>
                  <a:pt x="1511" y="1223"/>
                </a:lnTo>
                <a:cubicBezTo>
                  <a:pt x="1524" y="1213"/>
                  <a:pt x="1537" y="1203"/>
                  <a:pt x="1551" y="1194"/>
                </a:cubicBezTo>
                <a:cubicBezTo>
                  <a:pt x="1589" y="1170"/>
                  <a:pt x="1627" y="1147"/>
                  <a:pt x="1667" y="1126"/>
                </a:cubicBezTo>
                <a:cubicBezTo>
                  <a:pt x="1682" y="1119"/>
                  <a:pt x="1697" y="1111"/>
                  <a:pt x="1712" y="1103"/>
                </a:cubicBezTo>
                <a:lnTo>
                  <a:pt x="1712" y="1103"/>
                </a:lnTo>
                <a:cubicBezTo>
                  <a:pt x="1755" y="1090"/>
                  <a:pt x="1797" y="1075"/>
                  <a:pt x="1840" y="1063"/>
                </a:cubicBezTo>
                <a:cubicBezTo>
                  <a:pt x="1884" y="1050"/>
                  <a:pt x="1928" y="1042"/>
                  <a:pt x="1970" y="1031"/>
                </a:cubicBezTo>
                <a:cubicBezTo>
                  <a:pt x="1976" y="1030"/>
                  <a:pt x="1983" y="1028"/>
                  <a:pt x="1990" y="1026"/>
                </a:cubicBezTo>
                <a:lnTo>
                  <a:pt x="1990" y="1026"/>
                </a:lnTo>
                <a:cubicBezTo>
                  <a:pt x="2008" y="1025"/>
                  <a:pt x="2026" y="1024"/>
                  <a:pt x="2042" y="1023"/>
                </a:cubicBezTo>
                <a:cubicBezTo>
                  <a:pt x="2063" y="1021"/>
                  <a:pt x="2083" y="1018"/>
                  <a:pt x="2104" y="1015"/>
                </a:cubicBezTo>
                <a:lnTo>
                  <a:pt x="2104" y="1015"/>
                </a:lnTo>
                <a:cubicBezTo>
                  <a:pt x="2127" y="1013"/>
                  <a:pt x="2151" y="1010"/>
                  <a:pt x="2175" y="1006"/>
                </a:cubicBezTo>
                <a:cubicBezTo>
                  <a:pt x="2200" y="1002"/>
                  <a:pt x="2223" y="998"/>
                  <a:pt x="2248" y="996"/>
                </a:cubicBezTo>
                <a:lnTo>
                  <a:pt x="2248" y="996"/>
                </a:lnTo>
                <a:cubicBezTo>
                  <a:pt x="2202" y="1002"/>
                  <a:pt x="2186" y="1004"/>
                  <a:pt x="2186" y="1004"/>
                </a:cubicBezTo>
                <a:cubicBezTo>
                  <a:pt x="2187" y="1004"/>
                  <a:pt x="2227" y="999"/>
                  <a:pt x="2246" y="998"/>
                </a:cubicBezTo>
                <a:cubicBezTo>
                  <a:pt x="2293" y="996"/>
                  <a:pt x="2341" y="991"/>
                  <a:pt x="2387" y="989"/>
                </a:cubicBezTo>
                <a:close/>
                <a:moveTo>
                  <a:pt x="2431" y="0"/>
                </a:moveTo>
                <a:cubicBezTo>
                  <a:pt x="2283" y="0"/>
                  <a:pt x="2134" y="12"/>
                  <a:pt x="1987" y="33"/>
                </a:cubicBezTo>
                <a:lnTo>
                  <a:pt x="1987" y="33"/>
                </a:lnTo>
                <a:cubicBezTo>
                  <a:pt x="1519" y="79"/>
                  <a:pt x="1082" y="246"/>
                  <a:pt x="738" y="578"/>
                </a:cubicBezTo>
                <a:cubicBezTo>
                  <a:pt x="443" y="863"/>
                  <a:pt x="236" y="1259"/>
                  <a:pt x="158" y="1661"/>
                </a:cubicBezTo>
                <a:cubicBezTo>
                  <a:pt x="0" y="2477"/>
                  <a:pt x="228" y="3403"/>
                  <a:pt x="896" y="3941"/>
                </a:cubicBezTo>
                <a:cubicBezTo>
                  <a:pt x="1283" y="4251"/>
                  <a:pt x="1777" y="4404"/>
                  <a:pt x="2272" y="4404"/>
                </a:cubicBezTo>
                <a:cubicBezTo>
                  <a:pt x="2762" y="4404"/>
                  <a:pt x="3253" y="4255"/>
                  <a:pt x="3645" y="3962"/>
                </a:cubicBezTo>
                <a:cubicBezTo>
                  <a:pt x="4395" y="3401"/>
                  <a:pt x="4700" y="2409"/>
                  <a:pt x="4443" y="1512"/>
                </a:cubicBezTo>
                <a:cubicBezTo>
                  <a:pt x="4302" y="1025"/>
                  <a:pt x="4003" y="604"/>
                  <a:pt x="3582" y="321"/>
                </a:cubicBezTo>
                <a:cubicBezTo>
                  <a:pt x="3236" y="89"/>
                  <a:pt x="2836" y="0"/>
                  <a:pt x="243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47" name="Google Shape;10047;p18"/>
          <p:cNvSpPr/>
          <p:nvPr/>
        </p:nvSpPr>
        <p:spPr>
          <a:xfrm>
            <a:off x="6518075" y="833200"/>
            <a:ext cx="176025" cy="165050"/>
          </a:xfrm>
          <a:custGeom>
            <a:rect b="b" l="l" r="r" t="t"/>
            <a:pathLst>
              <a:path extrusionOk="0" h="6602" w="7041">
                <a:moveTo>
                  <a:pt x="4935" y="1378"/>
                </a:moveTo>
                <a:cubicBezTo>
                  <a:pt x="4939" y="1380"/>
                  <a:pt x="4948" y="1387"/>
                  <a:pt x="4965" y="1400"/>
                </a:cubicBezTo>
                <a:cubicBezTo>
                  <a:pt x="4955" y="1392"/>
                  <a:pt x="4945" y="1385"/>
                  <a:pt x="4935" y="1378"/>
                </a:cubicBezTo>
                <a:close/>
                <a:moveTo>
                  <a:pt x="1630" y="1762"/>
                </a:moveTo>
                <a:lnTo>
                  <a:pt x="1630" y="1762"/>
                </a:lnTo>
                <a:cubicBezTo>
                  <a:pt x="1621" y="1773"/>
                  <a:pt x="1618" y="1778"/>
                  <a:pt x="1618" y="1778"/>
                </a:cubicBezTo>
                <a:cubicBezTo>
                  <a:pt x="1618" y="1778"/>
                  <a:pt x="1623" y="1771"/>
                  <a:pt x="1630" y="1762"/>
                </a:cubicBezTo>
                <a:close/>
                <a:moveTo>
                  <a:pt x="3639" y="986"/>
                </a:moveTo>
                <a:cubicBezTo>
                  <a:pt x="4036" y="986"/>
                  <a:pt x="4418" y="1072"/>
                  <a:pt x="4734" y="1250"/>
                </a:cubicBezTo>
                <a:cubicBezTo>
                  <a:pt x="4786" y="1280"/>
                  <a:pt x="4839" y="1313"/>
                  <a:pt x="4890" y="1347"/>
                </a:cubicBezTo>
                <a:cubicBezTo>
                  <a:pt x="4906" y="1357"/>
                  <a:pt x="4921" y="1367"/>
                  <a:pt x="4935" y="1378"/>
                </a:cubicBezTo>
                <a:lnTo>
                  <a:pt x="4935" y="1378"/>
                </a:lnTo>
                <a:cubicBezTo>
                  <a:pt x="4934" y="1377"/>
                  <a:pt x="4933" y="1376"/>
                  <a:pt x="4933" y="1376"/>
                </a:cubicBezTo>
                <a:lnTo>
                  <a:pt x="4933" y="1376"/>
                </a:lnTo>
                <a:cubicBezTo>
                  <a:pt x="4934" y="1376"/>
                  <a:pt x="4964" y="1397"/>
                  <a:pt x="4972" y="1404"/>
                </a:cubicBezTo>
                <a:cubicBezTo>
                  <a:pt x="5081" y="1495"/>
                  <a:pt x="5182" y="1594"/>
                  <a:pt x="5275" y="1701"/>
                </a:cubicBezTo>
                <a:cubicBezTo>
                  <a:pt x="5296" y="1724"/>
                  <a:pt x="5315" y="1747"/>
                  <a:pt x="5332" y="1771"/>
                </a:cubicBezTo>
                <a:cubicBezTo>
                  <a:pt x="5336" y="1776"/>
                  <a:pt x="5339" y="1780"/>
                  <a:pt x="5342" y="1782"/>
                </a:cubicBezTo>
                <a:lnTo>
                  <a:pt x="5342" y="1782"/>
                </a:lnTo>
                <a:cubicBezTo>
                  <a:pt x="5378" y="1835"/>
                  <a:pt x="5414" y="1889"/>
                  <a:pt x="5446" y="1943"/>
                </a:cubicBezTo>
                <a:cubicBezTo>
                  <a:pt x="5477" y="1994"/>
                  <a:pt x="5507" y="2045"/>
                  <a:pt x="5534" y="2097"/>
                </a:cubicBezTo>
                <a:cubicBezTo>
                  <a:pt x="5548" y="2126"/>
                  <a:pt x="5603" y="2244"/>
                  <a:pt x="5604" y="2244"/>
                </a:cubicBezTo>
                <a:cubicBezTo>
                  <a:pt x="5605" y="2244"/>
                  <a:pt x="5604" y="2244"/>
                  <a:pt x="5604" y="2242"/>
                </a:cubicBezTo>
                <a:lnTo>
                  <a:pt x="5604" y="2242"/>
                </a:lnTo>
                <a:cubicBezTo>
                  <a:pt x="5646" y="2347"/>
                  <a:pt x="5682" y="2454"/>
                  <a:pt x="5711" y="2561"/>
                </a:cubicBezTo>
                <a:cubicBezTo>
                  <a:pt x="5726" y="2620"/>
                  <a:pt x="5741" y="2679"/>
                  <a:pt x="5751" y="2738"/>
                </a:cubicBezTo>
                <a:cubicBezTo>
                  <a:pt x="5756" y="2758"/>
                  <a:pt x="5778" y="2901"/>
                  <a:pt x="5781" y="2901"/>
                </a:cubicBezTo>
                <a:cubicBezTo>
                  <a:pt x="5781" y="2901"/>
                  <a:pt x="5781" y="2892"/>
                  <a:pt x="5779" y="2872"/>
                </a:cubicBezTo>
                <a:lnTo>
                  <a:pt x="5779" y="2872"/>
                </a:lnTo>
                <a:cubicBezTo>
                  <a:pt x="5793" y="2999"/>
                  <a:pt x="5800" y="3127"/>
                  <a:pt x="5800" y="3256"/>
                </a:cubicBezTo>
                <a:cubicBezTo>
                  <a:pt x="5798" y="3323"/>
                  <a:pt x="5796" y="3393"/>
                  <a:pt x="5791" y="3460"/>
                </a:cubicBezTo>
                <a:cubicBezTo>
                  <a:pt x="5787" y="3518"/>
                  <a:pt x="5781" y="3572"/>
                  <a:pt x="5780" y="3582"/>
                </a:cubicBezTo>
                <a:lnTo>
                  <a:pt x="5780" y="3582"/>
                </a:lnTo>
                <a:cubicBezTo>
                  <a:pt x="5759" y="3706"/>
                  <a:pt x="5734" y="3831"/>
                  <a:pt x="5699" y="3953"/>
                </a:cubicBezTo>
                <a:cubicBezTo>
                  <a:pt x="5682" y="4012"/>
                  <a:pt x="5663" y="4069"/>
                  <a:pt x="5642" y="4126"/>
                </a:cubicBezTo>
                <a:cubicBezTo>
                  <a:pt x="5631" y="4155"/>
                  <a:pt x="5621" y="4183"/>
                  <a:pt x="5610" y="4212"/>
                </a:cubicBezTo>
                <a:cubicBezTo>
                  <a:pt x="5606" y="4223"/>
                  <a:pt x="5602" y="4232"/>
                  <a:pt x="5600" y="4238"/>
                </a:cubicBezTo>
                <a:lnTo>
                  <a:pt x="5600" y="4238"/>
                </a:lnTo>
                <a:cubicBezTo>
                  <a:pt x="5597" y="4244"/>
                  <a:pt x="5593" y="4252"/>
                  <a:pt x="5589" y="4261"/>
                </a:cubicBezTo>
                <a:cubicBezTo>
                  <a:pt x="5534" y="4370"/>
                  <a:pt x="5477" y="4478"/>
                  <a:pt x="5412" y="4581"/>
                </a:cubicBezTo>
                <a:cubicBezTo>
                  <a:pt x="5311" y="4737"/>
                  <a:pt x="5324" y="4720"/>
                  <a:pt x="5189" y="4863"/>
                </a:cubicBezTo>
                <a:cubicBezTo>
                  <a:pt x="4814" y="5261"/>
                  <a:pt x="4355" y="5476"/>
                  <a:pt x="3756" y="5573"/>
                </a:cubicBezTo>
                <a:cubicBezTo>
                  <a:pt x="3620" y="5595"/>
                  <a:pt x="3482" y="5605"/>
                  <a:pt x="3344" y="5605"/>
                </a:cubicBezTo>
                <a:cubicBezTo>
                  <a:pt x="2954" y="5605"/>
                  <a:pt x="2572" y="5519"/>
                  <a:pt x="2265" y="5346"/>
                </a:cubicBezTo>
                <a:cubicBezTo>
                  <a:pt x="2214" y="5316"/>
                  <a:pt x="2164" y="5285"/>
                  <a:pt x="2113" y="5253"/>
                </a:cubicBezTo>
                <a:cubicBezTo>
                  <a:pt x="2098" y="5243"/>
                  <a:pt x="2015" y="5180"/>
                  <a:pt x="2013" y="5180"/>
                </a:cubicBezTo>
                <a:lnTo>
                  <a:pt x="2013" y="5180"/>
                </a:lnTo>
                <a:cubicBezTo>
                  <a:pt x="2013" y="5180"/>
                  <a:pt x="2019" y="5186"/>
                  <a:pt x="2037" y="5200"/>
                </a:cubicBezTo>
                <a:cubicBezTo>
                  <a:pt x="1930" y="5114"/>
                  <a:pt x="1831" y="5019"/>
                  <a:pt x="1740" y="4916"/>
                </a:cubicBezTo>
                <a:cubicBezTo>
                  <a:pt x="1728" y="4902"/>
                  <a:pt x="1675" y="4837"/>
                  <a:pt x="1657" y="4816"/>
                </a:cubicBezTo>
                <a:lnTo>
                  <a:pt x="1657" y="4816"/>
                </a:lnTo>
                <a:cubicBezTo>
                  <a:pt x="1647" y="4801"/>
                  <a:pt x="1584" y="4711"/>
                  <a:pt x="1570" y="4688"/>
                </a:cubicBezTo>
                <a:cubicBezTo>
                  <a:pt x="1500" y="4579"/>
                  <a:pt x="1439" y="4465"/>
                  <a:pt x="1382" y="4347"/>
                </a:cubicBezTo>
                <a:cubicBezTo>
                  <a:pt x="1372" y="4327"/>
                  <a:pt x="1369" y="4322"/>
                  <a:pt x="1368" y="4322"/>
                </a:cubicBezTo>
                <a:lnTo>
                  <a:pt x="1368" y="4322"/>
                </a:lnTo>
                <a:cubicBezTo>
                  <a:pt x="1368" y="4322"/>
                  <a:pt x="1368" y="4322"/>
                  <a:pt x="1368" y="4322"/>
                </a:cubicBezTo>
                <a:lnTo>
                  <a:pt x="1368" y="4322"/>
                </a:lnTo>
                <a:cubicBezTo>
                  <a:pt x="1366" y="4315"/>
                  <a:pt x="1360" y="4299"/>
                  <a:pt x="1348" y="4265"/>
                </a:cubicBezTo>
                <a:cubicBezTo>
                  <a:pt x="1329" y="4210"/>
                  <a:pt x="1308" y="4155"/>
                  <a:pt x="1291" y="4101"/>
                </a:cubicBezTo>
                <a:cubicBezTo>
                  <a:pt x="1251" y="3974"/>
                  <a:pt x="1220" y="3848"/>
                  <a:pt x="1197" y="3717"/>
                </a:cubicBezTo>
                <a:cubicBezTo>
                  <a:pt x="1192" y="3696"/>
                  <a:pt x="1179" y="3596"/>
                  <a:pt x="1178" y="3596"/>
                </a:cubicBezTo>
                <a:lnTo>
                  <a:pt x="1178" y="3596"/>
                </a:lnTo>
                <a:cubicBezTo>
                  <a:pt x="1178" y="3596"/>
                  <a:pt x="1179" y="3606"/>
                  <a:pt x="1182" y="3633"/>
                </a:cubicBezTo>
                <a:cubicBezTo>
                  <a:pt x="1173" y="3568"/>
                  <a:pt x="1167" y="3502"/>
                  <a:pt x="1165" y="3437"/>
                </a:cubicBezTo>
                <a:cubicBezTo>
                  <a:pt x="1157" y="3304"/>
                  <a:pt x="1157" y="3174"/>
                  <a:pt x="1165" y="3041"/>
                </a:cubicBezTo>
                <a:cubicBezTo>
                  <a:pt x="1167" y="3011"/>
                  <a:pt x="1179" y="2898"/>
                  <a:pt x="1181" y="2870"/>
                </a:cubicBezTo>
                <a:lnTo>
                  <a:pt x="1181" y="2870"/>
                </a:lnTo>
                <a:cubicBezTo>
                  <a:pt x="1186" y="2847"/>
                  <a:pt x="1203" y="2750"/>
                  <a:pt x="1209" y="2721"/>
                </a:cubicBezTo>
                <a:cubicBezTo>
                  <a:pt x="1239" y="2580"/>
                  <a:pt x="1281" y="2443"/>
                  <a:pt x="1327" y="2306"/>
                </a:cubicBezTo>
                <a:cubicBezTo>
                  <a:pt x="1342" y="2262"/>
                  <a:pt x="1345" y="2248"/>
                  <a:pt x="1346" y="2244"/>
                </a:cubicBezTo>
                <a:lnTo>
                  <a:pt x="1346" y="2244"/>
                </a:lnTo>
                <a:cubicBezTo>
                  <a:pt x="1348" y="2241"/>
                  <a:pt x="1355" y="2229"/>
                  <a:pt x="1376" y="2188"/>
                </a:cubicBezTo>
                <a:cubicBezTo>
                  <a:pt x="1407" y="2125"/>
                  <a:pt x="1439" y="2059"/>
                  <a:pt x="1475" y="1998"/>
                </a:cubicBezTo>
                <a:cubicBezTo>
                  <a:pt x="1511" y="1937"/>
                  <a:pt x="1551" y="1878"/>
                  <a:pt x="1588" y="1819"/>
                </a:cubicBezTo>
                <a:cubicBezTo>
                  <a:pt x="1603" y="1799"/>
                  <a:pt x="1618" y="1779"/>
                  <a:pt x="1632" y="1759"/>
                </a:cubicBezTo>
                <a:lnTo>
                  <a:pt x="1632" y="1759"/>
                </a:lnTo>
                <a:cubicBezTo>
                  <a:pt x="1639" y="1751"/>
                  <a:pt x="1646" y="1741"/>
                  <a:pt x="1654" y="1733"/>
                </a:cubicBezTo>
                <a:cubicBezTo>
                  <a:pt x="1744" y="1632"/>
                  <a:pt x="1839" y="1535"/>
                  <a:pt x="1945" y="1446"/>
                </a:cubicBezTo>
                <a:cubicBezTo>
                  <a:pt x="1949" y="1443"/>
                  <a:pt x="1952" y="1440"/>
                  <a:pt x="1955" y="1437"/>
                </a:cubicBezTo>
                <a:lnTo>
                  <a:pt x="1955" y="1437"/>
                </a:lnTo>
                <a:cubicBezTo>
                  <a:pt x="1958" y="1435"/>
                  <a:pt x="1960" y="1434"/>
                  <a:pt x="1963" y="1431"/>
                </a:cubicBezTo>
                <a:cubicBezTo>
                  <a:pt x="1993" y="1410"/>
                  <a:pt x="2022" y="1389"/>
                  <a:pt x="2054" y="1370"/>
                </a:cubicBezTo>
                <a:cubicBezTo>
                  <a:pt x="2115" y="1328"/>
                  <a:pt x="2180" y="1292"/>
                  <a:pt x="2246" y="1257"/>
                </a:cubicBezTo>
                <a:cubicBezTo>
                  <a:pt x="2372" y="1191"/>
                  <a:pt x="2412" y="1174"/>
                  <a:pt x="2604" y="1120"/>
                </a:cubicBezTo>
                <a:cubicBezTo>
                  <a:pt x="2802" y="1065"/>
                  <a:pt x="2859" y="1059"/>
                  <a:pt x="3023" y="1044"/>
                </a:cubicBezTo>
                <a:cubicBezTo>
                  <a:pt x="3046" y="1042"/>
                  <a:pt x="3069" y="1039"/>
                  <a:pt x="3092" y="1035"/>
                </a:cubicBezTo>
                <a:lnTo>
                  <a:pt x="3092" y="1035"/>
                </a:lnTo>
                <a:cubicBezTo>
                  <a:pt x="3113" y="1033"/>
                  <a:pt x="3134" y="1031"/>
                  <a:pt x="3156" y="1027"/>
                </a:cubicBezTo>
                <a:cubicBezTo>
                  <a:pt x="3317" y="1000"/>
                  <a:pt x="3479" y="986"/>
                  <a:pt x="3639" y="986"/>
                </a:cubicBezTo>
                <a:close/>
                <a:moveTo>
                  <a:pt x="3656" y="0"/>
                </a:moveTo>
                <a:cubicBezTo>
                  <a:pt x="3424" y="0"/>
                  <a:pt x="3191" y="20"/>
                  <a:pt x="2962" y="55"/>
                </a:cubicBezTo>
                <a:lnTo>
                  <a:pt x="2962" y="55"/>
                </a:lnTo>
                <a:cubicBezTo>
                  <a:pt x="1592" y="189"/>
                  <a:pt x="506" y="1128"/>
                  <a:pt x="238" y="2500"/>
                </a:cubicBezTo>
                <a:cubicBezTo>
                  <a:pt x="0" y="3730"/>
                  <a:pt x="360" y="5131"/>
                  <a:pt x="1367" y="5933"/>
                </a:cubicBezTo>
                <a:cubicBezTo>
                  <a:pt x="1934" y="6385"/>
                  <a:pt x="2656" y="6602"/>
                  <a:pt x="3382" y="6602"/>
                </a:cubicBezTo>
                <a:cubicBezTo>
                  <a:pt x="4138" y="6602"/>
                  <a:pt x="4898" y="6367"/>
                  <a:pt x="5494" y="5917"/>
                </a:cubicBezTo>
                <a:cubicBezTo>
                  <a:pt x="6607" y="5078"/>
                  <a:pt x="7041" y="3580"/>
                  <a:pt x="6659" y="2253"/>
                </a:cubicBezTo>
                <a:cubicBezTo>
                  <a:pt x="6453" y="1537"/>
                  <a:pt x="6015" y="905"/>
                  <a:pt x="5393" y="488"/>
                </a:cubicBezTo>
                <a:cubicBezTo>
                  <a:pt x="4872" y="137"/>
                  <a:pt x="4267" y="0"/>
                  <a:pt x="365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048" name="Google Shape;10048;p18"/>
          <p:cNvGrpSpPr/>
          <p:nvPr/>
        </p:nvGrpSpPr>
        <p:grpSpPr>
          <a:xfrm rot="6300357">
            <a:off x="7074685" y="581435"/>
            <a:ext cx="707993" cy="442801"/>
            <a:chOff x="1445125" y="3867675"/>
            <a:chExt cx="803300" cy="502950"/>
          </a:xfrm>
        </p:grpSpPr>
        <p:sp>
          <p:nvSpPr>
            <p:cNvPr id="10049" name="Google Shape;10049;p18"/>
            <p:cNvSpPr/>
            <p:nvPr/>
          </p:nvSpPr>
          <p:spPr>
            <a:xfrm>
              <a:off x="1445125" y="3867675"/>
              <a:ext cx="535450" cy="502950"/>
            </a:xfrm>
            <a:custGeom>
              <a:rect b="b" l="l" r="r" t="t"/>
              <a:pathLst>
                <a:path extrusionOk="0" h="20118" w="21418">
                  <a:moveTo>
                    <a:pt x="5846" y="993"/>
                  </a:moveTo>
                  <a:cubicBezTo>
                    <a:pt x="6726" y="993"/>
                    <a:pt x="7300" y="1814"/>
                    <a:pt x="7545" y="2688"/>
                  </a:cubicBezTo>
                  <a:cubicBezTo>
                    <a:pt x="7686" y="3200"/>
                    <a:pt x="7749" y="3726"/>
                    <a:pt x="7770" y="4255"/>
                  </a:cubicBezTo>
                  <a:cubicBezTo>
                    <a:pt x="7787" y="4700"/>
                    <a:pt x="7676" y="5216"/>
                    <a:pt x="7812" y="5641"/>
                  </a:cubicBezTo>
                  <a:cubicBezTo>
                    <a:pt x="8017" y="6280"/>
                    <a:pt x="8790" y="6621"/>
                    <a:pt x="9352" y="6861"/>
                  </a:cubicBezTo>
                  <a:cubicBezTo>
                    <a:pt x="10899" y="7523"/>
                    <a:pt x="12588" y="7895"/>
                    <a:pt x="14238" y="8195"/>
                  </a:cubicBezTo>
                  <a:cubicBezTo>
                    <a:pt x="14279" y="8202"/>
                    <a:pt x="14320" y="8206"/>
                    <a:pt x="14360" y="8206"/>
                  </a:cubicBezTo>
                  <a:cubicBezTo>
                    <a:pt x="14538" y="8206"/>
                    <a:pt x="14697" y="8128"/>
                    <a:pt x="14800" y="7965"/>
                  </a:cubicBezTo>
                  <a:cubicBezTo>
                    <a:pt x="15658" y="6602"/>
                    <a:pt x="16673" y="5266"/>
                    <a:pt x="17868" y="4181"/>
                  </a:cubicBezTo>
                  <a:cubicBezTo>
                    <a:pt x="18246" y="3837"/>
                    <a:pt x="19055" y="3130"/>
                    <a:pt x="19662" y="3130"/>
                  </a:cubicBezTo>
                  <a:cubicBezTo>
                    <a:pt x="19761" y="3130"/>
                    <a:pt x="19855" y="3149"/>
                    <a:pt x="19941" y="3191"/>
                  </a:cubicBezTo>
                  <a:cubicBezTo>
                    <a:pt x="19972" y="3206"/>
                    <a:pt x="20042" y="3282"/>
                    <a:pt x="20078" y="3334"/>
                  </a:cubicBezTo>
                  <a:cubicBezTo>
                    <a:pt x="20170" y="3474"/>
                    <a:pt x="20200" y="3554"/>
                    <a:pt x="20244" y="3703"/>
                  </a:cubicBezTo>
                  <a:cubicBezTo>
                    <a:pt x="20356" y="4074"/>
                    <a:pt x="20385" y="4459"/>
                    <a:pt x="20391" y="4845"/>
                  </a:cubicBezTo>
                  <a:cubicBezTo>
                    <a:pt x="20434" y="7253"/>
                    <a:pt x="19715" y="9724"/>
                    <a:pt x="18959" y="11987"/>
                  </a:cubicBezTo>
                  <a:cubicBezTo>
                    <a:pt x="18546" y="13223"/>
                    <a:pt x="18074" y="14443"/>
                    <a:pt x="17505" y="15619"/>
                  </a:cubicBezTo>
                  <a:cubicBezTo>
                    <a:pt x="16974" y="16720"/>
                    <a:pt x="16385" y="17795"/>
                    <a:pt x="15472" y="18631"/>
                  </a:cubicBezTo>
                  <a:cubicBezTo>
                    <a:pt x="15279" y="18808"/>
                    <a:pt x="15055" y="19008"/>
                    <a:pt x="14800" y="19090"/>
                  </a:cubicBezTo>
                  <a:cubicBezTo>
                    <a:pt x="14731" y="19114"/>
                    <a:pt x="14679" y="19127"/>
                    <a:pt x="14633" y="19127"/>
                  </a:cubicBezTo>
                  <a:cubicBezTo>
                    <a:pt x="14584" y="19127"/>
                    <a:pt x="14541" y="19112"/>
                    <a:pt x="14491" y="19078"/>
                  </a:cubicBezTo>
                  <a:cubicBezTo>
                    <a:pt x="14179" y="18859"/>
                    <a:pt x="14040" y="18279"/>
                    <a:pt x="13943" y="17913"/>
                  </a:cubicBezTo>
                  <a:cubicBezTo>
                    <a:pt x="13496" y="16204"/>
                    <a:pt x="13420" y="14392"/>
                    <a:pt x="13231" y="12644"/>
                  </a:cubicBezTo>
                  <a:cubicBezTo>
                    <a:pt x="13231" y="12642"/>
                    <a:pt x="13231" y="12641"/>
                    <a:pt x="13230" y="12640"/>
                  </a:cubicBezTo>
                  <a:lnTo>
                    <a:pt x="13230" y="12640"/>
                  </a:lnTo>
                  <a:cubicBezTo>
                    <a:pt x="13241" y="12479"/>
                    <a:pt x="13172" y="12316"/>
                    <a:pt x="12984" y="12214"/>
                  </a:cubicBezTo>
                  <a:cubicBezTo>
                    <a:pt x="12340" y="11860"/>
                    <a:pt x="11598" y="11675"/>
                    <a:pt x="10890" y="11496"/>
                  </a:cubicBezTo>
                  <a:cubicBezTo>
                    <a:pt x="10069" y="11291"/>
                    <a:pt x="9239" y="11119"/>
                    <a:pt x="8404" y="10971"/>
                  </a:cubicBezTo>
                  <a:cubicBezTo>
                    <a:pt x="7943" y="10890"/>
                    <a:pt x="7439" y="10757"/>
                    <a:pt x="6964" y="10757"/>
                  </a:cubicBezTo>
                  <a:cubicBezTo>
                    <a:pt x="6933" y="10757"/>
                    <a:pt x="6903" y="10757"/>
                    <a:pt x="6873" y="10758"/>
                  </a:cubicBezTo>
                  <a:cubicBezTo>
                    <a:pt x="6281" y="10782"/>
                    <a:pt x="5857" y="11237"/>
                    <a:pt x="5518" y="11671"/>
                  </a:cubicBezTo>
                  <a:cubicBezTo>
                    <a:pt x="4848" y="12532"/>
                    <a:pt x="4110" y="13945"/>
                    <a:pt x="2900" y="13945"/>
                  </a:cubicBezTo>
                  <a:cubicBezTo>
                    <a:pt x="2748" y="13945"/>
                    <a:pt x="2589" y="13923"/>
                    <a:pt x="2421" y="13874"/>
                  </a:cubicBezTo>
                  <a:cubicBezTo>
                    <a:pt x="1265" y="13539"/>
                    <a:pt x="1147" y="12161"/>
                    <a:pt x="1191" y="11150"/>
                  </a:cubicBezTo>
                  <a:cubicBezTo>
                    <a:pt x="1259" y="9547"/>
                    <a:pt x="1735" y="7959"/>
                    <a:pt x="2242" y="6446"/>
                  </a:cubicBezTo>
                  <a:cubicBezTo>
                    <a:pt x="2666" y="5186"/>
                    <a:pt x="3155" y="3943"/>
                    <a:pt x="3669" y="2717"/>
                  </a:cubicBezTo>
                  <a:cubicBezTo>
                    <a:pt x="4014" y="1894"/>
                    <a:pt x="4701" y="1150"/>
                    <a:pt x="5619" y="1011"/>
                  </a:cubicBezTo>
                  <a:cubicBezTo>
                    <a:pt x="5697" y="999"/>
                    <a:pt x="5772" y="993"/>
                    <a:pt x="5846" y="993"/>
                  </a:cubicBezTo>
                  <a:close/>
                  <a:moveTo>
                    <a:pt x="5851" y="1"/>
                  </a:moveTo>
                  <a:cubicBezTo>
                    <a:pt x="4753" y="1"/>
                    <a:pt x="3750" y="699"/>
                    <a:pt x="3144" y="1580"/>
                  </a:cubicBezTo>
                  <a:cubicBezTo>
                    <a:pt x="2849" y="2009"/>
                    <a:pt x="2683" y="2515"/>
                    <a:pt x="2487" y="2993"/>
                  </a:cubicBezTo>
                  <a:cubicBezTo>
                    <a:pt x="2217" y="3653"/>
                    <a:pt x="1954" y="4314"/>
                    <a:pt x="1705" y="4982"/>
                  </a:cubicBezTo>
                  <a:cubicBezTo>
                    <a:pt x="1113" y="6581"/>
                    <a:pt x="576" y="8224"/>
                    <a:pt x="323" y="9914"/>
                  </a:cubicBezTo>
                  <a:cubicBezTo>
                    <a:pt x="121" y="11253"/>
                    <a:pt x="1" y="12901"/>
                    <a:pt x="913" y="14026"/>
                  </a:cubicBezTo>
                  <a:cubicBezTo>
                    <a:pt x="1411" y="14639"/>
                    <a:pt x="2111" y="14918"/>
                    <a:pt x="2824" y="14918"/>
                  </a:cubicBezTo>
                  <a:cubicBezTo>
                    <a:pt x="3509" y="14918"/>
                    <a:pt x="4207" y="14660"/>
                    <a:pt x="4751" y="14192"/>
                  </a:cubicBezTo>
                  <a:cubicBezTo>
                    <a:pt x="5371" y="13659"/>
                    <a:pt x="5777" y="12949"/>
                    <a:pt x="6272" y="12311"/>
                  </a:cubicBezTo>
                  <a:cubicBezTo>
                    <a:pt x="6566" y="11931"/>
                    <a:pt x="6732" y="11776"/>
                    <a:pt x="7065" y="11776"/>
                  </a:cubicBezTo>
                  <a:cubicBezTo>
                    <a:pt x="7129" y="11776"/>
                    <a:pt x="7199" y="11782"/>
                    <a:pt x="7277" y="11793"/>
                  </a:cubicBezTo>
                  <a:cubicBezTo>
                    <a:pt x="8166" y="11915"/>
                    <a:pt x="9053" y="12094"/>
                    <a:pt x="9930" y="12292"/>
                  </a:cubicBezTo>
                  <a:cubicBezTo>
                    <a:pt x="10726" y="12472"/>
                    <a:pt x="11550" y="12626"/>
                    <a:pt x="12268" y="12966"/>
                  </a:cubicBezTo>
                  <a:lnTo>
                    <a:pt x="12268" y="12966"/>
                  </a:lnTo>
                  <a:cubicBezTo>
                    <a:pt x="12439" y="14633"/>
                    <a:pt x="12548" y="16332"/>
                    <a:pt x="12930" y="17963"/>
                  </a:cubicBezTo>
                  <a:cubicBezTo>
                    <a:pt x="13136" y="18845"/>
                    <a:pt x="13555" y="20118"/>
                    <a:pt x="14640" y="20118"/>
                  </a:cubicBezTo>
                  <a:cubicBezTo>
                    <a:pt x="14672" y="20118"/>
                    <a:pt x="14706" y="20116"/>
                    <a:pt x="14739" y="20114"/>
                  </a:cubicBezTo>
                  <a:cubicBezTo>
                    <a:pt x="15314" y="20074"/>
                    <a:pt x="15818" y="19674"/>
                    <a:pt x="16220" y="19295"/>
                  </a:cubicBezTo>
                  <a:cubicBezTo>
                    <a:pt x="16778" y="18770"/>
                    <a:pt x="17242" y="18165"/>
                    <a:pt x="17630" y="17506"/>
                  </a:cubicBezTo>
                  <a:cubicBezTo>
                    <a:pt x="18329" y="16326"/>
                    <a:pt x="18879" y="15058"/>
                    <a:pt x="19372" y="13779"/>
                  </a:cubicBezTo>
                  <a:cubicBezTo>
                    <a:pt x="20387" y="11140"/>
                    <a:pt x="21255" y="8266"/>
                    <a:pt x="21379" y="5422"/>
                  </a:cubicBezTo>
                  <a:cubicBezTo>
                    <a:pt x="21417" y="4558"/>
                    <a:pt x="21409" y="3509"/>
                    <a:pt x="20893" y="2768"/>
                  </a:cubicBezTo>
                  <a:cubicBezTo>
                    <a:pt x="20591" y="2334"/>
                    <a:pt x="20167" y="2169"/>
                    <a:pt x="19717" y="2169"/>
                  </a:cubicBezTo>
                  <a:cubicBezTo>
                    <a:pt x="19269" y="2169"/>
                    <a:pt x="18796" y="2332"/>
                    <a:pt x="18392" y="2557"/>
                  </a:cubicBezTo>
                  <a:cubicBezTo>
                    <a:pt x="17206" y="3219"/>
                    <a:pt x="16258" y="4331"/>
                    <a:pt x="15430" y="5382"/>
                  </a:cubicBezTo>
                  <a:cubicBezTo>
                    <a:pt x="14975" y="5959"/>
                    <a:pt x="14535" y="6551"/>
                    <a:pt x="14131" y="7165"/>
                  </a:cubicBezTo>
                  <a:lnTo>
                    <a:pt x="14131" y="7165"/>
                  </a:lnTo>
                  <a:cubicBezTo>
                    <a:pt x="12741" y="6903"/>
                    <a:pt x="11340" y="6572"/>
                    <a:pt x="10022" y="6067"/>
                  </a:cubicBezTo>
                  <a:cubicBezTo>
                    <a:pt x="9692" y="5938"/>
                    <a:pt x="9355" y="5795"/>
                    <a:pt x="9057" y="5599"/>
                  </a:cubicBezTo>
                  <a:cubicBezTo>
                    <a:pt x="8975" y="5544"/>
                    <a:pt x="8902" y="5490"/>
                    <a:pt x="8830" y="5420"/>
                  </a:cubicBezTo>
                  <a:cubicBezTo>
                    <a:pt x="8801" y="5393"/>
                    <a:pt x="8791" y="5386"/>
                    <a:pt x="8788" y="5385"/>
                  </a:cubicBezTo>
                  <a:lnTo>
                    <a:pt x="8788" y="5385"/>
                  </a:lnTo>
                  <a:cubicBezTo>
                    <a:pt x="8787" y="5381"/>
                    <a:pt x="8781" y="5370"/>
                    <a:pt x="8767" y="5346"/>
                  </a:cubicBezTo>
                  <a:cubicBezTo>
                    <a:pt x="8764" y="5342"/>
                    <a:pt x="8761" y="5338"/>
                    <a:pt x="8759" y="5334"/>
                  </a:cubicBezTo>
                  <a:lnTo>
                    <a:pt x="8759" y="5334"/>
                  </a:lnTo>
                  <a:cubicBezTo>
                    <a:pt x="8759" y="5333"/>
                    <a:pt x="8759" y="5331"/>
                    <a:pt x="8758" y="5329"/>
                  </a:cubicBezTo>
                  <a:cubicBezTo>
                    <a:pt x="8680" y="4813"/>
                    <a:pt x="8779" y="4238"/>
                    <a:pt x="8729" y="3712"/>
                  </a:cubicBezTo>
                  <a:cubicBezTo>
                    <a:pt x="8683" y="3244"/>
                    <a:pt x="8611" y="2774"/>
                    <a:pt x="8476" y="2325"/>
                  </a:cubicBezTo>
                  <a:cubicBezTo>
                    <a:pt x="8116" y="1129"/>
                    <a:pt x="7256" y="33"/>
                    <a:pt x="5914" y="2"/>
                  </a:cubicBezTo>
                  <a:cubicBezTo>
                    <a:pt x="5893" y="1"/>
                    <a:pt x="5872" y="1"/>
                    <a:pt x="585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50" name="Google Shape;10050;p18"/>
            <p:cNvSpPr/>
            <p:nvPr/>
          </p:nvSpPr>
          <p:spPr>
            <a:xfrm>
              <a:off x="1903525" y="4088100"/>
              <a:ext cx="344900" cy="185850"/>
            </a:xfrm>
            <a:custGeom>
              <a:rect b="b" l="l" r="r" t="t"/>
              <a:pathLst>
                <a:path extrusionOk="0" h="7434" w="13796">
                  <a:moveTo>
                    <a:pt x="2035" y="1"/>
                  </a:moveTo>
                  <a:cubicBezTo>
                    <a:pt x="1593" y="1"/>
                    <a:pt x="1301" y="661"/>
                    <a:pt x="1777" y="928"/>
                  </a:cubicBezTo>
                  <a:cubicBezTo>
                    <a:pt x="5023" y="2748"/>
                    <a:pt x="8420" y="4238"/>
                    <a:pt x="11476" y="6352"/>
                  </a:cubicBezTo>
                  <a:lnTo>
                    <a:pt x="11476" y="6352"/>
                  </a:lnTo>
                  <a:cubicBezTo>
                    <a:pt x="7847" y="6103"/>
                    <a:pt x="4252" y="5482"/>
                    <a:pt x="636" y="5110"/>
                  </a:cubicBezTo>
                  <a:cubicBezTo>
                    <a:pt x="615" y="5108"/>
                    <a:pt x="596" y="5107"/>
                    <a:pt x="577" y="5107"/>
                  </a:cubicBezTo>
                  <a:cubicBezTo>
                    <a:pt x="0" y="5107"/>
                    <a:pt x="24" y="6045"/>
                    <a:pt x="636" y="6106"/>
                  </a:cubicBezTo>
                  <a:cubicBezTo>
                    <a:pt x="4792" y="6534"/>
                    <a:pt x="8919" y="7290"/>
                    <a:pt x="13101" y="7434"/>
                  </a:cubicBezTo>
                  <a:cubicBezTo>
                    <a:pt x="13106" y="7434"/>
                    <a:pt x="13111" y="7434"/>
                    <a:pt x="13115" y="7434"/>
                  </a:cubicBezTo>
                  <a:cubicBezTo>
                    <a:pt x="13508" y="7434"/>
                    <a:pt x="13796" y="6851"/>
                    <a:pt x="13455" y="6582"/>
                  </a:cubicBezTo>
                  <a:cubicBezTo>
                    <a:pt x="11767" y="5262"/>
                    <a:pt x="9981" y="4109"/>
                    <a:pt x="8087" y="3106"/>
                  </a:cubicBezTo>
                  <a:cubicBezTo>
                    <a:pt x="6157" y="2083"/>
                    <a:pt x="4187" y="1139"/>
                    <a:pt x="2281" y="69"/>
                  </a:cubicBezTo>
                  <a:cubicBezTo>
                    <a:pt x="2197" y="21"/>
                    <a:pt x="2114" y="1"/>
                    <a:pt x="20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51" name="Google Shape;10051;p18"/>
            <p:cNvSpPr/>
            <p:nvPr/>
          </p:nvSpPr>
          <p:spPr>
            <a:xfrm>
              <a:off x="1462675" y="3884050"/>
              <a:ext cx="125100" cy="332450"/>
            </a:xfrm>
            <a:custGeom>
              <a:rect b="b" l="l" r="r" t="t"/>
              <a:pathLst>
                <a:path extrusionOk="0" h="13298" w="5004">
                  <a:moveTo>
                    <a:pt x="4226" y="0"/>
                  </a:moveTo>
                  <a:cubicBezTo>
                    <a:pt x="3978" y="0"/>
                    <a:pt x="3745" y="159"/>
                    <a:pt x="3776" y="478"/>
                  </a:cubicBezTo>
                  <a:cubicBezTo>
                    <a:pt x="3995" y="2762"/>
                    <a:pt x="3470" y="4910"/>
                    <a:pt x="2764" y="7066"/>
                  </a:cubicBezTo>
                  <a:cubicBezTo>
                    <a:pt x="2160" y="8913"/>
                    <a:pt x="1574" y="10906"/>
                    <a:pt x="310" y="12425"/>
                  </a:cubicBezTo>
                  <a:cubicBezTo>
                    <a:pt x="1" y="12799"/>
                    <a:pt x="333" y="13298"/>
                    <a:pt x="690" y="13298"/>
                  </a:cubicBezTo>
                  <a:cubicBezTo>
                    <a:pt x="802" y="13298"/>
                    <a:pt x="916" y="13249"/>
                    <a:pt x="1014" y="13131"/>
                  </a:cubicBezTo>
                  <a:cubicBezTo>
                    <a:pt x="2366" y="11506"/>
                    <a:pt x="3030" y="9452"/>
                    <a:pt x="3679" y="7474"/>
                  </a:cubicBezTo>
                  <a:cubicBezTo>
                    <a:pt x="4424" y="5193"/>
                    <a:pt x="5004" y="2899"/>
                    <a:pt x="4772" y="478"/>
                  </a:cubicBezTo>
                  <a:cubicBezTo>
                    <a:pt x="4741" y="160"/>
                    <a:pt x="4476" y="0"/>
                    <a:pt x="42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052" name="Google Shape;10052;p18"/>
          <p:cNvSpPr txBox="1"/>
          <p:nvPr/>
        </p:nvSpPr>
        <p:spPr>
          <a:xfrm>
            <a:off x="1341761" y="772271"/>
            <a:ext cx="5982000" cy="49241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000" u="none" cap="none" strike="noStrike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rPr>
              <a:t>VISUAL ARTS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56" name="Shape 10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7" name="Google Shape;10057;p19"/>
          <p:cNvSpPr/>
          <p:nvPr/>
        </p:nvSpPr>
        <p:spPr>
          <a:xfrm>
            <a:off x="7818975" y="1147025"/>
            <a:ext cx="117525" cy="110100"/>
          </a:xfrm>
          <a:custGeom>
            <a:rect b="b" l="l" r="r" t="t"/>
            <a:pathLst>
              <a:path extrusionOk="0" h="4404" w="4701">
                <a:moveTo>
                  <a:pt x="1951" y="1032"/>
                </a:moveTo>
                <a:cubicBezTo>
                  <a:pt x="1950" y="1033"/>
                  <a:pt x="1949" y="1033"/>
                  <a:pt x="1947" y="1033"/>
                </a:cubicBezTo>
                <a:cubicBezTo>
                  <a:pt x="1948" y="1033"/>
                  <a:pt x="1950" y="1033"/>
                  <a:pt x="1951" y="1032"/>
                </a:cubicBezTo>
                <a:close/>
                <a:moveTo>
                  <a:pt x="2857" y="1059"/>
                </a:moveTo>
                <a:cubicBezTo>
                  <a:pt x="2871" y="1059"/>
                  <a:pt x="2889" y="1066"/>
                  <a:pt x="2907" y="1075"/>
                </a:cubicBezTo>
                <a:lnTo>
                  <a:pt x="2907" y="1075"/>
                </a:lnTo>
                <a:cubicBezTo>
                  <a:pt x="2887" y="1068"/>
                  <a:pt x="2858" y="1059"/>
                  <a:pt x="2857" y="1059"/>
                </a:cubicBezTo>
                <a:close/>
                <a:moveTo>
                  <a:pt x="3091" y="1185"/>
                </a:moveTo>
                <a:cubicBezTo>
                  <a:pt x="3091" y="1185"/>
                  <a:pt x="3091" y="1185"/>
                  <a:pt x="3091" y="1185"/>
                </a:cubicBezTo>
                <a:lnTo>
                  <a:pt x="3091" y="1185"/>
                </a:lnTo>
                <a:cubicBezTo>
                  <a:pt x="3091" y="1185"/>
                  <a:pt x="3091" y="1185"/>
                  <a:pt x="3091" y="1185"/>
                </a:cubicBezTo>
                <a:close/>
                <a:moveTo>
                  <a:pt x="3104" y="1198"/>
                </a:moveTo>
                <a:cubicBezTo>
                  <a:pt x="3111" y="1203"/>
                  <a:pt x="3118" y="1208"/>
                  <a:pt x="3125" y="1213"/>
                </a:cubicBezTo>
                <a:cubicBezTo>
                  <a:pt x="3142" y="1224"/>
                  <a:pt x="3149" y="1229"/>
                  <a:pt x="3148" y="1229"/>
                </a:cubicBezTo>
                <a:cubicBezTo>
                  <a:pt x="3148" y="1229"/>
                  <a:pt x="3121" y="1211"/>
                  <a:pt x="3104" y="1198"/>
                </a:cubicBezTo>
                <a:close/>
                <a:moveTo>
                  <a:pt x="1747" y="3319"/>
                </a:moveTo>
                <a:cubicBezTo>
                  <a:pt x="1767" y="3326"/>
                  <a:pt x="1803" y="3338"/>
                  <a:pt x="1802" y="3338"/>
                </a:cubicBezTo>
                <a:cubicBezTo>
                  <a:pt x="1800" y="3339"/>
                  <a:pt x="1799" y="3339"/>
                  <a:pt x="1797" y="3339"/>
                </a:cubicBezTo>
                <a:cubicBezTo>
                  <a:pt x="1785" y="3339"/>
                  <a:pt x="1766" y="3330"/>
                  <a:pt x="1747" y="3319"/>
                </a:cubicBezTo>
                <a:close/>
                <a:moveTo>
                  <a:pt x="2463" y="3393"/>
                </a:moveTo>
                <a:cubicBezTo>
                  <a:pt x="2461" y="3393"/>
                  <a:pt x="2459" y="3393"/>
                  <a:pt x="2456" y="3393"/>
                </a:cubicBezTo>
                <a:lnTo>
                  <a:pt x="2456" y="3393"/>
                </a:lnTo>
                <a:cubicBezTo>
                  <a:pt x="2459" y="3393"/>
                  <a:pt x="2462" y="3393"/>
                  <a:pt x="2463" y="3393"/>
                </a:cubicBezTo>
                <a:close/>
                <a:moveTo>
                  <a:pt x="2387" y="989"/>
                </a:moveTo>
                <a:cubicBezTo>
                  <a:pt x="2440" y="989"/>
                  <a:pt x="2491" y="989"/>
                  <a:pt x="2541" y="993"/>
                </a:cubicBezTo>
                <a:cubicBezTo>
                  <a:pt x="2560" y="993"/>
                  <a:pt x="2582" y="997"/>
                  <a:pt x="2601" y="998"/>
                </a:cubicBezTo>
                <a:lnTo>
                  <a:pt x="2601" y="998"/>
                </a:lnTo>
                <a:cubicBezTo>
                  <a:pt x="2682" y="1018"/>
                  <a:pt x="2761" y="1029"/>
                  <a:pt x="2840" y="1057"/>
                </a:cubicBezTo>
                <a:cubicBezTo>
                  <a:pt x="2857" y="1061"/>
                  <a:pt x="2876" y="1069"/>
                  <a:pt x="2895" y="1076"/>
                </a:cubicBezTo>
                <a:cubicBezTo>
                  <a:pt x="2906" y="1079"/>
                  <a:pt x="2914" y="1081"/>
                  <a:pt x="2919" y="1082"/>
                </a:cubicBezTo>
                <a:lnTo>
                  <a:pt x="2919" y="1082"/>
                </a:lnTo>
                <a:cubicBezTo>
                  <a:pt x="2944" y="1096"/>
                  <a:pt x="2968" y="1113"/>
                  <a:pt x="2984" y="1122"/>
                </a:cubicBezTo>
                <a:cubicBezTo>
                  <a:pt x="3015" y="1139"/>
                  <a:pt x="3049" y="1160"/>
                  <a:pt x="3080" y="1181"/>
                </a:cubicBezTo>
                <a:cubicBezTo>
                  <a:pt x="3084" y="1184"/>
                  <a:pt x="3088" y="1186"/>
                  <a:pt x="3092" y="1189"/>
                </a:cubicBezTo>
                <a:lnTo>
                  <a:pt x="3092" y="1189"/>
                </a:lnTo>
                <a:cubicBezTo>
                  <a:pt x="3107" y="1217"/>
                  <a:pt x="3258" y="1347"/>
                  <a:pt x="3274" y="1366"/>
                </a:cubicBezTo>
                <a:cubicBezTo>
                  <a:pt x="3278" y="1370"/>
                  <a:pt x="3281" y="1374"/>
                  <a:pt x="3284" y="1378"/>
                </a:cubicBezTo>
                <a:lnTo>
                  <a:pt x="3284" y="1378"/>
                </a:lnTo>
                <a:cubicBezTo>
                  <a:pt x="3304" y="1410"/>
                  <a:pt x="3328" y="1440"/>
                  <a:pt x="3348" y="1474"/>
                </a:cubicBezTo>
                <a:cubicBezTo>
                  <a:pt x="3367" y="1503"/>
                  <a:pt x="3386" y="1535"/>
                  <a:pt x="3403" y="1569"/>
                </a:cubicBezTo>
                <a:cubicBezTo>
                  <a:pt x="3409" y="1579"/>
                  <a:pt x="3414" y="1591"/>
                  <a:pt x="3420" y="1604"/>
                </a:cubicBezTo>
                <a:lnTo>
                  <a:pt x="3420" y="1604"/>
                </a:lnTo>
                <a:cubicBezTo>
                  <a:pt x="3420" y="1602"/>
                  <a:pt x="3420" y="1600"/>
                  <a:pt x="3420" y="1598"/>
                </a:cubicBezTo>
                <a:lnTo>
                  <a:pt x="3420" y="1598"/>
                </a:lnTo>
                <a:cubicBezTo>
                  <a:pt x="3420" y="1600"/>
                  <a:pt x="3420" y="1602"/>
                  <a:pt x="3420" y="1604"/>
                </a:cubicBezTo>
                <a:lnTo>
                  <a:pt x="3420" y="1604"/>
                </a:lnTo>
                <a:cubicBezTo>
                  <a:pt x="3420" y="1604"/>
                  <a:pt x="3420" y="1604"/>
                  <a:pt x="3420" y="1604"/>
                </a:cubicBezTo>
                <a:lnTo>
                  <a:pt x="3420" y="1604"/>
                </a:lnTo>
                <a:cubicBezTo>
                  <a:pt x="3420" y="1621"/>
                  <a:pt x="3423" y="1634"/>
                  <a:pt x="3427" y="1644"/>
                </a:cubicBezTo>
                <a:lnTo>
                  <a:pt x="3427" y="1644"/>
                </a:lnTo>
                <a:cubicBezTo>
                  <a:pt x="3423" y="1630"/>
                  <a:pt x="3420" y="1616"/>
                  <a:pt x="3420" y="1604"/>
                </a:cubicBezTo>
                <a:lnTo>
                  <a:pt x="3420" y="1604"/>
                </a:lnTo>
                <a:cubicBezTo>
                  <a:pt x="3422" y="1608"/>
                  <a:pt x="3424" y="1613"/>
                  <a:pt x="3426" y="1617"/>
                </a:cubicBezTo>
                <a:cubicBezTo>
                  <a:pt x="3442" y="1646"/>
                  <a:pt x="3443" y="1659"/>
                  <a:pt x="3439" y="1659"/>
                </a:cubicBezTo>
                <a:cubicBezTo>
                  <a:pt x="3436" y="1659"/>
                  <a:pt x="3432" y="1654"/>
                  <a:pt x="3427" y="1644"/>
                </a:cubicBezTo>
                <a:lnTo>
                  <a:pt x="3427" y="1644"/>
                </a:lnTo>
                <a:cubicBezTo>
                  <a:pt x="3443" y="1697"/>
                  <a:pt x="3479" y="1760"/>
                  <a:pt x="3491" y="1802"/>
                </a:cubicBezTo>
                <a:cubicBezTo>
                  <a:pt x="3500" y="1838"/>
                  <a:pt x="3508" y="1874"/>
                  <a:pt x="3517" y="1910"/>
                </a:cubicBezTo>
                <a:cubicBezTo>
                  <a:pt x="3521" y="1933"/>
                  <a:pt x="3525" y="1954"/>
                  <a:pt x="3529" y="1977"/>
                </a:cubicBezTo>
                <a:cubicBezTo>
                  <a:pt x="3534" y="2005"/>
                  <a:pt x="3537" y="2015"/>
                  <a:pt x="3538" y="2015"/>
                </a:cubicBezTo>
                <a:cubicBezTo>
                  <a:pt x="3540" y="2015"/>
                  <a:pt x="3530" y="1942"/>
                  <a:pt x="3525" y="1939"/>
                </a:cubicBezTo>
                <a:lnTo>
                  <a:pt x="3525" y="1939"/>
                </a:lnTo>
                <a:cubicBezTo>
                  <a:pt x="3550" y="1954"/>
                  <a:pt x="3538" y="2142"/>
                  <a:pt x="3538" y="2173"/>
                </a:cubicBezTo>
                <a:cubicBezTo>
                  <a:pt x="3538" y="2215"/>
                  <a:pt x="3535" y="2257"/>
                  <a:pt x="3533" y="2297"/>
                </a:cubicBezTo>
                <a:cubicBezTo>
                  <a:pt x="3532" y="2312"/>
                  <a:pt x="3530" y="2326"/>
                  <a:pt x="3529" y="2339"/>
                </a:cubicBezTo>
                <a:lnTo>
                  <a:pt x="3529" y="2339"/>
                </a:lnTo>
                <a:cubicBezTo>
                  <a:pt x="3514" y="2409"/>
                  <a:pt x="3504" y="2477"/>
                  <a:pt x="3483" y="2546"/>
                </a:cubicBezTo>
                <a:cubicBezTo>
                  <a:pt x="3472" y="2582"/>
                  <a:pt x="3462" y="2618"/>
                  <a:pt x="3449" y="2651"/>
                </a:cubicBezTo>
                <a:cubicBezTo>
                  <a:pt x="3445" y="2663"/>
                  <a:pt x="3440" y="2676"/>
                  <a:pt x="3436" y="2688"/>
                </a:cubicBezTo>
                <a:lnTo>
                  <a:pt x="3436" y="2688"/>
                </a:lnTo>
                <a:cubicBezTo>
                  <a:pt x="3398" y="2751"/>
                  <a:pt x="3369" y="2818"/>
                  <a:pt x="3329" y="2881"/>
                </a:cubicBezTo>
                <a:cubicBezTo>
                  <a:pt x="3324" y="2889"/>
                  <a:pt x="3300" y="2922"/>
                  <a:pt x="3284" y="2945"/>
                </a:cubicBezTo>
                <a:lnTo>
                  <a:pt x="3284" y="2945"/>
                </a:lnTo>
                <a:cubicBezTo>
                  <a:pt x="3263" y="2968"/>
                  <a:pt x="3232" y="3005"/>
                  <a:pt x="3224" y="3014"/>
                </a:cubicBezTo>
                <a:cubicBezTo>
                  <a:pt x="3198" y="3041"/>
                  <a:pt x="3171" y="3069"/>
                  <a:pt x="3142" y="3094"/>
                </a:cubicBezTo>
                <a:cubicBezTo>
                  <a:pt x="3127" y="3106"/>
                  <a:pt x="3112" y="3119"/>
                  <a:pt x="3099" y="3132"/>
                </a:cubicBezTo>
                <a:cubicBezTo>
                  <a:pt x="3075" y="3154"/>
                  <a:pt x="3071" y="3163"/>
                  <a:pt x="3076" y="3163"/>
                </a:cubicBezTo>
                <a:cubicBezTo>
                  <a:pt x="3076" y="3163"/>
                  <a:pt x="3077" y="3163"/>
                  <a:pt x="3078" y="3162"/>
                </a:cubicBezTo>
                <a:lnTo>
                  <a:pt x="3078" y="3162"/>
                </a:lnTo>
                <a:cubicBezTo>
                  <a:pt x="3021" y="3203"/>
                  <a:pt x="2923" y="3245"/>
                  <a:pt x="2889" y="3262"/>
                </a:cubicBezTo>
                <a:cubicBezTo>
                  <a:pt x="2863" y="3275"/>
                  <a:pt x="2803" y="3296"/>
                  <a:pt x="2805" y="3296"/>
                </a:cubicBezTo>
                <a:cubicBezTo>
                  <a:pt x="2806" y="3296"/>
                  <a:pt x="2822" y="3291"/>
                  <a:pt x="2866" y="3277"/>
                </a:cubicBezTo>
                <a:lnTo>
                  <a:pt x="2866" y="3277"/>
                </a:lnTo>
                <a:cubicBezTo>
                  <a:pt x="2823" y="3292"/>
                  <a:pt x="2783" y="3309"/>
                  <a:pt x="2741" y="3323"/>
                </a:cubicBezTo>
                <a:cubicBezTo>
                  <a:pt x="2642" y="3355"/>
                  <a:pt x="2541" y="3376"/>
                  <a:pt x="2438" y="3395"/>
                </a:cubicBezTo>
                <a:cubicBezTo>
                  <a:pt x="2437" y="3395"/>
                  <a:pt x="2437" y="3395"/>
                  <a:pt x="2437" y="3395"/>
                </a:cubicBezTo>
                <a:lnTo>
                  <a:pt x="2437" y="3395"/>
                </a:lnTo>
                <a:cubicBezTo>
                  <a:pt x="2416" y="3397"/>
                  <a:pt x="2395" y="3400"/>
                  <a:pt x="2375" y="3401"/>
                </a:cubicBezTo>
                <a:cubicBezTo>
                  <a:pt x="2330" y="3403"/>
                  <a:pt x="2284" y="3406"/>
                  <a:pt x="2240" y="3406"/>
                </a:cubicBezTo>
                <a:cubicBezTo>
                  <a:pt x="2226" y="3406"/>
                  <a:pt x="2211" y="3406"/>
                  <a:pt x="2197" y="3406"/>
                </a:cubicBezTo>
                <a:cubicBezTo>
                  <a:pt x="2163" y="3406"/>
                  <a:pt x="2129" y="3405"/>
                  <a:pt x="2094" y="3403"/>
                </a:cubicBezTo>
                <a:cubicBezTo>
                  <a:pt x="2081" y="3402"/>
                  <a:pt x="2067" y="3400"/>
                  <a:pt x="2054" y="3398"/>
                </a:cubicBezTo>
                <a:lnTo>
                  <a:pt x="2054" y="3398"/>
                </a:lnTo>
                <a:cubicBezTo>
                  <a:pt x="1975" y="3376"/>
                  <a:pt x="1893" y="3365"/>
                  <a:pt x="1814" y="3340"/>
                </a:cubicBezTo>
                <a:cubicBezTo>
                  <a:pt x="1797" y="3334"/>
                  <a:pt x="1778" y="3326"/>
                  <a:pt x="1762" y="3321"/>
                </a:cubicBezTo>
                <a:cubicBezTo>
                  <a:pt x="1752" y="3318"/>
                  <a:pt x="1745" y="3316"/>
                  <a:pt x="1740" y="3315"/>
                </a:cubicBezTo>
                <a:lnTo>
                  <a:pt x="1740" y="3315"/>
                </a:lnTo>
                <a:cubicBezTo>
                  <a:pt x="1716" y="3301"/>
                  <a:pt x="1691" y="3283"/>
                  <a:pt x="1679" y="3277"/>
                </a:cubicBezTo>
                <a:cubicBezTo>
                  <a:pt x="1648" y="3258"/>
                  <a:pt x="1616" y="3241"/>
                  <a:pt x="1587" y="3220"/>
                </a:cubicBezTo>
                <a:cubicBezTo>
                  <a:pt x="1572" y="3210"/>
                  <a:pt x="1557" y="3199"/>
                  <a:pt x="1543" y="3191"/>
                </a:cubicBezTo>
                <a:cubicBezTo>
                  <a:pt x="1525" y="3180"/>
                  <a:pt x="1519" y="3175"/>
                  <a:pt x="1519" y="3175"/>
                </a:cubicBezTo>
                <a:lnTo>
                  <a:pt x="1519" y="3175"/>
                </a:lnTo>
                <a:cubicBezTo>
                  <a:pt x="1518" y="3175"/>
                  <a:pt x="1582" y="3218"/>
                  <a:pt x="1580" y="3218"/>
                </a:cubicBezTo>
                <a:cubicBezTo>
                  <a:pt x="1580" y="3218"/>
                  <a:pt x="1579" y="3218"/>
                  <a:pt x="1578" y="3218"/>
                </a:cubicBezTo>
                <a:cubicBezTo>
                  <a:pt x="1542" y="3218"/>
                  <a:pt x="1420" y="3070"/>
                  <a:pt x="1399" y="3045"/>
                </a:cubicBezTo>
                <a:cubicBezTo>
                  <a:pt x="1384" y="3030"/>
                  <a:pt x="1353" y="2977"/>
                  <a:pt x="1351" y="2977"/>
                </a:cubicBezTo>
                <a:lnTo>
                  <a:pt x="1351" y="2977"/>
                </a:lnTo>
                <a:cubicBezTo>
                  <a:pt x="1350" y="2977"/>
                  <a:pt x="1354" y="2985"/>
                  <a:pt x="1363" y="3005"/>
                </a:cubicBezTo>
                <a:cubicBezTo>
                  <a:pt x="1372" y="3025"/>
                  <a:pt x="1375" y="3032"/>
                  <a:pt x="1374" y="3032"/>
                </a:cubicBezTo>
                <a:cubicBezTo>
                  <a:pt x="1372" y="3032"/>
                  <a:pt x="1335" y="2962"/>
                  <a:pt x="1326" y="2946"/>
                </a:cubicBezTo>
                <a:cubicBezTo>
                  <a:pt x="1285" y="2881"/>
                  <a:pt x="1252" y="2814"/>
                  <a:pt x="1215" y="2746"/>
                </a:cubicBezTo>
                <a:lnTo>
                  <a:pt x="1215" y="2746"/>
                </a:lnTo>
                <a:cubicBezTo>
                  <a:pt x="1214" y="2743"/>
                  <a:pt x="1213" y="2740"/>
                  <a:pt x="1212" y="2736"/>
                </a:cubicBezTo>
                <a:cubicBezTo>
                  <a:pt x="1199" y="2702"/>
                  <a:pt x="1187" y="2668"/>
                  <a:pt x="1176" y="2635"/>
                </a:cubicBezTo>
                <a:cubicBezTo>
                  <a:pt x="1153" y="2559"/>
                  <a:pt x="1132" y="2481"/>
                  <a:pt x="1119" y="2403"/>
                </a:cubicBezTo>
                <a:cubicBezTo>
                  <a:pt x="1119" y="2401"/>
                  <a:pt x="1118" y="2399"/>
                  <a:pt x="1118" y="2397"/>
                </a:cubicBezTo>
                <a:lnTo>
                  <a:pt x="1118" y="2397"/>
                </a:lnTo>
                <a:cubicBezTo>
                  <a:pt x="1122" y="2365"/>
                  <a:pt x="1108" y="2315"/>
                  <a:pt x="1106" y="2283"/>
                </a:cubicBezTo>
                <a:cubicBezTo>
                  <a:pt x="1102" y="2203"/>
                  <a:pt x="1102" y="2123"/>
                  <a:pt x="1106" y="2043"/>
                </a:cubicBezTo>
                <a:cubicBezTo>
                  <a:pt x="1107" y="2033"/>
                  <a:pt x="1110" y="2004"/>
                  <a:pt x="1113" y="1978"/>
                </a:cubicBezTo>
                <a:lnTo>
                  <a:pt x="1113" y="1978"/>
                </a:lnTo>
                <a:cubicBezTo>
                  <a:pt x="1117" y="1953"/>
                  <a:pt x="1123" y="1911"/>
                  <a:pt x="1125" y="1899"/>
                </a:cubicBezTo>
                <a:cubicBezTo>
                  <a:pt x="1144" y="1813"/>
                  <a:pt x="1170" y="1731"/>
                  <a:pt x="1197" y="1647"/>
                </a:cubicBezTo>
                <a:cubicBezTo>
                  <a:pt x="1199" y="1642"/>
                  <a:pt x="1200" y="1637"/>
                  <a:pt x="1201" y="1634"/>
                </a:cubicBezTo>
                <a:lnTo>
                  <a:pt x="1201" y="1634"/>
                </a:lnTo>
                <a:cubicBezTo>
                  <a:pt x="1203" y="1630"/>
                  <a:pt x="1205" y="1626"/>
                  <a:pt x="1208" y="1621"/>
                </a:cubicBezTo>
                <a:cubicBezTo>
                  <a:pt x="1227" y="1583"/>
                  <a:pt x="1246" y="1543"/>
                  <a:pt x="1269" y="1507"/>
                </a:cubicBezTo>
                <a:cubicBezTo>
                  <a:pt x="1290" y="1470"/>
                  <a:pt x="1313" y="1434"/>
                  <a:pt x="1338" y="1398"/>
                </a:cubicBezTo>
                <a:cubicBezTo>
                  <a:pt x="1341" y="1394"/>
                  <a:pt x="1344" y="1390"/>
                  <a:pt x="1346" y="1386"/>
                </a:cubicBezTo>
                <a:lnTo>
                  <a:pt x="1346" y="1386"/>
                </a:lnTo>
                <a:cubicBezTo>
                  <a:pt x="1346" y="1386"/>
                  <a:pt x="1346" y="1386"/>
                  <a:pt x="1347" y="1385"/>
                </a:cubicBezTo>
                <a:cubicBezTo>
                  <a:pt x="1399" y="1329"/>
                  <a:pt x="1454" y="1275"/>
                  <a:pt x="1511" y="1223"/>
                </a:cubicBezTo>
                <a:lnTo>
                  <a:pt x="1511" y="1223"/>
                </a:lnTo>
                <a:cubicBezTo>
                  <a:pt x="1524" y="1213"/>
                  <a:pt x="1537" y="1203"/>
                  <a:pt x="1551" y="1194"/>
                </a:cubicBezTo>
                <a:cubicBezTo>
                  <a:pt x="1589" y="1170"/>
                  <a:pt x="1627" y="1147"/>
                  <a:pt x="1667" y="1126"/>
                </a:cubicBezTo>
                <a:cubicBezTo>
                  <a:pt x="1682" y="1119"/>
                  <a:pt x="1697" y="1111"/>
                  <a:pt x="1712" y="1103"/>
                </a:cubicBezTo>
                <a:lnTo>
                  <a:pt x="1712" y="1103"/>
                </a:lnTo>
                <a:cubicBezTo>
                  <a:pt x="1755" y="1090"/>
                  <a:pt x="1797" y="1075"/>
                  <a:pt x="1840" y="1063"/>
                </a:cubicBezTo>
                <a:cubicBezTo>
                  <a:pt x="1884" y="1050"/>
                  <a:pt x="1928" y="1042"/>
                  <a:pt x="1970" y="1031"/>
                </a:cubicBezTo>
                <a:cubicBezTo>
                  <a:pt x="1976" y="1030"/>
                  <a:pt x="1983" y="1028"/>
                  <a:pt x="1990" y="1026"/>
                </a:cubicBezTo>
                <a:lnTo>
                  <a:pt x="1990" y="1026"/>
                </a:lnTo>
                <a:cubicBezTo>
                  <a:pt x="2008" y="1025"/>
                  <a:pt x="2026" y="1024"/>
                  <a:pt x="2042" y="1023"/>
                </a:cubicBezTo>
                <a:cubicBezTo>
                  <a:pt x="2063" y="1021"/>
                  <a:pt x="2083" y="1018"/>
                  <a:pt x="2104" y="1015"/>
                </a:cubicBezTo>
                <a:lnTo>
                  <a:pt x="2104" y="1015"/>
                </a:lnTo>
                <a:cubicBezTo>
                  <a:pt x="2127" y="1013"/>
                  <a:pt x="2151" y="1010"/>
                  <a:pt x="2175" y="1006"/>
                </a:cubicBezTo>
                <a:cubicBezTo>
                  <a:pt x="2200" y="1002"/>
                  <a:pt x="2223" y="998"/>
                  <a:pt x="2248" y="996"/>
                </a:cubicBezTo>
                <a:lnTo>
                  <a:pt x="2248" y="996"/>
                </a:lnTo>
                <a:cubicBezTo>
                  <a:pt x="2202" y="1002"/>
                  <a:pt x="2186" y="1004"/>
                  <a:pt x="2186" y="1004"/>
                </a:cubicBezTo>
                <a:cubicBezTo>
                  <a:pt x="2187" y="1004"/>
                  <a:pt x="2227" y="999"/>
                  <a:pt x="2246" y="998"/>
                </a:cubicBezTo>
                <a:cubicBezTo>
                  <a:pt x="2293" y="996"/>
                  <a:pt x="2341" y="991"/>
                  <a:pt x="2387" y="989"/>
                </a:cubicBezTo>
                <a:close/>
                <a:moveTo>
                  <a:pt x="2431" y="0"/>
                </a:moveTo>
                <a:cubicBezTo>
                  <a:pt x="2283" y="0"/>
                  <a:pt x="2134" y="12"/>
                  <a:pt x="1987" y="33"/>
                </a:cubicBezTo>
                <a:lnTo>
                  <a:pt x="1987" y="33"/>
                </a:lnTo>
                <a:cubicBezTo>
                  <a:pt x="1519" y="79"/>
                  <a:pt x="1082" y="246"/>
                  <a:pt x="738" y="578"/>
                </a:cubicBezTo>
                <a:cubicBezTo>
                  <a:pt x="443" y="863"/>
                  <a:pt x="236" y="1259"/>
                  <a:pt x="158" y="1661"/>
                </a:cubicBezTo>
                <a:cubicBezTo>
                  <a:pt x="0" y="2477"/>
                  <a:pt x="228" y="3403"/>
                  <a:pt x="896" y="3941"/>
                </a:cubicBezTo>
                <a:cubicBezTo>
                  <a:pt x="1283" y="4251"/>
                  <a:pt x="1777" y="4404"/>
                  <a:pt x="2272" y="4404"/>
                </a:cubicBezTo>
                <a:cubicBezTo>
                  <a:pt x="2762" y="4404"/>
                  <a:pt x="3253" y="4255"/>
                  <a:pt x="3645" y="3962"/>
                </a:cubicBezTo>
                <a:cubicBezTo>
                  <a:pt x="4395" y="3401"/>
                  <a:pt x="4700" y="2409"/>
                  <a:pt x="4443" y="1512"/>
                </a:cubicBezTo>
                <a:cubicBezTo>
                  <a:pt x="4302" y="1025"/>
                  <a:pt x="4003" y="604"/>
                  <a:pt x="3582" y="321"/>
                </a:cubicBezTo>
                <a:cubicBezTo>
                  <a:pt x="3236" y="89"/>
                  <a:pt x="2836" y="0"/>
                  <a:pt x="243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58" name="Google Shape;10058;p19"/>
          <p:cNvSpPr/>
          <p:nvPr/>
        </p:nvSpPr>
        <p:spPr>
          <a:xfrm>
            <a:off x="6518075" y="833200"/>
            <a:ext cx="176025" cy="165050"/>
          </a:xfrm>
          <a:custGeom>
            <a:rect b="b" l="l" r="r" t="t"/>
            <a:pathLst>
              <a:path extrusionOk="0" h="6602" w="7041">
                <a:moveTo>
                  <a:pt x="4935" y="1378"/>
                </a:moveTo>
                <a:cubicBezTo>
                  <a:pt x="4939" y="1380"/>
                  <a:pt x="4948" y="1387"/>
                  <a:pt x="4965" y="1400"/>
                </a:cubicBezTo>
                <a:cubicBezTo>
                  <a:pt x="4955" y="1392"/>
                  <a:pt x="4945" y="1385"/>
                  <a:pt x="4935" y="1378"/>
                </a:cubicBezTo>
                <a:close/>
                <a:moveTo>
                  <a:pt x="1630" y="1762"/>
                </a:moveTo>
                <a:lnTo>
                  <a:pt x="1630" y="1762"/>
                </a:lnTo>
                <a:cubicBezTo>
                  <a:pt x="1621" y="1773"/>
                  <a:pt x="1618" y="1778"/>
                  <a:pt x="1618" y="1778"/>
                </a:cubicBezTo>
                <a:cubicBezTo>
                  <a:pt x="1618" y="1778"/>
                  <a:pt x="1623" y="1771"/>
                  <a:pt x="1630" y="1762"/>
                </a:cubicBezTo>
                <a:close/>
                <a:moveTo>
                  <a:pt x="3639" y="986"/>
                </a:moveTo>
                <a:cubicBezTo>
                  <a:pt x="4036" y="986"/>
                  <a:pt x="4418" y="1072"/>
                  <a:pt x="4734" y="1250"/>
                </a:cubicBezTo>
                <a:cubicBezTo>
                  <a:pt x="4786" y="1280"/>
                  <a:pt x="4839" y="1313"/>
                  <a:pt x="4890" y="1347"/>
                </a:cubicBezTo>
                <a:cubicBezTo>
                  <a:pt x="4906" y="1357"/>
                  <a:pt x="4921" y="1367"/>
                  <a:pt x="4935" y="1378"/>
                </a:cubicBezTo>
                <a:lnTo>
                  <a:pt x="4935" y="1378"/>
                </a:lnTo>
                <a:cubicBezTo>
                  <a:pt x="4934" y="1377"/>
                  <a:pt x="4933" y="1376"/>
                  <a:pt x="4933" y="1376"/>
                </a:cubicBezTo>
                <a:lnTo>
                  <a:pt x="4933" y="1376"/>
                </a:lnTo>
                <a:cubicBezTo>
                  <a:pt x="4934" y="1376"/>
                  <a:pt x="4964" y="1397"/>
                  <a:pt x="4972" y="1404"/>
                </a:cubicBezTo>
                <a:cubicBezTo>
                  <a:pt x="5081" y="1495"/>
                  <a:pt x="5182" y="1594"/>
                  <a:pt x="5275" y="1701"/>
                </a:cubicBezTo>
                <a:cubicBezTo>
                  <a:pt x="5296" y="1724"/>
                  <a:pt x="5315" y="1747"/>
                  <a:pt x="5332" y="1771"/>
                </a:cubicBezTo>
                <a:cubicBezTo>
                  <a:pt x="5336" y="1776"/>
                  <a:pt x="5339" y="1780"/>
                  <a:pt x="5342" y="1782"/>
                </a:cubicBezTo>
                <a:lnTo>
                  <a:pt x="5342" y="1782"/>
                </a:lnTo>
                <a:cubicBezTo>
                  <a:pt x="5378" y="1835"/>
                  <a:pt x="5414" y="1889"/>
                  <a:pt x="5446" y="1943"/>
                </a:cubicBezTo>
                <a:cubicBezTo>
                  <a:pt x="5477" y="1994"/>
                  <a:pt x="5507" y="2045"/>
                  <a:pt x="5534" y="2097"/>
                </a:cubicBezTo>
                <a:cubicBezTo>
                  <a:pt x="5548" y="2126"/>
                  <a:pt x="5603" y="2244"/>
                  <a:pt x="5604" y="2244"/>
                </a:cubicBezTo>
                <a:cubicBezTo>
                  <a:pt x="5605" y="2244"/>
                  <a:pt x="5604" y="2244"/>
                  <a:pt x="5604" y="2242"/>
                </a:cubicBezTo>
                <a:lnTo>
                  <a:pt x="5604" y="2242"/>
                </a:lnTo>
                <a:cubicBezTo>
                  <a:pt x="5646" y="2347"/>
                  <a:pt x="5682" y="2454"/>
                  <a:pt x="5711" y="2561"/>
                </a:cubicBezTo>
                <a:cubicBezTo>
                  <a:pt x="5726" y="2620"/>
                  <a:pt x="5741" y="2679"/>
                  <a:pt x="5751" y="2738"/>
                </a:cubicBezTo>
                <a:cubicBezTo>
                  <a:pt x="5756" y="2758"/>
                  <a:pt x="5778" y="2901"/>
                  <a:pt x="5781" y="2901"/>
                </a:cubicBezTo>
                <a:cubicBezTo>
                  <a:pt x="5781" y="2901"/>
                  <a:pt x="5781" y="2892"/>
                  <a:pt x="5779" y="2872"/>
                </a:cubicBezTo>
                <a:lnTo>
                  <a:pt x="5779" y="2872"/>
                </a:lnTo>
                <a:cubicBezTo>
                  <a:pt x="5793" y="2999"/>
                  <a:pt x="5800" y="3127"/>
                  <a:pt x="5800" y="3256"/>
                </a:cubicBezTo>
                <a:cubicBezTo>
                  <a:pt x="5798" y="3323"/>
                  <a:pt x="5796" y="3393"/>
                  <a:pt x="5791" y="3460"/>
                </a:cubicBezTo>
                <a:cubicBezTo>
                  <a:pt x="5787" y="3518"/>
                  <a:pt x="5781" y="3572"/>
                  <a:pt x="5780" y="3582"/>
                </a:cubicBezTo>
                <a:lnTo>
                  <a:pt x="5780" y="3582"/>
                </a:lnTo>
                <a:cubicBezTo>
                  <a:pt x="5759" y="3706"/>
                  <a:pt x="5734" y="3831"/>
                  <a:pt x="5699" y="3953"/>
                </a:cubicBezTo>
                <a:cubicBezTo>
                  <a:pt x="5682" y="4012"/>
                  <a:pt x="5663" y="4069"/>
                  <a:pt x="5642" y="4126"/>
                </a:cubicBezTo>
                <a:cubicBezTo>
                  <a:pt x="5631" y="4155"/>
                  <a:pt x="5621" y="4183"/>
                  <a:pt x="5610" y="4212"/>
                </a:cubicBezTo>
                <a:cubicBezTo>
                  <a:pt x="5606" y="4223"/>
                  <a:pt x="5602" y="4232"/>
                  <a:pt x="5600" y="4238"/>
                </a:cubicBezTo>
                <a:lnTo>
                  <a:pt x="5600" y="4238"/>
                </a:lnTo>
                <a:cubicBezTo>
                  <a:pt x="5597" y="4244"/>
                  <a:pt x="5593" y="4252"/>
                  <a:pt x="5589" y="4261"/>
                </a:cubicBezTo>
                <a:cubicBezTo>
                  <a:pt x="5534" y="4370"/>
                  <a:pt x="5477" y="4478"/>
                  <a:pt x="5412" y="4581"/>
                </a:cubicBezTo>
                <a:cubicBezTo>
                  <a:pt x="5311" y="4737"/>
                  <a:pt x="5324" y="4720"/>
                  <a:pt x="5189" y="4863"/>
                </a:cubicBezTo>
                <a:cubicBezTo>
                  <a:pt x="4814" y="5261"/>
                  <a:pt x="4355" y="5476"/>
                  <a:pt x="3756" y="5573"/>
                </a:cubicBezTo>
                <a:cubicBezTo>
                  <a:pt x="3620" y="5595"/>
                  <a:pt x="3482" y="5605"/>
                  <a:pt x="3344" y="5605"/>
                </a:cubicBezTo>
                <a:cubicBezTo>
                  <a:pt x="2954" y="5605"/>
                  <a:pt x="2572" y="5519"/>
                  <a:pt x="2265" y="5346"/>
                </a:cubicBezTo>
                <a:cubicBezTo>
                  <a:pt x="2214" y="5316"/>
                  <a:pt x="2164" y="5285"/>
                  <a:pt x="2113" y="5253"/>
                </a:cubicBezTo>
                <a:cubicBezTo>
                  <a:pt x="2098" y="5243"/>
                  <a:pt x="2015" y="5180"/>
                  <a:pt x="2013" y="5180"/>
                </a:cubicBezTo>
                <a:lnTo>
                  <a:pt x="2013" y="5180"/>
                </a:lnTo>
                <a:cubicBezTo>
                  <a:pt x="2013" y="5180"/>
                  <a:pt x="2019" y="5186"/>
                  <a:pt x="2037" y="5200"/>
                </a:cubicBezTo>
                <a:cubicBezTo>
                  <a:pt x="1930" y="5114"/>
                  <a:pt x="1831" y="5019"/>
                  <a:pt x="1740" y="4916"/>
                </a:cubicBezTo>
                <a:cubicBezTo>
                  <a:pt x="1728" y="4902"/>
                  <a:pt x="1675" y="4837"/>
                  <a:pt x="1657" y="4816"/>
                </a:cubicBezTo>
                <a:lnTo>
                  <a:pt x="1657" y="4816"/>
                </a:lnTo>
                <a:cubicBezTo>
                  <a:pt x="1647" y="4801"/>
                  <a:pt x="1584" y="4711"/>
                  <a:pt x="1570" y="4688"/>
                </a:cubicBezTo>
                <a:cubicBezTo>
                  <a:pt x="1500" y="4579"/>
                  <a:pt x="1439" y="4465"/>
                  <a:pt x="1382" y="4347"/>
                </a:cubicBezTo>
                <a:cubicBezTo>
                  <a:pt x="1372" y="4327"/>
                  <a:pt x="1369" y="4322"/>
                  <a:pt x="1368" y="4322"/>
                </a:cubicBezTo>
                <a:lnTo>
                  <a:pt x="1368" y="4322"/>
                </a:lnTo>
                <a:cubicBezTo>
                  <a:pt x="1368" y="4322"/>
                  <a:pt x="1368" y="4322"/>
                  <a:pt x="1368" y="4322"/>
                </a:cubicBezTo>
                <a:lnTo>
                  <a:pt x="1368" y="4322"/>
                </a:lnTo>
                <a:cubicBezTo>
                  <a:pt x="1366" y="4315"/>
                  <a:pt x="1360" y="4299"/>
                  <a:pt x="1348" y="4265"/>
                </a:cubicBezTo>
                <a:cubicBezTo>
                  <a:pt x="1329" y="4210"/>
                  <a:pt x="1308" y="4155"/>
                  <a:pt x="1291" y="4101"/>
                </a:cubicBezTo>
                <a:cubicBezTo>
                  <a:pt x="1251" y="3974"/>
                  <a:pt x="1220" y="3848"/>
                  <a:pt x="1197" y="3717"/>
                </a:cubicBezTo>
                <a:cubicBezTo>
                  <a:pt x="1192" y="3696"/>
                  <a:pt x="1179" y="3596"/>
                  <a:pt x="1178" y="3596"/>
                </a:cubicBezTo>
                <a:lnTo>
                  <a:pt x="1178" y="3596"/>
                </a:lnTo>
                <a:cubicBezTo>
                  <a:pt x="1178" y="3596"/>
                  <a:pt x="1179" y="3606"/>
                  <a:pt x="1182" y="3633"/>
                </a:cubicBezTo>
                <a:cubicBezTo>
                  <a:pt x="1173" y="3568"/>
                  <a:pt x="1167" y="3502"/>
                  <a:pt x="1165" y="3437"/>
                </a:cubicBezTo>
                <a:cubicBezTo>
                  <a:pt x="1157" y="3304"/>
                  <a:pt x="1157" y="3174"/>
                  <a:pt x="1165" y="3041"/>
                </a:cubicBezTo>
                <a:cubicBezTo>
                  <a:pt x="1167" y="3011"/>
                  <a:pt x="1179" y="2898"/>
                  <a:pt x="1181" y="2870"/>
                </a:cubicBezTo>
                <a:lnTo>
                  <a:pt x="1181" y="2870"/>
                </a:lnTo>
                <a:cubicBezTo>
                  <a:pt x="1186" y="2847"/>
                  <a:pt x="1203" y="2750"/>
                  <a:pt x="1209" y="2721"/>
                </a:cubicBezTo>
                <a:cubicBezTo>
                  <a:pt x="1239" y="2580"/>
                  <a:pt x="1281" y="2443"/>
                  <a:pt x="1327" y="2306"/>
                </a:cubicBezTo>
                <a:cubicBezTo>
                  <a:pt x="1342" y="2262"/>
                  <a:pt x="1345" y="2248"/>
                  <a:pt x="1346" y="2244"/>
                </a:cubicBezTo>
                <a:lnTo>
                  <a:pt x="1346" y="2244"/>
                </a:lnTo>
                <a:cubicBezTo>
                  <a:pt x="1348" y="2241"/>
                  <a:pt x="1355" y="2229"/>
                  <a:pt x="1376" y="2188"/>
                </a:cubicBezTo>
                <a:cubicBezTo>
                  <a:pt x="1407" y="2125"/>
                  <a:pt x="1439" y="2059"/>
                  <a:pt x="1475" y="1998"/>
                </a:cubicBezTo>
                <a:cubicBezTo>
                  <a:pt x="1511" y="1937"/>
                  <a:pt x="1551" y="1878"/>
                  <a:pt x="1588" y="1819"/>
                </a:cubicBezTo>
                <a:cubicBezTo>
                  <a:pt x="1603" y="1799"/>
                  <a:pt x="1618" y="1779"/>
                  <a:pt x="1632" y="1759"/>
                </a:cubicBezTo>
                <a:lnTo>
                  <a:pt x="1632" y="1759"/>
                </a:lnTo>
                <a:cubicBezTo>
                  <a:pt x="1639" y="1751"/>
                  <a:pt x="1646" y="1741"/>
                  <a:pt x="1654" y="1733"/>
                </a:cubicBezTo>
                <a:cubicBezTo>
                  <a:pt x="1744" y="1632"/>
                  <a:pt x="1839" y="1535"/>
                  <a:pt x="1945" y="1446"/>
                </a:cubicBezTo>
                <a:cubicBezTo>
                  <a:pt x="1949" y="1443"/>
                  <a:pt x="1952" y="1440"/>
                  <a:pt x="1955" y="1437"/>
                </a:cubicBezTo>
                <a:lnTo>
                  <a:pt x="1955" y="1437"/>
                </a:lnTo>
                <a:cubicBezTo>
                  <a:pt x="1958" y="1435"/>
                  <a:pt x="1960" y="1434"/>
                  <a:pt x="1963" y="1431"/>
                </a:cubicBezTo>
                <a:cubicBezTo>
                  <a:pt x="1993" y="1410"/>
                  <a:pt x="2022" y="1389"/>
                  <a:pt x="2054" y="1370"/>
                </a:cubicBezTo>
                <a:cubicBezTo>
                  <a:pt x="2115" y="1328"/>
                  <a:pt x="2180" y="1292"/>
                  <a:pt x="2246" y="1257"/>
                </a:cubicBezTo>
                <a:cubicBezTo>
                  <a:pt x="2372" y="1191"/>
                  <a:pt x="2412" y="1174"/>
                  <a:pt x="2604" y="1120"/>
                </a:cubicBezTo>
                <a:cubicBezTo>
                  <a:pt x="2802" y="1065"/>
                  <a:pt x="2859" y="1059"/>
                  <a:pt x="3023" y="1044"/>
                </a:cubicBezTo>
                <a:cubicBezTo>
                  <a:pt x="3046" y="1042"/>
                  <a:pt x="3069" y="1039"/>
                  <a:pt x="3092" y="1035"/>
                </a:cubicBezTo>
                <a:lnTo>
                  <a:pt x="3092" y="1035"/>
                </a:lnTo>
                <a:cubicBezTo>
                  <a:pt x="3113" y="1033"/>
                  <a:pt x="3134" y="1031"/>
                  <a:pt x="3156" y="1027"/>
                </a:cubicBezTo>
                <a:cubicBezTo>
                  <a:pt x="3317" y="1000"/>
                  <a:pt x="3479" y="986"/>
                  <a:pt x="3639" y="986"/>
                </a:cubicBezTo>
                <a:close/>
                <a:moveTo>
                  <a:pt x="3656" y="0"/>
                </a:moveTo>
                <a:cubicBezTo>
                  <a:pt x="3424" y="0"/>
                  <a:pt x="3191" y="20"/>
                  <a:pt x="2962" y="55"/>
                </a:cubicBezTo>
                <a:lnTo>
                  <a:pt x="2962" y="55"/>
                </a:lnTo>
                <a:cubicBezTo>
                  <a:pt x="1592" y="189"/>
                  <a:pt x="506" y="1128"/>
                  <a:pt x="238" y="2500"/>
                </a:cubicBezTo>
                <a:cubicBezTo>
                  <a:pt x="0" y="3730"/>
                  <a:pt x="360" y="5131"/>
                  <a:pt x="1367" y="5933"/>
                </a:cubicBezTo>
                <a:cubicBezTo>
                  <a:pt x="1934" y="6385"/>
                  <a:pt x="2656" y="6602"/>
                  <a:pt x="3382" y="6602"/>
                </a:cubicBezTo>
                <a:cubicBezTo>
                  <a:pt x="4138" y="6602"/>
                  <a:pt x="4898" y="6367"/>
                  <a:pt x="5494" y="5917"/>
                </a:cubicBezTo>
                <a:cubicBezTo>
                  <a:pt x="6607" y="5078"/>
                  <a:pt x="7041" y="3580"/>
                  <a:pt x="6659" y="2253"/>
                </a:cubicBezTo>
                <a:cubicBezTo>
                  <a:pt x="6453" y="1537"/>
                  <a:pt x="6015" y="905"/>
                  <a:pt x="5393" y="488"/>
                </a:cubicBezTo>
                <a:cubicBezTo>
                  <a:pt x="4872" y="137"/>
                  <a:pt x="4267" y="0"/>
                  <a:pt x="365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059" name="Google Shape;10059;p19"/>
          <p:cNvGrpSpPr/>
          <p:nvPr/>
        </p:nvGrpSpPr>
        <p:grpSpPr>
          <a:xfrm rot="6300357">
            <a:off x="7074685" y="581435"/>
            <a:ext cx="707993" cy="442801"/>
            <a:chOff x="1445125" y="3867675"/>
            <a:chExt cx="803300" cy="502950"/>
          </a:xfrm>
        </p:grpSpPr>
        <p:sp>
          <p:nvSpPr>
            <p:cNvPr id="10060" name="Google Shape;10060;p19"/>
            <p:cNvSpPr/>
            <p:nvPr/>
          </p:nvSpPr>
          <p:spPr>
            <a:xfrm>
              <a:off x="1445125" y="3867675"/>
              <a:ext cx="535450" cy="502950"/>
            </a:xfrm>
            <a:custGeom>
              <a:rect b="b" l="l" r="r" t="t"/>
              <a:pathLst>
                <a:path extrusionOk="0" h="20118" w="21418">
                  <a:moveTo>
                    <a:pt x="5846" y="993"/>
                  </a:moveTo>
                  <a:cubicBezTo>
                    <a:pt x="6726" y="993"/>
                    <a:pt x="7300" y="1814"/>
                    <a:pt x="7545" y="2688"/>
                  </a:cubicBezTo>
                  <a:cubicBezTo>
                    <a:pt x="7686" y="3200"/>
                    <a:pt x="7749" y="3726"/>
                    <a:pt x="7770" y="4255"/>
                  </a:cubicBezTo>
                  <a:cubicBezTo>
                    <a:pt x="7787" y="4700"/>
                    <a:pt x="7676" y="5216"/>
                    <a:pt x="7812" y="5641"/>
                  </a:cubicBezTo>
                  <a:cubicBezTo>
                    <a:pt x="8017" y="6280"/>
                    <a:pt x="8790" y="6621"/>
                    <a:pt x="9352" y="6861"/>
                  </a:cubicBezTo>
                  <a:cubicBezTo>
                    <a:pt x="10899" y="7523"/>
                    <a:pt x="12588" y="7895"/>
                    <a:pt x="14238" y="8195"/>
                  </a:cubicBezTo>
                  <a:cubicBezTo>
                    <a:pt x="14279" y="8202"/>
                    <a:pt x="14320" y="8206"/>
                    <a:pt x="14360" y="8206"/>
                  </a:cubicBezTo>
                  <a:cubicBezTo>
                    <a:pt x="14538" y="8206"/>
                    <a:pt x="14697" y="8128"/>
                    <a:pt x="14800" y="7965"/>
                  </a:cubicBezTo>
                  <a:cubicBezTo>
                    <a:pt x="15658" y="6602"/>
                    <a:pt x="16673" y="5266"/>
                    <a:pt x="17868" y="4181"/>
                  </a:cubicBezTo>
                  <a:cubicBezTo>
                    <a:pt x="18246" y="3837"/>
                    <a:pt x="19055" y="3130"/>
                    <a:pt x="19662" y="3130"/>
                  </a:cubicBezTo>
                  <a:cubicBezTo>
                    <a:pt x="19761" y="3130"/>
                    <a:pt x="19855" y="3149"/>
                    <a:pt x="19941" y="3191"/>
                  </a:cubicBezTo>
                  <a:cubicBezTo>
                    <a:pt x="19972" y="3206"/>
                    <a:pt x="20042" y="3282"/>
                    <a:pt x="20078" y="3334"/>
                  </a:cubicBezTo>
                  <a:cubicBezTo>
                    <a:pt x="20170" y="3474"/>
                    <a:pt x="20200" y="3554"/>
                    <a:pt x="20244" y="3703"/>
                  </a:cubicBezTo>
                  <a:cubicBezTo>
                    <a:pt x="20356" y="4074"/>
                    <a:pt x="20385" y="4459"/>
                    <a:pt x="20391" y="4845"/>
                  </a:cubicBezTo>
                  <a:cubicBezTo>
                    <a:pt x="20434" y="7253"/>
                    <a:pt x="19715" y="9724"/>
                    <a:pt x="18959" y="11987"/>
                  </a:cubicBezTo>
                  <a:cubicBezTo>
                    <a:pt x="18546" y="13223"/>
                    <a:pt x="18074" y="14443"/>
                    <a:pt x="17505" y="15619"/>
                  </a:cubicBezTo>
                  <a:cubicBezTo>
                    <a:pt x="16974" y="16720"/>
                    <a:pt x="16385" y="17795"/>
                    <a:pt x="15472" y="18631"/>
                  </a:cubicBezTo>
                  <a:cubicBezTo>
                    <a:pt x="15279" y="18808"/>
                    <a:pt x="15055" y="19008"/>
                    <a:pt x="14800" y="19090"/>
                  </a:cubicBezTo>
                  <a:cubicBezTo>
                    <a:pt x="14731" y="19114"/>
                    <a:pt x="14679" y="19127"/>
                    <a:pt x="14633" y="19127"/>
                  </a:cubicBezTo>
                  <a:cubicBezTo>
                    <a:pt x="14584" y="19127"/>
                    <a:pt x="14541" y="19112"/>
                    <a:pt x="14491" y="19078"/>
                  </a:cubicBezTo>
                  <a:cubicBezTo>
                    <a:pt x="14179" y="18859"/>
                    <a:pt x="14040" y="18279"/>
                    <a:pt x="13943" y="17913"/>
                  </a:cubicBezTo>
                  <a:cubicBezTo>
                    <a:pt x="13496" y="16204"/>
                    <a:pt x="13420" y="14392"/>
                    <a:pt x="13231" y="12644"/>
                  </a:cubicBezTo>
                  <a:cubicBezTo>
                    <a:pt x="13231" y="12642"/>
                    <a:pt x="13231" y="12641"/>
                    <a:pt x="13230" y="12640"/>
                  </a:cubicBezTo>
                  <a:lnTo>
                    <a:pt x="13230" y="12640"/>
                  </a:lnTo>
                  <a:cubicBezTo>
                    <a:pt x="13241" y="12479"/>
                    <a:pt x="13172" y="12316"/>
                    <a:pt x="12984" y="12214"/>
                  </a:cubicBezTo>
                  <a:cubicBezTo>
                    <a:pt x="12340" y="11860"/>
                    <a:pt x="11598" y="11675"/>
                    <a:pt x="10890" y="11496"/>
                  </a:cubicBezTo>
                  <a:cubicBezTo>
                    <a:pt x="10069" y="11291"/>
                    <a:pt x="9239" y="11119"/>
                    <a:pt x="8404" y="10971"/>
                  </a:cubicBezTo>
                  <a:cubicBezTo>
                    <a:pt x="7943" y="10890"/>
                    <a:pt x="7439" y="10757"/>
                    <a:pt x="6964" y="10757"/>
                  </a:cubicBezTo>
                  <a:cubicBezTo>
                    <a:pt x="6933" y="10757"/>
                    <a:pt x="6903" y="10757"/>
                    <a:pt x="6873" y="10758"/>
                  </a:cubicBezTo>
                  <a:cubicBezTo>
                    <a:pt x="6281" y="10782"/>
                    <a:pt x="5857" y="11237"/>
                    <a:pt x="5518" y="11671"/>
                  </a:cubicBezTo>
                  <a:cubicBezTo>
                    <a:pt x="4848" y="12532"/>
                    <a:pt x="4110" y="13945"/>
                    <a:pt x="2900" y="13945"/>
                  </a:cubicBezTo>
                  <a:cubicBezTo>
                    <a:pt x="2748" y="13945"/>
                    <a:pt x="2589" y="13923"/>
                    <a:pt x="2421" y="13874"/>
                  </a:cubicBezTo>
                  <a:cubicBezTo>
                    <a:pt x="1265" y="13539"/>
                    <a:pt x="1147" y="12161"/>
                    <a:pt x="1191" y="11150"/>
                  </a:cubicBezTo>
                  <a:cubicBezTo>
                    <a:pt x="1259" y="9547"/>
                    <a:pt x="1735" y="7959"/>
                    <a:pt x="2242" y="6446"/>
                  </a:cubicBezTo>
                  <a:cubicBezTo>
                    <a:pt x="2666" y="5186"/>
                    <a:pt x="3155" y="3943"/>
                    <a:pt x="3669" y="2717"/>
                  </a:cubicBezTo>
                  <a:cubicBezTo>
                    <a:pt x="4014" y="1894"/>
                    <a:pt x="4701" y="1150"/>
                    <a:pt x="5619" y="1011"/>
                  </a:cubicBezTo>
                  <a:cubicBezTo>
                    <a:pt x="5697" y="999"/>
                    <a:pt x="5772" y="993"/>
                    <a:pt x="5846" y="993"/>
                  </a:cubicBezTo>
                  <a:close/>
                  <a:moveTo>
                    <a:pt x="5851" y="1"/>
                  </a:moveTo>
                  <a:cubicBezTo>
                    <a:pt x="4753" y="1"/>
                    <a:pt x="3750" y="699"/>
                    <a:pt x="3144" y="1580"/>
                  </a:cubicBezTo>
                  <a:cubicBezTo>
                    <a:pt x="2849" y="2009"/>
                    <a:pt x="2683" y="2515"/>
                    <a:pt x="2487" y="2993"/>
                  </a:cubicBezTo>
                  <a:cubicBezTo>
                    <a:pt x="2217" y="3653"/>
                    <a:pt x="1954" y="4314"/>
                    <a:pt x="1705" y="4982"/>
                  </a:cubicBezTo>
                  <a:cubicBezTo>
                    <a:pt x="1113" y="6581"/>
                    <a:pt x="576" y="8224"/>
                    <a:pt x="323" y="9914"/>
                  </a:cubicBezTo>
                  <a:cubicBezTo>
                    <a:pt x="121" y="11253"/>
                    <a:pt x="1" y="12901"/>
                    <a:pt x="913" y="14026"/>
                  </a:cubicBezTo>
                  <a:cubicBezTo>
                    <a:pt x="1411" y="14639"/>
                    <a:pt x="2111" y="14918"/>
                    <a:pt x="2824" y="14918"/>
                  </a:cubicBezTo>
                  <a:cubicBezTo>
                    <a:pt x="3509" y="14918"/>
                    <a:pt x="4207" y="14660"/>
                    <a:pt x="4751" y="14192"/>
                  </a:cubicBezTo>
                  <a:cubicBezTo>
                    <a:pt x="5371" y="13659"/>
                    <a:pt x="5777" y="12949"/>
                    <a:pt x="6272" y="12311"/>
                  </a:cubicBezTo>
                  <a:cubicBezTo>
                    <a:pt x="6566" y="11931"/>
                    <a:pt x="6732" y="11776"/>
                    <a:pt x="7065" y="11776"/>
                  </a:cubicBezTo>
                  <a:cubicBezTo>
                    <a:pt x="7129" y="11776"/>
                    <a:pt x="7199" y="11782"/>
                    <a:pt x="7277" y="11793"/>
                  </a:cubicBezTo>
                  <a:cubicBezTo>
                    <a:pt x="8166" y="11915"/>
                    <a:pt x="9053" y="12094"/>
                    <a:pt x="9930" y="12292"/>
                  </a:cubicBezTo>
                  <a:cubicBezTo>
                    <a:pt x="10726" y="12472"/>
                    <a:pt x="11550" y="12626"/>
                    <a:pt x="12268" y="12966"/>
                  </a:cubicBezTo>
                  <a:lnTo>
                    <a:pt x="12268" y="12966"/>
                  </a:lnTo>
                  <a:cubicBezTo>
                    <a:pt x="12439" y="14633"/>
                    <a:pt x="12548" y="16332"/>
                    <a:pt x="12930" y="17963"/>
                  </a:cubicBezTo>
                  <a:cubicBezTo>
                    <a:pt x="13136" y="18845"/>
                    <a:pt x="13555" y="20118"/>
                    <a:pt x="14640" y="20118"/>
                  </a:cubicBezTo>
                  <a:cubicBezTo>
                    <a:pt x="14672" y="20118"/>
                    <a:pt x="14706" y="20116"/>
                    <a:pt x="14739" y="20114"/>
                  </a:cubicBezTo>
                  <a:cubicBezTo>
                    <a:pt x="15314" y="20074"/>
                    <a:pt x="15818" y="19674"/>
                    <a:pt x="16220" y="19295"/>
                  </a:cubicBezTo>
                  <a:cubicBezTo>
                    <a:pt x="16778" y="18770"/>
                    <a:pt x="17242" y="18165"/>
                    <a:pt x="17630" y="17506"/>
                  </a:cubicBezTo>
                  <a:cubicBezTo>
                    <a:pt x="18329" y="16326"/>
                    <a:pt x="18879" y="15058"/>
                    <a:pt x="19372" y="13779"/>
                  </a:cubicBezTo>
                  <a:cubicBezTo>
                    <a:pt x="20387" y="11140"/>
                    <a:pt x="21255" y="8266"/>
                    <a:pt x="21379" y="5422"/>
                  </a:cubicBezTo>
                  <a:cubicBezTo>
                    <a:pt x="21417" y="4558"/>
                    <a:pt x="21409" y="3509"/>
                    <a:pt x="20893" y="2768"/>
                  </a:cubicBezTo>
                  <a:cubicBezTo>
                    <a:pt x="20591" y="2334"/>
                    <a:pt x="20167" y="2169"/>
                    <a:pt x="19717" y="2169"/>
                  </a:cubicBezTo>
                  <a:cubicBezTo>
                    <a:pt x="19269" y="2169"/>
                    <a:pt x="18796" y="2332"/>
                    <a:pt x="18392" y="2557"/>
                  </a:cubicBezTo>
                  <a:cubicBezTo>
                    <a:pt x="17206" y="3219"/>
                    <a:pt x="16258" y="4331"/>
                    <a:pt x="15430" y="5382"/>
                  </a:cubicBezTo>
                  <a:cubicBezTo>
                    <a:pt x="14975" y="5959"/>
                    <a:pt x="14535" y="6551"/>
                    <a:pt x="14131" y="7165"/>
                  </a:cubicBezTo>
                  <a:lnTo>
                    <a:pt x="14131" y="7165"/>
                  </a:lnTo>
                  <a:cubicBezTo>
                    <a:pt x="12741" y="6903"/>
                    <a:pt x="11340" y="6572"/>
                    <a:pt x="10022" y="6067"/>
                  </a:cubicBezTo>
                  <a:cubicBezTo>
                    <a:pt x="9692" y="5938"/>
                    <a:pt x="9355" y="5795"/>
                    <a:pt x="9057" y="5599"/>
                  </a:cubicBezTo>
                  <a:cubicBezTo>
                    <a:pt x="8975" y="5544"/>
                    <a:pt x="8902" y="5490"/>
                    <a:pt x="8830" y="5420"/>
                  </a:cubicBezTo>
                  <a:cubicBezTo>
                    <a:pt x="8801" y="5393"/>
                    <a:pt x="8791" y="5386"/>
                    <a:pt x="8788" y="5385"/>
                  </a:cubicBezTo>
                  <a:lnTo>
                    <a:pt x="8788" y="5385"/>
                  </a:lnTo>
                  <a:cubicBezTo>
                    <a:pt x="8787" y="5381"/>
                    <a:pt x="8781" y="5370"/>
                    <a:pt x="8767" y="5346"/>
                  </a:cubicBezTo>
                  <a:cubicBezTo>
                    <a:pt x="8764" y="5342"/>
                    <a:pt x="8761" y="5338"/>
                    <a:pt x="8759" y="5334"/>
                  </a:cubicBezTo>
                  <a:lnTo>
                    <a:pt x="8759" y="5334"/>
                  </a:lnTo>
                  <a:cubicBezTo>
                    <a:pt x="8759" y="5333"/>
                    <a:pt x="8759" y="5331"/>
                    <a:pt x="8758" y="5329"/>
                  </a:cubicBezTo>
                  <a:cubicBezTo>
                    <a:pt x="8680" y="4813"/>
                    <a:pt x="8779" y="4238"/>
                    <a:pt x="8729" y="3712"/>
                  </a:cubicBezTo>
                  <a:cubicBezTo>
                    <a:pt x="8683" y="3244"/>
                    <a:pt x="8611" y="2774"/>
                    <a:pt x="8476" y="2325"/>
                  </a:cubicBezTo>
                  <a:cubicBezTo>
                    <a:pt x="8116" y="1129"/>
                    <a:pt x="7256" y="33"/>
                    <a:pt x="5914" y="2"/>
                  </a:cubicBezTo>
                  <a:cubicBezTo>
                    <a:pt x="5893" y="1"/>
                    <a:pt x="5872" y="1"/>
                    <a:pt x="585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61" name="Google Shape;10061;p19"/>
            <p:cNvSpPr/>
            <p:nvPr/>
          </p:nvSpPr>
          <p:spPr>
            <a:xfrm>
              <a:off x="1903525" y="4088100"/>
              <a:ext cx="344900" cy="185850"/>
            </a:xfrm>
            <a:custGeom>
              <a:rect b="b" l="l" r="r" t="t"/>
              <a:pathLst>
                <a:path extrusionOk="0" h="7434" w="13796">
                  <a:moveTo>
                    <a:pt x="2035" y="1"/>
                  </a:moveTo>
                  <a:cubicBezTo>
                    <a:pt x="1593" y="1"/>
                    <a:pt x="1301" y="661"/>
                    <a:pt x="1777" y="928"/>
                  </a:cubicBezTo>
                  <a:cubicBezTo>
                    <a:pt x="5023" y="2748"/>
                    <a:pt x="8420" y="4238"/>
                    <a:pt x="11476" y="6352"/>
                  </a:cubicBezTo>
                  <a:lnTo>
                    <a:pt x="11476" y="6352"/>
                  </a:lnTo>
                  <a:cubicBezTo>
                    <a:pt x="7847" y="6103"/>
                    <a:pt x="4252" y="5482"/>
                    <a:pt x="636" y="5110"/>
                  </a:cubicBezTo>
                  <a:cubicBezTo>
                    <a:pt x="615" y="5108"/>
                    <a:pt x="596" y="5107"/>
                    <a:pt x="577" y="5107"/>
                  </a:cubicBezTo>
                  <a:cubicBezTo>
                    <a:pt x="0" y="5107"/>
                    <a:pt x="24" y="6045"/>
                    <a:pt x="636" y="6106"/>
                  </a:cubicBezTo>
                  <a:cubicBezTo>
                    <a:pt x="4792" y="6534"/>
                    <a:pt x="8919" y="7290"/>
                    <a:pt x="13101" y="7434"/>
                  </a:cubicBezTo>
                  <a:cubicBezTo>
                    <a:pt x="13106" y="7434"/>
                    <a:pt x="13111" y="7434"/>
                    <a:pt x="13115" y="7434"/>
                  </a:cubicBezTo>
                  <a:cubicBezTo>
                    <a:pt x="13508" y="7434"/>
                    <a:pt x="13796" y="6851"/>
                    <a:pt x="13455" y="6582"/>
                  </a:cubicBezTo>
                  <a:cubicBezTo>
                    <a:pt x="11767" y="5262"/>
                    <a:pt x="9981" y="4109"/>
                    <a:pt x="8087" y="3106"/>
                  </a:cubicBezTo>
                  <a:cubicBezTo>
                    <a:pt x="6157" y="2083"/>
                    <a:pt x="4187" y="1139"/>
                    <a:pt x="2281" y="69"/>
                  </a:cubicBezTo>
                  <a:cubicBezTo>
                    <a:pt x="2197" y="21"/>
                    <a:pt x="2114" y="1"/>
                    <a:pt x="20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62" name="Google Shape;10062;p19"/>
            <p:cNvSpPr/>
            <p:nvPr/>
          </p:nvSpPr>
          <p:spPr>
            <a:xfrm>
              <a:off x="1462675" y="3884050"/>
              <a:ext cx="125100" cy="332450"/>
            </a:xfrm>
            <a:custGeom>
              <a:rect b="b" l="l" r="r" t="t"/>
              <a:pathLst>
                <a:path extrusionOk="0" h="13298" w="5004">
                  <a:moveTo>
                    <a:pt x="4226" y="0"/>
                  </a:moveTo>
                  <a:cubicBezTo>
                    <a:pt x="3978" y="0"/>
                    <a:pt x="3745" y="159"/>
                    <a:pt x="3776" y="478"/>
                  </a:cubicBezTo>
                  <a:cubicBezTo>
                    <a:pt x="3995" y="2762"/>
                    <a:pt x="3470" y="4910"/>
                    <a:pt x="2764" y="7066"/>
                  </a:cubicBezTo>
                  <a:cubicBezTo>
                    <a:pt x="2160" y="8913"/>
                    <a:pt x="1574" y="10906"/>
                    <a:pt x="310" y="12425"/>
                  </a:cubicBezTo>
                  <a:cubicBezTo>
                    <a:pt x="1" y="12799"/>
                    <a:pt x="333" y="13298"/>
                    <a:pt x="690" y="13298"/>
                  </a:cubicBezTo>
                  <a:cubicBezTo>
                    <a:pt x="802" y="13298"/>
                    <a:pt x="916" y="13249"/>
                    <a:pt x="1014" y="13131"/>
                  </a:cubicBezTo>
                  <a:cubicBezTo>
                    <a:pt x="2366" y="11506"/>
                    <a:pt x="3030" y="9452"/>
                    <a:pt x="3679" y="7474"/>
                  </a:cubicBezTo>
                  <a:cubicBezTo>
                    <a:pt x="4424" y="5193"/>
                    <a:pt x="5004" y="2899"/>
                    <a:pt x="4772" y="478"/>
                  </a:cubicBezTo>
                  <a:cubicBezTo>
                    <a:pt x="4741" y="160"/>
                    <a:pt x="4476" y="0"/>
                    <a:pt x="42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063" name="Google Shape;10063;p19"/>
          <p:cNvSpPr/>
          <p:nvPr/>
        </p:nvSpPr>
        <p:spPr>
          <a:xfrm>
            <a:off x="1973320" y="1386338"/>
            <a:ext cx="5587310" cy="2668524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 cap="flat" cmpd="sng" w="25400">
            <a:solidFill>
              <a:srgbClr val="BABA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64" name="Google Shape;10064;p19"/>
          <p:cNvSpPr txBox="1"/>
          <p:nvPr/>
        </p:nvSpPr>
        <p:spPr>
          <a:xfrm>
            <a:off x="3637449" y="995515"/>
            <a:ext cx="2259051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Place your work here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68" name="Shape 10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9" name="Google Shape;10069;p20"/>
          <p:cNvSpPr txBox="1"/>
          <p:nvPr>
            <p:ph idx="2" type="subTitle"/>
          </p:nvPr>
        </p:nvSpPr>
        <p:spPr>
          <a:xfrm>
            <a:off x="1541990" y="1264683"/>
            <a:ext cx="6088566" cy="302795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Gantari"/>
              <a:buChar char="●"/>
            </a:pPr>
            <a:r>
              <a:rPr b="1" lang="es"/>
              <a:t>UNIT TITLE: 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Gantari"/>
              <a:buChar char="●"/>
            </a:pPr>
            <a:r>
              <a:rPr b="1" lang="es"/>
              <a:t>SOI: </a:t>
            </a:r>
            <a:endParaRPr b="1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rial"/>
              <a:buChar char="●"/>
            </a:pPr>
            <a:r>
              <a:rPr b="1" lang="es"/>
              <a:t>PRODUCT:</a:t>
            </a:r>
            <a:r>
              <a:rPr lang="es"/>
              <a:t> Eg. Poster, presentation, article, etc.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rial"/>
              <a:buChar char="●"/>
            </a:pPr>
            <a:r>
              <a:rPr b="1" lang="es"/>
              <a:t>REFLECTION: </a:t>
            </a:r>
            <a:r>
              <a:rPr b="1" lang="es" sz="1100"/>
              <a:t>Use the following prompts to help you.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     What did you use to think before the lesson, how has your thinking changed after the lesson? 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     What are two things you learnt from the lesson?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     What strategies helped you understand the concept better? What challenges did you face?  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400"/>
              <a:buFont typeface="Arial"/>
              <a:buChar char="●"/>
            </a:pPr>
            <a:r>
              <a:rPr b="1" lang="es"/>
              <a:t>CONNECTION: </a:t>
            </a:r>
            <a:r>
              <a:rPr b="1" lang="es" sz="1100"/>
              <a:t>What connections can you make from the lesson to the real world? How will this lesson help you solve real life problems?</a:t>
            </a:r>
            <a:endParaRPr b="1" sz="1100"/>
          </a:p>
        </p:txBody>
      </p:sp>
      <p:sp>
        <p:nvSpPr>
          <p:cNvPr id="10070" name="Google Shape;10070;p20"/>
          <p:cNvSpPr/>
          <p:nvPr/>
        </p:nvSpPr>
        <p:spPr>
          <a:xfrm>
            <a:off x="7818975" y="1147025"/>
            <a:ext cx="117525" cy="110100"/>
          </a:xfrm>
          <a:custGeom>
            <a:rect b="b" l="l" r="r" t="t"/>
            <a:pathLst>
              <a:path extrusionOk="0" h="4404" w="4701">
                <a:moveTo>
                  <a:pt x="1951" y="1032"/>
                </a:moveTo>
                <a:cubicBezTo>
                  <a:pt x="1950" y="1033"/>
                  <a:pt x="1949" y="1033"/>
                  <a:pt x="1947" y="1033"/>
                </a:cubicBezTo>
                <a:cubicBezTo>
                  <a:pt x="1948" y="1033"/>
                  <a:pt x="1950" y="1033"/>
                  <a:pt x="1951" y="1032"/>
                </a:cubicBezTo>
                <a:close/>
                <a:moveTo>
                  <a:pt x="2857" y="1059"/>
                </a:moveTo>
                <a:cubicBezTo>
                  <a:pt x="2871" y="1059"/>
                  <a:pt x="2889" y="1066"/>
                  <a:pt x="2907" y="1075"/>
                </a:cubicBezTo>
                <a:lnTo>
                  <a:pt x="2907" y="1075"/>
                </a:lnTo>
                <a:cubicBezTo>
                  <a:pt x="2887" y="1068"/>
                  <a:pt x="2858" y="1059"/>
                  <a:pt x="2857" y="1059"/>
                </a:cubicBezTo>
                <a:close/>
                <a:moveTo>
                  <a:pt x="3091" y="1185"/>
                </a:moveTo>
                <a:cubicBezTo>
                  <a:pt x="3091" y="1185"/>
                  <a:pt x="3091" y="1185"/>
                  <a:pt x="3091" y="1185"/>
                </a:cubicBezTo>
                <a:lnTo>
                  <a:pt x="3091" y="1185"/>
                </a:lnTo>
                <a:cubicBezTo>
                  <a:pt x="3091" y="1185"/>
                  <a:pt x="3091" y="1185"/>
                  <a:pt x="3091" y="1185"/>
                </a:cubicBezTo>
                <a:close/>
                <a:moveTo>
                  <a:pt x="3104" y="1198"/>
                </a:moveTo>
                <a:cubicBezTo>
                  <a:pt x="3111" y="1203"/>
                  <a:pt x="3118" y="1208"/>
                  <a:pt x="3125" y="1213"/>
                </a:cubicBezTo>
                <a:cubicBezTo>
                  <a:pt x="3142" y="1224"/>
                  <a:pt x="3149" y="1229"/>
                  <a:pt x="3148" y="1229"/>
                </a:cubicBezTo>
                <a:cubicBezTo>
                  <a:pt x="3148" y="1229"/>
                  <a:pt x="3121" y="1211"/>
                  <a:pt x="3104" y="1198"/>
                </a:cubicBezTo>
                <a:close/>
                <a:moveTo>
                  <a:pt x="1747" y="3319"/>
                </a:moveTo>
                <a:cubicBezTo>
                  <a:pt x="1767" y="3326"/>
                  <a:pt x="1803" y="3338"/>
                  <a:pt x="1802" y="3338"/>
                </a:cubicBezTo>
                <a:cubicBezTo>
                  <a:pt x="1800" y="3339"/>
                  <a:pt x="1799" y="3339"/>
                  <a:pt x="1797" y="3339"/>
                </a:cubicBezTo>
                <a:cubicBezTo>
                  <a:pt x="1785" y="3339"/>
                  <a:pt x="1766" y="3330"/>
                  <a:pt x="1747" y="3319"/>
                </a:cubicBezTo>
                <a:close/>
                <a:moveTo>
                  <a:pt x="2463" y="3393"/>
                </a:moveTo>
                <a:cubicBezTo>
                  <a:pt x="2461" y="3393"/>
                  <a:pt x="2459" y="3393"/>
                  <a:pt x="2456" y="3393"/>
                </a:cubicBezTo>
                <a:lnTo>
                  <a:pt x="2456" y="3393"/>
                </a:lnTo>
                <a:cubicBezTo>
                  <a:pt x="2459" y="3393"/>
                  <a:pt x="2462" y="3393"/>
                  <a:pt x="2463" y="3393"/>
                </a:cubicBezTo>
                <a:close/>
                <a:moveTo>
                  <a:pt x="2387" y="989"/>
                </a:moveTo>
                <a:cubicBezTo>
                  <a:pt x="2440" y="989"/>
                  <a:pt x="2491" y="989"/>
                  <a:pt x="2541" y="993"/>
                </a:cubicBezTo>
                <a:cubicBezTo>
                  <a:pt x="2560" y="993"/>
                  <a:pt x="2582" y="997"/>
                  <a:pt x="2601" y="998"/>
                </a:cubicBezTo>
                <a:lnTo>
                  <a:pt x="2601" y="998"/>
                </a:lnTo>
                <a:cubicBezTo>
                  <a:pt x="2682" y="1018"/>
                  <a:pt x="2761" y="1029"/>
                  <a:pt x="2840" y="1057"/>
                </a:cubicBezTo>
                <a:cubicBezTo>
                  <a:pt x="2857" y="1061"/>
                  <a:pt x="2876" y="1069"/>
                  <a:pt x="2895" y="1076"/>
                </a:cubicBezTo>
                <a:cubicBezTo>
                  <a:pt x="2906" y="1079"/>
                  <a:pt x="2914" y="1081"/>
                  <a:pt x="2919" y="1082"/>
                </a:cubicBezTo>
                <a:lnTo>
                  <a:pt x="2919" y="1082"/>
                </a:lnTo>
                <a:cubicBezTo>
                  <a:pt x="2944" y="1096"/>
                  <a:pt x="2968" y="1113"/>
                  <a:pt x="2984" y="1122"/>
                </a:cubicBezTo>
                <a:cubicBezTo>
                  <a:pt x="3015" y="1139"/>
                  <a:pt x="3049" y="1160"/>
                  <a:pt x="3080" y="1181"/>
                </a:cubicBezTo>
                <a:cubicBezTo>
                  <a:pt x="3084" y="1184"/>
                  <a:pt x="3088" y="1186"/>
                  <a:pt x="3092" y="1189"/>
                </a:cubicBezTo>
                <a:lnTo>
                  <a:pt x="3092" y="1189"/>
                </a:lnTo>
                <a:cubicBezTo>
                  <a:pt x="3107" y="1217"/>
                  <a:pt x="3258" y="1347"/>
                  <a:pt x="3274" y="1366"/>
                </a:cubicBezTo>
                <a:cubicBezTo>
                  <a:pt x="3278" y="1370"/>
                  <a:pt x="3281" y="1374"/>
                  <a:pt x="3284" y="1378"/>
                </a:cubicBezTo>
                <a:lnTo>
                  <a:pt x="3284" y="1378"/>
                </a:lnTo>
                <a:cubicBezTo>
                  <a:pt x="3304" y="1410"/>
                  <a:pt x="3328" y="1440"/>
                  <a:pt x="3348" y="1474"/>
                </a:cubicBezTo>
                <a:cubicBezTo>
                  <a:pt x="3367" y="1503"/>
                  <a:pt x="3386" y="1535"/>
                  <a:pt x="3403" y="1569"/>
                </a:cubicBezTo>
                <a:cubicBezTo>
                  <a:pt x="3409" y="1579"/>
                  <a:pt x="3414" y="1591"/>
                  <a:pt x="3420" y="1604"/>
                </a:cubicBezTo>
                <a:lnTo>
                  <a:pt x="3420" y="1604"/>
                </a:lnTo>
                <a:cubicBezTo>
                  <a:pt x="3420" y="1602"/>
                  <a:pt x="3420" y="1600"/>
                  <a:pt x="3420" y="1598"/>
                </a:cubicBezTo>
                <a:lnTo>
                  <a:pt x="3420" y="1598"/>
                </a:lnTo>
                <a:cubicBezTo>
                  <a:pt x="3420" y="1600"/>
                  <a:pt x="3420" y="1602"/>
                  <a:pt x="3420" y="1604"/>
                </a:cubicBezTo>
                <a:lnTo>
                  <a:pt x="3420" y="1604"/>
                </a:lnTo>
                <a:cubicBezTo>
                  <a:pt x="3420" y="1604"/>
                  <a:pt x="3420" y="1604"/>
                  <a:pt x="3420" y="1604"/>
                </a:cubicBezTo>
                <a:lnTo>
                  <a:pt x="3420" y="1604"/>
                </a:lnTo>
                <a:cubicBezTo>
                  <a:pt x="3420" y="1621"/>
                  <a:pt x="3423" y="1634"/>
                  <a:pt x="3427" y="1644"/>
                </a:cubicBezTo>
                <a:lnTo>
                  <a:pt x="3427" y="1644"/>
                </a:lnTo>
                <a:cubicBezTo>
                  <a:pt x="3423" y="1630"/>
                  <a:pt x="3420" y="1616"/>
                  <a:pt x="3420" y="1604"/>
                </a:cubicBezTo>
                <a:lnTo>
                  <a:pt x="3420" y="1604"/>
                </a:lnTo>
                <a:cubicBezTo>
                  <a:pt x="3422" y="1608"/>
                  <a:pt x="3424" y="1613"/>
                  <a:pt x="3426" y="1617"/>
                </a:cubicBezTo>
                <a:cubicBezTo>
                  <a:pt x="3442" y="1646"/>
                  <a:pt x="3443" y="1659"/>
                  <a:pt x="3439" y="1659"/>
                </a:cubicBezTo>
                <a:cubicBezTo>
                  <a:pt x="3436" y="1659"/>
                  <a:pt x="3432" y="1654"/>
                  <a:pt x="3427" y="1644"/>
                </a:cubicBezTo>
                <a:lnTo>
                  <a:pt x="3427" y="1644"/>
                </a:lnTo>
                <a:cubicBezTo>
                  <a:pt x="3443" y="1697"/>
                  <a:pt x="3479" y="1760"/>
                  <a:pt x="3491" y="1802"/>
                </a:cubicBezTo>
                <a:cubicBezTo>
                  <a:pt x="3500" y="1838"/>
                  <a:pt x="3508" y="1874"/>
                  <a:pt x="3517" y="1910"/>
                </a:cubicBezTo>
                <a:cubicBezTo>
                  <a:pt x="3521" y="1933"/>
                  <a:pt x="3525" y="1954"/>
                  <a:pt x="3529" y="1977"/>
                </a:cubicBezTo>
                <a:cubicBezTo>
                  <a:pt x="3534" y="2005"/>
                  <a:pt x="3537" y="2015"/>
                  <a:pt x="3538" y="2015"/>
                </a:cubicBezTo>
                <a:cubicBezTo>
                  <a:pt x="3540" y="2015"/>
                  <a:pt x="3530" y="1942"/>
                  <a:pt x="3525" y="1939"/>
                </a:cubicBezTo>
                <a:lnTo>
                  <a:pt x="3525" y="1939"/>
                </a:lnTo>
                <a:cubicBezTo>
                  <a:pt x="3550" y="1954"/>
                  <a:pt x="3538" y="2142"/>
                  <a:pt x="3538" y="2173"/>
                </a:cubicBezTo>
                <a:cubicBezTo>
                  <a:pt x="3538" y="2215"/>
                  <a:pt x="3535" y="2257"/>
                  <a:pt x="3533" y="2297"/>
                </a:cubicBezTo>
                <a:cubicBezTo>
                  <a:pt x="3532" y="2312"/>
                  <a:pt x="3530" y="2326"/>
                  <a:pt x="3529" y="2339"/>
                </a:cubicBezTo>
                <a:lnTo>
                  <a:pt x="3529" y="2339"/>
                </a:lnTo>
                <a:cubicBezTo>
                  <a:pt x="3514" y="2409"/>
                  <a:pt x="3504" y="2477"/>
                  <a:pt x="3483" y="2546"/>
                </a:cubicBezTo>
                <a:cubicBezTo>
                  <a:pt x="3472" y="2582"/>
                  <a:pt x="3462" y="2618"/>
                  <a:pt x="3449" y="2651"/>
                </a:cubicBezTo>
                <a:cubicBezTo>
                  <a:pt x="3445" y="2663"/>
                  <a:pt x="3440" y="2676"/>
                  <a:pt x="3436" y="2688"/>
                </a:cubicBezTo>
                <a:lnTo>
                  <a:pt x="3436" y="2688"/>
                </a:lnTo>
                <a:cubicBezTo>
                  <a:pt x="3398" y="2751"/>
                  <a:pt x="3369" y="2818"/>
                  <a:pt x="3329" y="2881"/>
                </a:cubicBezTo>
                <a:cubicBezTo>
                  <a:pt x="3324" y="2889"/>
                  <a:pt x="3300" y="2922"/>
                  <a:pt x="3284" y="2945"/>
                </a:cubicBezTo>
                <a:lnTo>
                  <a:pt x="3284" y="2945"/>
                </a:lnTo>
                <a:cubicBezTo>
                  <a:pt x="3263" y="2968"/>
                  <a:pt x="3232" y="3005"/>
                  <a:pt x="3224" y="3014"/>
                </a:cubicBezTo>
                <a:cubicBezTo>
                  <a:pt x="3198" y="3041"/>
                  <a:pt x="3171" y="3069"/>
                  <a:pt x="3142" y="3094"/>
                </a:cubicBezTo>
                <a:cubicBezTo>
                  <a:pt x="3127" y="3106"/>
                  <a:pt x="3112" y="3119"/>
                  <a:pt x="3099" y="3132"/>
                </a:cubicBezTo>
                <a:cubicBezTo>
                  <a:pt x="3075" y="3154"/>
                  <a:pt x="3071" y="3163"/>
                  <a:pt x="3076" y="3163"/>
                </a:cubicBezTo>
                <a:cubicBezTo>
                  <a:pt x="3076" y="3163"/>
                  <a:pt x="3077" y="3163"/>
                  <a:pt x="3078" y="3162"/>
                </a:cubicBezTo>
                <a:lnTo>
                  <a:pt x="3078" y="3162"/>
                </a:lnTo>
                <a:cubicBezTo>
                  <a:pt x="3021" y="3203"/>
                  <a:pt x="2923" y="3245"/>
                  <a:pt x="2889" y="3262"/>
                </a:cubicBezTo>
                <a:cubicBezTo>
                  <a:pt x="2863" y="3275"/>
                  <a:pt x="2803" y="3296"/>
                  <a:pt x="2805" y="3296"/>
                </a:cubicBezTo>
                <a:cubicBezTo>
                  <a:pt x="2806" y="3296"/>
                  <a:pt x="2822" y="3291"/>
                  <a:pt x="2866" y="3277"/>
                </a:cubicBezTo>
                <a:lnTo>
                  <a:pt x="2866" y="3277"/>
                </a:lnTo>
                <a:cubicBezTo>
                  <a:pt x="2823" y="3292"/>
                  <a:pt x="2783" y="3309"/>
                  <a:pt x="2741" y="3323"/>
                </a:cubicBezTo>
                <a:cubicBezTo>
                  <a:pt x="2642" y="3355"/>
                  <a:pt x="2541" y="3376"/>
                  <a:pt x="2438" y="3395"/>
                </a:cubicBezTo>
                <a:cubicBezTo>
                  <a:pt x="2437" y="3395"/>
                  <a:pt x="2437" y="3395"/>
                  <a:pt x="2437" y="3395"/>
                </a:cubicBezTo>
                <a:lnTo>
                  <a:pt x="2437" y="3395"/>
                </a:lnTo>
                <a:cubicBezTo>
                  <a:pt x="2416" y="3397"/>
                  <a:pt x="2395" y="3400"/>
                  <a:pt x="2375" y="3401"/>
                </a:cubicBezTo>
                <a:cubicBezTo>
                  <a:pt x="2330" y="3403"/>
                  <a:pt x="2284" y="3406"/>
                  <a:pt x="2240" y="3406"/>
                </a:cubicBezTo>
                <a:cubicBezTo>
                  <a:pt x="2226" y="3406"/>
                  <a:pt x="2211" y="3406"/>
                  <a:pt x="2197" y="3406"/>
                </a:cubicBezTo>
                <a:cubicBezTo>
                  <a:pt x="2163" y="3406"/>
                  <a:pt x="2129" y="3405"/>
                  <a:pt x="2094" y="3403"/>
                </a:cubicBezTo>
                <a:cubicBezTo>
                  <a:pt x="2081" y="3402"/>
                  <a:pt x="2067" y="3400"/>
                  <a:pt x="2054" y="3398"/>
                </a:cubicBezTo>
                <a:lnTo>
                  <a:pt x="2054" y="3398"/>
                </a:lnTo>
                <a:cubicBezTo>
                  <a:pt x="1975" y="3376"/>
                  <a:pt x="1893" y="3365"/>
                  <a:pt x="1814" y="3340"/>
                </a:cubicBezTo>
                <a:cubicBezTo>
                  <a:pt x="1797" y="3334"/>
                  <a:pt x="1778" y="3326"/>
                  <a:pt x="1762" y="3321"/>
                </a:cubicBezTo>
                <a:cubicBezTo>
                  <a:pt x="1752" y="3318"/>
                  <a:pt x="1745" y="3316"/>
                  <a:pt x="1740" y="3315"/>
                </a:cubicBezTo>
                <a:lnTo>
                  <a:pt x="1740" y="3315"/>
                </a:lnTo>
                <a:cubicBezTo>
                  <a:pt x="1716" y="3301"/>
                  <a:pt x="1691" y="3283"/>
                  <a:pt x="1679" y="3277"/>
                </a:cubicBezTo>
                <a:cubicBezTo>
                  <a:pt x="1648" y="3258"/>
                  <a:pt x="1616" y="3241"/>
                  <a:pt x="1587" y="3220"/>
                </a:cubicBezTo>
                <a:cubicBezTo>
                  <a:pt x="1572" y="3210"/>
                  <a:pt x="1557" y="3199"/>
                  <a:pt x="1543" y="3191"/>
                </a:cubicBezTo>
                <a:cubicBezTo>
                  <a:pt x="1525" y="3180"/>
                  <a:pt x="1519" y="3175"/>
                  <a:pt x="1519" y="3175"/>
                </a:cubicBezTo>
                <a:lnTo>
                  <a:pt x="1519" y="3175"/>
                </a:lnTo>
                <a:cubicBezTo>
                  <a:pt x="1518" y="3175"/>
                  <a:pt x="1582" y="3218"/>
                  <a:pt x="1580" y="3218"/>
                </a:cubicBezTo>
                <a:cubicBezTo>
                  <a:pt x="1580" y="3218"/>
                  <a:pt x="1579" y="3218"/>
                  <a:pt x="1578" y="3218"/>
                </a:cubicBezTo>
                <a:cubicBezTo>
                  <a:pt x="1542" y="3218"/>
                  <a:pt x="1420" y="3070"/>
                  <a:pt x="1399" y="3045"/>
                </a:cubicBezTo>
                <a:cubicBezTo>
                  <a:pt x="1384" y="3030"/>
                  <a:pt x="1353" y="2977"/>
                  <a:pt x="1351" y="2977"/>
                </a:cubicBezTo>
                <a:lnTo>
                  <a:pt x="1351" y="2977"/>
                </a:lnTo>
                <a:cubicBezTo>
                  <a:pt x="1350" y="2977"/>
                  <a:pt x="1354" y="2985"/>
                  <a:pt x="1363" y="3005"/>
                </a:cubicBezTo>
                <a:cubicBezTo>
                  <a:pt x="1372" y="3025"/>
                  <a:pt x="1375" y="3032"/>
                  <a:pt x="1374" y="3032"/>
                </a:cubicBezTo>
                <a:cubicBezTo>
                  <a:pt x="1372" y="3032"/>
                  <a:pt x="1335" y="2962"/>
                  <a:pt x="1326" y="2946"/>
                </a:cubicBezTo>
                <a:cubicBezTo>
                  <a:pt x="1285" y="2881"/>
                  <a:pt x="1252" y="2814"/>
                  <a:pt x="1215" y="2746"/>
                </a:cubicBezTo>
                <a:lnTo>
                  <a:pt x="1215" y="2746"/>
                </a:lnTo>
                <a:cubicBezTo>
                  <a:pt x="1214" y="2743"/>
                  <a:pt x="1213" y="2740"/>
                  <a:pt x="1212" y="2736"/>
                </a:cubicBezTo>
                <a:cubicBezTo>
                  <a:pt x="1199" y="2702"/>
                  <a:pt x="1187" y="2668"/>
                  <a:pt x="1176" y="2635"/>
                </a:cubicBezTo>
                <a:cubicBezTo>
                  <a:pt x="1153" y="2559"/>
                  <a:pt x="1132" y="2481"/>
                  <a:pt x="1119" y="2403"/>
                </a:cubicBezTo>
                <a:cubicBezTo>
                  <a:pt x="1119" y="2401"/>
                  <a:pt x="1118" y="2399"/>
                  <a:pt x="1118" y="2397"/>
                </a:cubicBezTo>
                <a:lnTo>
                  <a:pt x="1118" y="2397"/>
                </a:lnTo>
                <a:cubicBezTo>
                  <a:pt x="1122" y="2365"/>
                  <a:pt x="1108" y="2315"/>
                  <a:pt x="1106" y="2283"/>
                </a:cubicBezTo>
                <a:cubicBezTo>
                  <a:pt x="1102" y="2203"/>
                  <a:pt x="1102" y="2123"/>
                  <a:pt x="1106" y="2043"/>
                </a:cubicBezTo>
                <a:cubicBezTo>
                  <a:pt x="1107" y="2033"/>
                  <a:pt x="1110" y="2004"/>
                  <a:pt x="1113" y="1978"/>
                </a:cubicBezTo>
                <a:lnTo>
                  <a:pt x="1113" y="1978"/>
                </a:lnTo>
                <a:cubicBezTo>
                  <a:pt x="1117" y="1953"/>
                  <a:pt x="1123" y="1911"/>
                  <a:pt x="1125" y="1899"/>
                </a:cubicBezTo>
                <a:cubicBezTo>
                  <a:pt x="1144" y="1813"/>
                  <a:pt x="1170" y="1731"/>
                  <a:pt x="1197" y="1647"/>
                </a:cubicBezTo>
                <a:cubicBezTo>
                  <a:pt x="1199" y="1642"/>
                  <a:pt x="1200" y="1637"/>
                  <a:pt x="1201" y="1634"/>
                </a:cubicBezTo>
                <a:lnTo>
                  <a:pt x="1201" y="1634"/>
                </a:lnTo>
                <a:cubicBezTo>
                  <a:pt x="1203" y="1630"/>
                  <a:pt x="1205" y="1626"/>
                  <a:pt x="1208" y="1621"/>
                </a:cubicBezTo>
                <a:cubicBezTo>
                  <a:pt x="1227" y="1583"/>
                  <a:pt x="1246" y="1543"/>
                  <a:pt x="1269" y="1507"/>
                </a:cubicBezTo>
                <a:cubicBezTo>
                  <a:pt x="1290" y="1470"/>
                  <a:pt x="1313" y="1434"/>
                  <a:pt x="1338" y="1398"/>
                </a:cubicBezTo>
                <a:cubicBezTo>
                  <a:pt x="1341" y="1394"/>
                  <a:pt x="1344" y="1390"/>
                  <a:pt x="1346" y="1386"/>
                </a:cubicBezTo>
                <a:lnTo>
                  <a:pt x="1346" y="1386"/>
                </a:lnTo>
                <a:cubicBezTo>
                  <a:pt x="1346" y="1386"/>
                  <a:pt x="1346" y="1386"/>
                  <a:pt x="1347" y="1385"/>
                </a:cubicBezTo>
                <a:cubicBezTo>
                  <a:pt x="1399" y="1329"/>
                  <a:pt x="1454" y="1275"/>
                  <a:pt x="1511" y="1223"/>
                </a:cubicBezTo>
                <a:lnTo>
                  <a:pt x="1511" y="1223"/>
                </a:lnTo>
                <a:cubicBezTo>
                  <a:pt x="1524" y="1213"/>
                  <a:pt x="1537" y="1203"/>
                  <a:pt x="1551" y="1194"/>
                </a:cubicBezTo>
                <a:cubicBezTo>
                  <a:pt x="1589" y="1170"/>
                  <a:pt x="1627" y="1147"/>
                  <a:pt x="1667" y="1126"/>
                </a:cubicBezTo>
                <a:cubicBezTo>
                  <a:pt x="1682" y="1119"/>
                  <a:pt x="1697" y="1111"/>
                  <a:pt x="1712" y="1103"/>
                </a:cubicBezTo>
                <a:lnTo>
                  <a:pt x="1712" y="1103"/>
                </a:lnTo>
                <a:cubicBezTo>
                  <a:pt x="1755" y="1090"/>
                  <a:pt x="1797" y="1075"/>
                  <a:pt x="1840" y="1063"/>
                </a:cubicBezTo>
                <a:cubicBezTo>
                  <a:pt x="1884" y="1050"/>
                  <a:pt x="1928" y="1042"/>
                  <a:pt x="1970" y="1031"/>
                </a:cubicBezTo>
                <a:cubicBezTo>
                  <a:pt x="1976" y="1030"/>
                  <a:pt x="1983" y="1028"/>
                  <a:pt x="1990" y="1026"/>
                </a:cubicBezTo>
                <a:lnTo>
                  <a:pt x="1990" y="1026"/>
                </a:lnTo>
                <a:cubicBezTo>
                  <a:pt x="2008" y="1025"/>
                  <a:pt x="2026" y="1024"/>
                  <a:pt x="2042" y="1023"/>
                </a:cubicBezTo>
                <a:cubicBezTo>
                  <a:pt x="2063" y="1021"/>
                  <a:pt x="2083" y="1018"/>
                  <a:pt x="2104" y="1015"/>
                </a:cubicBezTo>
                <a:lnTo>
                  <a:pt x="2104" y="1015"/>
                </a:lnTo>
                <a:cubicBezTo>
                  <a:pt x="2127" y="1013"/>
                  <a:pt x="2151" y="1010"/>
                  <a:pt x="2175" y="1006"/>
                </a:cubicBezTo>
                <a:cubicBezTo>
                  <a:pt x="2200" y="1002"/>
                  <a:pt x="2223" y="998"/>
                  <a:pt x="2248" y="996"/>
                </a:cubicBezTo>
                <a:lnTo>
                  <a:pt x="2248" y="996"/>
                </a:lnTo>
                <a:cubicBezTo>
                  <a:pt x="2202" y="1002"/>
                  <a:pt x="2186" y="1004"/>
                  <a:pt x="2186" y="1004"/>
                </a:cubicBezTo>
                <a:cubicBezTo>
                  <a:pt x="2187" y="1004"/>
                  <a:pt x="2227" y="999"/>
                  <a:pt x="2246" y="998"/>
                </a:cubicBezTo>
                <a:cubicBezTo>
                  <a:pt x="2293" y="996"/>
                  <a:pt x="2341" y="991"/>
                  <a:pt x="2387" y="989"/>
                </a:cubicBezTo>
                <a:close/>
                <a:moveTo>
                  <a:pt x="2431" y="0"/>
                </a:moveTo>
                <a:cubicBezTo>
                  <a:pt x="2283" y="0"/>
                  <a:pt x="2134" y="12"/>
                  <a:pt x="1987" y="33"/>
                </a:cubicBezTo>
                <a:lnTo>
                  <a:pt x="1987" y="33"/>
                </a:lnTo>
                <a:cubicBezTo>
                  <a:pt x="1519" y="79"/>
                  <a:pt x="1082" y="246"/>
                  <a:pt x="738" y="578"/>
                </a:cubicBezTo>
                <a:cubicBezTo>
                  <a:pt x="443" y="863"/>
                  <a:pt x="236" y="1259"/>
                  <a:pt x="158" y="1661"/>
                </a:cubicBezTo>
                <a:cubicBezTo>
                  <a:pt x="0" y="2477"/>
                  <a:pt x="228" y="3403"/>
                  <a:pt x="896" y="3941"/>
                </a:cubicBezTo>
                <a:cubicBezTo>
                  <a:pt x="1283" y="4251"/>
                  <a:pt x="1777" y="4404"/>
                  <a:pt x="2272" y="4404"/>
                </a:cubicBezTo>
                <a:cubicBezTo>
                  <a:pt x="2762" y="4404"/>
                  <a:pt x="3253" y="4255"/>
                  <a:pt x="3645" y="3962"/>
                </a:cubicBezTo>
                <a:cubicBezTo>
                  <a:pt x="4395" y="3401"/>
                  <a:pt x="4700" y="2409"/>
                  <a:pt x="4443" y="1512"/>
                </a:cubicBezTo>
                <a:cubicBezTo>
                  <a:pt x="4302" y="1025"/>
                  <a:pt x="4003" y="604"/>
                  <a:pt x="3582" y="321"/>
                </a:cubicBezTo>
                <a:cubicBezTo>
                  <a:pt x="3236" y="89"/>
                  <a:pt x="2836" y="0"/>
                  <a:pt x="243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71" name="Google Shape;10071;p20"/>
          <p:cNvSpPr/>
          <p:nvPr/>
        </p:nvSpPr>
        <p:spPr>
          <a:xfrm>
            <a:off x="6518075" y="833200"/>
            <a:ext cx="176025" cy="165050"/>
          </a:xfrm>
          <a:custGeom>
            <a:rect b="b" l="l" r="r" t="t"/>
            <a:pathLst>
              <a:path extrusionOk="0" h="6602" w="7041">
                <a:moveTo>
                  <a:pt x="4935" y="1378"/>
                </a:moveTo>
                <a:cubicBezTo>
                  <a:pt x="4939" y="1380"/>
                  <a:pt x="4948" y="1387"/>
                  <a:pt x="4965" y="1400"/>
                </a:cubicBezTo>
                <a:cubicBezTo>
                  <a:pt x="4955" y="1392"/>
                  <a:pt x="4945" y="1385"/>
                  <a:pt x="4935" y="1378"/>
                </a:cubicBezTo>
                <a:close/>
                <a:moveTo>
                  <a:pt x="1630" y="1762"/>
                </a:moveTo>
                <a:lnTo>
                  <a:pt x="1630" y="1762"/>
                </a:lnTo>
                <a:cubicBezTo>
                  <a:pt x="1621" y="1773"/>
                  <a:pt x="1618" y="1778"/>
                  <a:pt x="1618" y="1778"/>
                </a:cubicBezTo>
                <a:cubicBezTo>
                  <a:pt x="1618" y="1778"/>
                  <a:pt x="1623" y="1771"/>
                  <a:pt x="1630" y="1762"/>
                </a:cubicBezTo>
                <a:close/>
                <a:moveTo>
                  <a:pt x="3639" y="986"/>
                </a:moveTo>
                <a:cubicBezTo>
                  <a:pt x="4036" y="986"/>
                  <a:pt x="4418" y="1072"/>
                  <a:pt x="4734" y="1250"/>
                </a:cubicBezTo>
                <a:cubicBezTo>
                  <a:pt x="4786" y="1280"/>
                  <a:pt x="4839" y="1313"/>
                  <a:pt x="4890" y="1347"/>
                </a:cubicBezTo>
                <a:cubicBezTo>
                  <a:pt x="4906" y="1357"/>
                  <a:pt x="4921" y="1367"/>
                  <a:pt x="4935" y="1378"/>
                </a:cubicBezTo>
                <a:lnTo>
                  <a:pt x="4935" y="1378"/>
                </a:lnTo>
                <a:cubicBezTo>
                  <a:pt x="4934" y="1377"/>
                  <a:pt x="4933" y="1376"/>
                  <a:pt x="4933" y="1376"/>
                </a:cubicBezTo>
                <a:lnTo>
                  <a:pt x="4933" y="1376"/>
                </a:lnTo>
                <a:cubicBezTo>
                  <a:pt x="4934" y="1376"/>
                  <a:pt x="4964" y="1397"/>
                  <a:pt x="4972" y="1404"/>
                </a:cubicBezTo>
                <a:cubicBezTo>
                  <a:pt x="5081" y="1495"/>
                  <a:pt x="5182" y="1594"/>
                  <a:pt x="5275" y="1701"/>
                </a:cubicBezTo>
                <a:cubicBezTo>
                  <a:pt x="5296" y="1724"/>
                  <a:pt x="5315" y="1747"/>
                  <a:pt x="5332" y="1771"/>
                </a:cubicBezTo>
                <a:cubicBezTo>
                  <a:pt x="5336" y="1776"/>
                  <a:pt x="5339" y="1780"/>
                  <a:pt x="5342" y="1782"/>
                </a:cubicBezTo>
                <a:lnTo>
                  <a:pt x="5342" y="1782"/>
                </a:lnTo>
                <a:cubicBezTo>
                  <a:pt x="5378" y="1835"/>
                  <a:pt x="5414" y="1889"/>
                  <a:pt x="5446" y="1943"/>
                </a:cubicBezTo>
                <a:cubicBezTo>
                  <a:pt x="5477" y="1994"/>
                  <a:pt x="5507" y="2045"/>
                  <a:pt x="5534" y="2097"/>
                </a:cubicBezTo>
                <a:cubicBezTo>
                  <a:pt x="5548" y="2126"/>
                  <a:pt x="5603" y="2244"/>
                  <a:pt x="5604" y="2244"/>
                </a:cubicBezTo>
                <a:cubicBezTo>
                  <a:pt x="5605" y="2244"/>
                  <a:pt x="5604" y="2244"/>
                  <a:pt x="5604" y="2242"/>
                </a:cubicBezTo>
                <a:lnTo>
                  <a:pt x="5604" y="2242"/>
                </a:lnTo>
                <a:cubicBezTo>
                  <a:pt x="5646" y="2347"/>
                  <a:pt x="5682" y="2454"/>
                  <a:pt x="5711" y="2561"/>
                </a:cubicBezTo>
                <a:cubicBezTo>
                  <a:pt x="5726" y="2620"/>
                  <a:pt x="5741" y="2679"/>
                  <a:pt x="5751" y="2738"/>
                </a:cubicBezTo>
                <a:cubicBezTo>
                  <a:pt x="5756" y="2758"/>
                  <a:pt x="5778" y="2901"/>
                  <a:pt x="5781" y="2901"/>
                </a:cubicBezTo>
                <a:cubicBezTo>
                  <a:pt x="5781" y="2901"/>
                  <a:pt x="5781" y="2892"/>
                  <a:pt x="5779" y="2872"/>
                </a:cubicBezTo>
                <a:lnTo>
                  <a:pt x="5779" y="2872"/>
                </a:lnTo>
                <a:cubicBezTo>
                  <a:pt x="5793" y="2999"/>
                  <a:pt x="5800" y="3127"/>
                  <a:pt x="5800" y="3256"/>
                </a:cubicBezTo>
                <a:cubicBezTo>
                  <a:pt x="5798" y="3323"/>
                  <a:pt x="5796" y="3393"/>
                  <a:pt x="5791" y="3460"/>
                </a:cubicBezTo>
                <a:cubicBezTo>
                  <a:pt x="5787" y="3518"/>
                  <a:pt x="5781" y="3572"/>
                  <a:pt x="5780" y="3582"/>
                </a:cubicBezTo>
                <a:lnTo>
                  <a:pt x="5780" y="3582"/>
                </a:lnTo>
                <a:cubicBezTo>
                  <a:pt x="5759" y="3706"/>
                  <a:pt x="5734" y="3831"/>
                  <a:pt x="5699" y="3953"/>
                </a:cubicBezTo>
                <a:cubicBezTo>
                  <a:pt x="5682" y="4012"/>
                  <a:pt x="5663" y="4069"/>
                  <a:pt x="5642" y="4126"/>
                </a:cubicBezTo>
                <a:cubicBezTo>
                  <a:pt x="5631" y="4155"/>
                  <a:pt x="5621" y="4183"/>
                  <a:pt x="5610" y="4212"/>
                </a:cubicBezTo>
                <a:cubicBezTo>
                  <a:pt x="5606" y="4223"/>
                  <a:pt x="5602" y="4232"/>
                  <a:pt x="5600" y="4238"/>
                </a:cubicBezTo>
                <a:lnTo>
                  <a:pt x="5600" y="4238"/>
                </a:lnTo>
                <a:cubicBezTo>
                  <a:pt x="5597" y="4244"/>
                  <a:pt x="5593" y="4252"/>
                  <a:pt x="5589" y="4261"/>
                </a:cubicBezTo>
                <a:cubicBezTo>
                  <a:pt x="5534" y="4370"/>
                  <a:pt x="5477" y="4478"/>
                  <a:pt x="5412" y="4581"/>
                </a:cubicBezTo>
                <a:cubicBezTo>
                  <a:pt x="5311" y="4737"/>
                  <a:pt x="5324" y="4720"/>
                  <a:pt x="5189" y="4863"/>
                </a:cubicBezTo>
                <a:cubicBezTo>
                  <a:pt x="4814" y="5261"/>
                  <a:pt x="4355" y="5476"/>
                  <a:pt x="3756" y="5573"/>
                </a:cubicBezTo>
                <a:cubicBezTo>
                  <a:pt x="3620" y="5595"/>
                  <a:pt x="3482" y="5605"/>
                  <a:pt x="3344" y="5605"/>
                </a:cubicBezTo>
                <a:cubicBezTo>
                  <a:pt x="2954" y="5605"/>
                  <a:pt x="2572" y="5519"/>
                  <a:pt x="2265" y="5346"/>
                </a:cubicBezTo>
                <a:cubicBezTo>
                  <a:pt x="2214" y="5316"/>
                  <a:pt x="2164" y="5285"/>
                  <a:pt x="2113" y="5253"/>
                </a:cubicBezTo>
                <a:cubicBezTo>
                  <a:pt x="2098" y="5243"/>
                  <a:pt x="2015" y="5180"/>
                  <a:pt x="2013" y="5180"/>
                </a:cubicBezTo>
                <a:lnTo>
                  <a:pt x="2013" y="5180"/>
                </a:lnTo>
                <a:cubicBezTo>
                  <a:pt x="2013" y="5180"/>
                  <a:pt x="2019" y="5186"/>
                  <a:pt x="2037" y="5200"/>
                </a:cubicBezTo>
                <a:cubicBezTo>
                  <a:pt x="1930" y="5114"/>
                  <a:pt x="1831" y="5019"/>
                  <a:pt x="1740" y="4916"/>
                </a:cubicBezTo>
                <a:cubicBezTo>
                  <a:pt x="1728" y="4902"/>
                  <a:pt x="1675" y="4837"/>
                  <a:pt x="1657" y="4816"/>
                </a:cubicBezTo>
                <a:lnTo>
                  <a:pt x="1657" y="4816"/>
                </a:lnTo>
                <a:cubicBezTo>
                  <a:pt x="1647" y="4801"/>
                  <a:pt x="1584" y="4711"/>
                  <a:pt x="1570" y="4688"/>
                </a:cubicBezTo>
                <a:cubicBezTo>
                  <a:pt x="1500" y="4579"/>
                  <a:pt x="1439" y="4465"/>
                  <a:pt x="1382" y="4347"/>
                </a:cubicBezTo>
                <a:cubicBezTo>
                  <a:pt x="1372" y="4327"/>
                  <a:pt x="1369" y="4322"/>
                  <a:pt x="1368" y="4322"/>
                </a:cubicBezTo>
                <a:lnTo>
                  <a:pt x="1368" y="4322"/>
                </a:lnTo>
                <a:cubicBezTo>
                  <a:pt x="1368" y="4322"/>
                  <a:pt x="1368" y="4322"/>
                  <a:pt x="1368" y="4322"/>
                </a:cubicBezTo>
                <a:lnTo>
                  <a:pt x="1368" y="4322"/>
                </a:lnTo>
                <a:cubicBezTo>
                  <a:pt x="1366" y="4315"/>
                  <a:pt x="1360" y="4299"/>
                  <a:pt x="1348" y="4265"/>
                </a:cubicBezTo>
                <a:cubicBezTo>
                  <a:pt x="1329" y="4210"/>
                  <a:pt x="1308" y="4155"/>
                  <a:pt x="1291" y="4101"/>
                </a:cubicBezTo>
                <a:cubicBezTo>
                  <a:pt x="1251" y="3974"/>
                  <a:pt x="1220" y="3848"/>
                  <a:pt x="1197" y="3717"/>
                </a:cubicBezTo>
                <a:cubicBezTo>
                  <a:pt x="1192" y="3696"/>
                  <a:pt x="1179" y="3596"/>
                  <a:pt x="1178" y="3596"/>
                </a:cubicBezTo>
                <a:lnTo>
                  <a:pt x="1178" y="3596"/>
                </a:lnTo>
                <a:cubicBezTo>
                  <a:pt x="1178" y="3596"/>
                  <a:pt x="1179" y="3606"/>
                  <a:pt x="1182" y="3633"/>
                </a:cubicBezTo>
                <a:cubicBezTo>
                  <a:pt x="1173" y="3568"/>
                  <a:pt x="1167" y="3502"/>
                  <a:pt x="1165" y="3437"/>
                </a:cubicBezTo>
                <a:cubicBezTo>
                  <a:pt x="1157" y="3304"/>
                  <a:pt x="1157" y="3174"/>
                  <a:pt x="1165" y="3041"/>
                </a:cubicBezTo>
                <a:cubicBezTo>
                  <a:pt x="1167" y="3011"/>
                  <a:pt x="1179" y="2898"/>
                  <a:pt x="1181" y="2870"/>
                </a:cubicBezTo>
                <a:lnTo>
                  <a:pt x="1181" y="2870"/>
                </a:lnTo>
                <a:cubicBezTo>
                  <a:pt x="1186" y="2847"/>
                  <a:pt x="1203" y="2750"/>
                  <a:pt x="1209" y="2721"/>
                </a:cubicBezTo>
                <a:cubicBezTo>
                  <a:pt x="1239" y="2580"/>
                  <a:pt x="1281" y="2443"/>
                  <a:pt x="1327" y="2306"/>
                </a:cubicBezTo>
                <a:cubicBezTo>
                  <a:pt x="1342" y="2262"/>
                  <a:pt x="1345" y="2248"/>
                  <a:pt x="1346" y="2244"/>
                </a:cubicBezTo>
                <a:lnTo>
                  <a:pt x="1346" y="2244"/>
                </a:lnTo>
                <a:cubicBezTo>
                  <a:pt x="1348" y="2241"/>
                  <a:pt x="1355" y="2229"/>
                  <a:pt x="1376" y="2188"/>
                </a:cubicBezTo>
                <a:cubicBezTo>
                  <a:pt x="1407" y="2125"/>
                  <a:pt x="1439" y="2059"/>
                  <a:pt x="1475" y="1998"/>
                </a:cubicBezTo>
                <a:cubicBezTo>
                  <a:pt x="1511" y="1937"/>
                  <a:pt x="1551" y="1878"/>
                  <a:pt x="1588" y="1819"/>
                </a:cubicBezTo>
                <a:cubicBezTo>
                  <a:pt x="1603" y="1799"/>
                  <a:pt x="1618" y="1779"/>
                  <a:pt x="1632" y="1759"/>
                </a:cubicBezTo>
                <a:lnTo>
                  <a:pt x="1632" y="1759"/>
                </a:lnTo>
                <a:cubicBezTo>
                  <a:pt x="1639" y="1751"/>
                  <a:pt x="1646" y="1741"/>
                  <a:pt x="1654" y="1733"/>
                </a:cubicBezTo>
                <a:cubicBezTo>
                  <a:pt x="1744" y="1632"/>
                  <a:pt x="1839" y="1535"/>
                  <a:pt x="1945" y="1446"/>
                </a:cubicBezTo>
                <a:cubicBezTo>
                  <a:pt x="1949" y="1443"/>
                  <a:pt x="1952" y="1440"/>
                  <a:pt x="1955" y="1437"/>
                </a:cubicBezTo>
                <a:lnTo>
                  <a:pt x="1955" y="1437"/>
                </a:lnTo>
                <a:cubicBezTo>
                  <a:pt x="1958" y="1435"/>
                  <a:pt x="1960" y="1434"/>
                  <a:pt x="1963" y="1431"/>
                </a:cubicBezTo>
                <a:cubicBezTo>
                  <a:pt x="1993" y="1410"/>
                  <a:pt x="2022" y="1389"/>
                  <a:pt x="2054" y="1370"/>
                </a:cubicBezTo>
                <a:cubicBezTo>
                  <a:pt x="2115" y="1328"/>
                  <a:pt x="2180" y="1292"/>
                  <a:pt x="2246" y="1257"/>
                </a:cubicBezTo>
                <a:cubicBezTo>
                  <a:pt x="2372" y="1191"/>
                  <a:pt x="2412" y="1174"/>
                  <a:pt x="2604" y="1120"/>
                </a:cubicBezTo>
                <a:cubicBezTo>
                  <a:pt x="2802" y="1065"/>
                  <a:pt x="2859" y="1059"/>
                  <a:pt x="3023" y="1044"/>
                </a:cubicBezTo>
                <a:cubicBezTo>
                  <a:pt x="3046" y="1042"/>
                  <a:pt x="3069" y="1039"/>
                  <a:pt x="3092" y="1035"/>
                </a:cubicBezTo>
                <a:lnTo>
                  <a:pt x="3092" y="1035"/>
                </a:lnTo>
                <a:cubicBezTo>
                  <a:pt x="3113" y="1033"/>
                  <a:pt x="3134" y="1031"/>
                  <a:pt x="3156" y="1027"/>
                </a:cubicBezTo>
                <a:cubicBezTo>
                  <a:pt x="3317" y="1000"/>
                  <a:pt x="3479" y="986"/>
                  <a:pt x="3639" y="986"/>
                </a:cubicBezTo>
                <a:close/>
                <a:moveTo>
                  <a:pt x="3656" y="0"/>
                </a:moveTo>
                <a:cubicBezTo>
                  <a:pt x="3424" y="0"/>
                  <a:pt x="3191" y="20"/>
                  <a:pt x="2962" y="55"/>
                </a:cubicBezTo>
                <a:lnTo>
                  <a:pt x="2962" y="55"/>
                </a:lnTo>
                <a:cubicBezTo>
                  <a:pt x="1592" y="189"/>
                  <a:pt x="506" y="1128"/>
                  <a:pt x="238" y="2500"/>
                </a:cubicBezTo>
                <a:cubicBezTo>
                  <a:pt x="0" y="3730"/>
                  <a:pt x="360" y="5131"/>
                  <a:pt x="1367" y="5933"/>
                </a:cubicBezTo>
                <a:cubicBezTo>
                  <a:pt x="1934" y="6385"/>
                  <a:pt x="2656" y="6602"/>
                  <a:pt x="3382" y="6602"/>
                </a:cubicBezTo>
                <a:cubicBezTo>
                  <a:pt x="4138" y="6602"/>
                  <a:pt x="4898" y="6367"/>
                  <a:pt x="5494" y="5917"/>
                </a:cubicBezTo>
                <a:cubicBezTo>
                  <a:pt x="6607" y="5078"/>
                  <a:pt x="7041" y="3580"/>
                  <a:pt x="6659" y="2253"/>
                </a:cubicBezTo>
                <a:cubicBezTo>
                  <a:pt x="6453" y="1537"/>
                  <a:pt x="6015" y="905"/>
                  <a:pt x="5393" y="488"/>
                </a:cubicBezTo>
                <a:cubicBezTo>
                  <a:pt x="4872" y="137"/>
                  <a:pt x="4267" y="0"/>
                  <a:pt x="365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072" name="Google Shape;10072;p20"/>
          <p:cNvGrpSpPr/>
          <p:nvPr/>
        </p:nvGrpSpPr>
        <p:grpSpPr>
          <a:xfrm rot="6300357">
            <a:off x="7074685" y="581435"/>
            <a:ext cx="707993" cy="442801"/>
            <a:chOff x="1445125" y="3867675"/>
            <a:chExt cx="803300" cy="502950"/>
          </a:xfrm>
        </p:grpSpPr>
        <p:sp>
          <p:nvSpPr>
            <p:cNvPr id="10073" name="Google Shape;10073;p20"/>
            <p:cNvSpPr/>
            <p:nvPr/>
          </p:nvSpPr>
          <p:spPr>
            <a:xfrm>
              <a:off x="1445125" y="3867675"/>
              <a:ext cx="535450" cy="502950"/>
            </a:xfrm>
            <a:custGeom>
              <a:rect b="b" l="l" r="r" t="t"/>
              <a:pathLst>
                <a:path extrusionOk="0" h="20118" w="21418">
                  <a:moveTo>
                    <a:pt x="5846" y="993"/>
                  </a:moveTo>
                  <a:cubicBezTo>
                    <a:pt x="6726" y="993"/>
                    <a:pt x="7300" y="1814"/>
                    <a:pt x="7545" y="2688"/>
                  </a:cubicBezTo>
                  <a:cubicBezTo>
                    <a:pt x="7686" y="3200"/>
                    <a:pt x="7749" y="3726"/>
                    <a:pt x="7770" y="4255"/>
                  </a:cubicBezTo>
                  <a:cubicBezTo>
                    <a:pt x="7787" y="4700"/>
                    <a:pt x="7676" y="5216"/>
                    <a:pt x="7812" y="5641"/>
                  </a:cubicBezTo>
                  <a:cubicBezTo>
                    <a:pt x="8017" y="6280"/>
                    <a:pt x="8790" y="6621"/>
                    <a:pt x="9352" y="6861"/>
                  </a:cubicBezTo>
                  <a:cubicBezTo>
                    <a:pt x="10899" y="7523"/>
                    <a:pt x="12588" y="7895"/>
                    <a:pt x="14238" y="8195"/>
                  </a:cubicBezTo>
                  <a:cubicBezTo>
                    <a:pt x="14279" y="8202"/>
                    <a:pt x="14320" y="8206"/>
                    <a:pt x="14360" y="8206"/>
                  </a:cubicBezTo>
                  <a:cubicBezTo>
                    <a:pt x="14538" y="8206"/>
                    <a:pt x="14697" y="8128"/>
                    <a:pt x="14800" y="7965"/>
                  </a:cubicBezTo>
                  <a:cubicBezTo>
                    <a:pt x="15658" y="6602"/>
                    <a:pt x="16673" y="5266"/>
                    <a:pt x="17868" y="4181"/>
                  </a:cubicBezTo>
                  <a:cubicBezTo>
                    <a:pt x="18246" y="3837"/>
                    <a:pt x="19055" y="3130"/>
                    <a:pt x="19662" y="3130"/>
                  </a:cubicBezTo>
                  <a:cubicBezTo>
                    <a:pt x="19761" y="3130"/>
                    <a:pt x="19855" y="3149"/>
                    <a:pt x="19941" y="3191"/>
                  </a:cubicBezTo>
                  <a:cubicBezTo>
                    <a:pt x="19972" y="3206"/>
                    <a:pt x="20042" y="3282"/>
                    <a:pt x="20078" y="3334"/>
                  </a:cubicBezTo>
                  <a:cubicBezTo>
                    <a:pt x="20170" y="3474"/>
                    <a:pt x="20200" y="3554"/>
                    <a:pt x="20244" y="3703"/>
                  </a:cubicBezTo>
                  <a:cubicBezTo>
                    <a:pt x="20356" y="4074"/>
                    <a:pt x="20385" y="4459"/>
                    <a:pt x="20391" y="4845"/>
                  </a:cubicBezTo>
                  <a:cubicBezTo>
                    <a:pt x="20434" y="7253"/>
                    <a:pt x="19715" y="9724"/>
                    <a:pt x="18959" y="11987"/>
                  </a:cubicBezTo>
                  <a:cubicBezTo>
                    <a:pt x="18546" y="13223"/>
                    <a:pt x="18074" y="14443"/>
                    <a:pt x="17505" y="15619"/>
                  </a:cubicBezTo>
                  <a:cubicBezTo>
                    <a:pt x="16974" y="16720"/>
                    <a:pt x="16385" y="17795"/>
                    <a:pt x="15472" y="18631"/>
                  </a:cubicBezTo>
                  <a:cubicBezTo>
                    <a:pt x="15279" y="18808"/>
                    <a:pt x="15055" y="19008"/>
                    <a:pt x="14800" y="19090"/>
                  </a:cubicBezTo>
                  <a:cubicBezTo>
                    <a:pt x="14731" y="19114"/>
                    <a:pt x="14679" y="19127"/>
                    <a:pt x="14633" y="19127"/>
                  </a:cubicBezTo>
                  <a:cubicBezTo>
                    <a:pt x="14584" y="19127"/>
                    <a:pt x="14541" y="19112"/>
                    <a:pt x="14491" y="19078"/>
                  </a:cubicBezTo>
                  <a:cubicBezTo>
                    <a:pt x="14179" y="18859"/>
                    <a:pt x="14040" y="18279"/>
                    <a:pt x="13943" y="17913"/>
                  </a:cubicBezTo>
                  <a:cubicBezTo>
                    <a:pt x="13496" y="16204"/>
                    <a:pt x="13420" y="14392"/>
                    <a:pt x="13231" y="12644"/>
                  </a:cubicBezTo>
                  <a:cubicBezTo>
                    <a:pt x="13231" y="12642"/>
                    <a:pt x="13231" y="12641"/>
                    <a:pt x="13230" y="12640"/>
                  </a:cubicBezTo>
                  <a:lnTo>
                    <a:pt x="13230" y="12640"/>
                  </a:lnTo>
                  <a:cubicBezTo>
                    <a:pt x="13241" y="12479"/>
                    <a:pt x="13172" y="12316"/>
                    <a:pt x="12984" y="12214"/>
                  </a:cubicBezTo>
                  <a:cubicBezTo>
                    <a:pt x="12340" y="11860"/>
                    <a:pt x="11598" y="11675"/>
                    <a:pt x="10890" y="11496"/>
                  </a:cubicBezTo>
                  <a:cubicBezTo>
                    <a:pt x="10069" y="11291"/>
                    <a:pt x="9239" y="11119"/>
                    <a:pt x="8404" y="10971"/>
                  </a:cubicBezTo>
                  <a:cubicBezTo>
                    <a:pt x="7943" y="10890"/>
                    <a:pt x="7439" y="10757"/>
                    <a:pt x="6964" y="10757"/>
                  </a:cubicBezTo>
                  <a:cubicBezTo>
                    <a:pt x="6933" y="10757"/>
                    <a:pt x="6903" y="10757"/>
                    <a:pt x="6873" y="10758"/>
                  </a:cubicBezTo>
                  <a:cubicBezTo>
                    <a:pt x="6281" y="10782"/>
                    <a:pt x="5857" y="11237"/>
                    <a:pt x="5518" y="11671"/>
                  </a:cubicBezTo>
                  <a:cubicBezTo>
                    <a:pt x="4848" y="12532"/>
                    <a:pt x="4110" y="13945"/>
                    <a:pt x="2900" y="13945"/>
                  </a:cubicBezTo>
                  <a:cubicBezTo>
                    <a:pt x="2748" y="13945"/>
                    <a:pt x="2589" y="13923"/>
                    <a:pt x="2421" y="13874"/>
                  </a:cubicBezTo>
                  <a:cubicBezTo>
                    <a:pt x="1265" y="13539"/>
                    <a:pt x="1147" y="12161"/>
                    <a:pt x="1191" y="11150"/>
                  </a:cubicBezTo>
                  <a:cubicBezTo>
                    <a:pt x="1259" y="9547"/>
                    <a:pt x="1735" y="7959"/>
                    <a:pt x="2242" y="6446"/>
                  </a:cubicBezTo>
                  <a:cubicBezTo>
                    <a:pt x="2666" y="5186"/>
                    <a:pt x="3155" y="3943"/>
                    <a:pt x="3669" y="2717"/>
                  </a:cubicBezTo>
                  <a:cubicBezTo>
                    <a:pt x="4014" y="1894"/>
                    <a:pt x="4701" y="1150"/>
                    <a:pt x="5619" y="1011"/>
                  </a:cubicBezTo>
                  <a:cubicBezTo>
                    <a:pt x="5697" y="999"/>
                    <a:pt x="5772" y="993"/>
                    <a:pt x="5846" y="993"/>
                  </a:cubicBezTo>
                  <a:close/>
                  <a:moveTo>
                    <a:pt x="5851" y="1"/>
                  </a:moveTo>
                  <a:cubicBezTo>
                    <a:pt x="4753" y="1"/>
                    <a:pt x="3750" y="699"/>
                    <a:pt x="3144" y="1580"/>
                  </a:cubicBezTo>
                  <a:cubicBezTo>
                    <a:pt x="2849" y="2009"/>
                    <a:pt x="2683" y="2515"/>
                    <a:pt x="2487" y="2993"/>
                  </a:cubicBezTo>
                  <a:cubicBezTo>
                    <a:pt x="2217" y="3653"/>
                    <a:pt x="1954" y="4314"/>
                    <a:pt x="1705" y="4982"/>
                  </a:cubicBezTo>
                  <a:cubicBezTo>
                    <a:pt x="1113" y="6581"/>
                    <a:pt x="576" y="8224"/>
                    <a:pt x="323" y="9914"/>
                  </a:cubicBezTo>
                  <a:cubicBezTo>
                    <a:pt x="121" y="11253"/>
                    <a:pt x="1" y="12901"/>
                    <a:pt x="913" y="14026"/>
                  </a:cubicBezTo>
                  <a:cubicBezTo>
                    <a:pt x="1411" y="14639"/>
                    <a:pt x="2111" y="14918"/>
                    <a:pt x="2824" y="14918"/>
                  </a:cubicBezTo>
                  <a:cubicBezTo>
                    <a:pt x="3509" y="14918"/>
                    <a:pt x="4207" y="14660"/>
                    <a:pt x="4751" y="14192"/>
                  </a:cubicBezTo>
                  <a:cubicBezTo>
                    <a:pt x="5371" y="13659"/>
                    <a:pt x="5777" y="12949"/>
                    <a:pt x="6272" y="12311"/>
                  </a:cubicBezTo>
                  <a:cubicBezTo>
                    <a:pt x="6566" y="11931"/>
                    <a:pt x="6732" y="11776"/>
                    <a:pt x="7065" y="11776"/>
                  </a:cubicBezTo>
                  <a:cubicBezTo>
                    <a:pt x="7129" y="11776"/>
                    <a:pt x="7199" y="11782"/>
                    <a:pt x="7277" y="11793"/>
                  </a:cubicBezTo>
                  <a:cubicBezTo>
                    <a:pt x="8166" y="11915"/>
                    <a:pt x="9053" y="12094"/>
                    <a:pt x="9930" y="12292"/>
                  </a:cubicBezTo>
                  <a:cubicBezTo>
                    <a:pt x="10726" y="12472"/>
                    <a:pt x="11550" y="12626"/>
                    <a:pt x="12268" y="12966"/>
                  </a:cubicBezTo>
                  <a:lnTo>
                    <a:pt x="12268" y="12966"/>
                  </a:lnTo>
                  <a:cubicBezTo>
                    <a:pt x="12439" y="14633"/>
                    <a:pt x="12548" y="16332"/>
                    <a:pt x="12930" y="17963"/>
                  </a:cubicBezTo>
                  <a:cubicBezTo>
                    <a:pt x="13136" y="18845"/>
                    <a:pt x="13555" y="20118"/>
                    <a:pt x="14640" y="20118"/>
                  </a:cubicBezTo>
                  <a:cubicBezTo>
                    <a:pt x="14672" y="20118"/>
                    <a:pt x="14706" y="20116"/>
                    <a:pt x="14739" y="20114"/>
                  </a:cubicBezTo>
                  <a:cubicBezTo>
                    <a:pt x="15314" y="20074"/>
                    <a:pt x="15818" y="19674"/>
                    <a:pt x="16220" y="19295"/>
                  </a:cubicBezTo>
                  <a:cubicBezTo>
                    <a:pt x="16778" y="18770"/>
                    <a:pt x="17242" y="18165"/>
                    <a:pt x="17630" y="17506"/>
                  </a:cubicBezTo>
                  <a:cubicBezTo>
                    <a:pt x="18329" y="16326"/>
                    <a:pt x="18879" y="15058"/>
                    <a:pt x="19372" y="13779"/>
                  </a:cubicBezTo>
                  <a:cubicBezTo>
                    <a:pt x="20387" y="11140"/>
                    <a:pt x="21255" y="8266"/>
                    <a:pt x="21379" y="5422"/>
                  </a:cubicBezTo>
                  <a:cubicBezTo>
                    <a:pt x="21417" y="4558"/>
                    <a:pt x="21409" y="3509"/>
                    <a:pt x="20893" y="2768"/>
                  </a:cubicBezTo>
                  <a:cubicBezTo>
                    <a:pt x="20591" y="2334"/>
                    <a:pt x="20167" y="2169"/>
                    <a:pt x="19717" y="2169"/>
                  </a:cubicBezTo>
                  <a:cubicBezTo>
                    <a:pt x="19269" y="2169"/>
                    <a:pt x="18796" y="2332"/>
                    <a:pt x="18392" y="2557"/>
                  </a:cubicBezTo>
                  <a:cubicBezTo>
                    <a:pt x="17206" y="3219"/>
                    <a:pt x="16258" y="4331"/>
                    <a:pt x="15430" y="5382"/>
                  </a:cubicBezTo>
                  <a:cubicBezTo>
                    <a:pt x="14975" y="5959"/>
                    <a:pt x="14535" y="6551"/>
                    <a:pt x="14131" y="7165"/>
                  </a:cubicBezTo>
                  <a:lnTo>
                    <a:pt x="14131" y="7165"/>
                  </a:lnTo>
                  <a:cubicBezTo>
                    <a:pt x="12741" y="6903"/>
                    <a:pt x="11340" y="6572"/>
                    <a:pt x="10022" y="6067"/>
                  </a:cubicBezTo>
                  <a:cubicBezTo>
                    <a:pt x="9692" y="5938"/>
                    <a:pt x="9355" y="5795"/>
                    <a:pt x="9057" y="5599"/>
                  </a:cubicBezTo>
                  <a:cubicBezTo>
                    <a:pt x="8975" y="5544"/>
                    <a:pt x="8902" y="5490"/>
                    <a:pt x="8830" y="5420"/>
                  </a:cubicBezTo>
                  <a:cubicBezTo>
                    <a:pt x="8801" y="5393"/>
                    <a:pt x="8791" y="5386"/>
                    <a:pt x="8788" y="5385"/>
                  </a:cubicBezTo>
                  <a:lnTo>
                    <a:pt x="8788" y="5385"/>
                  </a:lnTo>
                  <a:cubicBezTo>
                    <a:pt x="8787" y="5381"/>
                    <a:pt x="8781" y="5370"/>
                    <a:pt x="8767" y="5346"/>
                  </a:cubicBezTo>
                  <a:cubicBezTo>
                    <a:pt x="8764" y="5342"/>
                    <a:pt x="8761" y="5338"/>
                    <a:pt x="8759" y="5334"/>
                  </a:cubicBezTo>
                  <a:lnTo>
                    <a:pt x="8759" y="5334"/>
                  </a:lnTo>
                  <a:cubicBezTo>
                    <a:pt x="8759" y="5333"/>
                    <a:pt x="8759" y="5331"/>
                    <a:pt x="8758" y="5329"/>
                  </a:cubicBezTo>
                  <a:cubicBezTo>
                    <a:pt x="8680" y="4813"/>
                    <a:pt x="8779" y="4238"/>
                    <a:pt x="8729" y="3712"/>
                  </a:cubicBezTo>
                  <a:cubicBezTo>
                    <a:pt x="8683" y="3244"/>
                    <a:pt x="8611" y="2774"/>
                    <a:pt x="8476" y="2325"/>
                  </a:cubicBezTo>
                  <a:cubicBezTo>
                    <a:pt x="8116" y="1129"/>
                    <a:pt x="7256" y="33"/>
                    <a:pt x="5914" y="2"/>
                  </a:cubicBezTo>
                  <a:cubicBezTo>
                    <a:pt x="5893" y="1"/>
                    <a:pt x="5872" y="1"/>
                    <a:pt x="585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74" name="Google Shape;10074;p20"/>
            <p:cNvSpPr/>
            <p:nvPr/>
          </p:nvSpPr>
          <p:spPr>
            <a:xfrm>
              <a:off x="1903525" y="4088100"/>
              <a:ext cx="344900" cy="185850"/>
            </a:xfrm>
            <a:custGeom>
              <a:rect b="b" l="l" r="r" t="t"/>
              <a:pathLst>
                <a:path extrusionOk="0" h="7434" w="13796">
                  <a:moveTo>
                    <a:pt x="2035" y="1"/>
                  </a:moveTo>
                  <a:cubicBezTo>
                    <a:pt x="1593" y="1"/>
                    <a:pt x="1301" y="661"/>
                    <a:pt x="1777" y="928"/>
                  </a:cubicBezTo>
                  <a:cubicBezTo>
                    <a:pt x="5023" y="2748"/>
                    <a:pt x="8420" y="4238"/>
                    <a:pt x="11476" y="6352"/>
                  </a:cubicBezTo>
                  <a:lnTo>
                    <a:pt x="11476" y="6352"/>
                  </a:lnTo>
                  <a:cubicBezTo>
                    <a:pt x="7847" y="6103"/>
                    <a:pt x="4252" y="5482"/>
                    <a:pt x="636" y="5110"/>
                  </a:cubicBezTo>
                  <a:cubicBezTo>
                    <a:pt x="615" y="5108"/>
                    <a:pt x="596" y="5107"/>
                    <a:pt x="577" y="5107"/>
                  </a:cubicBezTo>
                  <a:cubicBezTo>
                    <a:pt x="0" y="5107"/>
                    <a:pt x="24" y="6045"/>
                    <a:pt x="636" y="6106"/>
                  </a:cubicBezTo>
                  <a:cubicBezTo>
                    <a:pt x="4792" y="6534"/>
                    <a:pt x="8919" y="7290"/>
                    <a:pt x="13101" y="7434"/>
                  </a:cubicBezTo>
                  <a:cubicBezTo>
                    <a:pt x="13106" y="7434"/>
                    <a:pt x="13111" y="7434"/>
                    <a:pt x="13115" y="7434"/>
                  </a:cubicBezTo>
                  <a:cubicBezTo>
                    <a:pt x="13508" y="7434"/>
                    <a:pt x="13796" y="6851"/>
                    <a:pt x="13455" y="6582"/>
                  </a:cubicBezTo>
                  <a:cubicBezTo>
                    <a:pt x="11767" y="5262"/>
                    <a:pt x="9981" y="4109"/>
                    <a:pt x="8087" y="3106"/>
                  </a:cubicBezTo>
                  <a:cubicBezTo>
                    <a:pt x="6157" y="2083"/>
                    <a:pt x="4187" y="1139"/>
                    <a:pt x="2281" y="69"/>
                  </a:cubicBezTo>
                  <a:cubicBezTo>
                    <a:pt x="2197" y="21"/>
                    <a:pt x="2114" y="1"/>
                    <a:pt x="20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75" name="Google Shape;10075;p20"/>
            <p:cNvSpPr/>
            <p:nvPr/>
          </p:nvSpPr>
          <p:spPr>
            <a:xfrm>
              <a:off x="1462675" y="3884050"/>
              <a:ext cx="125100" cy="332450"/>
            </a:xfrm>
            <a:custGeom>
              <a:rect b="b" l="l" r="r" t="t"/>
              <a:pathLst>
                <a:path extrusionOk="0" h="13298" w="5004">
                  <a:moveTo>
                    <a:pt x="4226" y="0"/>
                  </a:moveTo>
                  <a:cubicBezTo>
                    <a:pt x="3978" y="0"/>
                    <a:pt x="3745" y="159"/>
                    <a:pt x="3776" y="478"/>
                  </a:cubicBezTo>
                  <a:cubicBezTo>
                    <a:pt x="3995" y="2762"/>
                    <a:pt x="3470" y="4910"/>
                    <a:pt x="2764" y="7066"/>
                  </a:cubicBezTo>
                  <a:cubicBezTo>
                    <a:pt x="2160" y="8913"/>
                    <a:pt x="1574" y="10906"/>
                    <a:pt x="310" y="12425"/>
                  </a:cubicBezTo>
                  <a:cubicBezTo>
                    <a:pt x="1" y="12799"/>
                    <a:pt x="333" y="13298"/>
                    <a:pt x="690" y="13298"/>
                  </a:cubicBezTo>
                  <a:cubicBezTo>
                    <a:pt x="802" y="13298"/>
                    <a:pt x="916" y="13249"/>
                    <a:pt x="1014" y="13131"/>
                  </a:cubicBezTo>
                  <a:cubicBezTo>
                    <a:pt x="2366" y="11506"/>
                    <a:pt x="3030" y="9452"/>
                    <a:pt x="3679" y="7474"/>
                  </a:cubicBezTo>
                  <a:cubicBezTo>
                    <a:pt x="4424" y="5193"/>
                    <a:pt x="5004" y="2899"/>
                    <a:pt x="4772" y="478"/>
                  </a:cubicBezTo>
                  <a:cubicBezTo>
                    <a:pt x="4741" y="160"/>
                    <a:pt x="4476" y="0"/>
                    <a:pt x="42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076" name="Google Shape;10076;p20"/>
          <p:cNvSpPr txBox="1"/>
          <p:nvPr/>
        </p:nvSpPr>
        <p:spPr>
          <a:xfrm>
            <a:off x="1341761" y="772271"/>
            <a:ext cx="5982000" cy="49241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000" u="none" cap="none" strike="noStrike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rPr>
              <a:t>PERFORMING ARTS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80" name="Shape 10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1" name="Google Shape;10081;p21"/>
          <p:cNvSpPr/>
          <p:nvPr/>
        </p:nvSpPr>
        <p:spPr>
          <a:xfrm>
            <a:off x="7818975" y="1147025"/>
            <a:ext cx="117525" cy="110100"/>
          </a:xfrm>
          <a:custGeom>
            <a:rect b="b" l="l" r="r" t="t"/>
            <a:pathLst>
              <a:path extrusionOk="0" h="4404" w="4701">
                <a:moveTo>
                  <a:pt x="1951" y="1032"/>
                </a:moveTo>
                <a:cubicBezTo>
                  <a:pt x="1950" y="1033"/>
                  <a:pt x="1949" y="1033"/>
                  <a:pt x="1947" y="1033"/>
                </a:cubicBezTo>
                <a:cubicBezTo>
                  <a:pt x="1948" y="1033"/>
                  <a:pt x="1950" y="1033"/>
                  <a:pt x="1951" y="1032"/>
                </a:cubicBezTo>
                <a:close/>
                <a:moveTo>
                  <a:pt x="2857" y="1059"/>
                </a:moveTo>
                <a:cubicBezTo>
                  <a:pt x="2871" y="1059"/>
                  <a:pt x="2889" y="1066"/>
                  <a:pt x="2907" y="1075"/>
                </a:cubicBezTo>
                <a:lnTo>
                  <a:pt x="2907" y="1075"/>
                </a:lnTo>
                <a:cubicBezTo>
                  <a:pt x="2887" y="1068"/>
                  <a:pt x="2858" y="1059"/>
                  <a:pt x="2857" y="1059"/>
                </a:cubicBezTo>
                <a:close/>
                <a:moveTo>
                  <a:pt x="3091" y="1185"/>
                </a:moveTo>
                <a:cubicBezTo>
                  <a:pt x="3091" y="1185"/>
                  <a:pt x="3091" y="1185"/>
                  <a:pt x="3091" y="1185"/>
                </a:cubicBezTo>
                <a:lnTo>
                  <a:pt x="3091" y="1185"/>
                </a:lnTo>
                <a:cubicBezTo>
                  <a:pt x="3091" y="1185"/>
                  <a:pt x="3091" y="1185"/>
                  <a:pt x="3091" y="1185"/>
                </a:cubicBezTo>
                <a:close/>
                <a:moveTo>
                  <a:pt x="3104" y="1198"/>
                </a:moveTo>
                <a:cubicBezTo>
                  <a:pt x="3111" y="1203"/>
                  <a:pt x="3118" y="1208"/>
                  <a:pt x="3125" y="1213"/>
                </a:cubicBezTo>
                <a:cubicBezTo>
                  <a:pt x="3142" y="1224"/>
                  <a:pt x="3149" y="1229"/>
                  <a:pt x="3148" y="1229"/>
                </a:cubicBezTo>
                <a:cubicBezTo>
                  <a:pt x="3148" y="1229"/>
                  <a:pt x="3121" y="1211"/>
                  <a:pt x="3104" y="1198"/>
                </a:cubicBezTo>
                <a:close/>
                <a:moveTo>
                  <a:pt x="1747" y="3319"/>
                </a:moveTo>
                <a:cubicBezTo>
                  <a:pt x="1767" y="3326"/>
                  <a:pt x="1803" y="3338"/>
                  <a:pt x="1802" y="3338"/>
                </a:cubicBezTo>
                <a:cubicBezTo>
                  <a:pt x="1800" y="3339"/>
                  <a:pt x="1799" y="3339"/>
                  <a:pt x="1797" y="3339"/>
                </a:cubicBezTo>
                <a:cubicBezTo>
                  <a:pt x="1785" y="3339"/>
                  <a:pt x="1766" y="3330"/>
                  <a:pt x="1747" y="3319"/>
                </a:cubicBezTo>
                <a:close/>
                <a:moveTo>
                  <a:pt x="2463" y="3393"/>
                </a:moveTo>
                <a:cubicBezTo>
                  <a:pt x="2461" y="3393"/>
                  <a:pt x="2459" y="3393"/>
                  <a:pt x="2456" y="3393"/>
                </a:cubicBezTo>
                <a:lnTo>
                  <a:pt x="2456" y="3393"/>
                </a:lnTo>
                <a:cubicBezTo>
                  <a:pt x="2459" y="3393"/>
                  <a:pt x="2462" y="3393"/>
                  <a:pt x="2463" y="3393"/>
                </a:cubicBezTo>
                <a:close/>
                <a:moveTo>
                  <a:pt x="2387" y="989"/>
                </a:moveTo>
                <a:cubicBezTo>
                  <a:pt x="2440" y="989"/>
                  <a:pt x="2491" y="989"/>
                  <a:pt x="2541" y="993"/>
                </a:cubicBezTo>
                <a:cubicBezTo>
                  <a:pt x="2560" y="993"/>
                  <a:pt x="2582" y="997"/>
                  <a:pt x="2601" y="998"/>
                </a:cubicBezTo>
                <a:lnTo>
                  <a:pt x="2601" y="998"/>
                </a:lnTo>
                <a:cubicBezTo>
                  <a:pt x="2682" y="1018"/>
                  <a:pt x="2761" y="1029"/>
                  <a:pt x="2840" y="1057"/>
                </a:cubicBezTo>
                <a:cubicBezTo>
                  <a:pt x="2857" y="1061"/>
                  <a:pt x="2876" y="1069"/>
                  <a:pt x="2895" y="1076"/>
                </a:cubicBezTo>
                <a:cubicBezTo>
                  <a:pt x="2906" y="1079"/>
                  <a:pt x="2914" y="1081"/>
                  <a:pt x="2919" y="1082"/>
                </a:cubicBezTo>
                <a:lnTo>
                  <a:pt x="2919" y="1082"/>
                </a:lnTo>
                <a:cubicBezTo>
                  <a:pt x="2944" y="1096"/>
                  <a:pt x="2968" y="1113"/>
                  <a:pt x="2984" y="1122"/>
                </a:cubicBezTo>
                <a:cubicBezTo>
                  <a:pt x="3015" y="1139"/>
                  <a:pt x="3049" y="1160"/>
                  <a:pt x="3080" y="1181"/>
                </a:cubicBezTo>
                <a:cubicBezTo>
                  <a:pt x="3084" y="1184"/>
                  <a:pt x="3088" y="1186"/>
                  <a:pt x="3092" y="1189"/>
                </a:cubicBezTo>
                <a:lnTo>
                  <a:pt x="3092" y="1189"/>
                </a:lnTo>
                <a:cubicBezTo>
                  <a:pt x="3107" y="1217"/>
                  <a:pt x="3258" y="1347"/>
                  <a:pt x="3274" y="1366"/>
                </a:cubicBezTo>
                <a:cubicBezTo>
                  <a:pt x="3278" y="1370"/>
                  <a:pt x="3281" y="1374"/>
                  <a:pt x="3284" y="1378"/>
                </a:cubicBezTo>
                <a:lnTo>
                  <a:pt x="3284" y="1378"/>
                </a:lnTo>
                <a:cubicBezTo>
                  <a:pt x="3304" y="1410"/>
                  <a:pt x="3328" y="1440"/>
                  <a:pt x="3348" y="1474"/>
                </a:cubicBezTo>
                <a:cubicBezTo>
                  <a:pt x="3367" y="1503"/>
                  <a:pt x="3386" y="1535"/>
                  <a:pt x="3403" y="1569"/>
                </a:cubicBezTo>
                <a:cubicBezTo>
                  <a:pt x="3409" y="1579"/>
                  <a:pt x="3414" y="1591"/>
                  <a:pt x="3420" y="1604"/>
                </a:cubicBezTo>
                <a:lnTo>
                  <a:pt x="3420" y="1604"/>
                </a:lnTo>
                <a:cubicBezTo>
                  <a:pt x="3420" y="1602"/>
                  <a:pt x="3420" y="1600"/>
                  <a:pt x="3420" y="1598"/>
                </a:cubicBezTo>
                <a:lnTo>
                  <a:pt x="3420" y="1598"/>
                </a:lnTo>
                <a:cubicBezTo>
                  <a:pt x="3420" y="1600"/>
                  <a:pt x="3420" y="1602"/>
                  <a:pt x="3420" y="1604"/>
                </a:cubicBezTo>
                <a:lnTo>
                  <a:pt x="3420" y="1604"/>
                </a:lnTo>
                <a:cubicBezTo>
                  <a:pt x="3420" y="1604"/>
                  <a:pt x="3420" y="1604"/>
                  <a:pt x="3420" y="1604"/>
                </a:cubicBezTo>
                <a:lnTo>
                  <a:pt x="3420" y="1604"/>
                </a:lnTo>
                <a:cubicBezTo>
                  <a:pt x="3420" y="1621"/>
                  <a:pt x="3423" y="1634"/>
                  <a:pt x="3427" y="1644"/>
                </a:cubicBezTo>
                <a:lnTo>
                  <a:pt x="3427" y="1644"/>
                </a:lnTo>
                <a:cubicBezTo>
                  <a:pt x="3423" y="1630"/>
                  <a:pt x="3420" y="1616"/>
                  <a:pt x="3420" y="1604"/>
                </a:cubicBezTo>
                <a:lnTo>
                  <a:pt x="3420" y="1604"/>
                </a:lnTo>
                <a:cubicBezTo>
                  <a:pt x="3422" y="1608"/>
                  <a:pt x="3424" y="1613"/>
                  <a:pt x="3426" y="1617"/>
                </a:cubicBezTo>
                <a:cubicBezTo>
                  <a:pt x="3442" y="1646"/>
                  <a:pt x="3443" y="1659"/>
                  <a:pt x="3439" y="1659"/>
                </a:cubicBezTo>
                <a:cubicBezTo>
                  <a:pt x="3436" y="1659"/>
                  <a:pt x="3432" y="1654"/>
                  <a:pt x="3427" y="1644"/>
                </a:cubicBezTo>
                <a:lnTo>
                  <a:pt x="3427" y="1644"/>
                </a:lnTo>
                <a:cubicBezTo>
                  <a:pt x="3443" y="1697"/>
                  <a:pt x="3479" y="1760"/>
                  <a:pt x="3491" y="1802"/>
                </a:cubicBezTo>
                <a:cubicBezTo>
                  <a:pt x="3500" y="1838"/>
                  <a:pt x="3508" y="1874"/>
                  <a:pt x="3517" y="1910"/>
                </a:cubicBezTo>
                <a:cubicBezTo>
                  <a:pt x="3521" y="1933"/>
                  <a:pt x="3525" y="1954"/>
                  <a:pt x="3529" y="1977"/>
                </a:cubicBezTo>
                <a:cubicBezTo>
                  <a:pt x="3534" y="2005"/>
                  <a:pt x="3537" y="2015"/>
                  <a:pt x="3538" y="2015"/>
                </a:cubicBezTo>
                <a:cubicBezTo>
                  <a:pt x="3540" y="2015"/>
                  <a:pt x="3530" y="1942"/>
                  <a:pt x="3525" y="1939"/>
                </a:cubicBezTo>
                <a:lnTo>
                  <a:pt x="3525" y="1939"/>
                </a:lnTo>
                <a:cubicBezTo>
                  <a:pt x="3550" y="1954"/>
                  <a:pt x="3538" y="2142"/>
                  <a:pt x="3538" y="2173"/>
                </a:cubicBezTo>
                <a:cubicBezTo>
                  <a:pt x="3538" y="2215"/>
                  <a:pt x="3535" y="2257"/>
                  <a:pt x="3533" y="2297"/>
                </a:cubicBezTo>
                <a:cubicBezTo>
                  <a:pt x="3532" y="2312"/>
                  <a:pt x="3530" y="2326"/>
                  <a:pt x="3529" y="2339"/>
                </a:cubicBezTo>
                <a:lnTo>
                  <a:pt x="3529" y="2339"/>
                </a:lnTo>
                <a:cubicBezTo>
                  <a:pt x="3514" y="2409"/>
                  <a:pt x="3504" y="2477"/>
                  <a:pt x="3483" y="2546"/>
                </a:cubicBezTo>
                <a:cubicBezTo>
                  <a:pt x="3472" y="2582"/>
                  <a:pt x="3462" y="2618"/>
                  <a:pt x="3449" y="2651"/>
                </a:cubicBezTo>
                <a:cubicBezTo>
                  <a:pt x="3445" y="2663"/>
                  <a:pt x="3440" y="2676"/>
                  <a:pt x="3436" y="2688"/>
                </a:cubicBezTo>
                <a:lnTo>
                  <a:pt x="3436" y="2688"/>
                </a:lnTo>
                <a:cubicBezTo>
                  <a:pt x="3398" y="2751"/>
                  <a:pt x="3369" y="2818"/>
                  <a:pt x="3329" y="2881"/>
                </a:cubicBezTo>
                <a:cubicBezTo>
                  <a:pt x="3324" y="2889"/>
                  <a:pt x="3300" y="2922"/>
                  <a:pt x="3284" y="2945"/>
                </a:cubicBezTo>
                <a:lnTo>
                  <a:pt x="3284" y="2945"/>
                </a:lnTo>
                <a:cubicBezTo>
                  <a:pt x="3263" y="2968"/>
                  <a:pt x="3232" y="3005"/>
                  <a:pt x="3224" y="3014"/>
                </a:cubicBezTo>
                <a:cubicBezTo>
                  <a:pt x="3198" y="3041"/>
                  <a:pt x="3171" y="3069"/>
                  <a:pt x="3142" y="3094"/>
                </a:cubicBezTo>
                <a:cubicBezTo>
                  <a:pt x="3127" y="3106"/>
                  <a:pt x="3112" y="3119"/>
                  <a:pt x="3099" y="3132"/>
                </a:cubicBezTo>
                <a:cubicBezTo>
                  <a:pt x="3075" y="3154"/>
                  <a:pt x="3071" y="3163"/>
                  <a:pt x="3076" y="3163"/>
                </a:cubicBezTo>
                <a:cubicBezTo>
                  <a:pt x="3076" y="3163"/>
                  <a:pt x="3077" y="3163"/>
                  <a:pt x="3078" y="3162"/>
                </a:cubicBezTo>
                <a:lnTo>
                  <a:pt x="3078" y="3162"/>
                </a:lnTo>
                <a:cubicBezTo>
                  <a:pt x="3021" y="3203"/>
                  <a:pt x="2923" y="3245"/>
                  <a:pt x="2889" y="3262"/>
                </a:cubicBezTo>
                <a:cubicBezTo>
                  <a:pt x="2863" y="3275"/>
                  <a:pt x="2803" y="3296"/>
                  <a:pt x="2805" y="3296"/>
                </a:cubicBezTo>
                <a:cubicBezTo>
                  <a:pt x="2806" y="3296"/>
                  <a:pt x="2822" y="3291"/>
                  <a:pt x="2866" y="3277"/>
                </a:cubicBezTo>
                <a:lnTo>
                  <a:pt x="2866" y="3277"/>
                </a:lnTo>
                <a:cubicBezTo>
                  <a:pt x="2823" y="3292"/>
                  <a:pt x="2783" y="3309"/>
                  <a:pt x="2741" y="3323"/>
                </a:cubicBezTo>
                <a:cubicBezTo>
                  <a:pt x="2642" y="3355"/>
                  <a:pt x="2541" y="3376"/>
                  <a:pt x="2438" y="3395"/>
                </a:cubicBezTo>
                <a:cubicBezTo>
                  <a:pt x="2437" y="3395"/>
                  <a:pt x="2437" y="3395"/>
                  <a:pt x="2437" y="3395"/>
                </a:cubicBezTo>
                <a:lnTo>
                  <a:pt x="2437" y="3395"/>
                </a:lnTo>
                <a:cubicBezTo>
                  <a:pt x="2416" y="3397"/>
                  <a:pt x="2395" y="3400"/>
                  <a:pt x="2375" y="3401"/>
                </a:cubicBezTo>
                <a:cubicBezTo>
                  <a:pt x="2330" y="3403"/>
                  <a:pt x="2284" y="3406"/>
                  <a:pt x="2240" y="3406"/>
                </a:cubicBezTo>
                <a:cubicBezTo>
                  <a:pt x="2226" y="3406"/>
                  <a:pt x="2211" y="3406"/>
                  <a:pt x="2197" y="3406"/>
                </a:cubicBezTo>
                <a:cubicBezTo>
                  <a:pt x="2163" y="3406"/>
                  <a:pt x="2129" y="3405"/>
                  <a:pt x="2094" y="3403"/>
                </a:cubicBezTo>
                <a:cubicBezTo>
                  <a:pt x="2081" y="3402"/>
                  <a:pt x="2067" y="3400"/>
                  <a:pt x="2054" y="3398"/>
                </a:cubicBezTo>
                <a:lnTo>
                  <a:pt x="2054" y="3398"/>
                </a:lnTo>
                <a:cubicBezTo>
                  <a:pt x="1975" y="3376"/>
                  <a:pt x="1893" y="3365"/>
                  <a:pt x="1814" y="3340"/>
                </a:cubicBezTo>
                <a:cubicBezTo>
                  <a:pt x="1797" y="3334"/>
                  <a:pt x="1778" y="3326"/>
                  <a:pt x="1762" y="3321"/>
                </a:cubicBezTo>
                <a:cubicBezTo>
                  <a:pt x="1752" y="3318"/>
                  <a:pt x="1745" y="3316"/>
                  <a:pt x="1740" y="3315"/>
                </a:cubicBezTo>
                <a:lnTo>
                  <a:pt x="1740" y="3315"/>
                </a:lnTo>
                <a:cubicBezTo>
                  <a:pt x="1716" y="3301"/>
                  <a:pt x="1691" y="3283"/>
                  <a:pt x="1679" y="3277"/>
                </a:cubicBezTo>
                <a:cubicBezTo>
                  <a:pt x="1648" y="3258"/>
                  <a:pt x="1616" y="3241"/>
                  <a:pt x="1587" y="3220"/>
                </a:cubicBezTo>
                <a:cubicBezTo>
                  <a:pt x="1572" y="3210"/>
                  <a:pt x="1557" y="3199"/>
                  <a:pt x="1543" y="3191"/>
                </a:cubicBezTo>
                <a:cubicBezTo>
                  <a:pt x="1525" y="3180"/>
                  <a:pt x="1519" y="3175"/>
                  <a:pt x="1519" y="3175"/>
                </a:cubicBezTo>
                <a:lnTo>
                  <a:pt x="1519" y="3175"/>
                </a:lnTo>
                <a:cubicBezTo>
                  <a:pt x="1518" y="3175"/>
                  <a:pt x="1582" y="3218"/>
                  <a:pt x="1580" y="3218"/>
                </a:cubicBezTo>
                <a:cubicBezTo>
                  <a:pt x="1580" y="3218"/>
                  <a:pt x="1579" y="3218"/>
                  <a:pt x="1578" y="3218"/>
                </a:cubicBezTo>
                <a:cubicBezTo>
                  <a:pt x="1542" y="3218"/>
                  <a:pt x="1420" y="3070"/>
                  <a:pt x="1399" y="3045"/>
                </a:cubicBezTo>
                <a:cubicBezTo>
                  <a:pt x="1384" y="3030"/>
                  <a:pt x="1353" y="2977"/>
                  <a:pt x="1351" y="2977"/>
                </a:cubicBezTo>
                <a:lnTo>
                  <a:pt x="1351" y="2977"/>
                </a:lnTo>
                <a:cubicBezTo>
                  <a:pt x="1350" y="2977"/>
                  <a:pt x="1354" y="2985"/>
                  <a:pt x="1363" y="3005"/>
                </a:cubicBezTo>
                <a:cubicBezTo>
                  <a:pt x="1372" y="3025"/>
                  <a:pt x="1375" y="3032"/>
                  <a:pt x="1374" y="3032"/>
                </a:cubicBezTo>
                <a:cubicBezTo>
                  <a:pt x="1372" y="3032"/>
                  <a:pt x="1335" y="2962"/>
                  <a:pt x="1326" y="2946"/>
                </a:cubicBezTo>
                <a:cubicBezTo>
                  <a:pt x="1285" y="2881"/>
                  <a:pt x="1252" y="2814"/>
                  <a:pt x="1215" y="2746"/>
                </a:cubicBezTo>
                <a:lnTo>
                  <a:pt x="1215" y="2746"/>
                </a:lnTo>
                <a:cubicBezTo>
                  <a:pt x="1214" y="2743"/>
                  <a:pt x="1213" y="2740"/>
                  <a:pt x="1212" y="2736"/>
                </a:cubicBezTo>
                <a:cubicBezTo>
                  <a:pt x="1199" y="2702"/>
                  <a:pt x="1187" y="2668"/>
                  <a:pt x="1176" y="2635"/>
                </a:cubicBezTo>
                <a:cubicBezTo>
                  <a:pt x="1153" y="2559"/>
                  <a:pt x="1132" y="2481"/>
                  <a:pt x="1119" y="2403"/>
                </a:cubicBezTo>
                <a:cubicBezTo>
                  <a:pt x="1119" y="2401"/>
                  <a:pt x="1118" y="2399"/>
                  <a:pt x="1118" y="2397"/>
                </a:cubicBezTo>
                <a:lnTo>
                  <a:pt x="1118" y="2397"/>
                </a:lnTo>
                <a:cubicBezTo>
                  <a:pt x="1122" y="2365"/>
                  <a:pt x="1108" y="2315"/>
                  <a:pt x="1106" y="2283"/>
                </a:cubicBezTo>
                <a:cubicBezTo>
                  <a:pt x="1102" y="2203"/>
                  <a:pt x="1102" y="2123"/>
                  <a:pt x="1106" y="2043"/>
                </a:cubicBezTo>
                <a:cubicBezTo>
                  <a:pt x="1107" y="2033"/>
                  <a:pt x="1110" y="2004"/>
                  <a:pt x="1113" y="1978"/>
                </a:cubicBezTo>
                <a:lnTo>
                  <a:pt x="1113" y="1978"/>
                </a:lnTo>
                <a:cubicBezTo>
                  <a:pt x="1117" y="1953"/>
                  <a:pt x="1123" y="1911"/>
                  <a:pt x="1125" y="1899"/>
                </a:cubicBezTo>
                <a:cubicBezTo>
                  <a:pt x="1144" y="1813"/>
                  <a:pt x="1170" y="1731"/>
                  <a:pt x="1197" y="1647"/>
                </a:cubicBezTo>
                <a:cubicBezTo>
                  <a:pt x="1199" y="1642"/>
                  <a:pt x="1200" y="1637"/>
                  <a:pt x="1201" y="1634"/>
                </a:cubicBezTo>
                <a:lnTo>
                  <a:pt x="1201" y="1634"/>
                </a:lnTo>
                <a:cubicBezTo>
                  <a:pt x="1203" y="1630"/>
                  <a:pt x="1205" y="1626"/>
                  <a:pt x="1208" y="1621"/>
                </a:cubicBezTo>
                <a:cubicBezTo>
                  <a:pt x="1227" y="1583"/>
                  <a:pt x="1246" y="1543"/>
                  <a:pt x="1269" y="1507"/>
                </a:cubicBezTo>
                <a:cubicBezTo>
                  <a:pt x="1290" y="1470"/>
                  <a:pt x="1313" y="1434"/>
                  <a:pt x="1338" y="1398"/>
                </a:cubicBezTo>
                <a:cubicBezTo>
                  <a:pt x="1341" y="1394"/>
                  <a:pt x="1344" y="1390"/>
                  <a:pt x="1346" y="1386"/>
                </a:cubicBezTo>
                <a:lnTo>
                  <a:pt x="1346" y="1386"/>
                </a:lnTo>
                <a:cubicBezTo>
                  <a:pt x="1346" y="1386"/>
                  <a:pt x="1346" y="1386"/>
                  <a:pt x="1347" y="1385"/>
                </a:cubicBezTo>
                <a:cubicBezTo>
                  <a:pt x="1399" y="1329"/>
                  <a:pt x="1454" y="1275"/>
                  <a:pt x="1511" y="1223"/>
                </a:cubicBezTo>
                <a:lnTo>
                  <a:pt x="1511" y="1223"/>
                </a:lnTo>
                <a:cubicBezTo>
                  <a:pt x="1524" y="1213"/>
                  <a:pt x="1537" y="1203"/>
                  <a:pt x="1551" y="1194"/>
                </a:cubicBezTo>
                <a:cubicBezTo>
                  <a:pt x="1589" y="1170"/>
                  <a:pt x="1627" y="1147"/>
                  <a:pt x="1667" y="1126"/>
                </a:cubicBezTo>
                <a:cubicBezTo>
                  <a:pt x="1682" y="1119"/>
                  <a:pt x="1697" y="1111"/>
                  <a:pt x="1712" y="1103"/>
                </a:cubicBezTo>
                <a:lnTo>
                  <a:pt x="1712" y="1103"/>
                </a:lnTo>
                <a:cubicBezTo>
                  <a:pt x="1755" y="1090"/>
                  <a:pt x="1797" y="1075"/>
                  <a:pt x="1840" y="1063"/>
                </a:cubicBezTo>
                <a:cubicBezTo>
                  <a:pt x="1884" y="1050"/>
                  <a:pt x="1928" y="1042"/>
                  <a:pt x="1970" y="1031"/>
                </a:cubicBezTo>
                <a:cubicBezTo>
                  <a:pt x="1976" y="1030"/>
                  <a:pt x="1983" y="1028"/>
                  <a:pt x="1990" y="1026"/>
                </a:cubicBezTo>
                <a:lnTo>
                  <a:pt x="1990" y="1026"/>
                </a:lnTo>
                <a:cubicBezTo>
                  <a:pt x="2008" y="1025"/>
                  <a:pt x="2026" y="1024"/>
                  <a:pt x="2042" y="1023"/>
                </a:cubicBezTo>
                <a:cubicBezTo>
                  <a:pt x="2063" y="1021"/>
                  <a:pt x="2083" y="1018"/>
                  <a:pt x="2104" y="1015"/>
                </a:cubicBezTo>
                <a:lnTo>
                  <a:pt x="2104" y="1015"/>
                </a:lnTo>
                <a:cubicBezTo>
                  <a:pt x="2127" y="1013"/>
                  <a:pt x="2151" y="1010"/>
                  <a:pt x="2175" y="1006"/>
                </a:cubicBezTo>
                <a:cubicBezTo>
                  <a:pt x="2200" y="1002"/>
                  <a:pt x="2223" y="998"/>
                  <a:pt x="2248" y="996"/>
                </a:cubicBezTo>
                <a:lnTo>
                  <a:pt x="2248" y="996"/>
                </a:lnTo>
                <a:cubicBezTo>
                  <a:pt x="2202" y="1002"/>
                  <a:pt x="2186" y="1004"/>
                  <a:pt x="2186" y="1004"/>
                </a:cubicBezTo>
                <a:cubicBezTo>
                  <a:pt x="2187" y="1004"/>
                  <a:pt x="2227" y="999"/>
                  <a:pt x="2246" y="998"/>
                </a:cubicBezTo>
                <a:cubicBezTo>
                  <a:pt x="2293" y="996"/>
                  <a:pt x="2341" y="991"/>
                  <a:pt x="2387" y="989"/>
                </a:cubicBezTo>
                <a:close/>
                <a:moveTo>
                  <a:pt x="2431" y="0"/>
                </a:moveTo>
                <a:cubicBezTo>
                  <a:pt x="2283" y="0"/>
                  <a:pt x="2134" y="12"/>
                  <a:pt x="1987" y="33"/>
                </a:cubicBezTo>
                <a:lnTo>
                  <a:pt x="1987" y="33"/>
                </a:lnTo>
                <a:cubicBezTo>
                  <a:pt x="1519" y="79"/>
                  <a:pt x="1082" y="246"/>
                  <a:pt x="738" y="578"/>
                </a:cubicBezTo>
                <a:cubicBezTo>
                  <a:pt x="443" y="863"/>
                  <a:pt x="236" y="1259"/>
                  <a:pt x="158" y="1661"/>
                </a:cubicBezTo>
                <a:cubicBezTo>
                  <a:pt x="0" y="2477"/>
                  <a:pt x="228" y="3403"/>
                  <a:pt x="896" y="3941"/>
                </a:cubicBezTo>
                <a:cubicBezTo>
                  <a:pt x="1283" y="4251"/>
                  <a:pt x="1777" y="4404"/>
                  <a:pt x="2272" y="4404"/>
                </a:cubicBezTo>
                <a:cubicBezTo>
                  <a:pt x="2762" y="4404"/>
                  <a:pt x="3253" y="4255"/>
                  <a:pt x="3645" y="3962"/>
                </a:cubicBezTo>
                <a:cubicBezTo>
                  <a:pt x="4395" y="3401"/>
                  <a:pt x="4700" y="2409"/>
                  <a:pt x="4443" y="1512"/>
                </a:cubicBezTo>
                <a:cubicBezTo>
                  <a:pt x="4302" y="1025"/>
                  <a:pt x="4003" y="604"/>
                  <a:pt x="3582" y="321"/>
                </a:cubicBezTo>
                <a:cubicBezTo>
                  <a:pt x="3236" y="89"/>
                  <a:pt x="2836" y="0"/>
                  <a:pt x="243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82" name="Google Shape;10082;p21"/>
          <p:cNvSpPr/>
          <p:nvPr/>
        </p:nvSpPr>
        <p:spPr>
          <a:xfrm>
            <a:off x="6518075" y="833200"/>
            <a:ext cx="176025" cy="165050"/>
          </a:xfrm>
          <a:custGeom>
            <a:rect b="b" l="l" r="r" t="t"/>
            <a:pathLst>
              <a:path extrusionOk="0" h="6602" w="7041">
                <a:moveTo>
                  <a:pt x="4935" y="1378"/>
                </a:moveTo>
                <a:cubicBezTo>
                  <a:pt x="4939" y="1380"/>
                  <a:pt x="4948" y="1387"/>
                  <a:pt x="4965" y="1400"/>
                </a:cubicBezTo>
                <a:cubicBezTo>
                  <a:pt x="4955" y="1392"/>
                  <a:pt x="4945" y="1385"/>
                  <a:pt x="4935" y="1378"/>
                </a:cubicBezTo>
                <a:close/>
                <a:moveTo>
                  <a:pt x="1630" y="1762"/>
                </a:moveTo>
                <a:lnTo>
                  <a:pt x="1630" y="1762"/>
                </a:lnTo>
                <a:cubicBezTo>
                  <a:pt x="1621" y="1773"/>
                  <a:pt x="1618" y="1778"/>
                  <a:pt x="1618" y="1778"/>
                </a:cubicBezTo>
                <a:cubicBezTo>
                  <a:pt x="1618" y="1778"/>
                  <a:pt x="1623" y="1771"/>
                  <a:pt x="1630" y="1762"/>
                </a:cubicBezTo>
                <a:close/>
                <a:moveTo>
                  <a:pt x="3639" y="986"/>
                </a:moveTo>
                <a:cubicBezTo>
                  <a:pt x="4036" y="986"/>
                  <a:pt x="4418" y="1072"/>
                  <a:pt x="4734" y="1250"/>
                </a:cubicBezTo>
                <a:cubicBezTo>
                  <a:pt x="4786" y="1280"/>
                  <a:pt x="4839" y="1313"/>
                  <a:pt x="4890" y="1347"/>
                </a:cubicBezTo>
                <a:cubicBezTo>
                  <a:pt x="4906" y="1357"/>
                  <a:pt x="4921" y="1367"/>
                  <a:pt x="4935" y="1378"/>
                </a:cubicBezTo>
                <a:lnTo>
                  <a:pt x="4935" y="1378"/>
                </a:lnTo>
                <a:cubicBezTo>
                  <a:pt x="4934" y="1377"/>
                  <a:pt x="4933" y="1376"/>
                  <a:pt x="4933" y="1376"/>
                </a:cubicBezTo>
                <a:lnTo>
                  <a:pt x="4933" y="1376"/>
                </a:lnTo>
                <a:cubicBezTo>
                  <a:pt x="4934" y="1376"/>
                  <a:pt x="4964" y="1397"/>
                  <a:pt x="4972" y="1404"/>
                </a:cubicBezTo>
                <a:cubicBezTo>
                  <a:pt x="5081" y="1495"/>
                  <a:pt x="5182" y="1594"/>
                  <a:pt x="5275" y="1701"/>
                </a:cubicBezTo>
                <a:cubicBezTo>
                  <a:pt x="5296" y="1724"/>
                  <a:pt x="5315" y="1747"/>
                  <a:pt x="5332" y="1771"/>
                </a:cubicBezTo>
                <a:cubicBezTo>
                  <a:pt x="5336" y="1776"/>
                  <a:pt x="5339" y="1780"/>
                  <a:pt x="5342" y="1782"/>
                </a:cubicBezTo>
                <a:lnTo>
                  <a:pt x="5342" y="1782"/>
                </a:lnTo>
                <a:cubicBezTo>
                  <a:pt x="5378" y="1835"/>
                  <a:pt x="5414" y="1889"/>
                  <a:pt x="5446" y="1943"/>
                </a:cubicBezTo>
                <a:cubicBezTo>
                  <a:pt x="5477" y="1994"/>
                  <a:pt x="5507" y="2045"/>
                  <a:pt x="5534" y="2097"/>
                </a:cubicBezTo>
                <a:cubicBezTo>
                  <a:pt x="5548" y="2126"/>
                  <a:pt x="5603" y="2244"/>
                  <a:pt x="5604" y="2244"/>
                </a:cubicBezTo>
                <a:cubicBezTo>
                  <a:pt x="5605" y="2244"/>
                  <a:pt x="5604" y="2244"/>
                  <a:pt x="5604" y="2242"/>
                </a:cubicBezTo>
                <a:lnTo>
                  <a:pt x="5604" y="2242"/>
                </a:lnTo>
                <a:cubicBezTo>
                  <a:pt x="5646" y="2347"/>
                  <a:pt x="5682" y="2454"/>
                  <a:pt x="5711" y="2561"/>
                </a:cubicBezTo>
                <a:cubicBezTo>
                  <a:pt x="5726" y="2620"/>
                  <a:pt x="5741" y="2679"/>
                  <a:pt x="5751" y="2738"/>
                </a:cubicBezTo>
                <a:cubicBezTo>
                  <a:pt x="5756" y="2758"/>
                  <a:pt x="5778" y="2901"/>
                  <a:pt x="5781" y="2901"/>
                </a:cubicBezTo>
                <a:cubicBezTo>
                  <a:pt x="5781" y="2901"/>
                  <a:pt x="5781" y="2892"/>
                  <a:pt x="5779" y="2872"/>
                </a:cubicBezTo>
                <a:lnTo>
                  <a:pt x="5779" y="2872"/>
                </a:lnTo>
                <a:cubicBezTo>
                  <a:pt x="5793" y="2999"/>
                  <a:pt x="5800" y="3127"/>
                  <a:pt x="5800" y="3256"/>
                </a:cubicBezTo>
                <a:cubicBezTo>
                  <a:pt x="5798" y="3323"/>
                  <a:pt x="5796" y="3393"/>
                  <a:pt x="5791" y="3460"/>
                </a:cubicBezTo>
                <a:cubicBezTo>
                  <a:pt x="5787" y="3518"/>
                  <a:pt x="5781" y="3572"/>
                  <a:pt x="5780" y="3582"/>
                </a:cubicBezTo>
                <a:lnTo>
                  <a:pt x="5780" y="3582"/>
                </a:lnTo>
                <a:cubicBezTo>
                  <a:pt x="5759" y="3706"/>
                  <a:pt x="5734" y="3831"/>
                  <a:pt x="5699" y="3953"/>
                </a:cubicBezTo>
                <a:cubicBezTo>
                  <a:pt x="5682" y="4012"/>
                  <a:pt x="5663" y="4069"/>
                  <a:pt x="5642" y="4126"/>
                </a:cubicBezTo>
                <a:cubicBezTo>
                  <a:pt x="5631" y="4155"/>
                  <a:pt x="5621" y="4183"/>
                  <a:pt x="5610" y="4212"/>
                </a:cubicBezTo>
                <a:cubicBezTo>
                  <a:pt x="5606" y="4223"/>
                  <a:pt x="5602" y="4232"/>
                  <a:pt x="5600" y="4238"/>
                </a:cubicBezTo>
                <a:lnTo>
                  <a:pt x="5600" y="4238"/>
                </a:lnTo>
                <a:cubicBezTo>
                  <a:pt x="5597" y="4244"/>
                  <a:pt x="5593" y="4252"/>
                  <a:pt x="5589" y="4261"/>
                </a:cubicBezTo>
                <a:cubicBezTo>
                  <a:pt x="5534" y="4370"/>
                  <a:pt x="5477" y="4478"/>
                  <a:pt x="5412" y="4581"/>
                </a:cubicBezTo>
                <a:cubicBezTo>
                  <a:pt x="5311" y="4737"/>
                  <a:pt x="5324" y="4720"/>
                  <a:pt x="5189" y="4863"/>
                </a:cubicBezTo>
                <a:cubicBezTo>
                  <a:pt x="4814" y="5261"/>
                  <a:pt x="4355" y="5476"/>
                  <a:pt x="3756" y="5573"/>
                </a:cubicBezTo>
                <a:cubicBezTo>
                  <a:pt x="3620" y="5595"/>
                  <a:pt x="3482" y="5605"/>
                  <a:pt x="3344" y="5605"/>
                </a:cubicBezTo>
                <a:cubicBezTo>
                  <a:pt x="2954" y="5605"/>
                  <a:pt x="2572" y="5519"/>
                  <a:pt x="2265" y="5346"/>
                </a:cubicBezTo>
                <a:cubicBezTo>
                  <a:pt x="2214" y="5316"/>
                  <a:pt x="2164" y="5285"/>
                  <a:pt x="2113" y="5253"/>
                </a:cubicBezTo>
                <a:cubicBezTo>
                  <a:pt x="2098" y="5243"/>
                  <a:pt x="2015" y="5180"/>
                  <a:pt x="2013" y="5180"/>
                </a:cubicBezTo>
                <a:lnTo>
                  <a:pt x="2013" y="5180"/>
                </a:lnTo>
                <a:cubicBezTo>
                  <a:pt x="2013" y="5180"/>
                  <a:pt x="2019" y="5186"/>
                  <a:pt x="2037" y="5200"/>
                </a:cubicBezTo>
                <a:cubicBezTo>
                  <a:pt x="1930" y="5114"/>
                  <a:pt x="1831" y="5019"/>
                  <a:pt x="1740" y="4916"/>
                </a:cubicBezTo>
                <a:cubicBezTo>
                  <a:pt x="1728" y="4902"/>
                  <a:pt x="1675" y="4837"/>
                  <a:pt x="1657" y="4816"/>
                </a:cubicBezTo>
                <a:lnTo>
                  <a:pt x="1657" y="4816"/>
                </a:lnTo>
                <a:cubicBezTo>
                  <a:pt x="1647" y="4801"/>
                  <a:pt x="1584" y="4711"/>
                  <a:pt x="1570" y="4688"/>
                </a:cubicBezTo>
                <a:cubicBezTo>
                  <a:pt x="1500" y="4579"/>
                  <a:pt x="1439" y="4465"/>
                  <a:pt x="1382" y="4347"/>
                </a:cubicBezTo>
                <a:cubicBezTo>
                  <a:pt x="1372" y="4327"/>
                  <a:pt x="1369" y="4322"/>
                  <a:pt x="1368" y="4322"/>
                </a:cubicBezTo>
                <a:lnTo>
                  <a:pt x="1368" y="4322"/>
                </a:lnTo>
                <a:cubicBezTo>
                  <a:pt x="1368" y="4322"/>
                  <a:pt x="1368" y="4322"/>
                  <a:pt x="1368" y="4322"/>
                </a:cubicBezTo>
                <a:lnTo>
                  <a:pt x="1368" y="4322"/>
                </a:lnTo>
                <a:cubicBezTo>
                  <a:pt x="1366" y="4315"/>
                  <a:pt x="1360" y="4299"/>
                  <a:pt x="1348" y="4265"/>
                </a:cubicBezTo>
                <a:cubicBezTo>
                  <a:pt x="1329" y="4210"/>
                  <a:pt x="1308" y="4155"/>
                  <a:pt x="1291" y="4101"/>
                </a:cubicBezTo>
                <a:cubicBezTo>
                  <a:pt x="1251" y="3974"/>
                  <a:pt x="1220" y="3848"/>
                  <a:pt x="1197" y="3717"/>
                </a:cubicBezTo>
                <a:cubicBezTo>
                  <a:pt x="1192" y="3696"/>
                  <a:pt x="1179" y="3596"/>
                  <a:pt x="1178" y="3596"/>
                </a:cubicBezTo>
                <a:lnTo>
                  <a:pt x="1178" y="3596"/>
                </a:lnTo>
                <a:cubicBezTo>
                  <a:pt x="1178" y="3596"/>
                  <a:pt x="1179" y="3606"/>
                  <a:pt x="1182" y="3633"/>
                </a:cubicBezTo>
                <a:cubicBezTo>
                  <a:pt x="1173" y="3568"/>
                  <a:pt x="1167" y="3502"/>
                  <a:pt x="1165" y="3437"/>
                </a:cubicBezTo>
                <a:cubicBezTo>
                  <a:pt x="1157" y="3304"/>
                  <a:pt x="1157" y="3174"/>
                  <a:pt x="1165" y="3041"/>
                </a:cubicBezTo>
                <a:cubicBezTo>
                  <a:pt x="1167" y="3011"/>
                  <a:pt x="1179" y="2898"/>
                  <a:pt x="1181" y="2870"/>
                </a:cubicBezTo>
                <a:lnTo>
                  <a:pt x="1181" y="2870"/>
                </a:lnTo>
                <a:cubicBezTo>
                  <a:pt x="1186" y="2847"/>
                  <a:pt x="1203" y="2750"/>
                  <a:pt x="1209" y="2721"/>
                </a:cubicBezTo>
                <a:cubicBezTo>
                  <a:pt x="1239" y="2580"/>
                  <a:pt x="1281" y="2443"/>
                  <a:pt x="1327" y="2306"/>
                </a:cubicBezTo>
                <a:cubicBezTo>
                  <a:pt x="1342" y="2262"/>
                  <a:pt x="1345" y="2248"/>
                  <a:pt x="1346" y="2244"/>
                </a:cubicBezTo>
                <a:lnTo>
                  <a:pt x="1346" y="2244"/>
                </a:lnTo>
                <a:cubicBezTo>
                  <a:pt x="1348" y="2241"/>
                  <a:pt x="1355" y="2229"/>
                  <a:pt x="1376" y="2188"/>
                </a:cubicBezTo>
                <a:cubicBezTo>
                  <a:pt x="1407" y="2125"/>
                  <a:pt x="1439" y="2059"/>
                  <a:pt x="1475" y="1998"/>
                </a:cubicBezTo>
                <a:cubicBezTo>
                  <a:pt x="1511" y="1937"/>
                  <a:pt x="1551" y="1878"/>
                  <a:pt x="1588" y="1819"/>
                </a:cubicBezTo>
                <a:cubicBezTo>
                  <a:pt x="1603" y="1799"/>
                  <a:pt x="1618" y="1779"/>
                  <a:pt x="1632" y="1759"/>
                </a:cubicBezTo>
                <a:lnTo>
                  <a:pt x="1632" y="1759"/>
                </a:lnTo>
                <a:cubicBezTo>
                  <a:pt x="1639" y="1751"/>
                  <a:pt x="1646" y="1741"/>
                  <a:pt x="1654" y="1733"/>
                </a:cubicBezTo>
                <a:cubicBezTo>
                  <a:pt x="1744" y="1632"/>
                  <a:pt x="1839" y="1535"/>
                  <a:pt x="1945" y="1446"/>
                </a:cubicBezTo>
                <a:cubicBezTo>
                  <a:pt x="1949" y="1443"/>
                  <a:pt x="1952" y="1440"/>
                  <a:pt x="1955" y="1437"/>
                </a:cubicBezTo>
                <a:lnTo>
                  <a:pt x="1955" y="1437"/>
                </a:lnTo>
                <a:cubicBezTo>
                  <a:pt x="1958" y="1435"/>
                  <a:pt x="1960" y="1434"/>
                  <a:pt x="1963" y="1431"/>
                </a:cubicBezTo>
                <a:cubicBezTo>
                  <a:pt x="1993" y="1410"/>
                  <a:pt x="2022" y="1389"/>
                  <a:pt x="2054" y="1370"/>
                </a:cubicBezTo>
                <a:cubicBezTo>
                  <a:pt x="2115" y="1328"/>
                  <a:pt x="2180" y="1292"/>
                  <a:pt x="2246" y="1257"/>
                </a:cubicBezTo>
                <a:cubicBezTo>
                  <a:pt x="2372" y="1191"/>
                  <a:pt x="2412" y="1174"/>
                  <a:pt x="2604" y="1120"/>
                </a:cubicBezTo>
                <a:cubicBezTo>
                  <a:pt x="2802" y="1065"/>
                  <a:pt x="2859" y="1059"/>
                  <a:pt x="3023" y="1044"/>
                </a:cubicBezTo>
                <a:cubicBezTo>
                  <a:pt x="3046" y="1042"/>
                  <a:pt x="3069" y="1039"/>
                  <a:pt x="3092" y="1035"/>
                </a:cubicBezTo>
                <a:lnTo>
                  <a:pt x="3092" y="1035"/>
                </a:lnTo>
                <a:cubicBezTo>
                  <a:pt x="3113" y="1033"/>
                  <a:pt x="3134" y="1031"/>
                  <a:pt x="3156" y="1027"/>
                </a:cubicBezTo>
                <a:cubicBezTo>
                  <a:pt x="3317" y="1000"/>
                  <a:pt x="3479" y="986"/>
                  <a:pt x="3639" y="986"/>
                </a:cubicBezTo>
                <a:close/>
                <a:moveTo>
                  <a:pt x="3656" y="0"/>
                </a:moveTo>
                <a:cubicBezTo>
                  <a:pt x="3424" y="0"/>
                  <a:pt x="3191" y="20"/>
                  <a:pt x="2962" y="55"/>
                </a:cubicBezTo>
                <a:lnTo>
                  <a:pt x="2962" y="55"/>
                </a:lnTo>
                <a:cubicBezTo>
                  <a:pt x="1592" y="189"/>
                  <a:pt x="506" y="1128"/>
                  <a:pt x="238" y="2500"/>
                </a:cubicBezTo>
                <a:cubicBezTo>
                  <a:pt x="0" y="3730"/>
                  <a:pt x="360" y="5131"/>
                  <a:pt x="1367" y="5933"/>
                </a:cubicBezTo>
                <a:cubicBezTo>
                  <a:pt x="1934" y="6385"/>
                  <a:pt x="2656" y="6602"/>
                  <a:pt x="3382" y="6602"/>
                </a:cubicBezTo>
                <a:cubicBezTo>
                  <a:pt x="4138" y="6602"/>
                  <a:pt x="4898" y="6367"/>
                  <a:pt x="5494" y="5917"/>
                </a:cubicBezTo>
                <a:cubicBezTo>
                  <a:pt x="6607" y="5078"/>
                  <a:pt x="7041" y="3580"/>
                  <a:pt x="6659" y="2253"/>
                </a:cubicBezTo>
                <a:cubicBezTo>
                  <a:pt x="6453" y="1537"/>
                  <a:pt x="6015" y="905"/>
                  <a:pt x="5393" y="488"/>
                </a:cubicBezTo>
                <a:cubicBezTo>
                  <a:pt x="4872" y="137"/>
                  <a:pt x="4267" y="0"/>
                  <a:pt x="365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083" name="Google Shape;10083;p21"/>
          <p:cNvGrpSpPr/>
          <p:nvPr/>
        </p:nvGrpSpPr>
        <p:grpSpPr>
          <a:xfrm rot="6300357">
            <a:off x="7074685" y="581435"/>
            <a:ext cx="707993" cy="442801"/>
            <a:chOff x="1445125" y="3867675"/>
            <a:chExt cx="803300" cy="502950"/>
          </a:xfrm>
        </p:grpSpPr>
        <p:sp>
          <p:nvSpPr>
            <p:cNvPr id="10084" name="Google Shape;10084;p21"/>
            <p:cNvSpPr/>
            <p:nvPr/>
          </p:nvSpPr>
          <p:spPr>
            <a:xfrm>
              <a:off x="1445125" y="3867675"/>
              <a:ext cx="535450" cy="502950"/>
            </a:xfrm>
            <a:custGeom>
              <a:rect b="b" l="l" r="r" t="t"/>
              <a:pathLst>
                <a:path extrusionOk="0" h="20118" w="21418">
                  <a:moveTo>
                    <a:pt x="5846" y="993"/>
                  </a:moveTo>
                  <a:cubicBezTo>
                    <a:pt x="6726" y="993"/>
                    <a:pt x="7300" y="1814"/>
                    <a:pt x="7545" y="2688"/>
                  </a:cubicBezTo>
                  <a:cubicBezTo>
                    <a:pt x="7686" y="3200"/>
                    <a:pt x="7749" y="3726"/>
                    <a:pt x="7770" y="4255"/>
                  </a:cubicBezTo>
                  <a:cubicBezTo>
                    <a:pt x="7787" y="4700"/>
                    <a:pt x="7676" y="5216"/>
                    <a:pt x="7812" y="5641"/>
                  </a:cubicBezTo>
                  <a:cubicBezTo>
                    <a:pt x="8017" y="6280"/>
                    <a:pt x="8790" y="6621"/>
                    <a:pt x="9352" y="6861"/>
                  </a:cubicBezTo>
                  <a:cubicBezTo>
                    <a:pt x="10899" y="7523"/>
                    <a:pt x="12588" y="7895"/>
                    <a:pt x="14238" y="8195"/>
                  </a:cubicBezTo>
                  <a:cubicBezTo>
                    <a:pt x="14279" y="8202"/>
                    <a:pt x="14320" y="8206"/>
                    <a:pt x="14360" y="8206"/>
                  </a:cubicBezTo>
                  <a:cubicBezTo>
                    <a:pt x="14538" y="8206"/>
                    <a:pt x="14697" y="8128"/>
                    <a:pt x="14800" y="7965"/>
                  </a:cubicBezTo>
                  <a:cubicBezTo>
                    <a:pt x="15658" y="6602"/>
                    <a:pt x="16673" y="5266"/>
                    <a:pt x="17868" y="4181"/>
                  </a:cubicBezTo>
                  <a:cubicBezTo>
                    <a:pt x="18246" y="3837"/>
                    <a:pt x="19055" y="3130"/>
                    <a:pt x="19662" y="3130"/>
                  </a:cubicBezTo>
                  <a:cubicBezTo>
                    <a:pt x="19761" y="3130"/>
                    <a:pt x="19855" y="3149"/>
                    <a:pt x="19941" y="3191"/>
                  </a:cubicBezTo>
                  <a:cubicBezTo>
                    <a:pt x="19972" y="3206"/>
                    <a:pt x="20042" y="3282"/>
                    <a:pt x="20078" y="3334"/>
                  </a:cubicBezTo>
                  <a:cubicBezTo>
                    <a:pt x="20170" y="3474"/>
                    <a:pt x="20200" y="3554"/>
                    <a:pt x="20244" y="3703"/>
                  </a:cubicBezTo>
                  <a:cubicBezTo>
                    <a:pt x="20356" y="4074"/>
                    <a:pt x="20385" y="4459"/>
                    <a:pt x="20391" y="4845"/>
                  </a:cubicBezTo>
                  <a:cubicBezTo>
                    <a:pt x="20434" y="7253"/>
                    <a:pt x="19715" y="9724"/>
                    <a:pt x="18959" y="11987"/>
                  </a:cubicBezTo>
                  <a:cubicBezTo>
                    <a:pt x="18546" y="13223"/>
                    <a:pt x="18074" y="14443"/>
                    <a:pt x="17505" y="15619"/>
                  </a:cubicBezTo>
                  <a:cubicBezTo>
                    <a:pt x="16974" y="16720"/>
                    <a:pt x="16385" y="17795"/>
                    <a:pt x="15472" y="18631"/>
                  </a:cubicBezTo>
                  <a:cubicBezTo>
                    <a:pt x="15279" y="18808"/>
                    <a:pt x="15055" y="19008"/>
                    <a:pt x="14800" y="19090"/>
                  </a:cubicBezTo>
                  <a:cubicBezTo>
                    <a:pt x="14731" y="19114"/>
                    <a:pt x="14679" y="19127"/>
                    <a:pt x="14633" y="19127"/>
                  </a:cubicBezTo>
                  <a:cubicBezTo>
                    <a:pt x="14584" y="19127"/>
                    <a:pt x="14541" y="19112"/>
                    <a:pt x="14491" y="19078"/>
                  </a:cubicBezTo>
                  <a:cubicBezTo>
                    <a:pt x="14179" y="18859"/>
                    <a:pt x="14040" y="18279"/>
                    <a:pt x="13943" y="17913"/>
                  </a:cubicBezTo>
                  <a:cubicBezTo>
                    <a:pt x="13496" y="16204"/>
                    <a:pt x="13420" y="14392"/>
                    <a:pt x="13231" y="12644"/>
                  </a:cubicBezTo>
                  <a:cubicBezTo>
                    <a:pt x="13231" y="12642"/>
                    <a:pt x="13231" y="12641"/>
                    <a:pt x="13230" y="12640"/>
                  </a:cubicBezTo>
                  <a:lnTo>
                    <a:pt x="13230" y="12640"/>
                  </a:lnTo>
                  <a:cubicBezTo>
                    <a:pt x="13241" y="12479"/>
                    <a:pt x="13172" y="12316"/>
                    <a:pt x="12984" y="12214"/>
                  </a:cubicBezTo>
                  <a:cubicBezTo>
                    <a:pt x="12340" y="11860"/>
                    <a:pt x="11598" y="11675"/>
                    <a:pt x="10890" y="11496"/>
                  </a:cubicBezTo>
                  <a:cubicBezTo>
                    <a:pt x="10069" y="11291"/>
                    <a:pt x="9239" y="11119"/>
                    <a:pt x="8404" y="10971"/>
                  </a:cubicBezTo>
                  <a:cubicBezTo>
                    <a:pt x="7943" y="10890"/>
                    <a:pt x="7439" y="10757"/>
                    <a:pt x="6964" y="10757"/>
                  </a:cubicBezTo>
                  <a:cubicBezTo>
                    <a:pt x="6933" y="10757"/>
                    <a:pt x="6903" y="10757"/>
                    <a:pt x="6873" y="10758"/>
                  </a:cubicBezTo>
                  <a:cubicBezTo>
                    <a:pt x="6281" y="10782"/>
                    <a:pt x="5857" y="11237"/>
                    <a:pt x="5518" y="11671"/>
                  </a:cubicBezTo>
                  <a:cubicBezTo>
                    <a:pt x="4848" y="12532"/>
                    <a:pt x="4110" y="13945"/>
                    <a:pt x="2900" y="13945"/>
                  </a:cubicBezTo>
                  <a:cubicBezTo>
                    <a:pt x="2748" y="13945"/>
                    <a:pt x="2589" y="13923"/>
                    <a:pt x="2421" y="13874"/>
                  </a:cubicBezTo>
                  <a:cubicBezTo>
                    <a:pt x="1265" y="13539"/>
                    <a:pt x="1147" y="12161"/>
                    <a:pt x="1191" y="11150"/>
                  </a:cubicBezTo>
                  <a:cubicBezTo>
                    <a:pt x="1259" y="9547"/>
                    <a:pt x="1735" y="7959"/>
                    <a:pt x="2242" y="6446"/>
                  </a:cubicBezTo>
                  <a:cubicBezTo>
                    <a:pt x="2666" y="5186"/>
                    <a:pt x="3155" y="3943"/>
                    <a:pt x="3669" y="2717"/>
                  </a:cubicBezTo>
                  <a:cubicBezTo>
                    <a:pt x="4014" y="1894"/>
                    <a:pt x="4701" y="1150"/>
                    <a:pt x="5619" y="1011"/>
                  </a:cubicBezTo>
                  <a:cubicBezTo>
                    <a:pt x="5697" y="999"/>
                    <a:pt x="5772" y="993"/>
                    <a:pt x="5846" y="993"/>
                  </a:cubicBezTo>
                  <a:close/>
                  <a:moveTo>
                    <a:pt x="5851" y="1"/>
                  </a:moveTo>
                  <a:cubicBezTo>
                    <a:pt x="4753" y="1"/>
                    <a:pt x="3750" y="699"/>
                    <a:pt x="3144" y="1580"/>
                  </a:cubicBezTo>
                  <a:cubicBezTo>
                    <a:pt x="2849" y="2009"/>
                    <a:pt x="2683" y="2515"/>
                    <a:pt x="2487" y="2993"/>
                  </a:cubicBezTo>
                  <a:cubicBezTo>
                    <a:pt x="2217" y="3653"/>
                    <a:pt x="1954" y="4314"/>
                    <a:pt x="1705" y="4982"/>
                  </a:cubicBezTo>
                  <a:cubicBezTo>
                    <a:pt x="1113" y="6581"/>
                    <a:pt x="576" y="8224"/>
                    <a:pt x="323" y="9914"/>
                  </a:cubicBezTo>
                  <a:cubicBezTo>
                    <a:pt x="121" y="11253"/>
                    <a:pt x="1" y="12901"/>
                    <a:pt x="913" y="14026"/>
                  </a:cubicBezTo>
                  <a:cubicBezTo>
                    <a:pt x="1411" y="14639"/>
                    <a:pt x="2111" y="14918"/>
                    <a:pt x="2824" y="14918"/>
                  </a:cubicBezTo>
                  <a:cubicBezTo>
                    <a:pt x="3509" y="14918"/>
                    <a:pt x="4207" y="14660"/>
                    <a:pt x="4751" y="14192"/>
                  </a:cubicBezTo>
                  <a:cubicBezTo>
                    <a:pt x="5371" y="13659"/>
                    <a:pt x="5777" y="12949"/>
                    <a:pt x="6272" y="12311"/>
                  </a:cubicBezTo>
                  <a:cubicBezTo>
                    <a:pt x="6566" y="11931"/>
                    <a:pt x="6732" y="11776"/>
                    <a:pt x="7065" y="11776"/>
                  </a:cubicBezTo>
                  <a:cubicBezTo>
                    <a:pt x="7129" y="11776"/>
                    <a:pt x="7199" y="11782"/>
                    <a:pt x="7277" y="11793"/>
                  </a:cubicBezTo>
                  <a:cubicBezTo>
                    <a:pt x="8166" y="11915"/>
                    <a:pt x="9053" y="12094"/>
                    <a:pt x="9930" y="12292"/>
                  </a:cubicBezTo>
                  <a:cubicBezTo>
                    <a:pt x="10726" y="12472"/>
                    <a:pt x="11550" y="12626"/>
                    <a:pt x="12268" y="12966"/>
                  </a:cubicBezTo>
                  <a:lnTo>
                    <a:pt x="12268" y="12966"/>
                  </a:lnTo>
                  <a:cubicBezTo>
                    <a:pt x="12439" y="14633"/>
                    <a:pt x="12548" y="16332"/>
                    <a:pt x="12930" y="17963"/>
                  </a:cubicBezTo>
                  <a:cubicBezTo>
                    <a:pt x="13136" y="18845"/>
                    <a:pt x="13555" y="20118"/>
                    <a:pt x="14640" y="20118"/>
                  </a:cubicBezTo>
                  <a:cubicBezTo>
                    <a:pt x="14672" y="20118"/>
                    <a:pt x="14706" y="20116"/>
                    <a:pt x="14739" y="20114"/>
                  </a:cubicBezTo>
                  <a:cubicBezTo>
                    <a:pt x="15314" y="20074"/>
                    <a:pt x="15818" y="19674"/>
                    <a:pt x="16220" y="19295"/>
                  </a:cubicBezTo>
                  <a:cubicBezTo>
                    <a:pt x="16778" y="18770"/>
                    <a:pt x="17242" y="18165"/>
                    <a:pt x="17630" y="17506"/>
                  </a:cubicBezTo>
                  <a:cubicBezTo>
                    <a:pt x="18329" y="16326"/>
                    <a:pt x="18879" y="15058"/>
                    <a:pt x="19372" y="13779"/>
                  </a:cubicBezTo>
                  <a:cubicBezTo>
                    <a:pt x="20387" y="11140"/>
                    <a:pt x="21255" y="8266"/>
                    <a:pt x="21379" y="5422"/>
                  </a:cubicBezTo>
                  <a:cubicBezTo>
                    <a:pt x="21417" y="4558"/>
                    <a:pt x="21409" y="3509"/>
                    <a:pt x="20893" y="2768"/>
                  </a:cubicBezTo>
                  <a:cubicBezTo>
                    <a:pt x="20591" y="2334"/>
                    <a:pt x="20167" y="2169"/>
                    <a:pt x="19717" y="2169"/>
                  </a:cubicBezTo>
                  <a:cubicBezTo>
                    <a:pt x="19269" y="2169"/>
                    <a:pt x="18796" y="2332"/>
                    <a:pt x="18392" y="2557"/>
                  </a:cubicBezTo>
                  <a:cubicBezTo>
                    <a:pt x="17206" y="3219"/>
                    <a:pt x="16258" y="4331"/>
                    <a:pt x="15430" y="5382"/>
                  </a:cubicBezTo>
                  <a:cubicBezTo>
                    <a:pt x="14975" y="5959"/>
                    <a:pt x="14535" y="6551"/>
                    <a:pt x="14131" y="7165"/>
                  </a:cubicBezTo>
                  <a:lnTo>
                    <a:pt x="14131" y="7165"/>
                  </a:lnTo>
                  <a:cubicBezTo>
                    <a:pt x="12741" y="6903"/>
                    <a:pt x="11340" y="6572"/>
                    <a:pt x="10022" y="6067"/>
                  </a:cubicBezTo>
                  <a:cubicBezTo>
                    <a:pt x="9692" y="5938"/>
                    <a:pt x="9355" y="5795"/>
                    <a:pt x="9057" y="5599"/>
                  </a:cubicBezTo>
                  <a:cubicBezTo>
                    <a:pt x="8975" y="5544"/>
                    <a:pt x="8902" y="5490"/>
                    <a:pt x="8830" y="5420"/>
                  </a:cubicBezTo>
                  <a:cubicBezTo>
                    <a:pt x="8801" y="5393"/>
                    <a:pt x="8791" y="5386"/>
                    <a:pt x="8788" y="5385"/>
                  </a:cubicBezTo>
                  <a:lnTo>
                    <a:pt x="8788" y="5385"/>
                  </a:lnTo>
                  <a:cubicBezTo>
                    <a:pt x="8787" y="5381"/>
                    <a:pt x="8781" y="5370"/>
                    <a:pt x="8767" y="5346"/>
                  </a:cubicBezTo>
                  <a:cubicBezTo>
                    <a:pt x="8764" y="5342"/>
                    <a:pt x="8761" y="5338"/>
                    <a:pt x="8759" y="5334"/>
                  </a:cubicBezTo>
                  <a:lnTo>
                    <a:pt x="8759" y="5334"/>
                  </a:lnTo>
                  <a:cubicBezTo>
                    <a:pt x="8759" y="5333"/>
                    <a:pt x="8759" y="5331"/>
                    <a:pt x="8758" y="5329"/>
                  </a:cubicBezTo>
                  <a:cubicBezTo>
                    <a:pt x="8680" y="4813"/>
                    <a:pt x="8779" y="4238"/>
                    <a:pt x="8729" y="3712"/>
                  </a:cubicBezTo>
                  <a:cubicBezTo>
                    <a:pt x="8683" y="3244"/>
                    <a:pt x="8611" y="2774"/>
                    <a:pt x="8476" y="2325"/>
                  </a:cubicBezTo>
                  <a:cubicBezTo>
                    <a:pt x="8116" y="1129"/>
                    <a:pt x="7256" y="33"/>
                    <a:pt x="5914" y="2"/>
                  </a:cubicBezTo>
                  <a:cubicBezTo>
                    <a:pt x="5893" y="1"/>
                    <a:pt x="5872" y="1"/>
                    <a:pt x="585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85" name="Google Shape;10085;p21"/>
            <p:cNvSpPr/>
            <p:nvPr/>
          </p:nvSpPr>
          <p:spPr>
            <a:xfrm>
              <a:off x="1903525" y="4088100"/>
              <a:ext cx="344900" cy="185850"/>
            </a:xfrm>
            <a:custGeom>
              <a:rect b="b" l="l" r="r" t="t"/>
              <a:pathLst>
                <a:path extrusionOk="0" h="7434" w="13796">
                  <a:moveTo>
                    <a:pt x="2035" y="1"/>
                  </a:moveTo>
                  <a:cubicBezTo>
                    <a:pt x="1593" y="1"/>
                    <a:pt x="1301" y="661"/>
                    <a:pt x="1777" y="928"/>
                  </a:cubicBezTo>
                  <a:cubicBezTo>
                    <a:pt x="5023" y="2748"/>
                    <a:pt x="8420" y="4238"/>
                    <a:pt x="11476" y="6352"/>
                  </a:cubicBezTo>
                  <a:lnTo>
                    <a:pt x="11476" y="6352"/>
                  </a:lnTo>
                  <a:cubicBezTo>
                    <a:pt x="7847" y="6103"/>
                    <a:pt x="4252" y="5482"/>
                    <a:pt x="636" y="5110"/>
                  </a:cubicBezTo>
                  <a:cubicBezTo>
                    <a:pt x="615" y="5108"/>
                    <a:pt x="596" y="5107"/>
                    <a:pt x="577" y="5107"/>
                  </a:cubicBezTo>
                  <a:cubicBezTo>
                    <a:pt x="0" y="5107"/>
                    <a:pt x="24" y="6045"/>
                    <a:pt x="636" y="6106"/>
                  </a:cubicBezTo>
                  <a:cubicBezTo>
                    <a:pt x="4792" y="6534"/>
                    <a:pt x="8919" y="7290"/>
                    <a:pt x="13101" y="7434"/>
                  </a:cubicBezTo>
                  <a:cubicBezTo>
                    <a:pt x="13106" y="7434"/>
                    <a:pt x="13111" y="7434"/>
                    <a:pt x="13115" y="7434"/>
                  </a:cubicBezTo>
                  <a:cubicBezTo>
                    <a:pt x="13508" y="7434"/>
                    <a:pt x="13796" y="6851"/>
                    <a:pt x="13455" y="6582"/>
                  </a:cubicBezTo>
                  <a:cubicBezTo>
                    <a:pt x="11767" y="5262"/>
                    <a:pt x="9981" y="4109"/>
                    <a:pt x="8087" y="3106"/>
                  </a:cubicBezTo>
                  <a:cubicBezTo>
                    <a:pt x="6157" y="2083"/>
                    <a:pt x="4187" y="1139"/>
                    <a:pt x="2281" y="69"/>
                  </a:cubicBezTo>
                  <a:cubicBezTo>
                    <a:pt x="2197" y="21"/>
                    <a:pt x="2114" y="1"/>
                    <a:pt x="20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86" name="Google Shape;10086;p21"/>
            <p:cNvSpPr/>
            <p:nvPr/>
          </p:nvSpPr>
          <p:spPr>
            <a:xfrm>
              <a:off x="1462675" y="3884050"/>
              <a:ext cx="125100" cy="332450"/>
            </a:xfrm>
            <a:custGeom>
              <a:rect b="b" l="l" r="r" t="t"/>
              <a:pathLst>
                <a:path extrusionOk="0" h="13298" w="5004">
                  <a:moveTo>
                    <a:pt x="4226" y="0"/>
                  </a:moveTo>
                  <a:cubicBezTo>
                    <a:pt x="3978" y="0"/>
                    <a:pt x="3745" y="159"/>
                    <a:pt x="3776" y="478"/>
                  </a:cubicBezTo>
                  <a:cubicBezTo>
                    <a:pt x="3995" y="2762"/>
                    <a:pt x="3470" y="4910"/>
                    <a:pt x="2764" y="7066"/>
                  </a:cubicBezTo>
                  <a:cubicBezTo>
                    <a:pt x="2160" y="8913"/>
                    <a:pt x="1574" y="10906"/>
                    <a:pt x="310" y="12425"/>
                  </a:cubicBezTo>
                  <a:cubicBezTo>
                    <a:pt x="1" y="12799"/>
                    <a:pt x="333" y="13298"/>
                    <a:pt x="690" y="13298"/>
                  </a:cubicBezTo>
                  <a:cubicBezTo>
                    <a:pt x="802" y="13298"/>
                    <a:pt x="916" y="13249"/>
                    <a:pt x="1014" y="13131"/>
                  </a:cubicBezTo>
                  <a:cubicBezTo>
                    <a:pt x="2366" y="11506"/>
                    <a:pt x="3030" y="9452"/>
                    <a:pt x="3679" y="7474"/>
                  </a:cubicBezTo>
                  <a:cubicBezTo>
                    <a:pt x="4424" y="5193"/>
                    <a:pt x="5004" y="2899"/>
                    <a:pt x="4772" y="478"/>
                  </a:cubicBezTo>
                  <a:cubicBezTo>
                    <a:pt x="4741" y="160"/>
                    <a:pt x="4476" y="0"/>
                    <a:pt x="42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087" name="Google Shape;10087;p21"/>
          <p:cNvSpPr/>
          <p:nvPr/>
        </p:nvSpPr>
        <p:spPr>
          <a:xfrm>
            <a:off x="1973320" y="1386338"/>
            <a:ext cx="5587310" cy="2668524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 cap="flat" cmpd="sng" w="25400">
            <a:solidFill>
              <a:srgbClr val="BABA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88" name="Google Shape;10088;p21"/>
          <p:cNvSpPr txBox="1"/>
          <p:nvPr/>
        </p:nvSpPr>
        <p:spPr>
          <a:xfrm>
            <a:off x="3637449" y="995515"/>
            <a:ext cx="2259051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Place your work here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92" name="Shape 10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3" name="Google Shape;10093;p22"/>
          <p:cNvSpPr txBox="1"/>
          <p:nvPr>
            <p:ph idx="2" type="subTitle"/>
          </p:nvPr>
        </p:nvSpPr>
        <p:spPr>
          <a:xfrm>
            <a:off x="1541990" y="1264683"/>
            <a:ext cx="6088566" cy="302795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Gantari"/>
              <a:buChar char="●"/>
            </a:pPr>
            <a:r>
              <a:rPr b="1" lang="es"/>
              <a:t>UNIT TITLE: 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Gantari"/>
              <a:buChar char="●"/>
            </a:pPr>
            <a:r>
              <a:rPr b="1" lang="es"/>
              <a:t>SOI: </a:t>
            </a:r>
            <a:endParaRPr b="1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rial"/>
              <a:buChar char="●"/>
            </a:pPr>
            <a:r>
              <a:rPr b="1" lang="es"/>
              <a:t>PRODUCT:</a:t>
            </a:r>
            <a:r>
              <a:rPr lang="es"/>
              <a:t> Eg. Poster, presentation, article, etc.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rial"/>
              <a:buChar char="●"/>
            </a:pPr>
            <a:r>
              <a:rPr b="1" lang="es"/>
              <a:t>REFLECTION: </a:t>
            </a:r>
            <a:r>
              <a:rPr b="1" lang="es" sz="1100"/>
              <a:t>Use the following prompts to help you.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     What did you use to think before the lesson, how has your thinking changed after the lesson? 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     What are two things you learnt from the lesson?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     What strategies helped you understand the concept better? What challenges did you face?  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400"/>
              <a:buFont typeface="Arial"/>
              <a:buChar char="●"/>
            </a:pPr>
            <a:r>
              <a:rPr b="1" lang="es"/>
              <a:t>CONNECTION: </a:t>
            </a:r>
            <a:r>
              <a:rPr b="1" lang="es" sz="1100"/>
              <a:t>What connections can you make from the lesson to the real world? How will this lesson help you solve real life problems?</a:t>
            </a:r>
            <a:endParaRPr b="1" sz="1100"/>
          </a:p>
        </p:txBody>
      </p:sp>
      <p:sp>
        <p:nvSpPr>
          <p:cNvPr id="10094" name="Google Shape;10094;p22"/>
          <p:cNvSpPr/>
          <p:nvPr/>
        </p:nvSpPr>
        <p:spPr>
          <a:xfrm>
            <a:off x="7818975" y="1147025"/>
            <a:ext cx="117525" cy="110100"/>
          </a:xfrm>
          <a:custGeom>
            <a:rect b="b" l="l" r="r" t="t"/>
            <a:pathLst>
              <a:path extrusionOk="0" h="4404" w="4701">
                <a:moveTo>
                  <a:pt x="1951" y="1032"/>
                </a:moveTo>
                <a:cubicBezTo>
                  <a:pt x="1950" y="1033"/>
                  <a:pt x="1949" y="1033"/>
                  <a:pt x="1947" y="1033"/>
                </a:cubicBezTo>
                <a:cubicBezTo>
                  <a:pt x="1948" y="1033"/>
                  <a:pt x="1950" y="1033"/>
                  <a:pt x="1951" y="1032"/>
                </a:cubicBezTo>
                <a:close/>
                <a:moveTo>
                  <a:pt x="2857" y="1059"/>
                </a:moveTo>
                <a:cubicBezTo>
                  <a:pt x="2871" y="1059"/>
                  <a:pt x="2889" y="1066"/>
                  <a:pt x="2907" y="1075"/>
                </a:cubicBezTo>
                <a:lnTo>
                  <a:pt x="2907" y="1075"/>
                </a:lnTo>
                <a:cubicBezTo>
                  <a:pt x="2887" y="1068"/>
                  <a:pt x="2858" y="1059"/>
                  <a:pt x="2857" y="1059"/>
                </a:cubicBezTo>
                <a:close/>
                <a:moveTo>
                  <a:pt x="3091" y="1185"/>
                </a:moveTo>
                <a:cubicBezTo>
                  <a:pt x="3091" y="1185"/>
                  <a:pt x="3091" y="1185"/>
                  <a:pt x="3091" y="1185"/>
                </a:cubicBezTo>
                <a:lnTo>
                  <a:pt x="3091" y="1185"/>
                </a:lnTo>
                <a:cubicBezTo>
                  <a:pt x="3091" y="1185"/>
                  <a:pt x="3091" y="1185"/>
                  <a:pt x="3091" y="1185"/>
                </a:cubicBezTo>
                <a:close/>
                <a:moveTo>
                  <a:pt x="3104" y="1198"/>
                </a:moveTo>
                <a:cubicBezTo>
                  <a:pt x="3111" y="1203"/>
                  <a:pt x="3118" y="1208"/>
                  <a:pt x="3125" y="1213"/>
                </a:cubicBezTo>
                <a:cubicBezTo>
                  <a:pt x="3142" y="1224"/>
                  <a:pt x="3149" y="1229"/>
                  <a:pt x="3148" y="1229"/>
                </a:cubicBezTo>
                <a:cubicBezTo>
                  <a:pt x="3148" y="1229"/>
                  <a:pt x="3121" y="1211"/>
                  <a:pt x="3104" y="1198"/>
                </a:cubicBezTo>
                <a:close/>
                <a:moveTo>
                  <a:pt x="1747" y="3319"/>
                </a:moveTo>
                <a:cubicBezTo>
                  <a:pt x="1767" y="3326"/>
                  <a:pt x="1803" y="3338"/>
                  <a:pt x="1802" y="3338"/>
                </a:cubicBezTo>
                <a:cubicBezTo>
                  <a:pt x="1800" y="3339"/>
                  <a:pt x="1799" y="3339"/>
                  <a:pt x="1797" y="3339"/>
                </a:cubicBezTo>
                <a:cubicBezTo>
                  <a:pt x="1785" y="3339"/>
                  <a:pt x="1766" y="3330"/>
                  <a:pt x="1747" y="3319"/>
                </a:cubicBezTo>
                <a:close/>
                <a:moveTo>
                  <a:pt x="2463" y="3393"/>
                </a:moveTo>
                <a:cubicBezTo>
                  <a:pt x="2461" y="3393"/>
                  <a:pt x="2459" y="3393"/>
                  <a:pt x="2456" y="3393"/>
                </a:cubicBezTo>
                <a:lnTo>
                  <a:pt x="2456" y="3393"/>
                </a:lnTo>
                <a:cubicBezTo>
                  <a:pt x="2459" y="3393"/>
                  <a:pt x="2462" y="3393"/>
                  <a:pt x="2463" y="3393"/>
                </a:cubicBezTo>
                <a:close/>
                <a:moveTo>
                  <a:pt x="2387" y="989"/>
                </a:moveTo>
                <a:cubicBezTo>
                  <a:pt x="2440" y="989"/>
                  <a:pt x="2491" y="989"/>
                  <a:pt x="2541" y="993"/>
                </a:cubicBezTo>
                <a:cubicBezTo>
                  <a:pt x="2560" y="993"/>
                  <a:pt x="2582" y="997"/>
                  <a:pt x="2601" y="998"/>
                </a:cubicBezTo>
                <a:lnTo>
                  <a:pt x="2601" y="998"/>
                </a:lnTo>
                <a:cubicBezTo>
                  <a:pt x="2682" y="1018"/>
                  <a:pt x="2761" y="1029"/>
                  <a:pt x="2840" y="1057"/>
                </a:cubicBezTo>
                <a:cubicBezTo>
                  <a:pt x="2857" y="1061"/>
                  <a:pt x="2876" y="1069"/>
                  <a:pt x="2895" y="1076"/>
                </a:cubicBezTo>
                <a:cubicBezTo>
                  <a:pt x="2906" y="1079"/>
                  <a:pt x="2914" y="1081"/>
                  <a:pt x="2919" y="1082"/>
                </a:cubicBezTo>
                <a:lnTo>
                  <a:pt x="2919" y="1082"/>
                </a:lnTo>
                <a:cubicBezTo>
                  <a:pt x="2944" y="1096"/>
                  <a:pt x="2968" y="1113"/>
                  <a:pt x="2984" y="1122"/>
                </a:cubicBezTo>
                <a:cubicBezTo>
                  <a:pt x="3015" y="1139"/>
                  <a:pt x="3049" y="1160"/>
                  <a:pt x="3080" y="1181"/>
                </a:cubicBezTo>
                <a:cubicBezTo>
                  <a:pt x="3084" y="1184"/>
                  <a:pt x="3088" y="1186"/>
                  <a:pt x="3092" y="1189"/>
                </a:cubicBezTo>
                <a:lnTo>
                  <a:pt x="3092" y="1189"/>
                </a:lnTo>
                <a:cubicBezTo>
                  <a:pt x="3107" y="1217"/>
                  <a:pt x="3258" y="1347"/>
                  <a:pt x="3274" y="1366"/>
                </a:cubicBezTo>
                <a:cubicBezTo>
                  <a:pt x="3278" y="1370"/>
                  <a:pt x="3281" y="1374"/>
                  <a:pt x="3284" y="1378"/>
                </a:cubicBezTo>
                <a:lnTo>
                  <a:pt x="3284" y="1378"/>
                </a:lnTo>
                <a:cubicBezTo>
                  <a:pt x="3304" y="1410"/>
                  <a:pt x="3328" y="1440"/>
                  <a:pt x="3348" y="1474"/>
                </a:cubicBezTo>
                <a:cubicBezTo>
                  <a:pt x="3367" y="1503"/>
                  <a:pt x="3386" y="1535"/>
                  <a:pt x="3403" y="1569"/>
                </a:cubicBezTo>
                <a:cubicBezTo>
                  <a:pt x="3409" y="1579"/>
                  <a:pt x="3414" y="1591"/>
                  <a:pt x="3420" y="1604"/>
                </a:cubicBezTo>
                <a:lnTo>
                  <a:pt x="3420" y="1604"/>
                </a:lnTo>
                <a:cubicBezTo>
                  <a:pt x="3420" y="1602"/>
                  <a:pt x="3420" y="1600"/>
                  <a:pt x="3420" y="1598"/>
                </a:cubicBezTo>
                <a:lnTo>
                  <a:pt x="3420" y="1598"/>
                </a:lnTo>
                <a:cubicBezTo>
                  <a:pt x="3420" y="1600"/>
                  <a:pt x="3420" y="1602"/>
                  <a:pt x="3420" y="1604"/>
                </a:cubicBezTo>
                <a:lnTo>
                  <a:pt x="3420" y="1604"/>
                </a:lnTo>
                <a:cubicBezTo>
                  <a:pt x="3420" y="1604"/>
                  <a:pt x="3420" y="1604"/>
                  <a:pt x="3420" y="1604"/>
                </a:cubicBezTo>
                <a:lnTo>
                  <a:pt x="3420" y="1604"/>
                </a:lnTo>
                <a:cubicBezTo>
                  <a:pt x="3420" y="1621"/>
                  <a:pt x="3423" y="1634"/>
                  <a:pt x="3427" y="1644"/>
                </a:cubicBezTo>
                <a:lnTo>
                  <a:pt x="3427" y="1644"/>
                </a:lnTo>
                <a:cubicBezTo>
                  <a:pt x="3423" y="1630"/>
                  <a:pt x="3420" y="1616"/>
                  <a:pt x="3420" y="1604"/>
                </a:cubicBezTo>
                <a:lnTo>
                  <a:pt x="3420" y="1604"/>
                </a:lnTo>
                <a:cubicBezTo>
                  <a:pt x="3422" y="1608"/>
                  <a:pt x="3424" y="1613"/>
                  <a:pt x="3426" y="1617"/>
                </a:cubicBezTo>
                <a:cubicBezTo>
                  <a:pt x="3442" y="1646"/>
                  <a:pt x="3443" y="1659"/>
                  <a:pt x="3439" y="1659"/>
                </a:cubicBezTo>
                <a:cubicBezTo>
                  <a:pt x="3436" y="1659"/>
                  <a:pt x="3432" y="1654"/>
                  <a:pt x="3427" y="1644"/>
                </a:cubicBezTo>
                <a:lnTo>
                  <a:pt x="3427" y="1644"/>
                </a:lnTo>
                <a:cubicBezTo>
                  <a:pt x="3443" y="1697"/>
                  <a:pt x="3479" y="1760"/>
                  <a:pt x="3491" y="1802"/>
                </a:cubicBezTo>
                <a:cubicBezTo>
                  <a:pt x="3500" y="1838"/>
                  <a:pt x="3508" y="1874"/>
                  <a:pt x="3517" y="1910"/>
                </a:cubicBezTo>
                <a:cubicBezTo>
                  <a:pt x="3521" y="1933"/>
                  <a:pt x="3525" y="1954"/>
                  <a:pt x="3529" y="1977"/>
                </a:cubicBezTo>
                <a:cubicBezTo>
                  <a:pt x="3534" y="2005"/>
                  <a:pt x="3537" y="2015"/>
                  <a:pt x="3538" y="2015"/>
                </a:cubicBezTo>
                <a:cubicBezTo>
                  <a:pt x="3540" y="2015"/>
                  <a:pt x="3530" y="1942"/>
                  <a:pt x="3525" y="1939"/>
                </a:cubicBezTo>
                <a:lnTo>
                  <a:pt x="3525" y="1939"/>
                </a:lnTo>
                <a:cubicBezTo>
                  <a:pt x="3550" y="1954"/>
                  <a:pt x="3538" y="2142"/>
                  <a:pt x="3538" y="2173"/>
                </a:cubicBezTo>
                <a:cubicBezTo>
                  <a:pt x="3538" y="2215"/>
                  <a:pt x="3535" y="2257"/>
                  <a:pt x="3533" y="2297"/>
                </a:cubicBezTo>
                <a:cubicBezTo>
                  <a:pt x="3532" y="2312"/>
                  <a:pt x="3530" y="2326"/>
                  <a:pt x="3529" y="2339"/>
                </a:cubicBezTo>
                <a:lnTo>
                  <a:pt x="3529" y="2339"/>
                </a:lnTo>
                <a:cubicBezTo>
                  <a:pt x="3514" y="2409"/>
                  <a:pt x="3504" y="2477"/>
                  <a:pt x="3483" y="2546"/>
                </a:cubicBezTo>
                <a:cubicBezTo>
                  <a:pt x="3472" y="2582"/>
                  <a:pt x="3462" y="2618"/>
                  <a:pt x="3449" y="2651"/>
                </a:cubicBezTo>
                <a:cubicBezTo>
                  <a:pt x="3445" y="2663"/>
                  <a:pt x="3440" y="2676"/>
                  <a:pt x="3436" y="2688"/>
                </a:cubicBezTo>
                <a:lnTo>
                  <a:pt x="3436" y="2688"/>
                </a:lnTo>
                <a:cubicBezTo>
                  <a:pt x="3398" y="2751"/>
                  <a:pt x="3369" y="2818"/>
                  <a:pt x="3329" y="2881"/>
                </a:cubicBezTo>
                <a:cubicBezTo>
                  <a:pt x="3324" y="2889"/>
                  <a:pt x="3300" y="2922"/>
                  <a:pt x="3284" y="2945"/>
                </a:cubicBezTo>
                <a:lnTo>
                  <a:pt x="3284" y="2945"/>
                </a:lnTo>
                <a:cubicBezTo>
                  <a:pt x="3263" y="2968"/>
                  <a:pt x="3232" y="3005"/>
                  <a:pt x="3224" y="3014"/>
                </a:cubicBezTo>
                <a:cubicBezTo>
                  <a:pt x="3198" y="3041"/>
                  <a:pt x="3171" y="3069"/>
                  <a:pt x="3142" y="3094"/>
                </a:cubicBezTo>
                <a:cubicBezTo>
                  <a:pt x="3127" y="3106"/>
                  <a:pt x="3112" y="3119"/>
                  <a:pt x="3099" y="3132"/>
                </a:cubicBezTo>
                <a:cubicBezTo>
                  <a:pt x="3075" y="3154"/>
                  <a:pt x="3071" y="3163"/>
                  <a:pt x="3076" y="3163"/>
                </a:cubicBezTo>
                <a:cubicBezTo>
                  <a:pt x="3076" y="3163"/>
                  <a:pt x="3077" y="3163"/>
                  <a:pt x="3078" y="3162"/>
                </a:cubicBezTo>
                <a:lnTo>
                  <a:pt x="3078" y="3162"/>
                </a:lnTo>
                <a:cubicBezTo>
                  <a:pt x="3021" y="3203"/>
                  <a:pt x="2923" y="3245"/>
                  <a:pt x="2889" y="3262"/>
                </a:cubicBezTo>
                <a:cubicBezTo>
                  <a:pt x="2863" y="3275"/>
                  <a:pt x="2803" y="3296"/>
                  <a:pt x="2805" y="3296"/>
                </a:cubicBezTo>
                <a:cubicBezTo>
                  <a:pt x="2806" y="3296"/>
                  <a:pt x="2822" y="3291"/>
                  <a:pt x="2866" y="3277"/>
                </a:cubicBezTo>
                <a:lnTo>
                  <a:pt x="2866" y="3277"/>
                </a:lnTo>
                <a:cubicBezTo>
                  <a:pt x="2823" y="3292"/>
                  <a:pt x="2783" y="3309"/>
                  <a:pt x="2741" y="3323"/>
                </a:cubicBezTo>
                <a:cubicBezTo>
                  <a:pt x="2642" y="3355"/>
                  <a:pt x="2541" y="3376"/>
                  <a:pt x="2438" y="3395"/>
                </a:cubicBezTo>
                <a:cubicBezTo>
                  <a:pt x="2437" y="3395"/>
                  <a:pt x="2437" y="3395"/>
                  <a:pt x="2437" y="3395"/>
                </a:cubicBezTo>
                <a:lnTo>
                  <a:pt x="2437" y="3395"/>
                </a:lnTo>
                <a:cubicBezTo>
                  <a:pt x="2416" y="3397"/>
                  <a:pt x="2395" y="3400"/>
                  <a:pt x="2375" y="3401"/>
                </a:cubicBezTo>
                <a:cubicBezTo>
                  <a:pt x="2330" y="3403"/>
                  <a:pt x="2284" y="3406"/>
                  <a:pt x="2240" y="3406"/>
                </a:cubicBezTo>
                <a:cubicBezTo>
                  <a:pt x="2226" y="3406"/>
                  <a:pt x="2211" y="3406"/>
                  <a:pt x="2197" y="3406"/>
                </a:cubicBezTo>
                <a:cubicBezTo>
                  <a:pt x="2163" y="3406"/>
                  <a:pt x="2129" y="3405"/>
                  <a:pt x="2094" y="3403"/>
                </a:cubicBezTo>
                <a:cubicBezTo>
                  <a:pt x="2081" y="3402"/>
                  <a:pt x="2067" y="3400"/>
                  <a:pt x="2054" y="3398"/>
                </a:cubicBezTo>
                <a:lnTo>
                  <a:pt x="2054" y="3398"/>
                </a:lnTo>
                <a:cubicBezTo>
                  <a:pt x="1975" y="3376"/>
                  <a:pt x="1893" y="3365"/>
                  <a:pt x="1814" y="3340"/>
                </a:cubicBezTo>
                <a:cubicBezTo>
                  <a:pt x="1797" y="3334"/>
                  <a:pt x="1778" y="3326"/>
                  <a:pt x="1762" y="3321"/>
                </a:cubicBezTo>
                <a:cubicBezTo>
                  <a:pt x="1752" y="3318"/>
                  <a:pt x="1745" y="3316"/>
                  <a:pt x="1740" y="3315"/>
                </a:cubicBezTo>
                <a:lnTo>
                  <a:pt x="1740" y="3315"/>
                </a:lnTo>
                <a:cubicBezTo>
                  <a:pt x="1716" y="3301"/>
                  <a:pt x="1691" y="3283"/>
                  <a:pt x="1679" y="3277"/>
                </a:cubicBezTo>
                <a:cubicBezTo>
                  <a:pt x="1648" y="3258"/>
                  <a:pt x="1616" y="3241"/>
                  <a:pt x="1587" y="3220"/>
                </a:cubicBezTo>
                <a:cubicBezTo>
                  <a:pt x="1572" y="3210"/>
                  <a:pt x="1557" y="3199"/>
                  <a:pt x="1543" y="3191"/>
                </a:cubicBezTo>
                <a:cubicBezTo>
                  <a:pt x="1525" y="3180"/>
                  <a:pt x="1519" y="3175"/>
                  <a:pt x="1519" y="3175"/>
                </a:cubicBezTo>
                <a:lnTo>
                  <a:pt x="1519" y="3175"/>
                </a:lnTo>
                <a:cubicBezTo>
                  <a:pt x="1518" y="3175"/>
                  <a:pt x="1582" y="3218"/>
                  <a:pt x="1580" y="3218"/>
                </a:cubicBezTo>
                <a:cubicBezTo>
                  <a:pt x="1580" y="3218"/>
                  <a:pt x="1579" y="3218"/>
                  <a:pt x="1578" y="3218"/>
                </a:cubicBezTo>
                <a:cubicBezTo>
                  <a:pt x="1542" y="3218"/>
                  <a:pt x="1420" y="3070"/>
                  <a:pt x="1399" y="3045"/>
                </a:cubicBezTo>
                <a:cubicBezTo>
                  <a:pt x="1384" y="3030"/>
                  <a:pt x="1353" y="2977"/>
                  <a:pt x="1351" y="2977"/>
                </a:cubicBezTo>
                <a:lnTo>
                  <a:pt x="1351" y="2977"/>
                </a:lnTo>
                <a:cubicBezTo>
                  <a:pt x="1350" y="2977"/>
                  <a:pt x="1354" y="2985"/>
                  <a:pt x="1363" y="3005"/>
                </a:cubicBezTo>
                <a:cubicBezTo>
                  <a:pt x="1372" y="3025"/>
                  <a:pt x="1375" y="3032"/>
                  <a:pt x="1374" y="3032"/>
                </a:cubicBezTo>
                <a:cubicBezTo>
                  <a:pt x="1372" y="3032"/>
                  <a:pt x="1335" y="2962"/>
                  <a:pt x="1326" y="2946"/>
                </a:cubicBezTo>
                <a:cubicBezTo>
                  <a:pt x="1285" y="2881"/>
                  <a:pt x="1252" y="2814"/>
                  <a:pt x="1215" y="2746"/>
                </a:cubicBezTo>
                <a:lnTo>
                  <a:pt x="1215" y="2746"/>
                </a:lnTo>
                <a:cubicBezTo>
                  <a:pt x="1214" y="2743"/>
                  <a:pt x="1213" y="2740"/>
                  <a:pt x="1212" y="2736"/>
                </a:cubicBezTo>
                <a:cubicBezTo>
                  <a:pt x="1199" y="2702"/>
                  <a:pt x="1187" y="2668"/>
                  <a:pt x="1176" y="2635"/>
                </a:cubicBezTo>
                <a:cubicBezTo>
                  <a:pt x="1153" y="2559"/>
                  <a:pt x="1132" y="2481"/>
                  <a:pt x="1119" y="2403"/>
                </a:cubicBezTo>
                <a:cubicBezTo>
                  <a:pt x="1119" y="2401"/>
                  <a:pt x="1118" y="2399"/>
                  <a:pt x="1118" y="2397"/>
                </a:cubicBezTo>
                <a:lnTo>
                  <a:pt x="1118" y="2397"/>
                </a:lnTo>
                <a:cubicBezTo>
                  <a:pt x="1122" y="2365"/>
                  <a:pt x="1108" y="2315"/>
                  <a:pt x="1106" y="2283"/>
                </a:cubicBezTo>
                <a:cubicBezTo>
                  <a:pt x="1102" y="2203"/>
                  <a:pt x="1102" y="2123"/>
                  <a:pt x="1106" y="2043"/>
                </a:cubicBezTo>
                <a:cubicBezTo>
                  <a:pt x="1107" y="2033"/>
                  <a:pt x="1110" y="2004"/>
                  <a:pt x="1113" y="1978"/>
                </a:cubicBezTo>
                <a:lnTo>
                  <a:pt x="1113" y="1978"/>
                </a:lnTo>
                <a:cubicBezTo>
                  <a:pt x="1117" y="1953"/>
                  <a:pt x="1123" y="1911"/>
                  <a:pt x="1125" y="1899"/>
                </a:cubicBezTo>
                <a:cubicBezTo>
                  <a:pt x="1144" y="1813"/>
                  <a:pt x="1170" y="1731"/>
                  <a:pt x="1197" y="1647"/>
                </a:cubicBezTo>
                <a:cubicBezTo>
                  <a:pt x="1199" y="1642"/>
                  <a:pt x="1200" y="1637"/>
                  <a:pt x="1201" y="1634"/>
                </a:cubicBezTo>
                <a:lnTo>
                  <a:pt x="1201" y="1634"/>
                </a:lnTo>
                <a:cubicBezTo>
                  <a:pt x="1203" y="1630"/>
                  <a:pt x="1205" y="1626"/>
                  <a:pt x="1208" y="1621"/>
                </a:cubicBezTo>
                <a:cubicBezTo>
                  <a:pt x="1227" y="1583"/>
                  <a:pt x="1246" y="1543"/>
                  <a:pt x="1269" y="1507"/>
                </a:cubicBezTo>
                <a:cubicBezTo>
                  <a:pt x="1290" y="1470"/>
                  <a:pt x="1313" y="1434"/>
                  <a:pt x="1338" y="1398"/>
                </a:cubicBezTo>
                <a:cubicBezTo>
                  <a:pt x="1341" y="1394"/>
                  <a:pt x="1344" y="1390"/>
                  <a:pt x="1346" y="1386"/>
                </a:cubicBezTo>
                <a:lnTo>
                  <a:pt x="1346" y="1386"/>
                </a:lnTo>
                <a:cubicBezTo>
                  <a:pt x="1346" y="1386"/>
                  <a:pt x="1346" y="1386"/>
                  <a:pt x="1347" y="1385"/>
                </a:cubicBezTo>
                <a:cubicBezTo>
                  <a:pt x="1399" y="1329"/>
                  <a:pt x="1454" y="1275"/>
                  <a:pt x="1511" y="1223"/>
                </a:cubicBezTo>
                <a:lnTo>
                  <a:pt x="1511" y="1223"/>
                </a:lnTo>
                <a:cubicBezTo>
                  <a:pt x="1524" y="1213"/>
                  <a:pt x="1537" y="1203"/>
                  <a:pt x="1551" y="1194"/>
                </a:cubicBezTo>
                <a:cubicBezTo>
                  <a:pt x="1589" y="1170"/>
                  <a:pt x="1627" y="1147"/>
                  <a:pt x="1667" y="1126"/>
                </a:cubicBezTo>
                <a:cubicBezTo>
                  <a:pt x="1682" y="1119"/>
                  <a:pt x="1697" y="1111"/>
                  <a:pt x="1712" y="1103"/>
                </a:cubicBezTo>
                <a:lnTo>
                  <a:pt x="1712" y="1103"/>
                </a:lnTo>
                <a:cubicBezTo>
                  <a:pt x="1755" y="1090"/>
                  <a:pt x="1797" y="1075"/>
                  <a:pt x="1840" y="1063"/>
                </a:cubicBezTo>
                <a:cubicBezTo>
                  <a:pt x="1884" y="1050"/>
                  <a:pt x="1928" y="1042"/>
                  <a:pt x="1970" y="1031"/>
                </a:cubicBezTo>
                <a:cubicBezTo>
                  <a:pt x="1976" y="1030"/>
                  <a:pt x="1983" y="1028"/>
                  <a:pt x="1990" y="1026"/>
                </a:cubicBezTo>
                <a:lnTo>
                  <a:pt x="1990" y="1026"/>
                </a:lnTo>
                <a:cubicBezTo>
                  <a:pt x="2008" y="1025"/>
                  <a:pt x="2026" y="1024"/>
                  <a:pt x="2042" y="1023"/>
                </a:cubicBezTo>
                <a:cubicBezTo>
                  <a:pt x="2063" y="1021"/>
                  <a:pt x="2083" y="1018"/>
                  <a:pt x="2104" y="1015"/>
                </a:cubicBezTo>
                <a:lnTo>
                  <a:pt x="2104" y="1015"/>
                </a:lnTo>
                <a:cubicBezTo>
                  <a:pt x="2127" y="1013"/>
                  <a:pt x="2151" y="1010"/>
                  <a:pt x="2175" y="1006"/>
                </a:cubicBezTo>
                <a:cubicBezTo>
                  <a:pt x="2200" y="1002"/>
                  <a:pt x="2223" y="998"/>
                  <a:pt x="2248" y="996"/>
                </a:cubicBezTo>
                <a:lnTo>
                  <a:pt x="2248" y="996"/>
                </a:lnTo>
                <a:cubicBezTo>
                  <a:pt x="2202" y="1002"/>
                  <a:pt x="2186" y="1004"/>
                  <a:pt x="2186" y="1004"/>
                </a:cubicBezTo>
                <a:cubicBezTo>
                  <a:pt x="2187" y="1004"/>
                  <a:pt x="2227" y="999"/>
                  <a:pt x="2246" y="998"/>
                </a:cubicBezTo>
                <a:cubicBezTo>
                  <a:pt x="2293" y="996"/>
                  <a:pt x="2341" y="991"/>
                  <a:pt x="2387" y="989"/>
                </a:cubicBezTo>
                <a:close/>
                <a:moveTo>
                  <a:pt x="2431" y="0"/>
                </a:moveTo>
                <a:cubicBezTo>
                  <a:pt x="2283" y="0"/>
                  <a:pt x="2134" y="12"/>
                  <a:pt x="1987" y="33"/>
                </a:cubicBezTo>
                <a:lnTo>
                  <a:pt x="1987" y="33"/>
                </a:lnTo>
                <a:cubicBezTo>
                  <a:pt x="1519" y="79"/>
                  <a:pt x="1082" y="246"/>
                  <a:pt x="738" y="578"/>
                </a:cubicBezTo>
                <a:cubicBezTo>
                  <a:pt x="443" y="863"/>
                  <a:pt x="236" y="1259"/>
                  <a:pt x="158" y="1661"/>
                </a:cubicBezTo>
                <a:cubicBezTo>
                  <a:pt x="0" y="2477"/>
                  <a:pt x="228" y="3403"/>
                  <a:pt x="896" y="3941"/>
                </a:cubicBezTo>
                <a:cubicBezTo>
                  <a:pt x="1283" y="4251"/>
                  <a:pt x="1777" y="4404"/>
                  <a:pt x="2272" y="4404"/>
                </a:cubicBezTo>
                <a:cubicBezTo>
                  <a:pt x="2762" y="4404"/>
                  <a:pt x="3253" y="4255"/>
                  <a:pt x="3645" y="3962"/>
                </a:cubicBezTo>
                <a:cubicBezTo>
                  <a:pt x="4395" y="3401"/>
                  <a:pt x="4700" y="2409"/>
                  <a:pt x="4443" y="1512"/>
                </a:cubicBezTo>
                <a:cubicBezTo>
                  <a:pt x="4302" y="1025"/>
                  <a:pt x="4003" y="604"/>
                  <a:pt x="3582" y="321"/>
                </a:cubicBezTo>
                <a:cubicBezTo>
                  <a:pt x="3236" y="89"/>
                  <a:pt x="2836" y="0"/>
                  <a:pt x="243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95" name="Google Shape;10095;p22"/>
          <p:cNvSpPr/>
          <p:nvPr/>
        </p:nvSpPr>
        <p:spPr>
          <a:xfrm>
            <a:off x="6518075" y="833200"/>
            <a:ext cx="176025" cy="165050"/>
          </a:xfrm>
          <a:custGeom>
            <a:rect b="b" l="l" r="r" t="t"/>
            <a:pathLst>
              <a:path extrusionOk="0" h="6602" w="7041">
                <a:moveTo>
                  <a:pt x="4935" y="1378"/>
                </a:moveTo>
                <a:cubicBezTo>
                  <a:pt x="4939" y="1380"/>
                  <a:pt x="4948" y="1387"/>
                  <a:pt x="4965" y="1400"/>
                </a:cubicBezTo>
                <a:cubicBezTo>
                  <a:pt x="4955" y="1392"/>
                  <a:pt x="4945" y="1385"/>
                  <a:pt x="4935" y="1378"/>
                </a:cubicBezTo>
                <a:close/>
                <a:moveTo>
                  <a:pt x="1630" y="1762"/>
                </a:moveTo>
                <a:lnTo>
                  <a:pt x="1630" y="1762"/>
                </a:lnTo>
                <a:cubicBezTo>
                  <a:pt x="1621" y="1773"/>
                  <a:pt x="1618" y="1778"/>
                  <a:pt x="1618" y="1778"/>
                </a:cubicBezTo>
                <a:cubicBezTo>
                  <a:pt x="1618" y="1778"/>
                  <a:pt x="1623" y="1771"/>
                  <a:pt x="1630" y="1762"/>
                </a:cubicBezTo>
                <a:close/>
                <a:moveTo>
                  <a:pt x="3639" y="986"/>
                </a:moveTo>
                <a:cubicBezTo>
                  <a:pt x="4036" y="986"/>
                  <a:pt x="4418" y="1072"/>
                  <a:pt x="4734" y="1250"/>
                </a:cubicBezTo>
                <a:cubicBezTo>
                  <a:pt x="4786" y="1280"/>
                  <a:pt x="4839" y="1313"/>
                  <a:pt x="4890" y="1347"/>
                </a:cubicBezTo>
                <a:cubicBezTo>
                  <a:pt x="4906" y="1357"/>
                  <a:pt x="4921" y="1367"/>
                  <a:pt x="4935" y="1378"/>
                </a:cubicBezTo>
                <a:lnTo>
                  <a:pt x="4935" y="1378"/>
                </a:lnTo>
                <a:cubicBezTo>
                  <a:pt x="4934" y="1377"/>
                  <a:pt x="4933" y="1376"/>
                  <a:pt x="4933" y="1376"/>
                </a:cubicBezTo>
                <a:lnTo>
                  <a:pt x="4933" y="1376"/>
                </a:lnTo>
                <a:cubicBezTo>
                  <a:pt x="4934" y="1376"/>
                  <a:pt x="4964" y="1397"/>
                  <a:pt x="4972" y="1404"/>
                </a:cubicBezTo>
                <a:cubicBezTo>
                  <a:pt x="5081" y="1495"/>
                  <a:pt x="5182" y="1594"/>
                  <a:pt x="5275" y="1701"/>
                </a:cubicBezTo>
                <a:cubicBezTo>
                  <a:pt x="5296" y="1724"/>
                  <a:pt x="5315" y="1747"/>
                  <a:pt x="5332" y="1771"/>
                </a:cubicBezTo>
                <a:cubicBezTo>
                  <a:pt x="5336" y="1776"/>
                  <a:pt x="5339" y="1780"/>
                  <a:pt x="5342" y="1782"/>
                </a:cubicBezTo>
                <a:lnTo>
                  <a:pt x="5342" y="1782"/>
                </a:lnTo>
                <a:cubicBezTo>
                  <a:pt x="5378" y="1835"/>
                  <a:pt x="5414" y="1889"/>
                  <a:pt x="5446" y="1943"/>
                </a:cubicBezTo>
                <a:cubicBezTo>
                  <a:pt x="5477" y="1994"/>
                  <a:pt x="5507" y="2045"/>
                  <a:pt x="5534" y="2097"/>
                </a:cubicBezTo>
                <a:cubicBezTo>
                  <a:pt x="5548" y="2126"/>
                  <a:pt x="5603" y="2244"/>
                  <a:pt x="5604" y="2244"/>
                </a:cubicBezTo>
                <a:cubicBezTo>
                  <a:pt x="5605" y="2244"/>
                  <a:pt x="5604" y="2244"/>
                  <a:pt x="5604" y="2242"/>
                </a:cubicBezTo>
                <a:lnTo>
                  <a:pt x="5604" y="2242"/>
                </a:lnTo>
                <a:cubicBezTo>
                  <a:pt x="5646" y="2347"/>
                  <a:pt x="5682" y="2454"/>
                  <a:pt x="5711" y="2561"/>
                </a:cubicBezTo>
                <a:cubicBezTo>
                  <a:pt x="5726" y="2620"/>
                  <a:pt x="5741" y="2679"/>
                  <a:pt x="5751" y="2738"/>
                </a:cubicBezTo>
                <a:cubicBezTo>
                  <a:pt x="5756" y="2758"/>
                  <a:pt x="5778" y="2901"/>
                  <a:pt x="5781" y="2901"/>
                </a:cubicBezTo>
                <a:cubicBezTo>
                  <a:pt x="5781" y="2901"/>
                  <a:pt x="5781" y="2892"/>
                  <a:pt x="5779" y="2872"/>
                </a:cubicBezTo>
                <a:lnTo>
                  <a:pt x="5779" y="2872"/>
                </a:lnTo>
                <a:cubicBezTo>
                  <a:pt x="5793" y="2999"/>
                  <a:pt x="5800" y="3127"/>
                  <a:pt x="5800" y="3256"/>
                </a:cubicBezTo>
                <a:cubicBezTo>
                  <a:pt x="5798" y="3323"/>
                  <a:pt x="5796" y="3393"/>
                  <a:pt x="5791" y="3460"/>
                </a:cubicBezTo>
                <a:cubicBezTo>
                  <a:pt x="5787" y="3518"/>
                  <a:pt x="5781" y="3572"/>
                  <a:pt x="5780" y="3582"/>
                </a:cubicBezTo>
                <a:lnTo>
                  <a:pt x="5780" y="3582"/>
                </a:lnTo>
                <a:cubicBezTo>
                  <a:pt x="5759" y="3706"/>
                  <a:pt x="5734" y="3831"/>
                  <a:pt x="5699" y="3953"/>
                </a:cubicBezTo>
                <a:cubicBezTo>
                  <a:pt x="5682" y="4012"/>
                  <a:pt x="5663" y="4069"/>
                  <a:pt x="5642" y="4126"/>
                </a:cubicBezTo>
                <a:cubicBezTo>
                  <a:pt x="5631" y="4155"/>
                  <a:pt x="5621" y="4183"/>
                  <a:pt x="5610" y="4212"/>
                </a:cubicBezTo>
                <a:cubicBezTo>
                  <a:pt x="5606" y="4223"/>
                  <a:pt x="5602" y="4232"/>
                  <a:pt x="5600" y="4238"/>
                </a:cubicBezTo>
                <a:lnTo>
                  <a:pt x="5600" y="4238"/>
                </a:lnTo>
                <a:cubicBezTo>
                  <a:pt x="5597" y="4244"/>
                  <a:pt x="5593" y="4252"/>
                  <a:pt x="5589" y="4261"/>
                </a:cubicBezTo>
                <a:cubicBezTo>
                  <a:pt x="5534" y="4370"/>
                  <a:pt x="5477" y="4478"/>
                  <a:pt x="5412" y="4581"/>
                </a:cubicBezTo>
                <a:cubicBezTo>
                  <a:pt x="5311" y="4737"/>
                  <a:pt x="5324" y="4720"/>
                  <a:pt x="5189" y="4863"/>
                </a:cubicBezTo>
                <a:cubicBezTo>
                  <a:pt x="4814" y="5261"/>
                  <a:pt x="4355" y="5476"/>
                  <a:pt x="3756" y="5573"/>
                </a:cubicBezTo>
                <a:cubicBezTo>
                  <a:pt x="3620" y="5595"/>
                  <a:pt x="3482" y="5605"/>
                  <a:pt x="3344" y="5605"/>
                </a:cubicBezTo>
                <a:cubicBezTo>
                  <a:pt x="2954" y="5605"/>
                  <a:pt x="2572" y="5519"/>
                  <a:pt x="2265" y="5346"/>
                </a:cubicBezTo>
                <a:cubicBezTo>
                  <a:pt x="2214" y="5316"/>
                  <a:pt x="2164" y="5285"/>
                  <a:pt x="2113" y="5253"/>
                </a:cubicBezTo>
                <a:cubicBezTo>
                  <a:pt x="2098" y="5243"/>
                  <a:pt x="2015" y="5180"/>
                  <a:pt x="2013" y="5180"/>
                </a:cubicBezTo>
                <a:lnTo>
                  <a:pt x="2013" y="5180"/>
                </a:lnTo>
                <a:cubicBezTo>
                  <a:pt x="2013" y="5180"/>
                  <a:pt x="2019" y="5186"/>
                  <a:pt x="2037" y="5200"/>
                </a:cubicBezTo>
                <a:cubicBezTo>
                  <a:pt x="1930" y="5114"/>
                  <a:pt x="1831" y="5019"/>
                  <a:pt x="1740" y="4916"/>
                </a:cubicBezTo>
                <a:cubicBezTo>
                  <a:pt x="1728" y="4902"/>
                  <a:pt x="1675" y="4837"/>
                  <a:pt x="1657" y="4816"/>
                </a:cubicBezTo>
                <a:lnTo>
                  <a:pt x="1657" y="4816"/>
                </a:lnTo>
                <a:cubicBezTo>
                  <a:pt x="1647" y="4801"/>
                  <a:pt x="1584" y="4711"/>
                  <a:pt x="1570" y="4688"/>
                </a:cubicBezTo>
                <a:cubicBezTo>
                  <a:pt x="1500" y="4579"/>
                  <a:pt x="1439" y="4465"/>
                  <a:pt x="1382" y="4347"/>
                </a:cubicBezTo>
                <a:cubicBezTo>
                  <a:pt x="1372" y="4327"/>
                  <a:pt x="1369" y="4322"/>
                  <a:pt x="1368" y="4322"/>
                </a:cubicBezTo>
                <a:lnTo>
                  <a:pt x="1368" y="4322"/>
                </a:lnTo>
                <a:cubicBezTo>
                  <a:pt x="1368" y="4322"/>
                  <a:pt x="1368" y="4322"/>
                  <a:pt x="1368" y="4322"/>
                </a:cubicBezTo>
                <a:lnTo>
                  <a:pt x="1368" y="4322"/>
                </a:lnTo>
                <a:cubicBezTo>
                  <a:pt x="1366" y="4315"/>
                  <a:pt x="1360" y="4299"/>
                  <a:pt x="1348" y="4265"/>
                </a:cubicBezTo>
                <a:cubicBezTo>
                  <a:pt x="1329" y="4210"/>
                  <a:pt x="1308" y="4155"/>
                  <a:pt x="1291" y="4101"/>
                </a:cubicBezTo>
                <a:cubicBezTo>
                  <a:pt x="1251" y="3974"/>
                  <a:pt x="1220" y="3848"/>
                  <a:pt x="1197" y="3717"/>
                </a:cubicBezTo>
                <a:cubicBezTo>
                  <a:pt x="1192" y="3696"/>
                  <a:pt x="1179" y="3596"/>
                  <a:pt x="1178" y="3596"/>
                </a:cubicBezTo>
                <a:lnTo>
                  <a:pt x="1178" y="3596"/>
                </a:lnTo>
                <a:cubicBezTo>
                  <a:pt x="1178" y="3596"/>
                  <a:pt x="1179" y="3606"/>
                  <a:pt x="1182" y="3633"/>
                </a:cubicBezTo>
                <a:cubicBezTo>
                  <a:pt x="1173" y="3568"/>
                  <a:pt x="1167" y="3502"/>
                  <a:pt x="1165" y="3437"/>
                </a:cubicBezTo>
                <a:cubicBezTo>
                  <a:pt x="1157" y="3304"/>
                  <a:pt x="1157" y="3174"/>
                  <a:pt x="1165" y="3041"/>
                </a:cubicBezTo>
                <a:cubicBezTo>
                  <a:pt x="1167" y="3011"/>
                  <a:pt x="1179" y="2898"/>
                  <a:pt x="1181" y="2870"/>
                </a:cubicBezTo>
                <a:lnTo>
                  <a:pt x="1181" y="2870"/>
                </a:lnTo>
                <a:cubicBezTo>
                  <a:pt x="1186" y="2847"/>
                  <a:pt x="1203" y="2750"/>
                  <a:pt x="1209" y="2721"/>
                </a:cubicBezTo>
                <a:cubicBezTo>
                  <a:pt x="1239" y="2580"/>
                  <a:pt x="1281" y="2443"/>
                  <a:pt x="1327" y="2306"/>
                </a:cubicBezTo>
                <a:cubicBezTo>
                  <a:pt x="1342" y="2262"/>
                  <a:pt x="1345" y="2248"/>
                  <a:pt x="1346" y="2244"/>
                </a:cubicBezTo>
                <a:lnTo>
                  <a:pt x="1346" y="2244"/>
                </a:lnTo>
                <a:cubicBezTo>
                  <a:pt x="1348" y="2241"/>
                  <a:pt x="1355" y="2229"/>
                  <a:pt x="1376" y="2188"/>
                </a:cubicBezTo>
                <a:cubicBezTo>
                  <a:pt x="1407" y="2125"/>
                  <a:pt x="1439" y="2059"/>
                  <a:pt x="1475" y="1998"/>
                </a:cubicBezTo>
                <a:cubicBezTo>
                  <a:pt x="1511" y="1937"/>
                  <a:pt x="1551" y="1878"/>
                  <a:pt x="1588" y="1819"/>
                </a:cubicBezTo>
                <a:cubicBezTo>
                  <a:pt x="1603" y="1799"/>
                  <a:pt x="1618" y="1779"/>
                  <a:pt x="1632" y="1759"/>
                </a:cubicBezTo>
                <a:lnTo>
                  <a:pt x="1632" y="1759"/>
                </a:lnTo>
                <a:cubicBezTo>
                  <a:pt x="1639" y="1751"/>
                  <a:pt x="1646" y="1741"/>
                  <a:pt x="1654" y="1733"/>
                </a:cubicBezTo>
                <a:cubicBezTo>
                  <a:pt x="1744" y="1632"/>
                  <a:pt x="1839" y="1535"/>
                  <a:pt x="1945" y="1446"/>
                </a:cubicBezTo>
                <a:cubicBezTo>
                  <a:pt x="1949" y="1443"/>
                  <a:pt x="1952" y="1440"/>
                  <a:pt x="1955" y="1437"/>
                </a:cubicBezTo>
                <a:lnTo>
                  <a:pt x="1955" y="1437"/>
                </a:lnTo>
                <a:cubicBezTo>
                  <a:pt x="1958" y="1435"/>
                  <a:pt x="1960" y="1434"/>
                  <a:pt x="1963" y="1431"/>
                </a:cubicBezTo>
                <a:cubicBezTo>
                  <a:pt x="1993" y="1410"/>
                  <a:pt x="2022" y="1389"/>
                  <a:pt x="2054" y="1370"/>
                </a:cubicBezTo>
                <a:cubicBezTo>
                  <a:pt x="2115" y="1328"/>
                  <a:pt x="2180" y="1292"/>
                  <a:pt x="2246" y="1257"/>
                </a:cubicBezTo>
                <a:cubicBezTo>
                  <a:pt x="2372" y="1191"/>
                  <a:pt x="2412" y="1174"/>
                  <a:pt x="2604" y="1120"/>
                </a:cubicBezTo>
                <a:cubicBezTo>
                  <a:pt x="2802" y="1065"/>
                  <a:pt x="2859" y="1059"/>
                  <a:pt x="3023" y="1044"/>
                </a:cubicBezTo>
                <a:cubicBezTo>
                  <a:pt x="3046" y="1042"/>
                  <a:pt x="3069" y="1039"/>
                  <a:pt x="3092" y="1035"/>
                </a:cubicBezTo>
                <a:lnTo>
                  <a:pt x="3092" y="1035"/>
                </a:lnTo>
                <a:cubicBezTo>
                  <a:pt x="3113" y="1033"/>
                  <a:pt x="3134" y="1031"/>
                  <a:pt x="3156" y="1027"/>
                </a:cubicBezTo>
                <a:cubicBezTo>
                  <a:pt x="3317" y="1000"/>
                  <a:pt x="3479" y="986"/>
                  <a:pt x="3639" y="986"/>
                </a:cubicBezTo>
                <a:close/>
                <a:moveTo>
                  <a:pt x="3656" y="0"/>
                </a:moveTo>
                <a:cubicBezTo>
                  <a:pt x="3424" y="0"/>
                  <a:pt x="3191" y="20"/>
                  <a:pt x="2962" y="55"/>
                </a:cubicBezTo>
                <a:lnTo>
                  <a:pt x="2962" y="55"/>
                </a:lnTo>
                <a:cubicBezTo>
                  <a:pt x="1592" y="189"/>
                  <a:pt x="506" y="1128"/>
                  <a:pt x="238" y="2500"/>
                </a:cubicBezTo>
                <a:cubicBezTo>
                  <a:pt x="0" y="3730"/>
                  <a:pt x="360" y="5131"/>
                  <a:pt x="1367" y="5933"/>
                </a:cubicBezTo>
                <a:cubicBezTo>
                  <a:pt x="1934" y="6385"/>
                  <a:pt x="2656" y="6602"/>
                  <a:pt x="3382" y="6602"/>
                </a:cubicBezTo>
                <a:cubicBezTo>
                  <a:pt x="4138" y="6602"/>
                  <a:pt x="4898" y="6367"/>
                  <a:pt x="5494" y="5917"/>
                </a:cubicBezTo>
                <a:cubicBezTo>
                  <a:pt x="6607" y="5078"/>
                  <a:pt x="7041" y="3580"/>
                  <a:pt x="6659" y="2253"/>
                </a:cubicBezTo>
                <a:cubicBezTo>
                  <a:pt x="6453" y="1537"/>
                  <a:pt x="6015" y="905"/>
                  <a:pt x="5393" y="488"/>
                </a:cubicBezTo>
                <a:cubicBezTo>
                  <a:pt x="4872" y="137"/>
                  <a:pt x="4267" y="0"/>
                  <a:pt x="365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096" name="Google Shape;10096;p22"/>
          <p:cNvGrpSpPr/>
          <p:nvPr/>
        </p:nvGrpSpPr>
        <p:grpSpPr>
          <a:xfrm rot="6300357">
            <a:off x="7074685" y="581435"/>
            <a:ext cx="707993" cy="442801"/>
            <a:chOff x="1445125" y="3867675"/>
            <a:chExt cx="803300" cy="502950"/>
          </a:xfrm>
        </p:grpSpPr>
        <p:sp>
          <p:nvSpPr>
            <p:cNvPr id="10097" name="Google Shape;10097;p22"/>
            <p:cNvSpPr/>
            <p:nvPr/>
          </p:nvSpPr>
          <p:spPr>
            <a:xfrm>
              <a:off x="1445125" y="3867675"/>
              <a:ext cx="535450" cy="502950"/>
            </a:xfrm>
            <a:custGeom>
              <a:rect b="b" l="l" r="r" t="t"/>
              <a:pathLst>
                <a:path extrusionOk="0" h="20118" w="21418">
                  <a:moveTo>
                    <a:pt x="5846" y="993"/>
                  </a:moveTo>
                  <a:cubicBezTo>
                    <a:pt x="6726" y="993"/>
                    <a:pt x="7300" y="1814"/>
                    <a:pt x="7545" y="2688"/>
                  </a:cubicBezTo>
                  <a:cubicBezTo>
                    <a:pt x="7686" y="3200"/>
                    <a:pt x="7749" y="3726"/>
                    <a:pt x="7770" y="4255"/>
                  </a:cubicBezTo>
                  <a:cubicBezTo>
                    <a:pt x="7787" y="4700"/>
                    <a:pt x="7676" y="5216"/>
                    <a:pt x="7812" y="5641"/>
                  </a:cubicBezTo>
                  <a:cubicBezTo>
                    <a:pt x="8017" y="6280"/>
                    <a:pt x="8790" y="6621"/>
                    <a:pt x="9352" y="6861"/>
                  </a:cubicBezTo>
                  <a:cubicBezTo>
                    <a:pt x="10899" y="7523"/>
                    <a:pt x="12588" y="7895"/>
                    <a:pt x="14238" y="8195"/>
                  </a:cubicBezTo>
                  <a:cubicBezTo>
                    <a:pt x="14279" y="8202"/>
                    <a:pt x="14320" y="8206"/>
                    <a:pt x="14360" y="8206"/>
                  </a:cubicBezTo>
                  <a:cubicBezTo>
                    <a:pt x="14538" y="8206"/>
                    <a:pt x="14697" y="8128"/>
                    <a:pt x="14800" y="7965"/>
                  </a:cubicBezTo>
                  <a:cubicBezTo>
                    <a:pt x="15658" y="6602"/>
                    <a:pt x="16673" y="5266"/>
                    <a:pt x="17868" y="4181"/>
                  </a:cubicBezTo>
                  <a:cubicBezTo>
                    <a:pt x="18246" y="3837"/>
                    <a:pt x="19055" y="3130"/>
                    <a:pt x="19662" y="3130"/>
                  </a:cubicBezTo>
                  <a:cubicBezTo>
                    <a:pt x="19761" y="3130"/>
                    <a:pt x="19855" y="3149"/>
                    <a:pt x="19941" y="3191"/>
                  </a:cubicBezTo>
                  <a:cubicBezTo>
                    <a:pt x="19972" y="3206"/>
                    <a:pt x="20042" y="3282"/>
                    <a:pt x="20078" y="3334"/>
                  </a:cubicBezTo>
                  <a:cubicBezTo>
                    <a:pt x="20170" y="3474"/>
                    <a:pt x="20200" y="3554"/>
                    <a:pt x="20244" y="3703"/>
                  </a:cubicBezTo>
                  <a:cubicBezTo>
                    <a:pt x="20356" y="4074"/>
                    <a:pt x="20385" y="4459"/>
                    <a:pt x="20391" y="4845"/>
                  </a:cubicBezTo>
                  <a:cubicBezTo>
                    <a:pt x="20434" y="7253"/>
                    <a:pt x="19715" y="9724"/>
                    <a:pt x="18959" y="11987"/>
                  </a:cubicBezTo>
                  <a:cubicBezTo>
                    <a:pt x="18546" y="13223"/>
                    <a:pt x="18074" y="14443"/>
                    <a:pt x="17505" y="15619"/>
                  </a:cubicBezTo>
                  <a:cubicBezTo>
                    <a:pt x="16974" y="16720"/>
                    <a:pt x="16385" y="17795"/>
                    <a:pt x="15472" y="18631"/>
                  </a:cubicBezTo>
                  <a:cubicBezTo>
                    <a:pt x="15279" y="18808"/>
                    <a:pt x="15055" y="19008"/>
                    <a:pt x="14800" y="19090"/>
                  </a:cubicBezTo>
                  <a:cubicBezTo>
                    <a:pt x="14731" y="19114"/>
                    <a:pt x="14679" y="19127"/>
                    <a:pt x="14633" y="19127"/>
                  </a:cubicBezTo>
                  <a:cubicBezTo>
                    <a:pt x="14584" y="19127"/>
                    <a:pt x="14541" y="19112"/>
                    <a:pt x="14491" y="19078"/>
                  </a:cubicBezTo>
                  <a:cubicBezTo>
                    <a:pt x="14179" y="18859"/>
                    <a:pt x="14040" y="18279"/>
                    <a:pt x="13943" y="17913"/>
                  </a:cubicBezTo>
                  <a:cubicBezTo>
                    <a:pt x="13496" y="16204"/>
                    <a:pt x="13420" y="14392"/>
                    <a:pt x="13231" y="12644"/>
                  </a:cubicBezTo>
                  <a:cubicBezTo>
                    <a:pt x="13231" y="12642"/>
                    <a:pt x="13231" y="12641"/>
                    <a:pt x="13230" y="12640"/>
                  </a:cubicBezTo>
                  <a:lnTo>
                    <a:pt x="13230" y="12640"/>
                  </a:lnTo>
                  <a:cubicBezTo>
                    <a:pt x="13241" y="12479"/>
                    <a:pt x="13172" y="12316"/>
                    <a:pt x="12984" y="12214"/>
                  </a:cubicBezTo>
                  <a:cubicBezTo>
                    <a:pt x="12340" y="11860"/>
                    <a:pt x="11598" y="11675"/>
                    <a:pt x="10890" y="11496"/>
                  </a:cubicBezTo>
                  <a:cubicBezTo>
                    <a:pt x="10069" y="11291"/>
                    <a:pt x="9239" y="11119"/>
                    <a:pt x="8404" y="10971"/>
                  </a:cubicBezTo>
                  <a:cubicBezTo>
                    <a:pt x="7943" y="10890"/>
                    <a:pt x="7439" y="10757"/>
                    <a:pt x="6964" y="10757"/>
                  </a:cubicBezTo>
                  <a:cubicBezTo>
                    <a:pt x="6933" y="10757"/>
                    <a:pt x="6903" y="10757"/>
                    <a:pt x="6873" y="10758"/>
                  </a:cubicBezTo>
                  <a:cubicBezTo>
                    <a:pt x="6281" y="10782"/>
                    <a:pt x="5857" y="11237"/>
                    <a:pt x="5518" y="11671"/>
                  </a:cubicBezTo>
                  <a:cubicBezTo>
                    <a:pt x="4848" y="12532"/>
                    <a:pt x="4110" y="13945"/>
                    <a:pt x="2900" y="13945"/>
                  </a:cubicBezTo>
                  <a:cubicBezTo>
                    <a:pt x="2748" y="13945"/>
                    <a:pt x="2589" y="13923"/>
                    <a:pt x="2421" y="13874"/>
                  </a:cubicBezTo>
                  <a:cubicBezTo>
                    <a:pt x="1265" y="13539"/>
                    <a:pt x="1147" y="12161"/>
                    <a:pt x="1191" y="11150"/>
                  </a:cubicBezTo>
                  <a:cubicBezTo>
                    <a:pt x="1259" y="9547"/>
                    <a:pt x="1735" y="7959"/>
                    <a:pt x="2242" y="6446"/>
                  </a:cubicBezTo>
                  <a:cubicBezTo>
                    <a:pt x="2666" y="5186"/>
                    <a:pt x="3155" y="3943"/>
                    <a:pt x="3669" y="2717"/>
                  </a:cubicBezTo>
                  <a:cubicBezTo>
                    <a:pt x="4014" y="1894"/>
                    <a:pt x="4701" y="1150"/>
                    <a:pt x="5619" y="1011"/>
                  </a:cubicBezTo>
                  <a:cubicBezTo>
                    <a:pt x="5697" y="999"/>
                    <a:pt x="5772" y="993"/>
                    <a:pt x="5846" y="993"/>
                  </a:cubicBezTo>
                  <a:close/>
                  <a:moveTo>
                    <a:pt x="5851" y="1"/>
                  </a:moveTo>
                  <a:cubicBezTo>
                    <a:pt x="4753" y="1"/>
                    <a:pt x="3750" y="699"/>
                    <a:pt x="3144" y="1580"/>
                  </a:cubicBezTo>
                  <a:cubicBezTo>
                    <a:pt x="2849" y="2009"/>
                    <a:pt x="2683" y="2515"/>
                    <a:pt x="2487" y="2993"/>
                  </a:cubicBezTo>
                  <a:cubicBezTo>
                    <a:pt x="2217" y="3653"/>
                    <a:pt x="1954" y="4314"/>
                    <a:pt x="1705" y="4982"/>
                  </a:cubicBezTo>
                  <a:cubicBezTo>
                    <a:pt x="1113" y="6581"/>
                    <a:pt x="576" y="8224"/>
                    <a:pt x="323" y="9914"/>
                  </a:cubicBezTo>
                  <a:cubicBezTo>
                    <a:pt x="121" y="11253"/>
                    <a:pt x="1" y="12901"/>
                    <a:pt x="913" y="14026"/>
                  </a:cubicBezTo>
                  <a:cubicBezTo>
                    <a:pt x="1411" y="14639"/>
                    <a:pt x="2111" y="14918"/>
                    <a:pt x="2824" y="14918"/>
                  </a:cubicBezTo>
                  <a:cubicBezTo>
                    <a:pt x="3509" y="14918"/>
                    <a:pt x="4207" y="14660"/>
                    <a:pt x="4751" y="14192"/>
                  </a:cubicBezTo>
                  <a:cubicBezTo>
                    <a:pt x="5371" y="13659"/>
                    <a:pt x="5777" y="12949"/>
                    <a:pt x="6272" y="12311"/>
                  </a:cubicBezTo>
                  <a:cubicBezTo>
                    <a:pt x="6566" y="11931"/>
                    <a:pt x="6732" y="11776"/>
                    <a:pt x="7065" y="11776"/>
                  </a:cubicBezTo>
                  <a:cubicBezTo>
                    <a:pt x="7129" y="11776"/>
                    <a:pt x="7199" y="11782"/>
                    <a:pt x="7277" y="11793"/>
                  </a:cubicBezTo>
                  <a:cubicBezTo>
                    <a:pt x="8166" y="11915"/>
                    <a:pt x="9053" y="12094"/>
                    <a:pt x="9930" y="12292"/>
                  </a:cubicBezTo>
                  <a:cubicBezTo>
                    <a:pt x="10726" y="12472"/>
                    <a:pt x="11550" y="12626"/>
                    <a:pt x="12268" y="12966"/>
                  </a:cubicBezTo>
                  <a:lnTo>
                    <a:pt x="12268" y="12966"/>
                  </a:lnTo>
                  <a:cubicBezTo>
                    <a:pt x="12439" y="14633"/>
                    <a:pt x="12548" y="16332"/>
                    <a:pt x="12930" y="17963"/>
                  </a:cubicBezTo>
                  <a:cubicBezTo>
                    <a:pt x="13136" y="18845"/>
                    <a:pt x="13555" y="20118"/>
                    <a:pt x="14640" y="20118"/>
                  </a:cubicBezTo>
                  <a:cubicBezTo>
                    <a:pt x="14672" y="20118"/>
                    <a:pt x="14706" y="20116"/>
                    <a:pt x="14739" y="20114"/>
                  </a:cubicBezTo>
                  <a:cubicBezTo>
                    <a:pt x="15314" y="20074"/>
                    <a:pt x="15818" y="19674"/>
                    <a:pt x="16220" y="19295"/>
                  </a:cubicBezTo>
                  <a:cubicBezTo>
                    <a:pt x="16778" y="18770"/>
                    <a:pt x="17242" y="18165"/>
                    <a:pt x="17630" y="17506"/>
                  </a:cubicBezTo>
                  <a:cubicBezTo>
                    <a:pt x="18329" y="16326"/>
                    <a:pt x="18879" y="15058"/>
                    <a:pt x="19372" y="13779"/>
                  </a:cubicBezTo>
                  <a:cubicBezTo>
                    <a:pt x="20387" y="11140"/>
                    <a:pt x="21255" y="8266"/>
                    <a:pt x="21379" y="5422"/>
                  </a:cubicBezTo>
                  <a:cubicBezTo>
                    <a:pt x="21417" y="4558"/>
                    <a:pt x="21409" y="3509"/>
                    <a:pt x="20893" y="2768"/>
                  </a:cubicBezTo>
                  <a:cubicBezTo>
                    <a:pt x="20591" y="2334"/>
                    <a:pt x="20167" y="2169"/>
                    <a:pt x="19717" y="2169"/>
                  </a:cubicBezTo>
                  <a:cubicBezTo>
                    <a:pt x="19269" y="2169"/>
                    <a:pt x="18796" y="2332"/>
                    <a:pt x="18392" y="2557"/>
                  </a:cubicBezTo>
                  <a:cubicBezTo>
                    <a:pt x="17206" y="3219"/>
                    <a:pt x="16258" y="4331"/>
                    <a:pt x="15430" y="5382"/>
                  </a:cubicBezTo>
                  <a:cubicBezTo>
                    <a:pt x="14975" y="5959"/>
                    <a:pt x="14535" y="6551"/>
                    <a:pt x="14131" y="7165"/>
                  </a:cubicBezTo>
                  <a:lnTo>
                    <a:pt x="14131" y="7165"/>
                  </a:lnTo>
                  <a:cubicBezTo>
                    <a:pt x="12741" y="6903"/>
                    <a:pt x="11340" y="6572"/>
                    <a:pt x="10022" y="6067"/>
                  </a:cubicBezTo>
                  <a:cubicBezTo>
                    <a:pt x="9692" y="5938"/>
                    <a:pt x="9355" y="5795"/>
                    <a:pt x="9057" y="5599"/>
                  </a:cubicBezTo>
                  <a:cubicBezTo>
                    <a:pt x="8975" y="5544"/>
                    <a:pt x="8902" y="5490"/>
                    <a:pt x="8830" y="5420"/>
                  </a:cubicBezTo>
                  <a:cubicBezTo>
                    <a:pt x="8801" y="5393"/>
                    <a:pt x="8791" y="5386"/>
                    <a:pt x="8788" y="5385"/>
                  </a:cubicBezTo>
                  <a:lnTo>
                    <a:pt x="8788" y="5385"/>
                  </a:lnTo>
                  <a:cubicBezTo>
                    <a:pt x="8787" y="5381"/>
                    <a:pt x="8781" y="5370"/>
                    <a:pt x="8767" y="5346"/>
                  </a:cubicBezTo>
                  <a:cubicBezTo>
                    <a:pt x="8764" y="5342"/>
                    <a:pt x="8761" y="5338"/>
                    <a:pt x="8759" y="5334"/>
                  </a:cubicBezTo>
                  <a:lnTo>
                    <a:pt x="8759" y="5334"/>
                  </a:lnTo>
                  <a:cubicBezTo>
                    <a:pt x="8759" y="5333"/>
                    <a:pt x="8759" y="5331"/>
                    <a:pt x="8758" y="5329"/>
                  </a:cubicBezTo>
                  <a:cubicBezTo>
                    <a:pt x="8680" y="4813"/>
                    <a:pt x="8779" y="4238"/>
                    <a:pt x="8729" y="3712"/>
                  </a:cubicBezTo>
                  <a:cubicBezTo>
                    <a:pt x="8683" y="3244"/>
                    <a:pt x="8611" y="2774"/>
                    <a:pt x="8476" y="2325"/>
                  </a:cubicBezTo>
                  <a:cubicBezTo>
                    <a:pt x="8116" y="1129"/>
                    <a:pt x="7256" y="33"/>
                    <a:pt x="5914" y="2"/>
                  </a:cubicBezTo>
                  <a:cubicBezTo>
                    <a:pt x="5893" y="1"/>
                    <a:pt x="5872" y="1"/>
                    <a:pt x="585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98" name="Google Shape;10098;p22"/>
            <p:cNvSpPr/>
            <p:nvPr/>
          </p:nvSpPr>
          <p:spPr>
            <a:xfrm>
              <a:off x="1903525" y="4088100"/>
              <a:ext cx="344900" cy="185850"/>
            </a:xfrm>
            <a:custGeom>
              <a:rect b="b" l="l" r="r" t="t"/>
              <a:pathLst>
                <a:path extrusionOk="0" h="7434" w="13796">
                  <a:moveTo>
                    <a:pt x="2035" y="1"/>
                  </a:moveTo>
                  <a:cubicBezTo>
                    <a:pt x="1593" y="1"/>
                    <a:pt x="1301" y="661"/>
                    <a:pt x="1777" y="928"/>
                  </a:cubicBezTo>
                  <a:cubicBezTo>
                    <a:pt x="5023" y="2748"/>
                    <a:pt x="8420" y="4238"/>
                    <a:pt x="11476" y="6352"/>
                  </a:cubicBezTo>
                  <a:lnTo>
                    <a:pt x="11476" y="6352"/>
                  </a:lnTo>
                  <a:cubicBezTo>
                    <a:pt x="7847" y="6103"/>
                    <a:pt x="4252" y="5482"/>
                    <a:pt x="636" y="5110"/>
                  </a:cubicBezTo>
                  <a:cubicBezTo>
                    <a:pt x="615" y="5108"/>
                    <a:pt x="596" y="5107"/>
                    <a:pt x="577" y="5107"/>
                  </a:cubicBezTo>
                  <a:cubicBezTo>
                    <a:pt x="0" y="5107"/>
                    <a:pt x="24" y="6045"/>
                    <a:pt x="636" y="6106"/>
                  </a:cubicBezTo>
                  <a:cubicBezTo>
                    <a:pt x="4792" y="6534"/>
                    <a:pt x="8919" y="7290"/>
                    <a:pt x="13101" y="7434"/>
                  </a:cubicBezTo>
                  <a:cubicBezTo>
                    <a:pt x="13106" y="7434"/>
                    <a:pt x="13111" y="7434"/>
                    <a:pt x="13115" y="7434"/>
                  </a:cubicBezTo>
                  <a:cubicBezTo>
                    <a:pt x="13508" y="7434"/>
                    <a:pt x="13796" y="6851"/>
                    <a:pt x="13455" y="6582"/>
                  </a:cubicBezTo>
                  <a:cubicBezTo>
                    <a:pt x="11767" y="5262"/>
                    <a:pt x="9981" y="4109"/>
                    <a:pt x="8087" y="3106"/>
                  </a:cubicBezTo>
                  <a:cubicBezTo>
                    <a:pt x="6157" y="2083"/>
                    <a:pt x="4187" y="1139"/>
                    <a:pt x="2281" y="69"/>
                  </a:cubicBezTo>
                  <a:cubicBezTo>
                    <a:pt x="2197" y="21"/>
                    <a:pt x="2114" y="1"/>
                    <a:pt x="20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99" name="Google Shape;10099;p22"/>
            <p:cNvSpPr/>
            <p:nvPr/>
          </p:nvSpPr>
          <p:spPr>
            <a:xfrm>
              <a:off x="1462675" y="3884050"/>
              <a:ext cx="125100" cy="332450"/>
            </a:xfrm>
            <a:custGeom>
              <a:rect b="b" l="l" r="r" t="t"/>
              <a:pathLst>
                <a:path extrusionOk="0" h="13298" w="5004">
                  <a:moveTo>
                    <a:pt x="4226" y="0"/>
                  </a:moveTo>
                  <a:cubicBezTo>
                    <a:pt x="3978" y="0"/>
                    <a:pt x="3745" y="159"/>
                    <a:pt x="3776" y="478"/>
                  </a:cubicBezTo>
                  <a:cubicBezTo>
                    <a:pt x="3995" y="2762"/>
                    <a:pt x="3470" y="4910"/>
                    <a:pt x="2764" y="7066"/>
                  </a:cubicBezTo>
                  <a:cubicBezTo>
                    <a:pt x="2160" y="8913"/>
                    <a:pt x="1574" y="10906"/>
                    <a:pt x="310" y="12425"/>
                  </a:cubicBezTo>
                  <a:cubicBezTo>
                    <a:pt x="1" y="12799"/>
                    <a:pt x="333" y="13298"/>
                    <a:pt x="690" y="13298"/>
                  </a:cubicBezTo>
                  <a:cubicBezTo>
                    <a:pt x="802" y="13298"/>
                    <a:pt x="916" y="13249"/>
                    <a:pt x="1014" y="13131"/>
                  </a:cubicBezTo>
                  <a:cubicBezTo>
                    <a:pt x="2366" y="11506"/>
                    <a:pt x="3030" y="9452"/>
                    <a:pt x="3679" y="7474"/>
                  </a:cubicBezTo>
                  <a:cubicBezTo>
                    <a:pt x="4424" y="5193"/>
                    <a:pt x="5004" y="2899"/>
                    <a:pt x="4772" y="478"/>
                  </a:cubicBezTo>
                  <a:cubicBezTo>
                    <a:pt x="4741" y="160"/>
                    <a:pt x="4476" y="0"/>
                    <a:pt x="42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100" name="Google Shape;10100;p22"/>
          <p:cNvSpPr txBox="1"/>
          <p:nvPr/>
        </p:nvSpPr>
        <p:spPr>
          <a:xfrm>
            <a:off x="1341761" y="772271"/>
            <a:ext cx="5982000" cy="49241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000" u="none" cap="none" strike="noStrike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rPr>
              <a:t>PHYSICAL &amp; HEALTH EDUCATION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04" name="Shape 10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5" name="Google Shape;10105;p23"/>
          <p:cNvSpPr/>
          <p:nvPr/>
        </p:nvSpPr>
        <p:spPr>
          <a:xfrm>
            <a:off x="7818975" y="1147025"/>
            <a:ext cx="117525" cy="110100"/>
          </a:xfrm>
          <a:custGeom>
            <a:rect b="b" l="l" r="r" t="t"/>
            <a:pathLst>
              <a:path extrusionOk="0" h="4404" w="4701">
                <a:moveTo>
                  <a:pt x="1951" y="1032"/>
                </a:moveTo>
                <a:cubicBezTo>
                  <a:pt x="1950" y="1033"/>
                  <a:pt x="1949" y="1033"/>
                  <a:pt x="1947" y="1033"/>
                </a:cubicBezTo>
                <a:cubicBezTo>
                  <a:pt x="1948" y="1033"/>
                  <a:pt x="1950" y="1033"/>
                  <a:pt x="1951" y="1032"/>
                </a:cubicBezTo>
                <a:close/>
                <a:moveTo>
                  <a:pt x="2857" y="1059"/>
                </a:moveTo>
                <a:cubicBezTo>
                  <a:pt x="2871" y="1059"/>
                  <a:pt x="2889" y="1066"/>
                  <a:pt x="2907" y="1075"/>
                </a:cubicBezTo>
                <a:lnTo>
                  <a:pt x="2907" y="1075"/>
                </a:lnTo>
                <a:cubicBezTo>
                  <a:pt x="2887" y="1068"/>
                  <a:pt x="2858" y="1059"/>
                  <a:pt x="2857" y="1059"/>
                </a:cubicBezTo>
                <a:close/>
                <a:moveTo>
                  <a:pt x="3091" y="1185"/>
                </a:moveTo>
                <a:cubicBezTo>
                  <a:pt x="3091" y="1185"/>
                  <a:pt x="3091" y="1185"/>
                  <a:pt x="3091" y="1185"/>
                </a:cubicBezTo>
                <a:lnTo>
                  <a:pt x="3091" y="1185"/>
                </a:lnTo>
                <a:cubicBezTo>
                  <a:pt x="3091" y="1185"/>
                  <a:pt x="3091" y="1185"/>
                  <a:pt x="3091" y="1185"/>
                </a:cubicBezTo>
                <a:close/>
                <a:moveTo>
                  <a:pt x="3104" y="1198"/>
                </a:moveTo>
                <a:cubicBezTo>
                  <a:pt x="3111" y="1203"/>
                  <a:pt x="3118" y="1208"/>
                  <a:pt x="3125" y="1213"/>
                </a:cubicBezTo>
                <a:cubicBezTo>
                  <a:pt x="3142" y="1224"/>
                  <a:pt x="3149" y="1229"/>
                  <a:pt x="3148" y="1229"/>
                </a:cubicBezTo>
                <a:cubicBezTo>
                  <a:pt x="3148" y="1229"/>
                  <a:pt x="3121" y="1211"/>
                  <a:pt x="3104" y="1198"/>
                </a:cubicBezTo>
                <a:close/>
                <a:moveTo>
                  <a:pt x="1747" y="3319"/>
                </a:moveTo>
                <a:cubicBezTo>
                  <a:pt x="1767" y="3326"/>
                  <a:pt x="1803" y="3338"/>
                  <a:pt x="1802" y="3338"/>
                </a:cubicBezTo>
                <a:cubicBezTo>
                  <a:pt x="1800" y="3339"/>
                  <a:pt x="1799" y="3339"/>
                  <a:pt x="1797" y="3339"/>
                </a:cubicBezTo>
                <a:cubicBezTo>
                  <a:pt x="1785" y="3339"/>
                  <a:pt x="1766" y="3330"/>
                  <a:pt x="1747" y="3319"/>
                </a:cubicBezTo>
                <a:close/>
                <a:moveTo>
                  <a:pt x="2463" y="3393"/>
                </a:moveTo>
                <a:cubicBezTo>
                  <a:pt x="2461" y="3393"/>
                  <a:pt x="2459" y="3393"/>
                  <a:pt x="2456" y="3393"/>
                </a:cubicBezTo>
                <a:lnTo>
                  <a:pt x="2456" y="3393"/>
                </a:lnTo>
                <a:cubicBezTo>
                  <a:pt x="2459" y="3393"/>
                  <a:pt x="2462" y="3393"/>
                  <a:pt x="2463" y="3393"/>
                </a:cubicBezTo>
                <a:close/>
                <a:moveTo>
                  <a:pt x="2387" y="989"/>
                </a:moveTo>
                <a:cubicBezTo>
                  <a:pt x="2440" y="989"/>
                  <a:pt x="2491" y="989"/>
                  <a:pt x="2541" y="993"/>
                </a:cubicBezTo>
                <a:cubicBezTo>
                  <a:pt x="2560" y="993"/>
                  <a:pt x="2582" y="997"/>
                  <a:pt x="2601" y="998"/>
                </a:cubicBezTo>
                <a:lnTo>
                  <a:pt x="2601" y="998"/>
                </a:lnTo>
                <a:cubicBezTo>
                  <a:pt x="2682" y="1018"/>
                  <a:pt x="2761" y="1029"/>
                  <a:pt x="2840" y="1057"/>
                </a:cubicBezTo>
                <a:cubicBezTo>
                  <a:pt x="2857" y="1061"/>
                  <a:pt x="2876" y="1069"/>
                  <a:pt x="2895" y="1076"/>
                </a:cubicBezTo>
                <a:cubicBezTo>
                  <a:pt x="2906" y="1079"/>
                  <a:pt x="2914" y="1081"/>
                  <a:pt x="2919" y="1082"/>
                </a:cubicBezTo>
                <a:lnTo>
                  <a:pt x="2919" y="1082"/>
                </a:lnTo>
                <a:cubicBezTo>
                  <a:pt x="2944" y="1096"/>
                  <a:pt x="2968" y="1113"/>
                  <a:pt x="2984" y="1122"/>
                </a:cubicBezTo>
                <a:cubicBezTo>
                  <a:pt x="3015" y="1139"/>
                  <a:pt x="3049" y="1160"/>
                  <a:pt x="3080" y="1181"/>
                </a:cubicBezTo>
                <a:cubicBezTo>
                  <a:pt x="3084" y="1184"/>
                  <a:pt x="3088" y="1186"/>
                  <a:pt x="3092" y="1189"/>
                </a:cubicBezTo>
                <a:lnTo>
                  <a:pt x="3092" y="1189"/>
                </a:lnTo>
                <a:cubicBezTo>
                  <a:pt x="3107" y="1217"/>
                  <a:pt x="3258" y="1347"/>
                  <a:pt x="3274" y="1366"/>
                </a:cubicBezTo>
                <a:cubicBezTo>
                  <a:pt x="3278" y="1370"/>
                  <a:pt x="3281" y="1374"/>
                  <a:pt x="3284" y="1378"/>
                </a:cubicBezTo>
                <a:lnTo>
                  <a:pt x="3284" y="1378"/>
                </a:lnTo>
                <a:cubicBezTo>
                  <a:pt x="3304" y="1410"/>
                  <a:pt x="3328" y="1440"/>
                  <a:pt x="3348" y="1474"/>
                </a:cubicBezTo>
                <a:cubicBezTo>
                  <a:pt x="3367" y="1503"/>
                  <a:pt x="3386" y="1535"/>
                  <a:pt x="3403" y="1569"/>
                </a:cubicBezTo>
                <a:cubicBezTo>
                  <a:pt x="3409" y="1579"/>
                  <a:pt x="3414" y="1591"/>
                  <a:pt x="3420" y="1604"/>
                </a:cubicBezTo>
                <a:lnTo>
                  <a:pt x="3420" y="1604"/>
                </a:lnTo>
                <a:cubicBezTo>
                  <a:pt x="3420" y="1602"/>
                  <a:pt x="3420" y="1600"/>
                  <a:pt x="3420" y="1598"/>
                </a:cubicBezTo>
                <a:lnTo>
                  <a:pt x="3420" y="1598"/>
                </a:lnTo>
                <a:cubicBezTo>
                  <a:pt x="3420" y="1600"/>
                  <a:pt x="3420" y="1602"/>
                  <a:pt x="3420" y="1604"/>
                </a:cubicBezTo>
                <a:lnTo>
                  <a:pt x="3420" y="1604"/>
                </a:lnTo>
                <a:cubicBezTo>
                  <a:pt x="3420" y="1604"/>
                  <a:pt x="3420" y="1604"/>
                  <a:pt x="3420" y="1604"/>
                </a:cubicBezTo>
                <a:lnTo>
                  <a:pt x="3420" y="1604"/>
                </a:lnTo>
                <a:cubicBezTo>
                  <a:pt x="3420" y="1621"/>
                  <a:pt x="3423" y="1634"/>
                  <a:pt x="3427" y="1644"/>
                </a:cubicBezTo>
                <a:lnTo>
                  <a:pt x="3427" y="1644"/>
                </a:lnTo>
                <a:cubicBezTo>
                  <a:pt x="3423" y="1630"/>
                  <a:pt x="3420" y="1616"/>
                  <a:pt x="3420" y="1604"/>
                </a:cubicBezTo>
                <a:lnTo>
                  <a:pt x="3420" y="1604"/>
                </a:lnTo>
                <a:cubicBezTo>
                  <a:pt x="3422" y="1608"/>
                  <a:pt x="3424" y="1613"/>
                  <a:pt x="3426" y="1617"/>
                </a:cubicBezTo>
                <a:cubicBezTo>
                  <a:pt x="3442" y="1646"/>
                  <a:pt x="3443" y="1659"/>
                  <a:pt x="3439" y="1659"/>
                </a:cubicBezTo>
                <a:cubicBezTo>
                  <a:pt x="3436" y="1659"/>
                  <a:pt x="3432" y="1654"/>
                  <a:pt x="3427" y="1644"/>
                </a:cubicBezTo>
                <a:lnTo>
                  <a:pt x="3427" y="1644"/>
                </a:lnTo>
                <a:cubicBezTo>
                  <a:pt x="3443" y="1697"/>
                  <a:pt x="3479" y="1760"/>
                  <a:pt x="3491" y="1802"/>
                </a:cubicBezTo>
                <a:cubicBezTo>
                  <a:pt x="3500" y="1838"/>
                  <a:pt x="3508" y="1874"/>
                  <a:pt x="3517" y="1910"/>
                </a:cubicBezTo>
                <a:cubicBezTo>
                  <a:pt x="3521" y="1933"/>
                  <a:pt x="3525" y="1954"/>
                  <a:pt x="3529" y="1977"/>
                </a:cubicBezTo>
                <a:cubicBezTo>
                  <a:pt x="3534" y="2005"/>
                  <a:pt x="3537" y="2015"/>
                  <a:pt x="3538" y="2015"/>
                </a:cubicBezTo>
                <a:cubicBezTo>
                  <a:pt x="3540" y="2015"/>
                  <a:pt x="3530" y="1942"/>
                  <a:pt x="3525" y="1939"/>
                </a:cubicBezTo>
                <a:lnTo>
                  <a:pt x="3525" y="1939"/>
                </a:lnTo>
                <a:cubicBezTo>
                  <a:pt x="3550" y="1954"/>
                  <a:pt x="3538" y="2142"/>
                  <a:pt x="3538" y="2173"/>
                </a:cubicBezTo>
                <a:cubicBezTo>
                  <a:pt x="3538" y="2215"/>
                  <a:pt x="3535" y="2257"/>
                  <a:pt x="3533" y="2297"/>
                </a:cubicBezTo>
                <a:cubicBezTo>
                  <a:pt x="3532" y="2312"/>
                  <a:pt x="3530" y="2326"/>
                  <a:pt x="3529" y="2339"/>
                </a:cubicBezTo>
                <a:lnTo>
                  <a:pt x="3529" y="2339"/>
                </a:lnTo>
                <a:cubicBezTo>
                  <a:pt x="3514" y="2409"/>
                  <a:pt x="3504" y="2477"/>
                  <a:pt x="3483" y="2546"/>
                </a:cubicBezTo>
                <a:cubicBezTo>
                  <a:pt x="3472" y="2582"/>
                  <a:pt x="3462" y="2618"/>
                  <a:pt x="3449" y="2651"/>
                </a:cubicBezTo>
                <a:cubicBezTo>
                  <a:pt x="3445" y="2663"/>
                  <a:pt x="3440" y="2676"/>
                  <a:pt x="3436" y="2688"/>
                </a:cubicBezTo>
                <a:lnTo>
                  <a:pt x="3436" y="2688"/>
                </a:lnTo>
                <a:cubicBezTo>
                  <a:pt x="3398" y="2751"/>
                  <a:pt x="3369" y="2818"/>
                  <a:pt x="3329" y="2881"/>
                </a:cubicBezTo>
                <a:cubicBezTo>
                  <a:pt x="3324" y="2889"/>
                  <a:pt x="3300" y="2922"/>
                  <a:pt x="3284" y="2945"/>
                </a:cubicBezTo>
                <a:lnTo>
                  <a:pt x="3284" y="2945"/>
                </a:lnTo>
                <a:cubicBezTo>
                  <a:pt x="3263" y="2968"/>
                  <a:pt x="3232" y="3005"/>
                  <a:pt x="3224" y="3014"/>
                </a:cubicBezTo>
                <a:cubicBezTo>
                  <a:pt x="3198" y="3041"/>
                  <a:pt x="3171" y="3069"/>
                  <a:pt x="3142" y="3094"/>
                </a:cubicBezTo>
                <a:cubicBezTo>
                  <a:pt x="3127" y="3106"/>
                  <a:pt x="3112" y="3119"/>
                  <a:pt x="3099" y="3132"/>
                </a:cubicBezTo>
                <a:cubicBezTo>
                  <a:pt x="3075" y="3154"/>
                  <a:pt x="3071" y="3163"/>
                  <a:pt x="3076" y="3163"/>
                </a:cubicBezTo>
                <a:cubicBezTo>
                  <a:pt x="3076" y="3163"/>
                  <a:pt x="3077" y="3163"/>
                  <a:pt x="3078" y="3162"/>
                </a:cubicBezTo>
                <a:lnTo>
                  <a:pt x="3078" y="3162"/>
                </a:lnTo>
                <a:cubicBezTo>
                  <a:pt x="3021" y="3203"/>
                  <a:pt x="2923" y="3245"/>
                  <a:pt x="2889" y="3262"/>
                </a:cubicBezTo>
                <a:cubicBezTo>
                  <a:pt x="2863" y="3275"/>
                  <a:pt x="2803" y="3296"/>
                  <a:pt x="2805" y="3296"/>
                </a:cubicBezTo>
                <a:cubicBezTo>
                  <a:pt x="2806" y="3296"/>
                  <a:pt x="2822" y="3291"/>
                  <a:pt x="2866" y="3277"/>
                </a:cubicBezTo>
                <a:lnTo>
                  <a:pt x="2866" y="3277"/>
                </a:lnTo>
                <a:cubicBezTo>
                  <a:pt x="2823" y="3292"/>
                  <a:pt x="2783" y="3309"/>
                  <a:pt x="2741" y="3323"/>
                </a:cubicBezTo>
                <a:cubicBezTo>
                  <a:pt x="2642" y="3355"/>
                  <a:pt x="2541" y="3376"/>
                  <a:pt x="2438" y="3395"/>
                </a:cubicBezTo>
                <a:cubicBezTo>
                  <a:pt x="2437" y="3395"/>
                  <a:pt x="2437" y="3395"/>
                  <a:pt x="2437" y="3395"/>
                </a:cubicBezTo>
                <a:lnTo>
                  <a:pt x="2437" y="3395"/>
                </a:lnTo>
                <a:cubicBezTo>
                  <a:pt x="2416" y="3397"/>
                  <a:pt x="2395" y="3400"/>
                  <a:pt x="2375" y="3401"/>
                </a:cubicBezTo>
                <a:cubicBezTo>
                  <a:pt x="2330" y="3403"/>
                  <a:pt x="2284" y="3406"/>
                  <a:pt x="2240" y="3406"/>
                </a:cubicBezTo>
                <a:cubicBezTo>
                  <a:pt x="2226" y="3406"/>
                  <a:pt x="2211" y="3406"/>
                  <a:pt x="2197" y="3406"/>
                </a:cubicBezTo>
                <a:cubicBezTo>
                  <a:pt x="2163" y="3406"/>
                  <a:pt x="2129" y="3405"/>
                  <a:pt x="2094" y="3403"/>
                </a:cubicBezTo>
                <a:cubicBezTo>
                  <a:pt x="2081" y="3402"/>
                  <a:pt x="2067" y="3400"/>
                  <a:pt x="2054" y="3398"/>
                </a:cubicBezTo>
                <a:lnTo>
                  <a:pt x="2054" y="3398"/>
                </a:lnTo>
                <a:cubicBezTo>
                  <a:pt x="1975" y="3376"/>
                  <a:pt x="1893" y="3365"/>
                  <a:pt x="1814" y="3340"/>
                </a:cubicBezTo>
                <a:cubicBezTo>
                  <a:pt x="1797" y="3334"/>
                  <a:pt x="1778" y="3326"/>
                  <a:pt x="1762" y="3321"/>
                </a:cubicBezTo>
                <a:cubicBezTo>
                  <a:pt x="1752" y="3318"/>
                  <a:pt x="1745" y="3316"/>
                  <a:pt x="1740" y="3315"/>
                </a:cubicBezTo>
                <a:lnTo>
                  <a:pt x="1740" y="3315"/>
                </a:lnTo>
                <a:cubicBezTo>
                  <a:pt x="1716" y="3301"/>
                  <a:pt x="1691" y="3283"/>
                  <a:pt x="1679" y="3277"/>
                </a:cubicBezTo>
                <a:cubicBezTo>
                  <a:pt x="1648" y="3258"/>
                  <a:pt x="1616" y="3241"/>
                  <a:pt x="1587" y="3220"/>
                </a:cubicBezTo>
                <a:cubicBezTo>
                  <a:pt x="1572" y="3210"/>
                  <a:pt x="1557" y="3199"/>
                  <a:pt x="1543" y="3191"/>
                </a:cubicBezTo>
                <a:cubicBezTo>
                  <a:pt x="1525" y="3180"/>
                  <a:pt x="1519" y="3175"/>
                  <a:pt x="1519" y="3175"/>
                </a:cubicBezTo>
                <a:lnTo>
                  <a:pt x="1519" y="3175"/>
                </a:lnTo>
                <a:cubicBezTo>
                  <a:pt x="1518" y="3175"/>
                  <a:pt x="1582" y="3218"/>
                  <a:pt x="1580" y="3218"/>
                </a:cubicBezTo>
                <a:cubicBezTo>
                  <a:pt x="1580" y="3218"/>
                  <a:pt x="1579" y="3218"/>
                  <a:pt x="1578" y="3218"/>
                </a:cubicBezTo>
                <a:cubicBezTo>
                  <a:pt x="1542" y="3218"/>
                  <a:pt x="1420" y="3070"/>
                  <a:pt x="1399" y="3045"/>
                </a:cubicBezTo>
                <a:cubicBezTo>
                  <a:pt x="1384" y="3030"/>
                  <a:pt x="1353" y="2977"/>
                  <a:pt x="1351" y="2977"/>
                </a:cubicBezTo>
                <a:lnTo>
                  <a:pt x="1351" y="2977"/>
                </a:lnTo>
                <a:cubicBezTo>
                  <a:pt x="1350" y="2977"/>
                  <a:pt x="1354" y="2985"/>
                  <a:pt x="1363" y="3005"/>
                </a:cubicBezTo>
                <a:cubicBezTo>
                  <a:pt x="1372" y="3025"/>
                  <a:pt x="1375" y="3032"/>
                  <a:pt x="1374" y="3032"/>
                </a:cubicBezTo>
                <a:cubicBezTo>
                  <a:pt x="1372" y="3032"/>
                  <a:pt x="1335" y="2962"/>
                  <a:pt x="1326" y="2946"/>
                </a:cubicBezTo>
                <a:cubicBezTo>
                  <a:pt x="1285" y="2881"/>
                  <a:pt x="1252" y="2814"/>
                  <a:pt x="1215" y="2746"/>
                </a:cubicBezTo>
                <a:lnTo>
                  <a:pt x="1215" y="2746"/>
                </a:lnTo>
                <a:cubicBezTo>
                  <a:pt x="1214" y="2743"/>
                  <a:pt x="1213" y="2740"/>
                  <a:pt x="1212" y="2736"/>
                </a:cubicBezTo>
                <a:cubicBezTo>
                  <a:pt x="1199" y="2702"/>
                  <a:pt x="1187" y="2668"/>
                  <a:pt x="1176" y="2635"/>
                </a:cubicBezTo>
                <a:cubicBezTo>
                  <a:pt x="1153" y="2559"/>
                  <a:pt x="1132" y="2481"/>
                  <a:pt x="1119" y="2403"/>
                </a:cubicBezTo>
                <a:cubicBezTo>
                  <a:pt x="1119" y="2401"/>
                  <a:pt x="1118" y="2399"/>
                  <a:pt x="1118" y="2397"/>
                </a:cubicBezTo>
                <a:lnTo>
                  <a:pt x="1118" y="2397"/>
                </a:lnTo>
                <a:cubicBezTo>
                  <a:pt x="1122" y="2365"/>
                  <a:pt x="1108" y="2315"/>
                  <a:pt x="1106" y="2283"/>
                </a:cubicBezTo>
                <a:cubicBezTo>
                  <a:pt x="1102" y="2203"/>
                  <a:pt x="1102" y="2123"/>
                  <a:pt x="1106" y="2043"/>
                </a:cubicBezTo>
                <a:cubicBezTo>
                  <a:pt x="1107" y="2033"/>
                  <a:pt x="1110" y="2004"/>
                  <a:pt x="1113" y="1978"/>
                </a:cubicBezTo>
                <a:lnTo>
                  <a:pt x="1113" y="1978"/>
                </a:lnTo>
                <a:cubicBezTo>
                  <a:pt x="1117" y="1953"/>
                  <a:pt x="1123" y="1911"/>
                  <a:pt x="1125" y="1899"/>
                </a:cubicBezTo>
                <a:cubicBezTo>
                  <a:pt x="1144" y="1813"/>
                  <a:pt x="1170" y="1731"/>
                  <a:pt x="1197" y="1647"/>
                </a:cubicBezTo>
                <a:cubicBezTo>
                  <a:pt x="1199" y="1642"/>
                  <a:pt x="1200" y="1637"/>
                  <a:pt x="1201" y="1634"/>
                </a:cubicBezTo>
                <a:lnTo>
                  <a:pt x="1201" y="1634"/>
                </a:lnTo>
                <a:cubicBezTo>
                  <a:pt x="1203" y="1630"/>
                  <a:pt x="1205" y="1626"/>
                  <a:pt x="1208" y="1621"/>
                </a:cubicBezTo>
                <a:cubicBezTo>
                  <a:pt x="1227" y="1583"/>
                  <a:pt x="1246" y="1543"/>
                  <a:pt x="1269" y="1507"/>
                </a:cubicBezTo>
                <a:cubicBezTo>
                  <a:pt x="1290" y="1470"/>
                  <a:pt x="1313" y="1434"/>
                  <a:pt x="1338" y="1398"/>
                </a:cubicBezTo>
                <a:cubicBezTo>
                  <a:pt x="1341" y="1394"/>
                  <a:pt x="1344" y="1390"/>
                  <a:pt x="1346" y="1386"/>
                </a:cubicBezTo>
                <a:lnTo>
                  <a:pt x="1346" y="1386"/>
                </a:lnTo>
                <a:cubicBezTo>
                  <a:pt x="1346" y="1386"/>
                  <a:pt x="1346" y="1386"/>
                  <a:pt x="1347" y="1385"/>
                </a:cubicBezTo>
                <a:cubicBezTo>
                  <a:pt x="1399" y="1329"/>
                  <a:pt x="1454" y="1275"/>
                  <a:pt x="1511" y="1223"/>
                </a:cubicBezTo>
                <a:lnTo>
                  <a:pt x="1511" y="1223"/>
                </a:lnTo>
                <a:cubicBezTo>
                  <a:pt x="1524" y="1213"/>
                  <a:pt x="1537" y="1203"/>
                  <a:pt x="1551" y="1194"/>
                </a:cubicBezTo>
                <a:cubicBezTo>
                  <a:pt x="1589" y="1170"/>
                  <a:pt x="1627" y="1147"/>
                  <a:pt x="1667" y="1126"/>
                </a:cubicBezTo>
                <a:cubicBezTo>
                  <a:pt x="1682" y="1119"/>
                  <a:pt x="1697" y="1111"/>
                  <a:pt x="1712" y="1103"/>
                </a:cubicBezTo>
                <a:lnTo>
                  <a:pt x="1712" y="1103"/>
                </a:lnTo>
                <a:cubicBezTo>
                  <a:pt x="1755" y="1090"/>
                  <a:pt x="1797" y="1075"/>
                  <a:pt x="1840" y="1063"/>
                </a:cubicBezTo>
                <a:cubicBezTo>
                  <a:pt x="1884" y="1050"/>
                  <a:pt x="1928" y="1042"/>
                  <a:pt x="1970" y="1031"/>
                </a:cubicBezTo>
                <a:cubicBezTo>
                  <a:pt x="1976" y="1030"/>
                  <a:pt x="1983" y="1028"/>
                  <a:pt x="1990" y="1026"/>
                </a:cubicBezTo>
                <a:lnTo>
                  <a:pt x="1990" y="1026"/>
                </a:lnTo>
                <a:cubicBezTo>
                  <a:pt x="2008" y="1025"/>
                  <a:pt x="2026" y="1024"/>
                  <a:pt x="2042" y="1023"/>
                </a:cubicBezTo>
                <a:cubicBezTo>
                  <a:pt x="2063" y="1021"/>
                  <a:pt x="2083" y="1018"/>
                  <a:pt x="2104" y="1015"/>
                </a:cubicBezTo>
                <a:lnTo>
                  <a:pt x="2104" y="1015"/>
                </a:lnTo>
                <a:cubicBezTo>
                  <a:pt x="2127" y="1013"/>
                  <a:pt x="2151" y="1010"/>
                  <a:pt x="2175" y="1006"/>
                </a:cubicBezTo>
                <a:cubicBezTo>
                  <a:pt x="2200" y="1002"/>
                  <a:pt x="2223" y="998"/>
                  <a:pt x="2248" y="996"/>
                </a:cubicBezTo>
                <a:lnTo>
                  <a:pt x="2248" y="996"/>
                </a:lnTo>
                <a:cubicBezTo>
                  <a:pt x="2202" y="1002"/>
                  <a:pt x="2186" y="1004"/>
                  <a:pt x="2186" y="1004"/>
                </a:cubicBezTo>
                <a:cubicBezTo>
                  <a:pt x="2187" y="1004"/>
                  <a:pt x="2227" y="999"/>
                  <a:pt x="2246" y="998"/>
                </a:cubicBezTo>
                <a:cubicBezTo>
                  <a:pt x="2293" y="996"/>
                  <a:pt x="2341" y="991"/>
                  <a:pt x="2387" y="989"/>
                </a:cubicBezTo>
                <a:close/>
                <a:moveTo>
                  <a:pt x="2431" y="0"/>
                </a:moveTo>
                <a:cubicBezTo>
                  <a:pt x="2283" y="0"/>
                  <a:pt x="2134" y="12"/>
                  <a:pt x="1987" y="33"/>
                </a:cubicBezTo>
                <a:lnTo>
                  <a:pt x="1987" y="33"/>
                </a:lnTo>
                <a:cubicBezTo>
                  <a:pt x="1519" y="79"/>
                  <a:pt x="1082" y="246"/>
                  <a:pt x="738" y="578"/>
                </a:cubicBezTo>
                <a:cubicBezTo>
                  <a:pt x="443" y="863"/>
                  <a:pt x="236" y="1259"/>
                  <a:pt x="158" y="1661"/>
                </a:cubicBezTo>
                <a:cubicBezTo>
                  <a:pt x="0" y="2477"/>
                  <a:pt x="228" y="3403"/>
                  <a:pt x="896" y="3941"/>
                </a:cubicBezTo>
                <a:cubicBezTo>
                  <a:pt x="1283" y="4251"/>
                  <a:pt x="1777" y="4404"/>
                  <a:pt x="2272" y="4404"/>
                </a:cubicBezTo>
                <a:cubicBezTo>
                  <a:pt x="2762" y="4404"/>
                  <a:pt x="3253" y="4255"/>
                  <a:pt x="3645" y="3962"/>
                </a:cubicBezTo>
                <a:cubicBezTo>
                  <a:pt x="4395" y="3401"/>
                  <a:pt x="4700" y="2409"/>
                  <a:pt x="4443" y="1512"/>
                </a:cubicBezTo>
                <a:cubicBezTo>
                  <a:pt x="4302" y="1025"/>
                  <a:pt x="4003" y="604"/>
                  <a:pt x="3582" y="321"/>
                </a:cubicBezTo>
                <a:cubicBezTo>
                  <a:pt x="3236" y="89"/>
                  <a:pt x="2836" y="0"/>
                  <a:pt x="243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06" name="Google Shape;10106;p23"/>
          <p:cNvSpPr/>
          <p:nvPr/>
        </p:nvSpPr>
        <p:spPr>
          <a:xfrm>
            <a:off x="6518075" y="833200"/>
            <a:ext cx="176025" cy="165050"/>
          </a:xfrm>
          <a:custGeom>
            <a:rect b="b" l="l" r="r" t="t"/>
            <a:pathLst>
              <a:path extrusionOk="0" h="6602" w="7041">
                <a:moveTo>
                  <a:pt x="4935" y="1378"/>
                </a:moveTo>
                <a:cubicBezTo>
                  <a:pt x="4939" y="1380"/>
                  <a:pt x="4948" y="1387"/>
                  <a:pt x="4965" y="1400"/>
                </a:cubicBezTo>
                <a:cubicBezTo>
                  <a:pt x="4955" y="1392"/>
                  <a:pt x="4945" y="1385"/>
                  <a:pt x="4935" y="1378"/>
                </a:cubicBezTo>
                <a:close/>
                <a:moveTo>
                  <a:pt x="1630" y="1762"/>
                </a:moveTo>
                <a:lnTo>
                  <a:pt x="1630" y="1762"/>
                </a:lnTo>
                <a:cubicBezTo>
                  <a:pt x="1621" y="1773"/>
                  <a:pt x="1618" y="1778"/>
                  <a:pt x="1618" y="1778"/>
                </a:cubicBezTo>
                <a:cubicBezTo>
                  <a:pt x="1618" y="1778"/>
                  <a:pt x="1623" y="1771"/>
                  <a:pt x="1630" y="1762"/>
                </a:cubicBezTo>
                <a:close/>
                <a:moveTo>
                  <a:pt x="3639" y="986"/>
                </a:moveTo>
                <a:cubicBezTo>
                  <a:pt x="4036" y="986"/>
                  <a:pt x="4418" y="1072"/>
                  <a:pt x="4734" y="1250"/>
                </a:cubicBezTo>
                <a:cubicBezTo>
                  <a:pt x="4786" y="1280"/>
                  <a:pt x="4839" y="1313"/>
                  <a:pt x="4890" y="1347"/>
                </a:cubicBezTo>
                <a:cubicBezTo>
                  <a:pt x="4906" y="1357"/>
                  <a:pt x="4921" y="1367"/>
                  <a:pt x="4935" y="1378"/>
                </a:cubicBezTo>
                <a:lnTo>
                  <a:pt x="4935" y="1378"/>
                </a:lnTo>
                <a:cubicBezTo>
                  <a:pt x="4934" y="1377"/>
                  <a:pt x="4933" y="1376"/>
                  <a:pt x="4933" y="1376"/>
                </a:cubicBezTo>
                <a:lnTo>
                  <a:pt x="4933" y="1376"/>
                </a:lnTo>
                <a:cubicBezTo>
                  <a:pt x="4934" y="1376"/>
                  <a:pt x="4964" y="1397"/>
                  <a:pt x="4972" y="1404"/>
                </a:cubicBezTo>
                <a:cubicBezTo>
                  <a:pt x="5081" y="1495"/>
                  <a:pt x="5182" y="1594"/>
                  <a:pt x="5275" y="1701"/>
                </a:cubicBezTo>
                <a:cubicBezTo>
                  <a:pt x="5296" y="1724"/>
                  <a:pt x="5315" y="1747"/>
                  <a:pt x="5332" y="1771"/>
                </a:cubicBezTo>
                <a:cubicBezTo>
                  <a:pt x="5336" y="1776"/>
                  <a:pt x="5339" y="1780"/>
                  <a:pt x="5342" y="1782"/>
                </a:cubicBezTo>
                <a:lnTo>
                  <a:pt x="5342" y="1782"/>
                </a:lnTo>
                <a:cubicBezTo>
                  <a:pt x="5378" y="1835"/>
                  <a:pt x="5414" y="1889"/>
                  <a:pt x="5446" y="1943"/>
                </a:cubicBezTo>
                <a:cubicBezTo>
                  <a:pt x="5477" y="1994"/>
                  <a:pt x="5507" y="2045"/>
                  <a:pt x="5534" y="2097"/>
                </a:cubicBezTo>
                <a:cubicBezTo>
                  <a:pt x="5548" y="2126"/>
                  <a:pt x="5603" y="2244"/>
                  <a:pt x="5604" y="2244"/>
                </a:cubicBezTo>
                <a:cubicBezTo>
                  <a:pt x="5605" y="2244"/>
                  <a:pt x="5604" y="2244"/>
                  <a:pt x="5604" y="2242"/>
                </a:cubicBezTo>
                <a:lnTo>
                  <a:pt x="5604" y="2242"/>
                </a:lnTo>
                <a:cubicBezTo>
                  <a:pt x="5646" y="2347"/>
                  <a:pt x="5682" y="2454"/>
                  <a:pt x="5711" y="2561"/>
                </a:cubicBezTo>
                <a:cubicBezTo>
                  <a:pt x="5726" y="2620"/>
                  <a:pt x="5741" y="2679"/>
                  <a:pt x="5751" y="2738"/>
                </a:cubicBezTo>
                <a:cubicBezTo>
                  <a:pt x="5756" y="2758"/>
                  <a:pt x="5778" y="2901"/>
                  <a:pt x="5781" y="2901"/>
                </a:cubicBezTo>
                <a:cubicBezTo>
                  <a:pt x="5781" y="2901"/>
                  <a:pt x="5781" y="2892"/>
                  <a:pt x="5779" y="2872"/>
                </a:cubicBezTo>
                <a:lnTo>
                  <a:pt x="5779" y="2872"/>
                </a:lnTo>
                <a:cubicBezTo>
                  <a:pt x="5793" y="2999"/>
                  <a:pt x="5800" y="3127"/>
                  <a:pt x="5800" y="3256"/>
                </a:cubicBezTo>
                <a:cubicBezTo>
                  <a:pt x="5798" y="3323"/>
                  <a:pt x="5796" y="3393"/>
                  <a:pt x="5791" y="3460"/>
                </a:cubicBezTo>
                <a:cubicBezTo>
                  <a:pt x="5787" y="3518"/>
                  <a:pt x="5781" y="3572"/>
                  <a:pt x="5780" y="3582"/>
                </a:cubicBezTo>
                <a:lnTo>
                  <a:pt x="5780" y="3582"/>
                </a:lnTo>
                <a:cubicBezTo>
                  <a:pt x="5759" y="3706"/>
                  <a:pt x="5734" y="3831"/>
                  <a:pt x="5699" y="3953"/>
                </a:cubicBezTo>
                <a:cubicBezTo>
                  <a:pt x="5682" y="4012"/>
                  <a:pt x="5663" y="4069"/>
                  <a:pt x="5642" y="4126"/>
                </a:cubicBezTo>
                <a:cubicBezTo>
                  <a:pt x="5631" y="4155"/>
                  <a:pt x="5621" y="4183"/>
                  <a:pt x="5610" y="4212"/>
                </a:cubicBezTo>
                <a:cubicBezTo>
                  <a:pt x="5606" y="4223"/>
                  <a:pt x="5602" y="4232"/>
                  <a:pt x="5600" y="4238"/>
                </a:cubicBezTo>
                <a:lnTo>
                  <a:pt x="5600" y="4238"/>
                </a:lnTo>
                <a:cubicBezTo>
                  <a:pt x="5597" y="4244"/>
                  <a:pt x="5593" y="4252"/>
                  <a:pt x="5589" y="4261"/>
                </a:cubicBezTo>
                <a:cubicBezTo>
                  <a:pt x="5534" y="4370"/>
                  <a:pt x="5477" y="4478"/>
                  <a:pt x="5412" y="4581"/>
                </a:cubicBezTo>
                <a:cubicBezTo>
                  <a:pt x="5311" y="4737"/>
                  <a:pt x="5324" y="4720"/>
                  <a:pt x="5189" y="4863"/>
                </a:cubicBezTo>
                <a:cubicBezTo>
                  <a:pt x="4814" y="5261"/>
                  <a:pt x="4355" y="5476"/>
                  <a:pt x="3756" y="5573"/>
                </a:cubicBezTo>
                <a:cubicBezTo>
                  <a:pt x="3620" y="5595"/>
                  <a:pt x="3482" y="5605"/>
                  <a:pt x="3344" y="5605"/>
                </a:cubicBezTo>
                <a:cubicBezTo>
                  <a:pt x="2954" y="5605"/>
                  <a:pt x="2572" y="5519"/>
                  <a:pt x="2265" y="5346"/>
                </a:cubicBezTo>
                <a:cubicBezTo>
                  <a:pt x="2214" y="5316"/>
                  <a:pt x="2164" y="5285"/>
                  <a:pt x="2113" y="5253"/>
                </a:cubicBezTo>
                <a:cubicBezTo>
                  <a:pt x="2098" y="5243"/>
                  <a:pt x="2015" y="5180"/>
                  <a:pt x="2013" y="5180"/>
                </a:cubicBezTo>
                <a:lnTo>
                  <a:pt x="2013" y="5180"/>
                </a:lnTo>
                <a:cubicBezTo>
                  <a:pt x="2013" y="5180"/>
                  <a:pt x="2019" y="5186"/>
                  <a:pt x="2037" y="5200"/>
                </a:cubicBezTo>
                <a:cubicBezTo>
                  <a:pt x="1930" y="5114"/>
                  <a:pt x="1831" y="5019"/>
                  <a:pt x="1740" y="4916"/>
                </a:cubicBezTo>
                <a:cubicBezTo>
                  <a:pt x="1728" y="4902"/>
                  <a:pt x="1675" y="4837"/>
                  <a:pt x="1657" y="4816"/>
                </a:cubicBezTo>
                <a:lnTo>
                  <a:pt x="1657" y="4816"/>
                </a:lnTo>
                <a:cubicBezTo>
                  <a:pt x="1647" y="4801"/>
                  <a:pt x="1584" y="4711"/>
                  <a:pt x="1570" y="4688"/>
                </a:cubicBezTo>
                <a:cubicBezTo>
                  <a:pt x="1500" y="4579"/>
                  <a:pt x="1439" y="4465"/>
                  <a:pt x="1382" y="4347"/>
                </a:cubicBezTo>
                <a:cubicBezTo>
                  <a:pt x="1372" y="4327"/>
                  <a:pt x="1369" y="4322"/>
                  <a:pt x="1368" y="4322"/>
                </a:cubicBezTo>
                <a:lnTo>
                  <a:pt x="1368" y="4322"/>
                </a:lnTo>
                <a:cubicBezTo>
                  <a:pt x="1368" y="4322"/>
                  <a:pt x="1368" y="4322"/>
                  <a:pt x="1368" y="4322"/>
                </a:cubicBezTo>
                <a:lnTo>
                  <a:pt x="1368" y="4322"/>
                </a:lnTo>
                <a:cubicBezTo>
                  <a:pt x="1366" y="4315"/>
                  <a:pt x="1360" y="4299"/>
                  <a:pt x="1348" y="4265"/>
                </a:cubicBezTo>
                <a:cubicBezTo>
                  <a:pt x="1329" y="4210"/>
                  <a:pt x="1308" y="4155"/>
                  <a:pt x="1291" y="4101"/>
                </a:cubicBezTo>
                <a:cubicBezTo>
                  <a:pt x="1251" y="3974"/>
                  <a:pt x="1220" y="3848"/>
                  <a:pt x="1197" y="3717"/>
                </a:cubicBezTo>
                <a:cubicBezTo>
                  <a:pt x="1192" y="3696"/>
                  <a:pt x="1179" y="3596"/>
                  <a:pt x="1178" y="3596"/>
                </a:cubicBezTo>
                <a:lnTo>
                  <a:pt x="1178" y="3596"/>
                </a:lnTo>
                <a:cubicBezTo>
                  <a:pt x="1178" y="3596"/>
                  <a:pt x="1179" y="3606"/>
                  <a:pt x="1182" y="3633"/>
                </a:cubicBezTo>
                <a:cubicBezTo>
                  <a:pt x="1173" y="3568"/>
                  <a:pt x="1167" y="3502"/>
                  <a:pt x="1165" y="3437"/>
                </a:cubicBezTo>
                <a:cubicBezTo>
                  <a:pt x="1157" y="3304"/>
                  <a:pt x="1157" y="3174"/>
                  <a:pt x="1165" y="3041"/>
                </a:cubicBezTo>
                <a:cubicBezTo>
                  <a:pt x="1167" y="3011"/>
                  <a:pt x="1179" y="2898"/>
                  <a:pt x="1181" y="2870"/>
                </a:cubicBezTo>
                <a:lnTo>
                  <a:pt x="1181" y="2870"/>
                </a:lnTo>
                <a:cubicBezTo>
                  <a:pt x="1186" y="2847"/>
                  <a:pt x="1203" y="2750"/>
                  <a:pt x="1209" y="2721"/>
                </a:cubicBezTo>
                <a:cubicBezTo>
                  <a:pt x="1239" y="2580"/>
                  <a:pt x="1281" y="2443"/>
                  <a:pt x="1327" y="2306"/>
                </a:cubicBezTo>
                <a:cubicBezTo>
                  <a:pt x="1342" y="2262"/>
                  <a:pt x="1345" y="2248"/>
                  <a:pt x="1346" y="2244"/>
                </a:cubicBezTo>
                <a:lnTo>
                  <a:pt x="1346" y="2244"/>
                </a:lnTo>
                <a:cubicBezTo>
                  <a:pt x="1348" y="2241"/>
                  <a:pt x="1355" y="2229"/>
                  <a:pt x="1376" y="2188"/>
                </a:cubicBezTo>
                <a:cubicBezTo>
                  <a:pt x="1407" y="2125"/>
                  <a:pt x="1439" y="2059"/>
                  <a:pt x="1475" y="1998"/>
                </a:cubicBezTo>
                <a:cubicBezTo>
                  <a:pt x="1511" y="1937"/>
                  <a:pt x="1551" y="1878"/>
                  <a:pt x="1588" y="1819"/>
                </a:cubicBezTo>
                <a:cubicBezTo>
                  <a:pt x="1603" y="1799"/>
                  <a:pt x="1618" y="1779"/>
                  <a:pt x="1632" y="1759"/>
                </a:cubicBezTo>
                <a:lnTo>
                  <a:pt x="1632" y="1759"/>
                </a:lnTo>
                <a:cubicBezTo>
                  <a:pt x="1639" y="1751"/>
                  <a:pt x="1646" y="1741"/>
                  <a:pt x="1654" y="1733"/>
                </a:cubicBezTo>
                <a:cubicBezTo>
                  <a:pt x="1744" y="1632"/>
                  <a:pt x="1839" y="1535"/>
                  <a:pt x="1945" y="1446"/>
                </a:cubicBezTo>
                <a:cubicBezTo>
                  <a:pt x="1949" y="1443"/>
                  <a:pt x="1952" y="1440"/>
                  <a:pt x="1955" y="1437"/>
                </a:cubicBezTo>
                <a:lnTo>
                  <a:pt x="1955" y="1437"/>
                </a:lnTo>
                <a:cubicBezTo>
                  <a:pt x="1958" y="1435"/>
                  <a:pt x="1960" y="1434"/>
                  <a:pt x="1963" y="1431"/>
                </a:cubicBezTo>
                <a:cubicBezTo>
                  <a:pt x="1993" y="1410"/>
                  <a:pt x="2022" y="1389"/>
                  <a:pt x="2054" y="1370"/>
                </a:cubicBezTo>
                <a:cubicBezTo>
                  <a:pt x="2115" y="1328"/>
                  <a:pt x="2180" y="1292"/>
                  <a:pt x="2246" y="1257"/>
                </a:cubicBezTo>
                <a:cubicBezTo>
                  <a:pt x="2372" y="1191"/>
                  <a:pt x="2412" y="1174"/>
                  <a:pt x="2604" y="1120"/>
                </a:cubicBezTo>
                <a:cubicBezTo>
                  <a:pt x="2802" y="1065"/>
                  <a:pt x="2859" y="1059"/>
                  <a:pt x="3023" y="1044"/>
                </a:cubicBezTo>
                <a:cubicBezTo>
                  <a:pt x="3046" y="1042"/>
                  <a:pt x="3069" y="1039"/>
                  <a:pt x="3092" y="1035"/>
                </a:cubicBezTo>
                <a:lnTo>
                  <a:pt x="3092" y="1035"/>
                </a:lnTo>
                <a:cubicBezTo>
                  <a:pt x="3113" y="1033"/>
                  <a:pt x="3134" y="1031"/>
                  <a:pt x="3156" y="1027"/>
                </a:cubicBezTo>
                <a:cubicBezTo>
                  <a:pt x="3317" y="1000"/>
                  <a:pt x="3479" y="986"/>
                  <a:pt x="3639" y="986"/>
                </a:cubicBezTo>
                <a:close/>
                <a:moveTo>
                  <a:pt x="3656" y="0"/>
                </a:moveTo>
                <a:cubicBezTo>
                  <a:pt x="3424" y="0"/>
                  <a:pt x="3191" y="20"/>
                  <a:pt x="2962" y="55"/>
                </a:cubicBezTo>
                <a:lnTo>
                  <a:pt x="2962" y="55"/>
                </a:lnTo>
                <a:cubicBezTo>
                  <a:pt x="1592" y="189"/>
                  <a:pt x="506" y="1128"/>
                  <a:pt x="238" y="2500"/>
                </a:cubicBezTo>
                <a:cubicBezTo>
                  <a:pt x="0" y="3730"/>
                  <a:pt x="360" y="5131"/>
                  <a:pt x="1367" y="5933"/>
                </a:cubicBezTo>
                <a:cubicBezTo>
                  <a:pt x="1934" y="6385"/>
                  <a:pt x="2656" y="6602"/>
                  <a:pt x="3382" y="6602"/>
                </a:cubicBezTo>
                <a:cubicBezTo>
                  <a:pt x="4138" y="6602"/>
                  <a:pt x="4898" y="6367"/>
                  <a:pt x="5494" y="5917"/>
                </a:cubicBezTo>
                <a:cubicBezTo>
                  <a:pt x="6607" y="5078"/>
                  <a:pt x="7041" y="3580"/>
                  <a:pt x="6659" y="2253"/>
                </a:cubicBezTo>
                <a:cubicBezTo>
                  <a:pt x="6453" y="1537"/>
                  <a:pt x="6015" y="905"/>
                  <a:pt x="5393" y="488"/>
                </a:cubicBezTo>
                <a:cubicBezTo>
                  <a:pt x="4872" y="137"/>
                  <a:pt x="4267" y="0"/>
                  <a:pt x="365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107" name="Google Shape;10107;p23"/>
          <p:cNvGrpSpPr/>
          <p:nvPr/>
        </p:nvGrpSpPr>
        <p:grpSpPr>
          <a:xfrm rot="6300357">
            <a:off x="7074685" y="581435"/>
            <a:ext cx="707993" cy="442801"/>
            <a:chOff x="1445125" y="3867675"/>
            <a:chExt cx="803300" cy="502950"/>
          </a:xfrm>
        </p:grpSpPr>
        <p:sp>
          <p:nvSpPr>
            <p:cNvPr id="10108" name="Google Shape;10108;p23"/>
            <p:cNvSpPr/>
            <p:nvPr/>
          </p:nvSpPr>
          <p:spPr>
            <a:xfrm>
              <a:off x="1445125" y="3867675"/>
              <a:ext cx="535450" cy="502950"/>
            </a:xfrm>
            <a:custGeom>
              <a:rect b="b" l="l" r="r" t="t"/>
              <a:pathLst>
                <a:path extrusionOk="0" h="20118" w="21418">
                  <a:moveTo>
                    <a:pt x="5846" y="993"/>
                  </a:moveTo>
                  <a:cubicBezTo>
                    <a:pt x="6726" y="993"/>
                    <a:pt x="7300" y="1814"/>
                    <a:pt x="7545" y="2688"/>
                  </a:cubicBezTo>
                  <a:cubicBezTo>
                    <a:pt x="7686" y="3200"/>
                    <a:pt x="7749" y="3726"/>
                    <a:pt x="7770" y="4255"/>
                  </a:cubicBezTo>
                  <a:cubicBezTo>
                    <a:pt x="7787" y="4700"/>
                    <a:pt x="7676" y="5216"/>
                    <a:pt x="7812" y="5641"/>
                  </a:cubicBezTo>
                  <a:cubicBezTo>
                    <a:pt x="8017" y="6280"/>
                    <a:pt x="8790" y="6621"/>
                    <a:pt x="9352" y="6861"/>
                  </a:cubicBezTo>
                  <a:cubicBezTo>
                    <a:pt x="10899" y="7523"/>
                    <a:pt x="12588" y="7895"/>
                    <a:pt x="14238" y="8195"/>
                  </a:cubicBezTo>
                  <a:cubicBezTo>
                    <a:pt x="14279" y="8202"/>
                    <a:pt x="14320" y="8206"/>
                    <a:pt x="14360" y="8206"/>
                  </a:cubicBezTo>
                  <a:cubicBezTo>
                    <a:pt x="14538" y="8206"/>
                    <a:pt x="14697" y="8128"/>
                    <a:pt x="14800" y="7965"/>
                  </a:cubicBezTo>
                  <a:cubicBezTo>
                    <a:pt x="15658" y="6602"/>
                    <a:pt x="16673" y="5266"/>
                    <a:pt x="17868" y="4181"/>
                  </a:cubicBezTo>
                  <a:cubicBezTo>
                    <a:pt x="18246" y="3837"/>
                    <a:pt x="19055" y="3130"/>
                    <a:pt x="19662" y="3130"/>
                  </a:cubicBezTo>
                  <a:cubicBezTo>
                    <a:pt x="19761" y="3130"/>
                    <a:pt x="19855" y="3149"/>
                    <a:pt x="19941" y="3191"/>
                  </a:cubicBezTo>
                  <a:cubicBezTo>
                    <a:pt x="19972" y="3206"/>
                    <a:pt x="20042" y="3282"/>
                    <a:pt x="20078" y="3334"/>
                  </a:cubicBezTo>
                  <a:cubicBezTo>
                    <a:pt x="20170" y="3474"/>
                    <a:pt x="20200" y="3554"/>
                    <a:pt x="20244" y="3703"/>
                  </a:cubicBezTo>
                  <a:cubicBezTo>
                    <a:pt x="20356" y="4074"/>
                    <a:pt x="20385" y="4459"/>
                    <a:pt x="20391" y="4845"/>
                  </a:cubicBezTo>
                  <a:cubicBezTo>
                    <a:pt x="20434" y="7253"/>
                    <a:pt x="19715" y="9724"/>
                    <a:pt x="18959" y="11987"/>
                  </a:cubicBezTo>
                  <a:cubicBezTo>
                    <a:pt x="18546" y="13223"/>
                    <a:pt x="18074" y="14443"/>
                    <a:pt x="17505" y="15619"/>
                  </a:cubicBezTo>
                  <a:cubicBezTo>
                    <a:pt x="16974" y="16720"/>
                    <a:pt x="16385" y="17795"/>
                    <a:pt x="15472" y="18631"/>
                  </a:cubicBezTo>
                  <a:cubicBezTo>
                    <a:pt x="15279" y="18808"/>
                    <a:pt x="15055" y="19008"/>
                    <a:pt x="14800" y="19090"/>
                  </a:cubicBezTo>
                  <a:cubicBezTo>
                    <a:pt x="14731" y="19114"/>
                    <a:pt x="14679" y="19127"/>
                    <a:pt x="14633" y="19127"/>
                  </a:cubicBezTo>
                  <a:cubicBezTo>
                    <a:pt x="14584" y="19127"/>
                    <a:pt x="14541" y="19112"/>
                    <a:pt x="14491" y="19078"/>
                  </a:cubicBezTo>
                  <a:cubicBezTo>
                    <a:pt x="14179" y="18859"/>
                    <a:pt x="14040" y="18279"/>
                    <a:pt x="13943" y="17913"/>
                  </a:cubicBezTo>
                  <a:cubicBezTo>
                    <a:pt x="13496" y="16204"/>
                    <a:pt x="13420" y="14392"/>
                    <a:pt x="13231" y="12644"/>
                  </a:cubicBezTo>
                  <a:cubicBezTo>
                    <a:pt x="13231" y="12642"/>
                    <a:pt x="13231" y="12641"/>
                    <a:pt x="13230" y="12640"/>
                  </a:cubicBezTo>
                  <a:lnTo>
                    <a:pt x="13230" y="12640"/>
                  </a:lnTo>
                  <a:cubicBezTo>
                    <a:pt x="13241" y="12479"/>
                    <a:pt x="13172" y="12316"/>
                    <a:pt x="12984" y="12214"/>
                  </a:cubicBezTo>
                  <a:cubicBezTo>
                    <a:pt x="12340" y="11860"/>
                    <a:pt x="11598" y="11675"/>
                    <a:pt x="10890" y="11496"/>
                  </a:cubicBezTo>
                  <a:cubicBezTo>
                    <a:pt x="10069" y="11291"/>
                    <a:pt x="9239" y="11119"/>
                    <a:pt x="8404" y="10971"/>
                  </a:cubicBezTo>
                  <a:cubicBezTo>
                    <a:pt x="7943" y="10890"/>
                    <a:pt x="7439" y="10757"/>
                    <a:pt x="6964" y="10757"/>
                  </a:cubicBezTo>
                  <a:cubicBezTo>
                    <a:pt x="6933" y="10757"/>
                    <a:pt x="6903" y="10757"/>
                    <a:pt x="6873" y="10758"/>
                  </a:cubicBezTo>
                  <a:cubicBezTo>
                    <a:pt x="6281" y="10782"/>
                    <a:pt x="5857" y="11237"/>
                    <a:pt x="5518" y="11671"/>
                  </a:cubicBezTo>
                  <a:cubicBezTo>
                    <a:pt x="4848" y="12532"/>
                    <a:pt x="4110" y="13945"/>
                    <a:pt x="2900" y="13945"/>
                  </a:cubicBezTo>
                  <a:cubicBezTo>
                    <a:pt x="2748" y="13945"/>
                    <a:pt x="2589" y="13923"/>
                    <a:pt x="2421" y="13874"/>
                  </a:cubicBezTo>
                  <a:cubicBezTo>
                    <a:pt x="1265" y="13539"/>
                    <a:pt x="1147" y="12161"/>
                    <a:pt x="1191" y="11150"/>
                  </a:cubicBezTo>
                  <a:cubicBezTo>
                    <a:pt x="1259" y="9547"/>
                    <a:pt x="1735" y="7959"/>
                    <a:pt x="2242" y="6446"/>
                  </a:cubicBezTo>
                  <a:cubicBezTo>
                    <a:pt x="2666" y="5186"/>
                    <a:pt x="3155" y="3943"/>
                    <a:pt x="3669" y="2717"/>
                  </a:cubicBezTo>
                  <a:cubicBezTo>
                    <a:pt x="4014" y="1894"/>
                    <a:pt x="4701" y="1150"/>
                    <a:pt x="5619" y="1011"/>
                  </a:cubicBezTo>
                  <a:cubicBezTo>
                    <a:pt x="5697" y="999"/>
                    <a:pt x="5772" y="993"/>
                    <a:pt x="5846" y="993"/>
                  </a:cubicBezTo>
                  <a:close/>
                  <a:moveTo>
                    <a:pt x="5851" y="1"/>
                  </a:moveTo>
                  <a:cubicBezTo>
                    <a:pt x="4753" y="1"/>
                    <a:pt x="3750" y="699"/>
                    <a:pt x="3144" y="1580"/>
                  </a:cubicBezTo>
                  <a:cubicBezTo>
                    <a:pt x="2849" y="2009"/>
                    <a:pt x="2683" y="2515"/>
                    <a:pt x="2487" y="2993"/>
                  </a:cubicBezTo>
                  <a:cubicBezTo>
                    <a:pt x="2217" y="3653"/>
                    <a:pt x="1954" y="4314"/>
                    <a:pt x="1705" y="4982"/>
                  </a:cubicBezTo>
                  <a:cubicBezTo>
                    <a:pt x="1113" y="6581"/>
                    <a:pt x="576" y="8224"/>
                    <a:pt x="323" y="9914"/>
                  </a:cubicBezTo>
                  <a:cubicBezTo>
                    <a:pt x="121" y="11253"/>
                    <a:pt x="1" y="12901"/>
                    <a:pt x="913" y="14026"/>
                  </a:cubicBezTo>
                  <a:cubicBezTo>
                    <a:pt x="1411" y="14639"/>
                    <a:pt x="2111" y="14918"/>
                    <a:pt x="2824" y="14918"/>
                  </a:cubicBezTo>
                  <a:cubicBezTo>
                    <a:pt x="3509" y="14918"/>
                    <a:pt x="4207" y="14660"/>
                    <a:pt x="4751" y="14192"/>
                  </a:cubicBezTo>
                  <a:cubicBezTo>
                    <a:pt x="5371" y="13659"/>
                    <a:pt x="5777" y="12949"/>
                    <a:pt x="6272" y="12311"/>
                  </a:cubicBezTo>
                  <a:cubicBezTo>
                    <a:pt x="6566" y="11931"/>
                    <a:pt x="6732" y="11776"/>
                    <a:pt x="7065" y="11776"/>
                  </a:cubicBezTo>
                  <a:cubicBezTo>
                    <a:pt x="7129" y="11776"/>
                    <a:pt x="7199" y="11782"/>
                    <a:pt x="7277" y="11793"/>
                  </a:cubicBezTo>
                  <a:cubicBezTo>
                    <a:pt x="8166" y="11915"/>
                    <a:pt x="9053" y="12094"/>
                    <a:pt x="9930" y="12292"/>
                  </a:cubicBezTo>
                  <a:cubicBezTo>
                    <a:pt x="10726" y="12472"/>
                    <a:pt x="11550" y="12626"/>
                    <a:pt x="12268" y="12966"/>
                  </a:cubicBezTo>
                  <a:lnTo>
                    <a:pt x="12268" y="12966"/>
                  </a:lnTo>
                  <a:cubicBezTo>
                    <a:pt x="12439" y="14633"/>
                    <a:pt x="12548" y="16332"/>
                    <a:pt x="12930" y="17963"/>
                  </a:cubicBezTo>
                  <a:cubicBezTo>
                    <a:pt x="13136" y="18845"/>
                    <a:pt x="13555" y="20118"/>
                    <a:pt x="14640" y="20118"/>
                  </a:cubicBezTo>
                  <a:cubicBezTo>
                    <a:pt x="14672" y="20118"/>
                    <a:pt x="14706" y="20116"/>
                    <a:pt x="14739" y="20114"/>
                  </a:cubicBezTo>
                  <a:cubicBezTo>
                    <a:pt x="15314" y="20074"/>
                    <a:pt x="15818" y="19674"/>
                    <a:pt x="16220" y="19295"/>
                  </a:cubicBezTo>
                  <a:cubicBezTo>
                    <a:pt x="16778" y="18770"/>
                    <a:pt x="17242" y="18165"/>
                    <a:pt x="17630" y="17506"/>
                  </a:cubicBezTo>
                  <a:cubicBezTo>
                    <a:pt x="18329" y="16326"/>
                    <a:pt x="18879" y="15058"/>
                    <a:pt x="19372" y="13779"/>
                  </a:cubicBezTo>
                  <a:cubicBezTo>
                    <a:pt x="20387" y="11140"/>
                    <a:pt x="21255" y="8266"/>
                    <a:pt x="21379" y="5422"/>
                  </a:cubicBezTo>
                  <a:cubicBezTo>
                    <a:pt x="21417" y="4558"/>
                    <a:pt x="21409" y="3509"/>
                    <a:pt x="20893" y="2768"/>
                  </a:cubicBezTo>
                  <a:cubicBezTo>
                    <a:pt x="20591" y="2334"/>
                    <a:pt x="20167" y="2169"/>
                    <a:pt x="19717" y="2169"/>
                  </a:cubicBezTo>
                  <a:cubicBezTo>
                    <a:pt x="19269" y="2169"/>
                    <a:pt x="18796" y="2332"/>
                    <a:pt x="18392" y="2557"/>
                  </a:cubicBezTo>
                  <a:cubicBezTo>
                    <a:pt x="17206" y="3219"/>
                    <a:pt x="16258" y="4331"/>
                    <a:pt x="15430" y="5382"/>
                  </a:cubicBezTo>
                  <a:cubicBezTo>
                    <a:pt x="14975" y="5959"/>
                    <a:pt x="14535" y="6551"/>
                    <a:pt x="14131" y="7165"/>
                  </a:cubicBezTo>
                  <a:lnTo>
                    <a:pt x="14131" y="7165"/>
                  </a:lnTo>
                  <a:cubicBezTo>
                    <a:pt x="12741" y="6903"/>
                    <a:pt x="11340" y="6572"/>
                    <a:pt x="10022" y="6067"/>
                  </a:cubicBezTo>
                  <a:cubicBezTo>
                    <a:pt x="9692" y="5938"/>
                    <a:pt x="9355" y="5795"/>
                    <a:pt x="9057" y="5599"/>
                  </a:cubicBezTo>
                  <a:cubicBezTo>
                    <a:pt x="8975" y="5544"/>
                    <a:pt x="8902" y="5490"/>
                    <a:pt x="8830" y="5420"/>
                  </a:cubicBezTo>
                  <a:cubicBezTo>
                    <a:pt x="8801" y="5393"/>
                    <a:pt x="8791" y="5386"/>
                    <a:pt x="8788" y="5385"/>
                  </a:cubicBezTo>
                  <a:lnTo>
                    <a:pt x="8788" y="5385"/>
                  </a:lnTo>
                  <a:cubicBezTo>
                    <a:pt x="8787" y="5381"/>
                    <a:pt x="8781" y="5370"/>
                    <a:pt x="8767" y="5346"/>
                  </a:cubicBezTo>
                  <a:cubicBezTo>
                    <a:pt x="8764" y="5342"/>
                    <a:pt x="8761" y="5338"/>
                    <a:pt x="8759" y="5334"/>
                  </a:cubicBezTo>
                  <a:lnTo>
                    <a:pt x="8759" y="5334"/>
                  </a:lnTo>
                  <a:cubicBezTo>
                    <a:pt x="8759" y="5333"/>
                    <a:pt x="8759" y="5331"/>
                    <a:pt x="8758" y="5329"/>
                  </a:cubicBezTo>
                  <a:cubicBezTo>
                    <a:pt x="8680" y="4813"/>
                    <a:pt x="8779" y="4238"/>
                    <a:pt x="8729" y="3712"/>
                  </a:cubicBezTo>
                  <a:cubicBezTo>
                    <a:pt x="8683" y="3244"/>
                    <a:pt x="8611" y="2774"/>
                    <a:pt x="8476" y="2325"/>
                  </a:cubicBezTo>
                  <a:cubicBezTo>
                    <a:pt x="8116" y="1129"/>
                    <a:pt x="7256" y="33"/>
                    <a:pt x="5914" y="2"/>
                  </a:cubicBezTo>
                  <a:cubicBezTo>
                    <a:pt x="5893" y="1"/>
                    <a:pt x="5872" y="1"/>
                    <a:pt x="585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09" name="Google Shape;10109;p23"/>
            <p:cNvSpPr/>
            <p:nvPr/>
          </p:nvSpPr>
          <p:spPr>
            <a:xfrm>
              <a:off x="1903525" y="4088100"/>
              <a:ext cx="344900" cy="185850"/>
            </a:xfrm>
            <a:custGeom>
              <a:rect b="b" l="l" r="r" t="t"/>
              <a:pathLst>
                <a:path extrusionOk="0" h="7434" w="13796">
                  <a:moveTo>
                    <a:pt x="2035" y="1"/>
                  </a:moveTo>
                  <a:cubicBezTo>
                    <a:pt x="1593" y="1"/>
                    <a:pt x="1301" y="661"/>
                    <a:pt x="1777" y="928"/>
                  </a:cubicBezTo>
                  <a:cubicBezTo>
                    <a:pt x="5023" y="2748"/>
                    <a:pt x="8420" y="4238"/>
                    <a:pt x="11476" y="6352"/>
                  </a:cubicBezTo>
                  <a:lnTo>
                    <a:pt x="11476" y="6352"/>
                  </a:lnTo>
                  <a:cubicBezTo>
                    <a:pt x="7847" y="6103"/>
                    <a:pt x="4252" y="5482"/>
                    <a:pt x="636" y="5110"/>
                  </a:cubicBezTo>
                  <a:cubicBezTo>
                    <a:pt x="615" y="5108"/>
                    <a:pt x="596" y="5107"/>
                    <a:pt x="577" y="5107"/>
                  </a:cubicBezTo>
                  <a:cubicBezTo>
                    <a:pt x="0" y="5107"/>
                    <a:pt x="24" y="6045"/>
                    <a:pt x="636" y="6106"/>
                  </a:cubicBezTo>
                  <a:cubicBezTo>
                    <a:pt x="4792" y="6534"/>
                    <a:pt x="8919" y="7290"/>
                    <a:pt x="13101" y="7434"/>
                  </a:cubicBezTo>
                  <a:cubicBezTo>
                    <a:pt x="13106" y="7434"/>
                    <a:pt x="13111" y="7434"/>
                    <a:pt x="13115" y="7434"/>
                  </a:cubicBezTo>
                  <a:cubicBezTo>
                    <a:pt x="13508" y="7434"/>
                    <a:pt x="13796" y="6851"/>
                    <a:pt x="13455" y="6582"/>
                  </a:cubicBezTo>
                  <a:cubicBezTo>
                    <a:pt x="11767" y="5262"/>
                    <a:pt x="9981" y="4109"/>
                    <a:pt x="8087" y="3106"/>
                  </a:cubicBezTo>
                  <a:cubicBezTo>
                    <a:pt x="6157" y="2083"/>
                    <a:pt x="4187" y="1139"/>
                    <a:pt x="2281" y="69"/>
                  </a:cubicBezTo>
                  <a:cubicBezTo>
                    <a:pt x="2197" y="21"/>
                    <a:pt x="2114" y="1"/>
                    <a:pt x="20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10" name="Google Shape;10110;p23"/>
            <p:cNvSpPr/>
            <p:nvPr/>
          </p:nvSpPr>
          <p:spPr>
            <a:xfrm>
              <a:off x="1462675" y="3884050"/>
              <a:ext cx="125100" cy="332450"/>
            </a:xfrm>
            <a:custGeom>
              <a:rect b="b" l="l" r="r" t="t"/>
              <a:pathLst>
                <a:path extrusionOk="0" h="13298" w="5004">
                  <a:moveTo>
                    <a:pt x="4226" y="0"/>
                  </a:moveTo>
                  <a:cubicBezTo>
                    <a:pt x="3978" y="0"/>
                    <a:pt x="3745" y="159"/>
                    <a:pt x="3776" y="478"/>
                  </a:cubicBezTo>
                  <a:cubicBezTo>
                    <a:pt x="3995" y="2762"/>
                    <a:pt x="3470" y="4910"/>
                    <a:pt x="2764" y="7066"/>
                  </a:cubicBezTo>
                  <a:cubicBezTo>
                    <a:pt x="2160" y="8913"/>
                    <a:pt x="1574" y="10906"/>
                    <a:pt x="310" y="12425"/>
                  </a:cubicBezTo>
                  <a:cubicBezTo>
                    <a:pt x="1" y="12799"/>
                    <a:pt x="333" y="13298"/>
                    <a:pt x="690" y="13298"/>
                  </a:cubicBezTo>
                  <a:cubicBezTo>
                    <a:pt x="802" y="13298"/>
                    <a:pt x="916" y="13249"/>
                    <a:pt x="1014" y="13131"/>
                  </a:cubicBezTo>
                  <a:cubicBezTo>
                    <a:pt x="2366" y="11506"/>
                    <a:pt x="3030" y="9452"/>
                    <a:pt x="3679" y="7474"/>
                  </a:cubicBezTo>
                  <a:cubicBezTo>
                    <a:pt x="4424" y="5193"/>
                    <a:pt x="5004" y="2899"/>
                    <a:pt x="4772" y="478"/>
                  </a:cubicBezTo>
                  <a:cubicBezTo>
                    <a:pt x="4741" y="160"/>
                    <a:pt x="4476" y="0"/>
                    <a:pt x="42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111" name="Google Shape;10111;p23"/>
          <p:cNvSpPr/>
          <p:nvPr/>
        </p:nvSpPr>
        <p:spPr>
          <a:xfrm>
            <a:off x="1973320" y="1386338"/>
            <a:ext cx="5587310" cy="2668524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 cap="flat" cmpd="sng" w="25400">
            <a:solidFill>
              <a:srgbClr val="BABA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12" name="Google Shape;10112;p23"/>
          <p:cNvSpPr txBox="1"/>
          <p:nvPr/>
        </p:nvSpPr>
        <p:spPr>
          <a:xfrm>
            <a:off x="3637449" y="995515"/>
            <a:ext cx="2259051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Place your work here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16" name="Shape 10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7" name="Google Shape;10117;p24"/>
          <p:cNvSpPr txBox="1"/>
          <p:nvPr>
            <p:ph idx="2" type="subTitle"/>
          </p:nvPr>
        </p:nvSpPr>
        <p:spPr>
          <a:xfrm>
            <a:off x="1541990" y="1264683"/>
            <a:ext cx="6088566" cy="302795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Gantari"/>
              <a:buChar char="●"/>
            </a:pPr>
            <a:r>
              <a:rPr b="1" lang="es"/>
              <a:t>UNIT TITLE: 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Gantari"/>
              <a:buChar char="●"/>
            </a:pPr>
            <a:r>
              <a:rPr b="1" lang="es"/>
              <a:t>SOI: </a:t>
            </a:r>
            <a:endParaRPr b="1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rial"/>
              <a:buChar char="●"/>
            </a:pPr>
            <a:r>
              <a:rPr b="1" lang="es"/>
              <a:t>PRODUCT:</a:t>
            </a:r>
            <a:r>
              <a:rPr lang="es"/>
              <a:t> Eg. Poster, presentation, article, etc.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rial"/>
              <a:buChar char="●"/>
            </a:pPr>
            <a:r>
              <a:rPr b="1" lang="es"/>
              <a:t>REFLECTION: </a:t>
            </a:r>
            <a:r>
              <a:rPr b="1" lang="es" sz="1100"/>
              <a:t>Use the following prompts to help you.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     What did you use to think before the lesson, how has your thinking changed after the lesson? 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     What are two things you learnt from the lesson?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     What strategies helped you understand the concept better? What challenges did you face?  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400"/>
              <a:buFont typeface="Arial"/>
              <a:buChar char="●"/>
            </a:pPr>
            <a:r>
              <a:rPr b="1" lang="es"/>
              <a:t>CONNECTION: </a:t>
            </a:r>
            <a:r>
              <a:rPr b="1" lang="es" sz="1100"/>
              <a:t>What connections can you make from the lesson to the real world? How will this lesson help you solve real life problems?</a:t>
            </a:r>
            <a:endParaRPr b="1" sz="1100"/>
          </a:p>
        </p:txBody>
      </p:sp>
      <p:sp>
        <p:nvSpPr>
          <p:cNvPr id="10118" name="Google Shape;10118;p24"/>
          <p:cNvSpPr/>
          <p:nvPr/>
        </p:nvSpPr>
        <p:spPr>
          <a:xfrm>
            <a:off x="7818975" y="1147025"/>
            <a:ext cx="117525" cy="110100"/>
          </a:xfrm>
          <a:custGeom>
            <a:rect b="b" l="l" r="r" t="t"/>
            <a:pathLst>
              <a:path extrusionOk="0" h="4404" w="4701">
                <a:moveTo>
                  <a:pt x="1951" y="1032"/>
                </a:moveTo>
                <a:cubicBezTo>
                  <a:pt x="1950" y="1033"/>
                  <a:pt x="1949" y="1033"/>
                  <a:pt x="1947" y="1033"/>
                </a:cubicBezTo>
                <a:cubicBezTo>
                  <a:pt x="1948" y="1033"/>
                  <a:pt x="1950" y="1033"/>
                  <a:pt x="1951" y="1032"/>
                </a:cubicBezTo>
                <a:close/>
                <a:moveTo>
                  <a:pt x="2857" y="1059"/>
                </a:moveTo>
                <a:cubicBezTo>
                  <a:pt x="2871" y="1059"/>
                  <a:pt x="2889" y="1066"/>
                  <a:pt x="2907" y="1075"/>
                </a:cubicBezTo>
                <a:lnTo>
                  <a:pt x="2907" y="1075"/>
                </a:lnTo>
                <a:cubicBezTo>
                  <a:pt x="2887" y="1068"/>
                  <a:pt x="2858" y="1059"/>
                  <a:pt x="2857" y="1059"/>
                </a:cubicBezTo>
                <a:close/>
                <a:moveTo>
                  <a:pt x="3091" y="1185"/>
                </a:moveTo>
                <a:cubicBezTo>
                  <a:pt x="3091" y="1185"/>
                  <a:pt x="3091" y="1185"/>
                  <a:pt x="3091" y="1185"/>
                </a:cubicBezTo>
                <a:lnTo>
                  <a:pt x="3091" y="1185"/>
                </a:lnTo>
                <a:cubicBezTo>
                  <a:pt x="3091" y="1185"/>
                  <a:pt x="3091" y="1185"/>
                  <a:pt x="3091" y="1185"/>
                </a:cubicBezTo>
                <a:close/>
                <a:moveTo>
                  <a:pt x="3104" y="1198"/>
                </a:moveTo>
                <a:cubicBezTo>
                  <a:pt x="3111" y="1203"/>
                  <a:pt x="3118" y="1208"/>
                  <a:pt x="3125" y="1213"/>
                </a:cubicBezTo>
                <a:cubicBezTo>
                  <a:pt x="3142" y="1224"/>
                  <a:pt x="3149" y="1229"/>
                  <a:pt x="3148" y="1229"/>
                </a:cubicBezTo>
                <a:cubicBezTo>
                  <a:pt x="3148" y="1229"/>
                  <a:pt x="3121" y="1211"/>
                  <a:pt x="3104" y="1198"/>
                </a:cubicBezTo>
                <a:close/>
                <a:moveTo>
                  <a:pt x="1747" y="3319"/>
                </a:moveTo>
                <a:cubicBezTo>
                  <a:pt x="1767" y="3326"/>
                  <a:pt x="1803" y="3338"/>
                  <a:pt x="1802" y="3338"/>
                </a:cubicBezTo>
                <a:cubicBezTo>
                  <a:pt x="1800" y="3339"/>
                  <a:pt x="1799" y="3339"/>
                  <a:pt x="1797" y="3339"/>
                </a:cubicBezTo>
                <a:cubicBezTo>
                  <a:pt x="1785" y="3339"/>
                  <a:pt x="1766" y="3330"/>
                  <a:pt x="1747" y="3319"/>
                </a:cubicBezTo>
                <a:close/>
                <a:moveTo>
                  <a:pt x="2463" y="3393"/>
                </a:moveTo>
                <a:cubicBezTo>
                  <a:pt x="2461" y="3393"/>
                  <a:pt x="2459" y="3393"/>
                  <a:pt x="2456" y="3393"/>
                </a:cubicBezTo>
                <a:lnTo>
                  <a:pt x="2456" y="3393"/>
                </a:lnTo>
                <a:cubicBezTo>
                  <a:pt x="2459" y="3393"/>
                  <a:pt x="2462" y="3393"/>
                  <a:pt x="2463" y="3393"/>
                </a:cubicBezTo>
                <a:close/>
                <a:moveTo>
                  <a:pt x="2387" y="989"/>
                </a:moveTo>
                <a:cubicBezTo>
                  <a:pt x="2440" y="989"/>
                  <a:pt x="2491" y="989"/>
                  <a:pt x="2541" y="993"/>
                </a:cubicBezTo>
                <a:cubicBezTo>
                  <a:pt x="2560" y="993"/>
                  <a:pt x="2582" y="997"/>
                  <a:pt x="2601" y="998"/>
                </a:cubicBezTo>
                <a:lnTo>
                  <a:pt x="2601" y="998"/>
                </a:lnTo>
                <a:cubicBezTo>
                  <a:pt x="2682" y="1018"/>
                  <a:pt x="2761" y="1029"/>
                  <a:pt x="2840" y="1057"/>
                </a:cubicBezTo>
                <a:cubicBezTo>
                  <a:pt x="2857" y="1061"/>
                  <a:pt x="2876" y="1069"/>
                  <a:pt x="2895" y="1076"/>
                </a:cubicBezTo>
                <a:cubicBezTo>
                  <a:pt x="2906" y="1079"/>
                  <a:pt x="2914" y="1081"/>
                  <a:pt x="2919" y="1082"/>
                </a:cubicBezTo>
                <a:lnTo>
                  <a:pt x="2919" y="1082"/>
                </a:lnTo>
                <a:cubicBezTo>
                  <a:pt x="2944" y="1096"/>
                  <a:pt x="2968" y="1113"/>
                  <a:pt x="2984" y="1122"/>
                </a:cubicBezTo>
                <a:cubicBezTo>
                  <a:pt x="3015" y="1139"/>
                  <a:pt x="3049" y="1160"/>
                  <a:pt x="3080" y="1181"/>
                </a:cubicBezTo>
                <a:cubicBezTo>
                  <a:pt x="3084" y="1184"/>
                  <a:pt x="3088" y="1186"/>
                  <a:pt x="3092" y="1189"/>
                </a:cubicBezTo>
                <a:lnTo>
                  <a:pt x="3092" y="1189"/>
                </a:lnTo>
                <a:cubicBezTo>
                  <a:pt x="3107" y="1217"/>
                  <a:pt x="3258" y="1347"/>
                  <a:pt x="3274" y="1366"/>
                </a:cubicBezTo>
                <a:cubicBezTo>
                  <a:pt x="3278" y="1370"/>
                  <a:pt x="3281" y="1374"/>
                  <a:pt x="3284" y="1378"/>
                </a:cubicBezTo>
                <a:lnTo>
                  <a:pt x="3284" y="1378"/>
                </a:lnTo>
                <a:cubicBezTo>
                  <a:pt x="3304" y="1410"/>
                  <a:pt x="3328" y="1440"/>
                  <a:pt x="3348" y="1474"/>
                </a:cubicBezTo>
                <a:cubicBezTo>
                  <a:pt x="3367" y="1503"/>
                  <a:pt x="3386" y="1535"/>
                  <a:pt x="3403" y="1569"/>
                </a:cubicBezTo>
                <a:cubicBezTo>
                  <a:pt x="3409" y="1579"/>
                  <a:pt x="3414" y="1591"/>
                  <a:pt x="3420" y="1604"/>
                </a:cubicBezTo>
                <a:lnTo>
                  <a:pt x="3420" y="1604"/>
                </a:lnTo>
                <a:cubicBezTo>
                  <a:pt x="3420" y="1602"/>
                  <a:pt x="3420" y="1600"/>
                  <a:pt x="3420" y="1598"/>
                </a:cubicBezTo>
                <a:lnTo>
                  <a:pt x="3420" y="1598"/>
                </a:lnTo>
                <a:cubicBezTo>
                  <a:pt x="3420" y="1600"/>
                  <a:pt x="3420" y="1602"/>
                  <a:pt x="3420" y="1604"/>
                </a:cubicBezTo>
                <a:lnTo>
                  <a:pt x="3420" y="1604"/>
                </a:lnTo>
                <a:cubicBezTo>
                  <a:pt x="3420" y="1604"/>
                  <a:pt x="3420" y="1604"/>
                  <a:pt x="3420" y="1604"/>
                </a:cubicBezTo>
                <a:lnTo>
                  <a:pt x="3420" y="1604"/>
                </a:lnTo>
                <a:cubicBezTo>
                  <a:pt x="3420" y="1621"/>
                  <a:pt x="3423" y="1634"/>
                  <a:pt x="3427" y="1644"/>
                </a:cubicBezTo>
                <a:lnTo>
                  <a:pt x="3427" y="1644"/>
                </a:lnTo>
                <a:cubicBezTo>
                  <a:pt x="3423" y="1630"/>
                  <a:pt x="3420" y="1616"/>
                  <a:pt x="3420" y="1604"/>
                </a:cubicBezTo>
                <a:lnTo>
                  <a:pt x="3420" y="1604"/>
                </a:lnTo>
                <a:cubicBezTo>
                  <a:pt x="3422" y="1608"/>
                  <a:pt x="3424" y="1613"/>
                  <a:pt x="3426" y="1617"/>
                </a:cubicBezTo>
                <a:cubicBezTo>
                  <a:pt x="3442" y="1646"/>
                  <a:pt x="3443" y="1659"/>
                  <a:pt x="3439" y="1659"/>
                </a:cubicBezTo>
                <a:cubicBezTo>
                  <a:pt x="3436" y="1659"/>
                  <a:pt x="3432" y="1654"/>
                  <a:pt x="3427" y="1644"/>
                </a:cubicBezTo>
                <a:lnTo>
                  <a:pt x="3427" y="1644"/>
                </a:lnTo>
                <a:cubicBezTo>
                  <a:pt x="3443" y="1697"/>
                  <a:pt x="3479" y="1760"/>
                  <a:pt x="3491" y="1802"/>
                </a:cubicBezTo>
                <a:cubicBezTo>
                  <a:pt x="3500" y="1838"/>
                  <a:pt x="3508" y="1874"/>
                  <a:pt x="3517" y="1910"/>
                </a:cubicBezTo>
                <a:cubicBezTo>
                  <a:pt x="3521" y="1933"/>
                  <a:pt x="3525" y="1954"/>
                  <a:pt x="3529" y="1977"/>
                </a:cubicBezTo>
                <a:cubicBezTo>
                  <a:pt x="3534" y="2005"/>
                  <a:pt x="3537" y="2015"/>
                  <a:pt x="3538" y="2015"/>
                </a:cubicBezTo>
                <a:cubicBezTo>
                  <a:pt x="3540" y="2015"/>
                  <a:pt x="3530" y="1942"/>
                  <a:pt x="3525" y="1939"/>
                </a:cubicBezTo>
                <a:lnTo>
                  <a:pt x="3525" y="1939"/>
                </a:lnTo>
                <a:cubicBezTo>
                  <a:pt x="3550" y="1954"/>
                  <a:pt x="3538" y="2142"/>
                  <a:pt x="3538" y="2173"/>
                </a:cubicBezTo>
                <a:cubicBezTo>
                  <a:pt x="3538" y="2215"/>
                  <a:pt x="3535" y="2257"/>
                  <a:pt x="3533" y="2297"/>
                </a:cubicBezTo>
                <a:cubicBezTo>
                  <a:pt x="3532" y="2312"/>
                  <a:pt x="3530" y="2326"/>
                  <a:pt x="3529" y="2339"/>
                </a:cubicBezTo>
                <a:lnTo>
                  <a:pt x="3529" y="2339"/>
                </a:lnTo>
                <a:cubicBezTo>
                  <a:pt x="3514" y="2409"/>
                  <a:pt x="3504" y="2477"/>
                  <a:pt x="3483" y="2546"/>
                </a:cubicBezTo>
                <a:cubicBezTo>
                  <a:pt x="3472" y="2582"/>
                  <a:pt x="3462" y="2618"/>
                  <a:pt x="3449" y="2651"/>
                </a:cubicBezTo>
                <a:cubicBezTo>
                  <a:pt x="3445" y="2663"/>
                  <a:pt x="3440" y="2676"/>
                  <a:pt x="3436" y="2688"/>
                </a:cubicBezTo>
                <a:lnTo>
                  <a:pt x="3436" y="2688"/>
                </a:lnTo>
                <a:cubicBezTo>
                  <a:pt x="3398" y="2751"/>
                  <a:pt x="3369" y="2818"/>
                  <a:pt x="3329" y="2881"/>
                </a:cubicBezTo>
                <a:cubicBezTo>
                  <a:pt x="3324" y="2889"/>
                  <a:pt x="3300" y="2922"/>
                  <a:pt x="3284" y="2945"/>
                </a:cubicBezTo>
                <a:lnTo>
                  <a:pt x="3284" y="2945"/>
                </a:lnTo>
                <a:cubicBezTo>
                  <a:pt x="3263" y="2968"/>
                  <a:pt x="3232" y="3005"/>
                  <a:pt x="3224" y="3014"/>
                </a:cubicBezTo>
                <a:cubicBezTo>
                  <a:pt x="3198" y="3041"/>
                  <a:pt x="3171" y="3069"/>
                  <a:pt x="3142" y="3094"/>
                </a:cubicBezTo>
                <a:cubicBezTo>
                  <a:pt x="3127" y="3106"/>
                  <a:pt x="3112" y="3119"/>
                  <a:pt x="3099" y="3132"/>
                </a:cubicBezTo>
                <a:cubicBezTo>
                  <a:pt x="3075" y="3154"/>
                  <a:pt x="3071" y="3163"/>
                  <a:pt x="3076" y="3163"/>
                </a:cubicBezTo>
                <a:cubicBezTo>
                  <a:pt x="3076" y="3163"/>
                  <a:pt x="3077" y="3163"/>
                  <a:pt x="3078" y="3162"/>
                </a:cubicBezTo>
                <a:lnTo>
                  <a:pt x="3078" y="3162"/>
                </a:lnTo>
                <a:cubicBezTo>
                  <a:pt x="3021" y="3203"/>
                  <a:pt x="2923" y="3245"/>
                  <a:pt x="2889" y="3262"/>
                </a:cubicBezTo>
                <a:cubicBezTo>
                  <a:pt x="2863" y="3275"/>
                  <a:pt x="2803" y="3296"/>
                  <a:pt x="2805" y="3296"/>
                </a:cubicBezTo>
                <a:cubicBezTo>
                  <a:pt x="2806" y="3296"/>
                  <a:pt x="2822" y="3291"/>
                  <a:pt x="2866" y="3277"/>
                </a:cubicBezTo>
                <a:lnTo>
                  <a:pt x="2866" y="3277"/>
                </a:lnTo>
                <a:cubicBezTo>
                  <a:pt x="2823" y="3292"/>
                  <a:pt x="2783" y="3309"/>
                  <a:pt x="2741" y="3323"/>
                </a:cubicBezTo>
                <a:cubicBezTo>
                  <a:pt x="2642" y="3355"/>
                  <a:pt x="2541" y="3376"/>
                  <a:pt x="2438" y="3395"/>
                </a:cubicBezTo>
                <a:cubicBezTo>
                  <a:pt x="2437" y="3395"/>
                  <a:pt x="2437" y="3395"/>
                  <a:pt x="2437" y="3395"/>
                </a:cubicBezTo>
                <a:lnTo>
                  <a:pt x="2437" y="3395"/>
                </a:lnTo>
                <a:cubicBezTo>
                  <a:pt x="2416" y="3397"/>
                  <a:pt x="2395" y="3400"/>
                  <a:pt x="2375" y="3401"/>
                </a:cubicBezTo>
                <a:cubicBezTo>
                  <a:pt x="2330" y="3403"/>
                  <a:pt x="2284" y="3406"/>
                  <a:pt x="2240" y="3406"/>
                </a:cubicBezTo>
                <a:cubicBezTo>
                  <a:pt x="2226" y="3406"/>
                  <a:pt x="2211" y="3406"/>
                  <a:pt x="2197" y="3406"/>
                </a:cubicBezTo>
                <a:cubicBezTo>
                  <a:pt x="2163" y="3406"/>
                  <a:pt x="2129" y="3405"/>
                  <a:pt x="2094" y="3403"/>
                </a:cubicBezTo>
                <a:cubicBezTo>
                  <a:pt x="2081" y="3402"/>
                  <a:pt x="2067" y="3400"/>
                  <a:pt x="2054" y="3398"/>
                </a:cubicBezTo>
                <a:lnTo>
                  <a:pt x="2054" y="3398"/>
                </a:lnTo>
                <a:cubicBezTo>
                  <a:pt x="1975" y="3376"/>
                  <a:pt x="1893" y="3365"/>
                  <a:pt x="1814" y="3340"/>
                </a:cubicBezTo>
                <a:cubicBezTo>
                  <a:pt x="1797" y="3334"/>
                  <a:pt x="1778" y="3326"/>
                  <a:pt x="1762" y="3321"/>
                </a:cubicBezTo>
                <a:cubicBezTo>
                  <a:pt x="1752" y="3318"/>
                  <a:pt x="1745" y="3316"/>
                  <a:pt x="1740" y="3315"/>
                </a:cubicBezTo>
                <a:lnTo>
                  <a:pt x="1740" y="3315"/>
                </a:lnTo>
                <a:cubicBezTo>
                  <a:pt x="1716" y="3301"/>
                  <a:pt x="1691" y="3283"/>
                  <a:pt x="1679" y="3277"/>
                </a:cubicBezTo>
                <a:cubicBezTo>
                  <a:pt x="1648" y="3258"/>
                  <a:pt x="1616" y="3241"/>
                  <a:pt x="1587" y="3220"/>
                </a:cubicBezTo>
                <a:cubicBezTo>
                  <a:pt x="1572" y="3210"/>
                  <a:pt x="1557" y="3199"/>
                  <a:pt x="1543" y="3191"/>
                </a:cubicBezTo>
                <a:cubicBezTo>
                  <a:pt x="1525" y="3180"/>
                  <a:pt x="1519" y="3175"/>
                  <a:pt x="1519" y="3175"/>
                </a:cubicBezTo>
                <a:lnTo>
                  <a:pt x="1519" y="3175"/>
                </a:lnTo>
                <a:cubicBezTo>
                  <a:pt x="1518" y="3175"/>
                  <a:pt x="1582" y="3218"/>
                  <a:pt x="1580" y="3218"/>
                </a:cubicBezTo>
                <a:cubicBezTo>
                  <a:pt x="1580" y="3218"/>
                  <a:pt x="1579" y="3218"/>
                  <a:pt x="1578" y="3218"/>
                </a:cubicBezTo>
                <a:cubicBezTo>
                  <a:pt x="1542" y="3218"/>
                  <a:pt x="1420" y="3070"/>
                  <a:pt x="1399" y="3045"/>
                </a:cubicBezTo>
                <a:cubicBezTo>
                  <a:pt x="1384" y="3030"/>
                  <a:pt x="1353" y="2977"/>
                  <a:pt x="1351" y="2977"/>
                </a:cubicBezTo>
                <a:lnTo>
                  <a:pt x="1351" y="2977"/>
                </a:lnTo>
                <a:cubicBezTo>
                  <a:pt x="1350" y="2977"/>
                  <a:pt x="1354" y="2985"/>
                  <a:pt x="1363" y="3005"/>
                </a:cubicBezTo>
                <a:cubicBezTo>
                  <a:pt x="1372" y="3025"/>
                  <a:pt x="1375" y="3032"/>
                  <a:pt x="1374" y="3032"/>
                </a:cubicBezTo>
                <a:cubicBezTo>
                  <a:pt x="1372" y="3032"/>
                  <a:pt x="1335" y="2962"/>
                  <a:pt x="1326" y="2946"/>
                </a:cubicBezTo>
                <a:cubicBezTo>
                  <a:pt x="1285" y="2881"/>
                  <a:pt x="1252" y="2814"/>
                  <a:pt x="1215" y="2746"/>
                </a:cubicBezTo>
                <a:lnTo>
                  <a:pt x="1215" y="2746"/>
                </a:lnTo>
                <a:cubicBezTo>
                  <a:pt x="1214" y="2743"/>
                  <a:pt x="1213" y="2740"/>
                  <a:pt x="1212" y="2736"/>
                </a:cubicBezTo>
                <a:cubicBezTo>
                  <a:pt x="1199" y="2702"/>
                  <a:pt x="1187" y="2668"/>
                  <a:pt x="1176" y="2635"/>
                </a:cubicBezTo>
                <a:cubicBezTo>
                  <a:pt x="1153" y="2559"/>
                  <a:pt x="1132" y="2481"/>
                  <a:pt x="1119" y="2403"/>
                </a:cubicBezTo>
                <a:cubicBezTo>
                  <a:pt x="1119" y="2401"/>
                  <a:pt x="1118" y="2399"/>
                  <a:pt x="1118" y="2397"/>
                </a:cubicBezTo>
                <a:lnTo>
                  <a:pt x="1118" y="2397"/>
                </a:lnTo>
                <a:cubicBezTo>
                  <a:pt x="1122" y="2365"/>
                  <a:pt x="1108" y="2315"/>
                  <a:pt x="1106" y="2283"/>
                </a:cubicBezTo>
                <a:cubicBezTo>
                  <a:pt x="1102" y="2203"/>
                  <a:pt x="1102" y="2123"/>
                  <a:pt x="1106" y="2043"/>
                </a:cubicBezTo>
                <a:cubicBezTo>
                  <a:pt x="1107" y="2033"/>
                  <a:pt x="1110" y="2004"/>
                  <a:pt x="1113" y="1978"/>
                </a:cubicBezTo>
                <a:lnTo>
                  <a:pt x="1113" y="1978"/>
                </a:lnTo>
                <a:cubicBezTo>
                  <a:pt x="1117" y="1953"/>
                  <a:pt x="1123" y="1911"/>
                  <a:pt x="1125" y="1899"/>
                </a:cubicBezTo>
                <a:cubicBezTo>
                  <a:pt x="1144" y="1813"/>
                  <a:pt x="1170" y="1731"/>
                  <a:pt x="1197" y="1647"/>
                </a:cubicBezTo>
                <a:cubicBezTo>
                  <a:pt x="1199" y="1642"/>
                  <a:pt x="1200" y="1637"/>
                  <a:pt x="1201" y="1634"/>
                </a:cubicBezTo>
                <a:lnTo>
                  <a:pt x="1201" y="1634"/>
                </a:lnTo>
                <a:cubicBezTo>
                  <a:pt x="1203" y="1630"/>
                  <a:pt x="1205" y="1626"/>
                  <a:pt x="1208" y="1621"/>
                </a:cubicBezTo>
                <a:cubicBezTo>
                  <a:pt x="1227" y="1583"/>
                  <a:pt x="1246" y="1543"/>
                  <a:pt x="1269" y="1507"/>
                </a:cubicBezTo>
                <a:cubicBezTo>
                  <a:pt x="1290" y="1470"/>
                  <a:pt x="1313" y="1434"/>
                  <a:pt x="1338" y="1398"/>
                </a:cubicBezTo>
                <a:cubicBezTo>
                  <a:pt x="1341" y="1394"/>
                  <a:pt x="1344" y="1390"/>
                  <a:pt x="1346" y="1386"/>
                </a:cubicBezTo>
                <a:lnTo>
                  <a:pt x="1346" y="1386"/>
                </a:lnTo>
                <a:cubicBezTo>
                  <a:pt x="1346" y="1386"/>
                  <a:pt x="1346" y="1386"/>
                  <a:pt x="1347" y="1385"/>
                </a:cubicBezTo>
                <a:cubicBezTo>
                  <a:pt x="1399" y="1329"/>
                  <a:pt x="1454" y="1275"/>
                  <a:pt x="1511" y="1223"/>
                </a:cubicBezTo>
                <a:lnTo>
                  <a:pt x="1511" y="1223"/>
                </a:lnTo>
                <a:cubicBezTo>
                  <a:pt x="1524" y="1213"/>
                  <a:pt x="1537" y="1203"/>
                  <a:pt x="1551" y="1194"/>
                </a:cubicBezTo>
                <a:cubicBezTo>
                  <a:pt x="1589" y="1170"/>
                  <a:pt x="1627" y="1147"/>
                  <a:pt x="1667" y="1126"/>
                </a:cubicBezTo>
                <a:cubicBezTo>
                  <a:pt x="1682" y="1119"/>
                  <a:pt x="1697" y="1111"/>
                  <a:pt x="1712" y="1103"/>
                </a:cubicBezTo>
                <a:lnTo>
                  <a:pt x="1712" y="1103"/>
                </a:lnTo>
                <a:cubicBezTo>
                  <a:pt x="1755" y="1090"/>
                  <a:pt x="1797" y="1075"/>
                  <a:pt x="1840" y="1063"/>
                </a:cubicBezTo>
                <a:cubicBezTo>
                  <a:pt x="1884" y="1050"/>
                  <a:pt x="1928" y="1042"/>
                  <a:pt x="1970" y="1031"/>
                </a:cubicBezTo>
                <a:cubicBezTo>
                  <a:pt x="1976" y="1030"/>
                  <a:pt x="1983" y="1028"/>
                  <a:pt x="1990" y="1026"/>
                </a:cubicBezTo>
                <a:lnTo>
                  <a:pt x="1990" y="1026"/>
                </a:lnTo>
                <a:cubicBezTo>
                  <a:pt x="2008" y="1025"/>
                  <a:pt x="2026" y="1024"/>
                  <a:pt x="2042" y="1023"/>
                </a:cubicBezTo>
                <a:cubicBezTo>
                  <a:pt x="2063" y="1021"/>
                  <a:pt x="2083" y="1018"/>
                  <a:pt x="2104" y="1015"/>
                </a:cubicBezTo>
                <a:lnTo>
                  <a:pt x="2104" y="1015"/>
                </a:lnTo>
                <a:cubicBezTo>
                  <a:pt x="2127" y="1013"/>
                  <a:pt x="2151" y="1010"/>
                  <a:pt x="2175" y="1006"/>
                </a:cubicBezTo>
                <a:cubicBezTo>
                  <a:pt x="2200" y="1002"/>
                  <a:pt x="2223" y="998"/>
                  <a:pt x="2248" y="996"/>
                </a:cubicBezTo>
                <a:lnTo>
                  <a:pt x="2248" y="996"/>
                </a:lnTo>
                <a:cubicBezTo>
                  <a:pt x="2202" y="1002"/>
                  <a:pt x="2186" y="1004"/>
                  <a:pt x="2186" y="1004"/>
                </a:cubicBezTo>
                <a:cubicBezTo>
                  <a:pt x="2187" y="1004"/>
                  <a:pt x="2227" y="999"/>
                  <a:pt x="2246" y="998"/>
                </a:cubicBezTo>
                <a:cubicBezTo>
                  <a:pt x="2293" y="996"/>
                  <a:pt x="2341" y="991"/>
                  <a:pt x="2387" y="989"/>
                </a:cubicBezTo>
                <a:close/>
                <a:moveTo>
                  <a:pt x="2431" y="0"/>
                </a:moveTo>
                <a:cubicBezTo>
                  <a:pt x="2283" y="0"/>
                  <a:pt x="2134" y="12"/>
                  <a:pt x="1987" y="33"/>
                </a:cubicBezTo>
                <a:lnTo>
                  <a:pt x="1987" y="33"/>
                </a:lnTo>
                <a:cubicBezTo>
                  <a:pt x="1519" y="79"/>
                  <a:pt x="1082" y="246"/>
                  <a:pt x="738" y="578"/>
                </a:cubicBezTo>
                <a:cubicBezTo>
                  <a:pt x="443" y="863"/>
                  <a:pt x="236" y="1259"/>
                  <a:pt x="158" y="1661"/>
                </a:cubicBezTo>
                <a:cubicBezTo>
                  <a:pt x="0" y="2477"/>
                  <a:pt x="228" y="3403"/>
                  <a:pt x="896" y="3941"/>
                </a:cubicBezTo>
                <a:cubicBezTo>
                  <a:pt x="1283" y="4251"/>
                  <a:pt x="1777" y="4404"/>
                  <a:pt x="2272" y="4404"/>
                </a:cubicBezTo>
                <a:cubicBezTo>
                  <a:pt x="2762" y="4404"/>
                  <a:pt x="3253" y="4255"/>
                  <a:pt x="3645" y="3962"/>
                </a:cubicBezTo>
                <a:cubicBezTo>
                  <a:pt x="4395" y="3401"/>
                  <a:pt x="4700" y="2409"/>
                  <a:pt x="4443" y="1512"/>
                </a:cubicBezTo>
                <a:cubicBezTo>
                  <a:pt x="4302" y="1025"/>
                  <a:pt x="4003" y="604"/>
                  <a:pt x="3582" y="321"/>
                </a:cubicBezTo>
                <a:cubicBezTo>
                  <a:pt x="3236" y="89"/>
                  <a:pt x="2836" y="0"/>
                  <a:pt x="243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19" name="Google Shape;10119;p24"/>
          <p:cNvSpPr/>
          <p:nvPr/>
        </p:nvSpPr>
        <p:spPr>
          <a:xfrm>
            <a:off x="6518075" y="833200"/>
            <a:ext cx="176025" cy="165050"/>
          </a:xfrm>
          <a:custGeom>
            <a:rect b="b" l="l" r="r" t="t"/>
            <a:pathLst>
              <a:path extrusionOk="0" h="6602" w="7041">
                <a:moveTo>
                  <a:pt x="4935" y="1378"/>
                </a:moveTo>
                <a:cubicBezTo>
                  <a:pt x="4939" y="1380"/>
                  <a:pt x="4948" y="1387"/>
                  <a:pt x="4965" y="1400"/>
                </a:cubicBezTo>
                <a:cubicBezTo>
                  <a:pt x="4955" y="1392"/>
                  <a:pt x="4945" y="1385"/>
                  <a:pt x="4935" y="1378"/>
                </a:cubicBezTo>
                <a:close/>
                <a:moveTo>
                  <a:pt x="1630" y="1762"/>
                </a:moveTo>
                <a:lnTo>
                  <a:pt x="1630" y="1762"/>
                </a:lnTo>
                <a:cubicBezTo>
                  <a:pt x="1621" y="1773"/>
                  <a:pt x="1618" y="1778"/>
                  <a:pt x="1618" y="1778"/>
                </a:cubicBezTo>
                <a:cubicBezTo>
                  <a:pt x="1618" y="1778"/>
                  <a:pt x="1623" y="1771"/>
                  <a:pt x="1630" y="1762"/>
                </a:cubicBezTo>
                <a:close/>
                <a:moveTo>
                  <a:pt x="3639" y="986"/>
                </a:moveTo>
                <a:cubicBezTo>
                  <a:pt x="4036" y="986"/>
                  <a:pt x="4418" y="1072"/>
                  <a:pt x="4734" y="1250"/>
                </a:cubicBezTo>
                <a:cubicBezTo>
                  <a:pt x="4786" y="1280"/>
                  <a:pt x="4839" y="1313"/>
                  <a:pt x="4890" y="1347"/>
                </a:cubicBezTo>
                <a:cubicBezTo>
                  <a:pt x="4906" y="1357"/>
                  <a:pt x="4921" y="1367"/>
                  <a:pt x="4935" y="1378"/>
                </a:cubicBezTo>
                <a:lnTo>
                  <a:pt x="4935" y="1378"/>
                </a:lnTo>
                <a:cubicBezTo>
                  <a:pt x="4934" y="1377"/>
                  <a:pt x="4933" y="1376"/>
                  <a:pt x="4933" y="1376"/>
                </a:cubicBezTo>
                <a:lnTo>
                  <a:pt x="4933" y="1376"/>
                </a:lnTo>
                <a:cubicBezTo>
                  <a:pt x="4934" y="1376"/>
                  <a:pt x="4964" y="1397"/>
                  <a:pt x="4972" y="1404"/>
                </a:cubicBezTo>
                <a:cubicBezTo>
                  <a:pt x="5081" y="1495"/>
                  <a:pt x="5182" y="1594"/>
                  <a:pt x="5275" y="1701"/>
                </a:cubicBezTo>
                <a:cubicBezTo>
                  <a:pt x="5296" y="1724"/>
                  <a:pt x="5315" y="1747"/>
                  <a:pt x="5332" y="1771"/>
                </a:cubicBezTo>
                <a:cubicBezTo>
                  <a:pt x="5336" y="1776"/>
                  <a:pt x="5339" y="1780"/>
                  <a:pt x="5342" y="1782"/>
                </a:cubicBezTo>
                <a:lnTo>
                  <a:pt x="5342" y="1782"/>
                </a:lnTo>
                <a:cubicBezTo>
                  <a:pt x="5378" y="1835"/>
                  <a:pt x="5414" y="1889"/>
                  <a:pt x="5446" y="1943"/>
                </a:cubicBezTo>
                <a:cubicBezTo>
                  <a:pt x="5477" y="1994"/>
                  <a:pt x="5507" y="2045"/>
                  <a:pt x="5534" y="2097"/>
                </a:cubicBezTo>
                <a:cubicBezTo>
                  <a:pt x="5548" y="2126"/>
                  <a:pt x="5603" y="2244"/>
                  <a:pt x="5604" y="2244"/>
                </a:cubicBezTo>
                <a:cubicBezTo>
                  <a:pt x="5605" y="2244"/>
                  <a:pt x="5604" y="2244"/>
                  <a:pt x="5604" y="2242"/>
                </a:cubicBezTo>
                <a:lnTo>
                  <a:pt x="5604" y="2242"/>
                </a:lnTo>
                <a:cubicBezTo>
                  <a:pt x="5646" y="2347"/>
                  <a:pt x="5682" y="2454"/>
                  <a:pt x="5711" y="2561"/>
                </a:cubicBezTo>
                <a:cubicBezTo>
                  <a:pt x="5726" y="2620"/>
                  <a:pt x="5741" y="2679"/>
                  <a:pt x="5751" y="2738"/>
                </a:cubicBezTo>
                <a:cubicBezTo>
                  <a:pt x="5756" y="2758"/>
                  <a:pt x="5778" y="2901"/>
                  <a:pt x="5781" y="2901"/>
                </a:cubicBezTo>
                <a:cubicBezTo>
                  <a:pt x="5781" y="2901"/>
                  <a:pt x="5781" y="2892"/>
                  <a:pt x="5779" y="2872"/>
                </a:cubicBezTo>
                <a:lnTo>
                  <a:pt x="5779" y="2872"/>
                </a:lnTo>
                <a:cubicBezTo>
                  <a:pt x="5793" y="2999"/>
                  <a:pt x="5800" y="3127"/>
                  <a:pt x="5800" y="3256"/>
                </a:cubicBezTo>
                <a:cubicBezTo>
                  <a:pt x="5798" y="3323"/>
                  <a:pt x="5796" y="3393"/>
                  <a:pt x="5791" y="3460"/>
                </a:cubicBezTo>
                <a:cubicBezTo>
                  <a:pt x="5787" y="3518"/>
                  <a:pt x="5781" y="3572"/>
                  <a:pt x="5780" y="3582"/>
                </a:cubicBezTo>
                <a:lnTo>
                  <a:pt x="5780" y="3582"/>
                </a:lnTo>
                <a:cubicBezTo>
                  <a:pt x="5759" y="3706"/>
                  <a:pt x="5734" y="3831"/>
                  <a:pt x="5699" y="3953"/>
                </a:cubicBezTo>
                <a:cubicBezTo>
                  <a:pt x="5682" y="4012"/>
                  <a:pt x="5663" y="4069"/>
                  <a:pt x="5642" y="4126"/>
                </a:cubicBezTo>
                <a:cubicBezTo>
                  <a:pt x="5631" y="4155"/>
                  <a:pt x="5621" y="4183"/>
                  <a:pt x="5610" y="4212"/>
                </a:cubicBezTo>
                <a:cubicBezTo>
                  <a:pt x="5606" y="4223"/>
                  <a:pt x="5602" y="4232"/>
                  <a:pt x="5600" y="4238"/>
                </a:cubicBezTo>
                <a:lnTo>
                  <a:pt x="5600" y="4238"/>
                </a:lnTo>
                <a:cubicBezTo>
                  <a:pt x="5597" y="4244"/>
                  <a:pt x="5593" y="4252"/>
                  <a:pt x="5589" y="4261"/>
                </a:cubicBezTo>
                <a:cubicBezTo>
                  <a:pt x="5534" y="4370"/>
                  <a:pt x="5477" y="4478"/>
                  <a:pt x="5412" y="4581"/>
                </a:cubicBezTo>
                <a:cubicBezTo>
                  <a:pt x="5311" y="4737"/>
                  <a:pt x="5324" y="4720"/>
                  <a:pt x="5189" y="4863"/>
                </a:cubicBezTo>
                <a:cubicBezTo>
                  <a:pt x="4814" y="5261"/>
                  <a:pt x="4355" y="5476"/>
                  <a:pt x="3756" y="5573"/>
                </a:cubicBezTo>
                <a:cubicBezTo>
                  <a:pt x="3620" y="5595"/>
                  <a:pt x="3482" y="5605"/>
                  <a:pt x="3344" y="5605"/>
                </a:cubicBezTo>
                <a:cubicBezTo>
                  <a:pt x="2954" y="5605"/>
                  <a:pt x="2572" y="5519"/>
                  <a:pt x="2265" y="5346"/>
                </a:cubicBezTo>
                <a:cubicBezTo>
                  <a:pt x="2214" y="5316"/>
                  <a:pt x="2164" y="5285"/>
                  <a:pt x="2113" y="5253"/>
                </a:cubicBezTo>
                <a:cubicBezTo>
                  <a:pt x="2098" y="5243"/>
                  <a:pt x="2015" y="5180"/>
                  <a:pt x="2013" y="5180"/>
                </a:cubicBezTo>
                <a:lnTo>
                  <a:pt x="2013" y="5180"/>
                </a:lnTo>
                <a:cubicBezTo>
                  <a:pt x="2013" y="5180"/>
                  <a:pt x="2019" y="5186"/>
                  <a:pt x="2037" y="5200"/>
                </a:cubicBezTo>
                <a:cubicBezTo>
                  <a:pt x="1930" y="5114"/>
                  <a:pt x="1831" y="5019"/>
                  <a:pt x="1740" y="4916"/>
                </a:cubicBezTo>
                <a:cubicBezTo>
                  <a:pt x="1728" y="4902"/>
                  <a:pt x="1675" y="4837"/>
                  <a:pt x="1657" y="4816"/>
                </a:cubicBezTo>
                <a:lnTo>
                  <a:pt x="1657" y="4816"/>
                </a:lnTo>
                <a:cubicBezTo>
                  <a:pt x="1647" y="4801"/>
                  <a:pt x="1584" y="4711"/>
                  <a:pt x="1570" y="4688"/>
                </a:cubicBezTo>
                <a:cubicBezTo>
                  <a:pt x="1500" y="4579"/>
                  <a:pt x="1439" y="4465"/>
                  <a:pt x="1382" y="4347"/>
                </a:cubicBezTo>
                <a:cubicBezTo>
                  <a:pt x="1372" y="4327"/>
                  <a:pt x="1369" y="4322"/>
                  <a:pt x="1368" y="4322"/>
                </a:cubicBezTo>
                <a:lnTo>
                  <a:pt x="1368" y="4322"/>
                </a:lnTo>
                <a:cubicBezTo>
                  <a:pt x="1368" y="4322"/>
                  <a:pt x="1368" y="4322"/>
                  <a:pt x="1368" y="4322"/>
                </a:cubicBezTo>
                <a:lnTo>
                  <a:pt x="1368" y="4322"/>
                </a:lnTo>
                <a:cubicBezTo>
                  <a:pt x="1366" y="4315"/>
                  <a:pt x="1360" y="4299"/>
                  <a:pt x="1348" y="4265"/>
                </a:cubicBezTo>
                <a:cubicBezTo>
                  <a:pt x="1329" y="4210"/>
                  <a:pt x="1308" y="4155"/>
                  <a:pt x="1291" y="4101"/>
                </a:cubicBezTo>
                <a:cubicBezTo>
                  <a:pt x="1251" y="3974"/>
                  <a:pt x="1220" y="3848"/>
                  <a:pt x="1197" y="3717"/>
                </a:cubicBezTo>
                <a:cubicBezTo>
                  <a:pt x="1192" y="3696"/>
                  <a:pt x="1179" y="3596"/>
                  <a:pt x="1178" y="3596"/>
                </a:cubicBezTo>
                <a:lnTo>
                  <a:pt x="1178" y="3596"/>
                </a:lnTo>
                <a:cubicBezTo>
                  <a:pt x="1178" y="3596"/>
                  <a:pt x="1179" y="3606"/>
                  <a:pt x="1182" y="3633"/>
                </a:cubicBezTo>
                <a:cubicBezTo>
                  <a:pt x="1173" y="3568"/>
                  <a:pt x="1167" y="3502"/>
                  <a:pt x="1165" y="3437"/>
                </a:cubicBezTo>
                <a:cubicBezTo>
                  <a:pt x="1157" y="3304"/>
                  <a:pt x="1157" y="3174"/>
                  <a:pt x="1165" y="3041"/>
                </a:cubicBezTo>
                <a:cubicBezTo>
                  <a:pt x="1167" y="3011"/>
                  <a:pt x="1179" y="2898"/>
                  <a:pt x="1181" y="2870"/>
                </a:cubicBezTo>
                <a:lnTo>
                  <a:pt x="1181" y="2870"/>
                </a:lnTo>
                <a:cubicBezTo>
                  <a:pt x="1186" y="2847"/>
                  <a:pt x="1203" y="2750"/>
                  <a:pt x="1209" y="2721"/>
                </a:cubicBezTo>
                <a:cubicBezTo>
                  <a:pt x="1239" y="2580"/>
                  <a:pt x="1281" y="2443"/>
                  <a:pt x="1327" y="2306"/>
                </a:cubicBezTo>
                <a:cubicBezTo>
                  <a:pt x="1342" y="2262"/>
                  <a:pt x="1345" y="2248"/>
                  <a:pt x="1346" y="2244"/>
                </a:cubicBezTo>
                <a:lnTo>
                  <a:pt x="1346" y="2244"/>
                </a:lnTo>
                <a:cubicBezTo>
                  <a:pt x="1348" y="2241"/>
                  <a:pt x="1355" y="2229"/>
                  <a:pt x="1376" y="2188"/>
                </a:cubicBezTo>
                <a:cubicBezTo>
                  <a:pt x="1407" y="2125"/>
                  <a:pt x="1439" y="2059"/>
                  <a:pt x="1475" y="1998"/>
                </a:cubicBezTo>
                <a:cubicBezTo>
                  <a:pt x="1511" y="1937"/>
                  <a:pt x="1551" y="1878"/>
                  <a:pt x="1588" y="1819"/>
                </a:cubicBezTo>
                <a:cubicBezTo>
                  <a:pt x="1603" y="1799"/>
                  <a:pt x="1618" y="1779"/>
                  <a:pt x="1632" y="1759"/>
                </a:cubicBezTo>
                <a:lnTo>
                  <a:pt x="1632" y="1759"/>
                </a:lnTo>
                <a:cubicBezTo>
                  <a:pt x="1639" y="1751"/>
                  <a:pt x="1646" y="1741"/>
                  <a:pt x="1654" y="1733"/>
                </a:cubicBezTo>
                <a:cubicBezTo>
                  <a:pt x="1744" y="1632"/>
                  <a:pt x="1839" y="1535"/>
                  <a:pt x="1945" y="1446"/>
                </a:cubicBezTo>
                <a:cubicBezTo>
                  <a:pt x="1949" y="1443"/>
                  <a:pt x="1952" y="1440"/>
                  <a:pt x="1955" y="1437"/>
                </a:cubicBezTo>
                <a:lnTo>
                  <a:pt x="1955" y="1437"/>
                </a:lnTo>
                <a:cubicBezTo>
                  <a:pt x="1958" y="1435"/>
                  <a:pt x="1960" y="1434"/>
                  <a:pt x="1963" y="1431"/>
                </a:cubicBezTo>
                <a:cubicBezTo>
                  <a:pt x="1993" y="1410"/>
                  <a:pt x="2022" y="1389"/>
                  <a:pt x="2054" y="1370"/>
                </a:cubicBezTo>
                <a:cubicBezTo>
                  <a:pt x="2115" y="1328"/>
                  <a:pt x="2180" y="1292"/>
                  <a:pt x="2246" y="1257"/>
                </a:cubicBezTo>
                <a:cubicBezTo>
                  <a:pt x="2372" y="1191"/>
                  <a:pt x="2412" y="1174"/>
                  <a:pt x="2604" y="1120"/>
                </a:cubicBezTo>
                <a:cubicBezTo>
                  <a:pt x="2802" y="1065"/>
                  <a:pt x="2859" y="1059"/>
                  <a:pt x="3023" y="1044"/>
                </a:cubicBezTo>
                <a:cubicBezTo>
                  <a:pt x="3046" y="1042"/>
                  <a:pt x="3069" y="1039"/>
                  <a:pt x="3092" y="1035"/>
                </a:cubicBezTo>
                <a:lnTo>
                  <a:pt x="3092" y="1035"/>
                </a:lnTo>
                <a:cubicBezTo>
                  <a:pt x="3113" y="1033"/>
                  <a:pt x="3134" y="1031"/>
                  <a:pt x="3156" y="1027"/>
                </a:cubicBezTo>
                <a:cubicBezTo>
                  <a:pt x="3317" y="1000"/>
                  <a:pt x="3479" y="986"/>
                  <a:pt x="3639" y="986"/>
                </a:cubicBezTo>
                <a:close/>
                <a:moveTo>
                  <a:pt x="3656" y="0"/>
                </a:moveTo>
                <a:cubicBezTo>
                  <a:pt x="3424" y="0"/>
                  <a:pt x="3191" y="20"/>
                  <a:pt x="2962" y="55"/>
                </a:cubicBezTo>
                <a:lnTo>
                  <a:pt x="2962" y="55"/>
                </a:lnTo>
                <a:cubicBezTo>
                  <a:pt x="1592" y="189"/>
                  <a:pt x="506" y="1128"/>
                  <a:pt x="238" y="2500"/>
                </a:cubicBezTo>
                <a:cubicBezTo>
                  <a:pt x="0" y="3730"/>
                  <a:pt x="360" y="5131"/>
                  <a:pt x="1367" y="5933"/>
                </a:cubicBezTo>
                <a:cubicBezTo>
                  <a:pt x="1934" y="6385"/>
                  <a:pt x="2656" y="6602"/>
                  <a:pt x="3382" y="6602"/>
                </a:cubicBezTo>
                <a:cubicBezTo>
                  <a:pt x="4138" y="6602"/>
                  <a:pt x="4898" y="6367"/>
                  <a:pt x="5494" y="5917"/>
                </a:cubicBezTo>
                <a:cubicBezTo>
                  <a:pt x="6607" y="5078"/>
                  <a:pt x="7041" y="3580"/>
                  <a:pt x="6659" y="2253"/>
                </a:cubicBezTo>
                <a:cubicBezTo>
                  <a:pt x="6453" y="1537"/>
                  <a:pt x="6015" y="905"/>
                  <a:pt x="5393" y="488"/>
                </a:cubicBezTo>
                <a:cubicBezTo>
                  <a:pt x="4872" y="137"/>
                  <a:pt x="4267" y="0"/>
                  <a:pt x="365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120" name="Google Shape;10120;p24"/>
          <p:cNvGrpSpPr/>
          <p:nvPr/>
        </p:nvGrpSpPr>
        <p:grpSpPr>
          <a:xfrm rot="6300357">
            <a:off x="7074685" y="581435"/>
            <a:ext cx="707993" cy="442801"/>
            <a:chOff x="1445125" y="3867675"/>
            <a:chExt cx="803300" cy="502950"/>
          </a:xfrm>
        </p:grpSpPr>
        <p:sp>
          <p:nvSpPr>
            <p:cNvPr id="10121" name="Google Shape;10121;p24"/>
            <p:cNvSpPr/>
            <p:nvPr/>
          </p:nvSpPr>
          <p:spPr>
            <a:xfrm>
              <a:off x="1445125" y="3867675"/>
              <a:ext cx="535450" cy="502950"/>
            </a:xfrm>
            <a:custGeom>
              <a:rect b="b" l="l" r="r" t="t"/>
              <a:pathLst>
                <a:path extrusionOk="0" h="20118" w="21418">
                  <a:moveTo>
                    <a:pt x="5846" y="993"/>
                  </a:moveTo>
                  <a:cubicBezTo>
                    <a:pt x="6726" y="993"/>
                    <a:pt x="7300" y="1814"/>
                    <a:pt x="7545" y="2688"/>
                  </a:cubicBezTo>
                  <a:cubicBezTo>
                    <a:pt x="7686" y="3200"/>
                    <a:pt x="7749" y="3726"/>
                    <a:pt x="7770" y="4255"/>
                  </a:cubicBezTo>
                  <a:cubicBezTo>
                    <a:pt x="7787" y="4700"/>
                    <a:pt x="7676" y="5216"/>
                    <a:pt x="7812" y="5641"/>
                  </a:cubicBezTo>
                  <a:cubicBezTo>
                    <a:pt x="8017" y="6280"/>
                    <a:pt x="8790" y="6621"/>
                    <a:pt x="9352" y="6861"/>
                  </a:cubicBezTo>
                  <a:cubicBezTo>
                    <a:pt x="10899" y="7523"/>
                    <a:pt x="12588" y="7895"/>
                    <a:pt x="14238" y="8195"/>
                  </a:cubicBezTo>
                  <a:cubicBezTo>
                    <a:pt x="14279" y="8202"/>
                    <a:pt x="14320" y="8206"/>
                    <a:pt x="14360" y="8206"/>
                  </a:cubicBezTo>
                  <a:cubicBezTo>
                    <a:pt x="14538" y="8206"/>
                    <a:pt x="14697" y="8128"/>
                    <a:pt x="14800" y="7965"/>
                  </a:cubicBezTo>
                  <a:cubicBezTo>
                    <a:pt x="15658" y="6602"/>
                    <a:pt x="16673" y="5266"/>
                    <a:pt x="17868" y="4181"/>
                  </a:cubicBezTo>
                  <a:cubicBezTo>
                    <a:pt x="18246" y="3837"/>
                    <a:pt x="19055" y="3130"/>
                    <a:pt x="19662" y="3130"/>
                  </a:cubicBezTo>
                  <a:cubicBezTo>
                    <a:pt x="19761" y="3130"/>
                    <a:pt x="19855" y="3149"/>
                    <a:pt x="19941" y="3191"/>
                  </a:cubicBezTo>
                  <a:cubicBezTo>
                    <a:pt x="19972" y="3206"/>
                    <a:pt x="20042" y="3282"/>
                    <a:pt x="20078" y="3334"/>
                  </a:cubicBezTo>
                  <a:cubicBezTo>
                    <a:pt x="20170" y="3474"/>
                    <a:pt x="20200" y="3554"/>
                    <a:pt x="20244" y="3703"/>
                  </a:cubicBezTo>
                  <a:cubicBezTo>
                    <a:pt x="20356" y="4074"/>
                    <a:pt x="20385" y="4459"/>
                    <a:pt x="20391" y="4845"/>
                  </a:cubicBezTo>
                  <a:cubicBezTo>
                    <a:pt x="20434" y="7253"/>
                    <a:pt x="19715" y="9724"/>
                    <a:pt x="18959" y="11987"/>
                  </a:cubicBezTo>
                  <a:cubicBezTo>
                    <a:pt x="18546" y="13223"/>
                    <a:pt x="18074" y="14443"/>
                    <a:pt x="17505" y="15619"/>
                  </a:cubicBezTo>
                  <a:cubicBezTo>
                    <a:pt x="16974" y="16720"/>
                    <a:pt x="16385" y="17795"/>
                    <a:pt x="15472" y="18631"/>
                  </a:cubicBezTo>
                  <a:cubicBezTo>
                    <a:pt x="15279" y="18808"/>
                    <a:pt x="15055" y="19008"/>
                    <a:pt x="14800" y="19090"/>
                  </a:cubicBezTo>
                  <a:cubicBezTo>
                    <a:pt x="14731" y="19114"/>
                    <a:pt x="14679" y="19127"/>
                    <a:pt x="14633" y="19127"/>
                  </a:cubicBezTo>
                  <a:cubicBezTo>
                    <a:pt x="14584" y="19127"/>
                    <a:pt x="14541" y="19112"/>
                    <a:pt x="14491" y="19078"/>
                  </a:cubicBezTo>
                  <a:cubicBezTo>
                    <a:pt x="14179" y="18859"/>
                    <a:pt x="14040" y="18279"/>
                    <a:pt x="13943" y="17913"/>
                  </a:cubicBezTo>
                  <a:cubicBezTo>
                    <a:pt x="13496" y="16204"/>
                    <a:pt x="13420" y="14392"/>
                    <a:pt x="13231" y="12644"/>
                  </a:cubicBezTo>
                  <a:cubicBezTo>
                    <a:pt x="13231" y="12642"/>
                    <a:pt x="13231" y="12641"/>
                    <a:pt x="13230" y="12640"/>
                  </a:cubicBezTo>
                  <a:lnTo>
                    <a:pt x="13230" y="12640"/>
                  </a:lnTo>
                  <a:cubicBezTo>
                    <a:pt x="13241" y="12479"/>
                    <a:pt x="13172" y="12316"/>
                    <a:pt x="12984" y="12214"/>
                  </a:cubicBezTo>
                  <a:cubicBezTo>
                    <a:pt x="12340" y="11860"/>
                    <a:pt x="11598" y="11675"/>
                    <a:pt x="10890" y="11496"/>
                  </a:cubicBezTo>
                  <a:cubicBezTo>
                    <a:pt x="10069" y="11291"/>
                    <a:pt x="9239" y="11119"/>
                    <a:pt x="8404" y="10971"/>
                  </a:cubicBezTo>
                  <a:cubicBezTo>
                    <a:pt x="7943" y="10890"/>
                    <a:pt x="7439" y="10757"/>
                    <a:pt x="6964" y="10757"/>
                  </a:cubicBezTo>
                  <a:cubicBezTo>
                    <a:pt x="6933" y="10757"/>
                    <a:pt x="6903" y="10757"/>
                    <a:pt x="6873" y="10758"/>
                  </a:cubicBezTo>
                  <a:cubicBezTo>
                    <a:pt x="6281" y="10782"/>
                    <a:pt x="5857" y="11237"/>
                    <a:pt x="5518" y="11671"/>
                  </a:cubicBezTo>
                  <a:cubicBezTo>
                    <a:pt x="4848" y="12532"/>
                    <a:pt x="4110" y="13945"/>
                    <a:pt x="2900" y="13945"/>
                  </a:cubicBezTo>
                  <a:cubicBezTo>
                    <a:pt x="2748" y="13945"/>
                    <a:pt x="2589" y="13923"/>
                    <a:pt x="2421" y="13874"/>
                  </a:cubicBezTo>
                  <a:cubicBezTo>
                    <a:pt x="1265" y="13539"/>
                    <a:pt x="1147" y="12161"/>
                    <a:pt x="1191" y="11150"/>
                  </a:cubicBezTo>
                  <a:cubicBezTo>
                    <a:pt x="1259" y="9547"/>
                    <a:pt x="1735" y="7959"/>
                    <a:pt x="2242" y="6446"/>
                  </a:cubicBezTo>
                  <a:cubicBezTo>
                    <a:pt x="2666" y="5186"/>
                    <a:pt x="3155" y="3943"/>
                    <a:pt x="3669" y="2717"/>
                  </a:cubicBezTo>
                  <a:cubicBezTo>
                    <a:pt x="4014" y="1894"/>
                    <a:pt x="4701" y="1150"/>
                    <a:pt x="5619" y="1011"/>
                  </a:cubicBezTo>
                  <a:cubicBezTo>
                    <a:pt x="5697" y="999"/>
                    <a:pt x="5772" y="993"/>
                    <a:pt x="5846" y="993"/>
                  </a:cubicBezTo>
                  <a:close/>
                  <a:moveTo>
                    <a:pt x="5851" y="1"/>
                  </a:moveTo>
                  <a:cubicBezTo>
                    <a:pt x="4753" y="1"/>
                    <a:pt x="3750" y="699"/>
                    <a:pt x="3144" y="1580"/>
                  </a:cubicBezTo>
                  <a:cubicBezTo>
                    <a:pt x="2849" y="2009"/>
                    <a:pt x="2683" y="2515"/>
                    <a:pt x="2487" y="2993"/>
                  </a:cubicBezTo>
                  <a:cubicBezTo>
                    <a:pt x="2217" y="3653"/>
                    <a:pt x="1954" y="4314"/>
                    <a:pt x="1705" y="4982"/>
                  </a:cubicBezTo>
                  <a:cubicBezTo>
                    <a:pt x="1113" y="6581"/>
                    <a:pt x="576" y="8224"/>
                    <a:pt x="323" y="9914"/>
                  </a:cubicBezTo>
                  <a:cubicBezTo>
                    <a:pt x="121" y="11253"/>
                    <a:pt x="1" y="12901"/>
                    <a:pt x="913" y="14026"/>
                  </a:cubicBezTo>
                  <a:cubicBezTo>
                    <a:pt x="1411" y="14639"/>
                    <a:pt x="2111" y="14918"/>
                    <a:pt x="2824" y="14918"/>
                  </a:cubicBezTo>
                  <a:cubicBezTo>
                    <a:pt x="3509" y="14918"/>
                    <a:pt x="4207" y="14660"/>
                    <a:pt x="4751" y="14192"/>
                  </a:cubicBezTo>
                  <a:cubicBezTo>
                    <a:pt x="5371" y="13659"/>
                    <a:pt x="5777" y="12949"/>
                    <a:pt x="6272" y="12311"/>
                  </a:cubicBezTo>
                  <a:cubicBezTo>
                    <a:pt x="6566" y="11931"/>
                    <a:pt x="6732" y="11776"/>
                    <a:pt x="7065" y="11776"/>
                  </a:cubicBezTo>
                  <a:cubicBezTo>
                    <a:pt x="7129" y="11776"/>
                    <a:pt x="7199" y="11782"/>
                    <a:pt x="7277" y="11793"/>
                  </a:cubicBezTo>
                  <a:cubicBezTo>
                    <a:pt x="8166" y="11915"/>
                    <a:pt x="9053" y="12094"/>
                    <a:pt x="9930" y="12292"/>
                  </a:cubicBezTo>
                  <a:cubicBezTo>
                    <a:pt x="10726" y="12472"/>
                    <a:pt x="11550" y="12626"/>
                    <a:pt x="12268" y="12966"/>
                  </a:cubicBezTo>
                  <a:lnTo>
                    <a:pt x="12268" y="12966"/>
                  </a:lnTo>
                  <a:cubicBezTo>
                    <a:pt x="12439" y="14633"/>
                    <a:pt x="12548" y="16332"/>
                    <a:pt x="12930" y="17963"/>
                  </a:cubicBezTo>
                  <a:cubicBezTo>
                    <a:pt x="13136" y="18845"/>
                    <a:pt x="13555" y="20118"/>
                    <a:pt x="14640" y="20118"/>
                  </a:cubicBezTo>
                  <a:cubicBezTo>
                    <a:pt x="14672" y="20118"/>
                    <a:pt x="14706" y="20116"/>
                    <a:pt x="14739" y="20114"/>
                  </a:cubicBezTo>
                  <a:cubicBezTo>
                    <a:pt x="15314" y="20074"/>
                    <a:pt x="15818" y="19674"/>
                    <a:pt x="16220" y="19295"/>
                  </a:cubicBezTo>
                  <a:cubicBezTo>
                    <a:pt x="16778" y="18770"/>
                    <a:pt x="17242" y="18165"/>
                    <a:pt x="17630" y="17506"/>
                  </a:cubicBezTo>
                  <a:cubicBezTo>
                    <a:pt x="18329" y="16326"/>
                    <a:pt x="18879" y="15058"/>
                    <a:pt x="19372" y="13779"/>
                  </a:cubicBezTo>
                  <a:cubicBezTo>
                    <a:pt x="20387" y="11140"/>
                    <a:pt x="21255" y="8266"/>
                    <a:pt x="21379" y="5422"/>
                  </a:cubicBezTo>
                  <a:cubicBezTo>
                    <a:pt x="21417" y="4558"/>
                    <a:pt x="21409" y="3509"/>
                    <a:pt x="20893" y="2768"/>
                  </a:cubicBezTo>
                  <a:cubicBezTo>
                    <a:pt x="20591" y="2334"/>
                    <a:pt x="20167" y="2169"/>
                    <a:pt x="19717" y="2169"/>
                  </a:cubicBezTo>
                  <a:cubicBezTo>
                    <a:pt x="19269" y="2169"/>
                    <a:pt x="18796" y="2332"/>
                    <a:pt x="18392" y="2557"/>
                  </a:cubicBezTo>
                  <a:cubicBezTo>
                    <a:pt x="17206" y="3219"/>
                    <a:pt x="16258" y="4331"/>
                    <a:pt x="15430" y="5382"/>
                  </a:cubicBezTo>
                  <a:cubicBezTo>
                    <a:pt x="14975" y="5959"/>
                    <a:pt x="14535" y="6551"/>
                    <a:pt x="14131" y="7165"/>
                  </a:cubicBezTo>
                  <a:lnTo>
                    <a:pt x="14131" y="7165"/>
                  </a:lnTo>
                  <a:cubicBezTo>
                    <a:pt x="12741" y="6903"/>
                    <a:pt x="11340" y="6572"/>
                    <a:pt x="10022" y="6067"/>
                  </a:cubicBezTo>
                  <a:cubicBezTo>
                    <a:pt x="9692" y="5938"/>
                    <a:pt x="9355" y="5795"/>
                    <a:pt x="9057" y="5599"/>
                  </a:cubicBezTo>
                  <a:cubicBezTo>
                    <a:pt x="8975" y="5544"/>
                    <a:pt x="8902" y="5490"/>
                    <a:pt x="8830" y="5420"/>
                  </a:cubicBezTo>
                  <a:cubicBezTo>
                    <a:pt x="8801" y="5393"/>
                    <a:pt x="8791" y="5386"/>
                    <a:pt x="8788" y="5385"/>
                  </a:cubicBezTo>
                  <a:lnTo>
                    <a:pt x="8788" y="5385"/>
                  </a:lnTo>
                  <a:cubicBezTo>
                    <a:pt x="8787" y="5381"/>
                    <a:pt x="8781" y="5370"/>
                    <a:pt x="8767" y="5346"/>
                  </a:cubicBezTo>
                  <a:cubicBezTo>
                    <a:pt x="8764" y="5342"/>
                    <a:pt x="8761" y="5338"/>
                    <a:pt x="8759" y="5334"/>
                  </a:cubicBezTo>
                  <a:lnTo>
                    <a:pt x="8759" y="5334"/>
                  </a:lnTo>
                  <a:cubicBezTo>
                    <a:pt x="8759" y="5333"/>
                    <a:pt x="8759" y="5331"/>
                    <a:pt x="8758" y="5329"/>
                  </a:cubicBezTo>
                  <a:cubicBezTo>
                    <a:pt x="8680" y="4813"/>
                    <a:pt x="8779" y="4238"/>
                    <a:pt x="8729" y="3712"/>
                  </a:cubicBezTo>
                  <a:cubicBezTo>
                    <a:pt x="8683" y="3244"/>
                    <a:pt x="8611" y="2774"/>
                    <a:pt x="8476" y="2325"/>
                  </a:cubicBezTo>
                  <a:cubicBezTo>
                    <a:pt x="8116" y="1129"/>
                    <a:pt x="7256" y="33"/>
                    <a:pt x="5914" y="2"/>
                  </a:cubicBezTo>
                  <a:cubicBezTo>
                    <a:pt x="5893" y="1"/>
                    <a:pt x="5872" y="1"/>
                    <a:pt x="585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22" name="Google Shape;10122;p24"/>
            <p:cNvSpPr/>
            <p:nvPr/>
          </p:nvSpPr>
          <p:spPr>
            <a:xfrm>
              <a:off x="1903525" y="4088100"/>
              <a:ext cx="344900" cy="185850"/>
            </a:xfrm>
            <a:custGeom>
              <a:rect b="b" l="l" r="r" t="t"/>
              <a:pathLst>
                <a:path extrusionOk="0" h="7434" w="13796">
                  <a:moveTo>
                    <a:pt x="2035" y="1"/>
                  </a:moveTo>
                  <a:cubicBezTo>
                    <a:pt x="1593" y="1"/>
                    <a:pt x="1301" y="661"/>
                    <a:pt x="1777" y="928"/>
                  </a:cubicBezTo>
                  <a:cubicBezTo>
                    <a:pt x="5023" y="2748"/>
                    <a:pt x="8420" y="4238"/>
                    <a:pt x="11476" y="6352"/>
                  </a:cubicBezTo>
                  <a:lnTo>
                    <a:pt x="11476" y="6352"/>
                  </a:lnTo>
                  <a:cubicBezTo>
                    <a:pt x="7847" y="6103"/>
                    <a:pt x="4252" y="5482"/>
                    <a:pt x="636" y="5110"/>
                  </a:cubicBezTo>
                  <a:cubicBezTo>
                    <a:pt x="615" y="5108"/>
                    <a:pt x="596" y="5107"/>
                    <a:pt x="577" y="5107"/>
                  </a:cubicBezTo>
                  <a:cubicBezTo>
                    <a:pt x="0" y="5107"/>
                    <a:pt x="24" y="6045"/>
                    <a:pt x="636" y="6106"/>
                  </a:cubicBezTo>
                  <a:cubicBezTo>
                    <a:pt x="4792" y="6534"/>
                    <a:pt x="8919" y="7290"/>
                    <a:pt x="13101" y="7434"/>
                  </a:cubicBezTo>
                  <a:cubicBezTo>
                    <a:pt x="13106" y="7434"/>
                    <a:pt x="13111" y="7434"/>
                    <a:pt x="13115" y="7434"/>
                  </a:cubicBezTo>
                  <a:cubicBezTo>
                    <a:pt x="13508" y="7434"/>
                    <a:pt x="13796" y="6851"/>
                    <a:pt x="13455" y="6582"/>
                  </a:cubicBezTo>
                  <a:cubicBezTo>
                    <a:pt x="11767" y="5262"/>
                    <a:pt x="9981" y="4109"/>
                    <a:pt x="8087" y="3106"/>
                  </a:cubicBezTo>
                  <a:cubicBezTo>
                    <a:pt x="6157" y="2083"/>
                    <a:pt x="4187" y="1139"/>
                    <a:pt x="2281" y="69"/>
                  </a:cubicBezTo>
                  <a:cubicBezTo>
                    <a:pt x="2197" y="21"/>
                    <a:pt x="2114" y="1"/>
                    <a:pt x="20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23" name="Google Shape;10123;p24"/>
            <p:cNvSpPr/>
            <p:nvPr/>
          </p:nvSpPr>
          <p:spPr>
            <a:xfrm>
              <a:off x="1462675" y="3884050"/>
              <a:ext cx="125100" cy="332450"/>
            </a:xfrm>
            <a:custGeom>
              <a:rect b="b" l="l" r="r" t="t"/>
              <a:pathLst>
                <a:path extrusionOk="0" h="13298" w="5004">
                  <a:moveTo>
                    <a:pt x="4226" y="0"/>
                  </a:moveTo>
                  <a:cubicBezTo>
                    <a:pt x="3978" y="0"/>
                    <a:pt x="3745" y="159"/>
                    <a:pt x="3776" y="478"/>
                  </a:cubicBezTo>
                  <a:cubicBezTo>
                    <a:pt x="3995" y="2762"/>
                    <a:pt x="3470" y="4910"/>
                    <a:pt x="2764" y="7066"/>
                  </a:cubicBezTo>
                  <a:cubicBezTo>
                    <a:pt x="2160" y="8913"/>
                    <a:pt x="1574" y="10906"/>
                    <a:pt x="310" y="12425"/>
                  </a:cubicBezTo>
                  <a:cubicBezTo>
                    <a:pt x="1" y="12799"/>
                    <a:pt x="333" y="13298"/>
                    <a:pt x="690" y="13298"/>
                  </a:cubicBezTo>
                  <a:cubicBezTo>
                    <a:pt x="802" y="13298"/>
                    <a:pt x="916" y="13249"/>
                    <a:pt x="1014" y="13131"/>
                  </a:cubicBezTo>
                  <a:cubicBezTo>
                    <a:pt x="2366" y="11506"/>
                    <a:pt x="3030" y="9452"/>
                    <a:pt x="3679" y="7474"/>
                  </a:cubicBezTo>
                  <a:cubicBezTo>
                    <a:pt x="4424" y="5193"/>
                    <a:pt x="5004" y="2899"/>
                    <a:pt x="4772" y="478"/>
                  </a:cubicBezTo>
                  <a:cubicBezTo>
                    <a:pt x="4741" y="160"/>
                    <a:pt x="4476" y="0"/>
                    <a:pt x="42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124" name="Google Shape;10124;p24"/>
          <p:cNvSpPr txBox="1"/>
          <p:nvPr/>
        </p:nvSpPr>
        <p:spPr>
          <a:xfrm>
            <a:off x="1341761" y="772271"/>
            <a:ext cx="5982000" cy="49241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000" u="none" cap="none" strike="noStrike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rPr>
              <a:t>DESIGN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28" name="Shape 10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9" name="Google Shape;10129;p25"/>
          <p:cNvSpPr/>
          <p:nvPr/>
        </p:nvSpPr>
        <p:spPr>
          <a:xfrm>
            <a:off x="7818975" y="1147025"/>
            <a:ext cx="117525" cy="110100"/>
          </a:xfrm>
          <a:custGeom>
            <a:rect b="b" l="l" r="r" t="t"/>
            <a:pathLst>
              <a:path extrusionOk="0" h="4404" w="4701">
                <a:moveTo>
                  <a:pt x="1951" y="1032"/>
                </a:moveTo>
                <a:cubicBezTo>
                  <a:pt x="1950" y="1033"/>
                  <a:pt x="1949" y="1033"/>
                  <a:pt x="1947" y="1033"/>
                </a:cubicBezTo>
                <a:cubicBezTo>
                  <a:pt x="1948" y="1033"/>
                  <a:pt x="1950" y="1033"/>
                  <a:pt x="1951" y="1032"/>
                </a:cubicBezTo>
                <a:close/>
                <a:moveTo>
                  <a:pt x="2857" y="1059"/>
                </a:moveTo>
                <a:cubicBezTo>
                  <a:pt x="2871" y="1059"/>
                  <a:pt x="2889" y="1066"/>
                  <a:pt x="2907" y="1075"/>
                </a:cubicBezTo>
                <a:lnTo>
                  <a:pt x="2907" y="1075"/>
                </a:lnTo>
                <a:cubicBezTo>
                  <a:pt x="2887" y="1068"/>
                  <a:pt x="2858" y="1059"/>
                  <a:pt x="2857" y="1059"/>
                </a:cubicBezTo>
                <a:close/>
                <a:moveTo>
                  <a:pt x="3091" y="1185"/>
                </a:moveTo>
                <a:cubicBezTo>
                  <a:pt x="3091" y="1185"/>
                  <a:pt x="3091" y="1185"/>
                  <a:pt x="3091" y="1185"/>
                </a:cubicBezTo>
                <a:lnTo>
                  <a:pt x="3091" y="1185"/>
                </a:lnTo>
                <a:cubicBezTo>
                  <a:pt x="3091" y="1185"/>
                  <a:pt x="3091" y="1185"/>
                  <a:pt x="3091" y="1185"/>
                </a:cubicBezTo>
                <a:close/>
                <a:moveTo>
                  <a:pt x="3104" y="1198"/>
                </a:moveTo>
                <a:cubicBezTo>
                  <a:pt x="3111" y="1203"/>
                  <a:pt x="3118" y="1208"/>
                  <a:pt x="3125" y="1213"/>
                </a:cubicBezTo>
                <a:cubicBezTo>
                  <a:pt x="3142" y="1224"/>
                  <a:pt x="3149" y="1229"/>
                  <a:pt x="3148" y="1229"/>
                </a:cubicBezTo>
                <a:cubicBezTo>
                  <a:pt x="3148" y="1229"/>
                  <a:pt x="3121" y="1211"/>
                  <a:pt x="3104" y="1198"/>
                </a:cubicBezTo>
                <a:close/>
                <a:moveTo>
                  <a:pt x="1747" y="3319"/>
                </a:moveTo>
                <a:cubicBezTo>
                  <a:pt x="1767" y="3326"/>
                  <a:pt x="1803" y="3338"/>
                  <a:pt x="1802" y="3338"/>
                </a:cubicBezTo>
                <a:cubicBezTo>
                  <a:pt x="1800" y="3339"/>
                  <a:pt x="1799" y="3339"/>
                  <a:pt x="1797" y="3339"/>
                </a:cubicBezTo>
                <a:cubicBezTo>
                  <a:pt x="1785" y="3339"/>
                  <a:pt x="1766" y="3330"/>
                  <a:pt x="1747" y="3319"/>
                </a:cubicBezTo>
                <a:close/>
                <a:moveTo>
                  <a:pt x="2463" y="3393"/>
                </a:moveTo>
                <a:cubicBezTo>
                  <a:pt x="2461" y="3393"/>
                  <a:pt x="2459" y="3393"/>
                  <a:pt x="2456" y="3393"/>
                </a:cubicBezTo>
                <a:lnTo>
                  <a:pt x="2456" y="3393"/>
                </a:lnTo>
                <a:cubicBezTo>
                  <a:pt x="2459" y="3393"/>
                  <a:pt x="2462" y="3393"/>
                  <a:pt x="2463" y="3393"/>
                </a:cubicBezTo>
                <a:close/>
                <a:moveTo>
                  <a:pt x="2387" y="989"/>
                </a:moveTo>
                <a:cubicBezTo>
                  <a:pt x="2440" y="989"/>
                  <a:pt x="2491" y="989"/>
                  <a:pt x="2541" y="993"/>
                </a:cubicBezTo>
                <a:cubicBezTo>
                  <a:pt x="2560" y="993"/>
                  <a:pt x="2582" y="997"/>
                  <a:pt x="2601" y="998"/>
                </a:cubicBezTo>
                <a:lnTo>
                  <a:pt x="2601" y="998"/>
                </a:lnTo>
                <a:cubicBezTo>
                  <a:pt x="2682" y="1018"/>
                  <a:pt x="2761" y="1029"/>
                  <a:pt x="2840" y="1057"/>
                </a:cubicBezTo>
                <a:cubicBezTo>
                  <a:pt x="2857" y="1061"/>
                  <a:pt x="2876" y="1069"/>
                  <a:pt x="2895" y="1076"/>
                </a:cubicBezTo>
                <a:cubicBezTo>
                  <a:pt x="2906" y="1079"/>
                  <a:pt x="2914" y="1081"/>
                  <a:pt x="2919" y="1082"/>
                </a:cubicBezTo>
                <a:lnTo>
                  <a:pt x="2919" y="1082"/>
                </a:lnTo>
                <a:cubicBezTo>
                  <a:pt x="2944" y="1096"/>
                  <a:pt x="2968" y="1113"/>
                  <a:pt x="2984" y="1122"/>
                </a:cubicBezTo>
                <a:cubicBezTo>
                  <a:pt x="3015" y="1139"/>
                  <a:pt x="3049" y="1160"/>
                  <a:pt x="3080" y="1181"/>
                </a:cubicBezTo>
                <a:cubicBezTo>
                  <a:pt x="3084" y="1184"/>
                  <a:pt x="3088" y="1186"/>
                  <a:pt x="3092" y="1189"/>
                </a:cubicBezTo>
                <a:lnTo>
                  <a:pt x="3092" y="1189"/>
                </a:lnTo>
                <a:cubicBezTo>
                  <a:pt x="3107" y="1217"/>
                  <a:pt x="3258" y="1347"/>
                  <a:pt x="3274" y="1366"/>
                </a:cubicBezTo>
                <a:cubicBezTo>
                  <a:pt x="3278" y="1370"/>
                  <a:pt x="3281" y="1374"/>
                  <a:pt x="3284" y="1378"/>
                </a:cubicBezTo>
                <a:lnTo>
                  <a:pt x="3284" y="1378"/>
                </a:lnTo>
                <a:cubicBezTo>
                  <a:pt x="3304" y="1410"/>
                  <a:pt x="3328" y="1440"/>
                  <a:pt x="3348" y="1474"/>
                </a:cubicBezTo>
                <a:cubicBezTo>
                  <a:pt x="3367" y="1503"/>
                  <a:pt x="3386" y="1535"/>
                  <a:pt x="3403" y="1569"/>
                </a:cubicBezTo>
                <a:cubicBezTo>
                  <a:pt x="3409" y="1579"/>
                  <a:pt x="3414" y="1591"/>
                  <a:pt x="3420" y="1604"/>
                </a:cubicBezTo>
                <a:lnTo>
                  <a:pt x="3420" y="1604"/>
                </a:lnTo>
                <a:cubicBezTo>
                  <a:pt x="3420" y="1602"/>
                  <a:pt x="3420" y="1600"/>
                  <a:pt x="3420" y="1598"/>
                </a:cubicBezTo>
                <a:lnTo>
                  <a:pt x="3420" y="1598"/>
                </a:lnTo>
                <a:cubicBezTo>
                  <a:pt x="3420" y="1600"/>
                  <a:pt x="3420" y="1602"/>
                  <a:pt x="3420" y="1604"/>
                </a:cubicBezTo>
                <a:lnTo>
                  <a:pt x="3420" y="1604"/>
                </a:lnTo>
                <a:cubicBezTo>
                  <a:pt x="3420" y="1604"/>
                  <a:pt x="3420" y="1604"/>
                  <a:pt x="3420" y="1604"/>
                </a:cubicBezTo>
                <a:lnTo>
                  <a:pt x="3420" y="1604"/>
                </a:lnTo>
                <a:cubicBezTo>
                  <a:pt x="3420" y="1621"/>
                  <a:pt x="3423" y="1634"/>
                  <a:pt x="3427" y="1644"/>
                </a:cubicBezTo>
                <a:lnTo>
                  <a:pt x="3427" y="1644"/>
                </a:lnTo>
                <a:cubicBezTo>
                  <a:pt x="3423" y="1630"/>
                  <a:pt x="3420" y="1616"/>
                  <a:pt x="3420" y="1604"/>
                </a:cubicBezTo>
                <a:lnTo>
                  <a:pt x="3420" y="1604"/>
                </a:lnTo>
                <a:cubicBezTo>
                  <a:pt x="3422" y="1608"/>
                  <a:pt x="3424" y="1613"/>
                  <a:pt x="3426" y="1617"/>
                </a:cubicBezTo>
                <a:cubicBezTo>
                  <a:pt x="3442" y="1646"/>
                  <a:pt x="3443" y="1659"/>
                  <a:pt x="3439" y="1659"/>
                </a:cubicBezTo>
                <a:cubicBezTo>
                  <a:pt x="3436" y="1659"/>
                  <a:pt x="3432" y="1654"/>
                  <a:pt x="3427" y="1644"/>
                </a:cubicBezTo>
                <a:lnTo>
                  <a:pt x="3427" y="1644"/>
                </a:lnTo>
                <a:cubicBezTo>
                  <a:pt x="3443" y="1697"/>
                  <a:pt x="3479" y="1760"/>
                  <a:pt x="3491" y="1802"/>
                </a:cubicBezTo>
                <a:cubicBezTo>
                  <a:pt x="3500" y="1838"/>
                  <a:pt x="3508" y="1874"/>
                  <a:pt x="3517" y="1910"/>
                </a:cubicBezTo>
                <a:cubicBezTo>
                  <a:pt x="3521" y="1933"/>
                  <a:pt x="3525" y="1954"/>
                  <a:pt x="3529" y="1977"/>
                </a:cubicBezTo>
                <a:cubicBezTo>
                  <a:pt x="3534" y="2005"/>
                  <a:pt x="3537" y="2015"/>
                  <a:pt x="3538" y="2015"/>
                </a:cubicBezTo>
                <a:cubicBezTo>
                  <a:pt x="3540" y="2015"/>
                  <a:pt x="3530" y="1942"/>
                  <a:pt x="3525" y="1939"/>
                </a:cubicBezTo>
                <a:lnTo>
                  <a:pt x="3525" y="1939"/>
                </a:lnTo>
                <a:cubicBezTo>
                  <a:pt x="3550" y="1954"/>
                  <a:pt x="3538" y="2142"/>
                  <a:pt x="3538" y="2173"/>
                </a:cubicBezTo>
                <a:cubicBezTo>
                  <a:pt x="3538" y="2215"/>
                  <a:pt x="3535" y="2257"/>
                  <a:pt x="3533" y="2297"/>
                </a:cubicBezTo>
                <a:cubicBezTo>
                  <a:pt x="3532" y="2312"/>
                  <a:pt x="3530" y="2326"/>
                  <a:pt x="3529" y="2339"/>
                </a:cubicBezTo>
                <a:lnTo>
                  <a:pt x="3529" y="2339"/>
                </a:lnTo>
                <a:cubicBezTo>
                  <a:pt x="3514" y="2409"/>
                  <a:pt x="3504" y="2477"/>
                  <a:pt x="3483" y="2546"/>
                </a:cubicBezTo>
                <a:cubicBezTo>
                  <a:pt x="3472" y="2582"/>
                  <a:pt x="3462" y="2618"/>
                  <a:pt x="3449" y="2651"/>
                </a:cubicBezTo>
                <a:cubicBezTo>
                  <a:pt x="3445" y="2663"/>
                  <a:pt x="3440" y="2676"/>
                  <a:pt x="3436" y="2688"/>
                </a:cubicBezTo>
                <a:lnTo>
                  <a:pt x="3436" y="2688"/>
                </a:lnTo>
                <a:cubicBezTo>
                  <a:pt x="3398" y="2751"/>
                  <a:pt x="3369" y="2818"/>
                  <a:pt x="3329" y="2881"/>
                </a:cubicBezTo>
                <a:cubicBezTo>
                  <a:pt x="3324" y="2889"/>
                  <a:pt x="3300" y="2922"/>
                  <a:pt x="3284" y="2945"/>
                </a:cubicBezTo>
                <a:lnTo>
                  <a:pt x="3284" y="2945"/>
                </a:lnTo>
                <a:cubicBezTo>
                  <a:pt x="3263" y="2968"/>
                  <a:pt x="3232" y="3005"/>
                  <a:pt x="3224" y="3014"/>
                </a:cubicBezTo>
                <a:cubicBezTo>
                  <a:pt x="3198" y="3041"/>
                  <a:pt x="3171" y="3069"/>
                  <a:pt x="3142" y="3094"/>
                </a:cubicBezTo>
                <a:cubicBezTo>
                  <a:pt x="3127" y="3106"/>
                  <a:pt x="3112" y="3119"/>
                  <a:pt x="3099" y="3132"/>
                </a:cubicBezTo>
                <a:cubicBezTo>
                  <a:pt x="3075" y="3154"/>
                  <a:pt x="3071" y="3163"/>
                  <a:pt x="3076" y="3163"/>
                </a:cubicBezTo>
                <a:cubicBezTo>
                  <a:pt x="3076" y="3163"/>
                  <a:pt x="3077" y="3163"/>
                  <a:pt x="3078" y="3162"/>
                </a:cubicBezTo>
                <a:lnTo>
                  <a:pt x="3078" y="3162"/>
                </a:lnTo>
                <a:cubicBezTo>
                  <a:pt x="3021" y="3203"/>
                  <a:pt x="2923" y="3245"/>
                  <a:pt x="2889" y="3262"/>
                </a:cubicBezTo>
                <a:cubicBezTo>
                  <a:pt x="2863" y="3275"/>
                  <a:pt x="2803" y="3296"/>
                  <a:pt x="2805" y="3296"/>
                </a:cubicBezTo>
                <a:cubicBezTo>
                  <a:pt x="2806" y="3296"/>
                  <a:pt x="2822" y="3291"/>
                  <a:pt x="2866" y="3277"/>
                </a:cubicBezTo>
                <a:lnTo>
                  <a:pt x="2866" y="3277"/>
                </a:lnTo>
                <a:cubicBezTo>
                  <a:pt x="2823" y="3292"/>
                  <a:pt x="2783" y="3309"/>
                  <a:pt x="2741" y="3323"/>
                </a:cubicBezTo>
                <a:cubicBezTo>
                  <a:pt x="2642" y="3355"/>
                  <a:pt x="2541" y="3376"/>
                  <a:pt x="2438" y="3395"/>
                </a:cubicBezTo>
                <a:cubicBezTo>
                  <a:pt x="2437" y="3395"/>
                  <a:pt x="2437" y="3395"/>
                  <a:pt x="2437" y="3395"/>
                </a:cubicBezTo>
                <a:lnTo>
                  <a:pt x="2437" y="3395"/>
                </a:lnTo>
                <a:cubicBezTo>
                  <a:pt x="2416" y="3397"/>
                  <a:pt x="2395" y="3400"/>
                  <a:pt x="2375" y="3401"/>
                </a:cubicBezTo>
                <a:cubicBezTo>
                  <a:pt x="2330" y="3403"/>
                  <a:pt x="2284" y="3406"/>
                  <a:pt x="2240" y="3406"/>
                </a:cubicBezTo>
                <a:cubicBezTo>
                  <a:pt x="2226" y="3406"/>
                  <a:pt x="2211" y="3406"/>
                  <a:pt x="2197" y="3406"/>
                </a:cubicBezTo>
                <a:cubicBezTo>
                  <a:pt x="2163" y="3406"/>
                  <a:pt x="2129" y="3405"/>
                  <a:pt x="2094" y="3403"/>
                </a:cubicBezTo>
                <a:cubicBezTo>
                  <a:pt x="2081" y="3402"/>
                  <a:pt x="2067" y="3400"/>
                  <a:pt x="2054" y="3398"/>
                </a:cubicBezTo>
                <a:lnTo>
                  <a:pt x="2054" y="3398"/>
                </a:lnTo>
                <a:cubicBezTo>
                  <a:pt x="1975" y="3376"/>
                  <a:pt x="1893" y="3365"/>
                  <a:pt x="1814" y="3340"/>
                </a:cubicBezTo>
                <a:cubicBezTo>
                  <a:pt x="1797" y="3334"/>
                  <a:pt x="1778" y="3326"/>
                  <a:pt x="1762" y="3321"/>
                </a:cubicBezTo>
                <a:cubicBezTo>
                  <a:pt x="1752" y="3318"/>
                  <a:pt x="1745" y="3316"/>
                  <a:pt x="1740" y="3315"/>
                </a:cubicBezTo>
                <a:lnTo>
                  <a:pt x="1740" y="3315"/>
                </a:lnTo>
                <a:cubicBezTo>
                  <a:pt x="1716" y="3301"/>
                  <a:pt x="1691" y="3283"/>
                  <a:pt x="1679" y="3277"/>
                </a:cubicBezTo>
                <a:cubicBezTo>
                  <a:pt x="1648" y="3258"/>
                  <a:pt x="1616" y="3241"/>
                  <a:pt x="1587" y="3220"/>
                </a:cubicBezTo>
                <a:cubicBezTo>
                  <a:pt x="1572" y="3210"/>
                  <a:pt x="1557" y="3199"/>
                  <a:pt x="1543" y="3191"/>
                </a:cubicBezTo>
                <a:cubicBezTo>
                  <a:pt x="1525" y="3180"/>
                  <a:pt x="1519" y="3175"/>
                  <a:pt x="1519" y="3175"/>
                </a:cubicBezTo>
                <a:lnTo>
                  <a:pt x="1519" y="3175"/>
                </a:lnTo>
                <a:cubicBezTo>
                  <a:pt x="1518" y="3175"/>
                  <a:pt x="1582" y="3218"/>
                  <a:pt x="1580" y="3218"/>
                </a:cubicBezTo>
                <a:cubicBezTo>
                  <a:pt x="1580" y="3218"/>
                  <a:pt x="1579" y="3218"/>
                  <a:pt x="1578" y="3218"/>
                </a:cubicBezTo>
                <a:cubicBezTo>
                  <a:pt x="1542" y="3218"/>
                  <a:pt x="1420" y="3070"/>
                  <a:pt x="1399" y="3045"/>
                </a:cubicBezTo>
                <a:cubicBezTo>
                  <a:pt x="1384" y="3030"/>
                  <a:pt x="1353" y="2977"/>
                  <a:pt x="1351" y="2977"/>
                </a:cubicBezTo>
                <a:lnTo>
                  <a:pt x="1351" y="2977"/>
                </a:lnTo>
                <a:cubicBezTo>
                  <a:pt x="1350" y="2977"/>
                  <a:pt x="1354" y="2985"/>
                  <a:pt x="1363" y="3005"/>
                </a:cubicBezTo>
                <a:cubicBezTo>
                  <a:pt x="1372" y="3025"/>
                  <a:pt x="1375" y="3032"/>
                  <a:pt x="1374" y="3032"/>
                </a:cubicBezTo>
                <a:cubicBezTo>
                  <a:pt x="1372" y="3032"/>
                  <a:pt x="1335" y="2962"/>
                  <a:pt x="1326" y="2946"/>
                </a:cubicBezTo>
                <a:cubicBezTo>
                  <a:pt x="1285" y="2881"/>
                  <a:pt x="1252" y="2814"/>
                  <a:pt x="1215" y="2746"/>
                </a:cubicBezTo>
                <a:lnTo>
                  <a:pt x="1215" y="2746"/>
                </a:lnTo>
                <a:cubicBezTo>
                  <a:pt x="1214" y="2743"/>
                  <a:pt x="1213" y="2740"/>
                  <a:pt x="1212" y="2736"/>
                </a:cubicBezTo>
                <a:cubicBezTo>
                  <a:pt x="1199" y="2702"/>
                  <a:pt x="1187" y="2668"/>
                  <a:pt x="1176" y="2635"/>
                </a:cubicBezTo>
                <a:cubicBezTo>
                  <a:pt x="1153" y="2559"/>
                  <a:pt x="1132" y="2481"/>
                  <a:pt x="1119" y="2403"/>
                </a:cubicBezTo>
                <a:cubicBezTo>
                  <a:pt x="1119" y="2401"/>
                  <a:pt x="1118" y="2399"/>
                  <a:pt x="1118" y="2397"/>
                </a:cubicBezTo>
                <a:lnTo>
                  <a:pt x="1118" y="2397"/>
                </a:lnTo>
                <a:cubicBezTo>
                  <a:pt x="1122" y="2365"/>
                  <a:pt x="1108" y="2315"/>
                  <a:pt x="1106" y="2283"/>
                </a:cubicBezTo>
                <a:cubicBezTo>
                  <a:pt x="1102" y="2203"/>
                  <a:pt x="1102" y="2123"/>
                  <a:pt x="1106" y="2043"/>
                </a:cubicBezTo>
                <a:cubicBezTo>
                  <a:pt x="1107" y="2033"/>
                  <a:pt x="1110" y="2004"/>
                  <a:pt x="1113" y="1978"/>
                </a:cubicBezTo>
                <a:lnTo>
                  <a:pt x="1113" y="1978"/>
                </a:lnTo>
                <a:cubicBezTo>
                  <a:pt x="1117" y="1953"/>
                  <a:pt x="1123" y="1911"/>
                  <a:pt x="1125" y="1899"/>
                </a:cubicBezTo>
                <a:cubicBezTo>
                  <a:pt x="1144" y="1813"/>
                  <a:pt x="1170" y="1731"/>
                  <a:pt x="1197" y="1647"/>
                </a:cubicBezTo>
                <a:cubicBezTo>
                  <a:pt x="1199" y="1642"/>
                  <a:pt x="1200" y="1637"/>
                  <a:pt x="1201" y="1634"/>
                </a:cubicBezTo>
                <a:lnTo>
                  <a:pt x="1201" y="1634"/>
                </a:lnTo>
                <a:cubicBezTo>
                  <a:pt x="1203" y="1630"/>
                  <a:pt x="1205" y="1626"/>
                  <a:pt x="1208" y="1621"/>
                </a:cubicBezTo>
                <a:cubicBezTo>
                  <a:pt x="1227" y="1583"/>
                  <a:pt x="1246" y="1543"/>
                  <a:pt x="1269" y="1507"/>
                </a:cubicBezTo>
                <a:cubicBezTo>
                  <a:pt x="1290" y="1470"/>
                  <a:pt x="1313" y="1434"/>
                  <a:pt x="1338" y="1398"/>
                </a:cubicBezTo>
                <a:cubicBezTo>
                  <a:pt x="1341" y="1394"/>
                  <a:pt x="1344" y="1390"/>
                  <a:pt x="1346" y="1386"/>
                </a:cubicBezTo>
                <a:lnTo>
                  <a:pt x="1346" y="1386"/>
                </a:lnTo>
                <a:cubicBezTo>
                  <a:pt x="1346" y="1386"/>
                  <a:pt x="1346" y="1386"/>
                  <a:pt x="1347" y="1385"/>
                </a:cubicBezTo>
                <a:cubicBezTo>
                  <a:pt x="1399" y="1329"/>
                  <a:pt x="1454" y="1275"/>
                  <a:pt x="1511" y="1223"/>
                </a:cubicBezTo>
                <a:lnTo>
                  <a:pt x="1511" y="1223"/>
                </a:lnTo>
                <a:cubicBezTo>
                  <a:pt x="1524" y="1213"/>
                  <a:pt x="1537" y="1203"/>
                  <a:pt x="1551" y="1194"/>
                </a:cubicBezTo>
                <a:cubicBezTo>
                  <a:pt x="1589" y="1170"/>
                  <a:pt x="1627" y="1147"/>
                  <a:pt x="1667" y="1126"/>
                </a:cubicBezTo>
                <a:cubicBezTo>
                  <a:pt x="1682" y="1119"/>
                  <a:pt x="1697" y="1111"/>
                  <a:pt x="1712" y="1103"/>
                </a:cubicBezTo>
                <a:lnTo>
                  <a:pt x="1712" y="1103"/>
                </a:lnTo>
                <a:cubicBezTo>
                  <a:pt x="1755" y="1090"/>
                  <a:pt x="1797" y="1075"/>
                  <a:pt x="1840" y="1063"/>
                </a:cubicBezTo>
                <a:cubicBezTo>
                  <a:pt x="1884" y="1050"/>
                  <a:pt x="1928" y="1042"/>
                  <a:pt x="1970" y="1031"/>
                </a:cubicBezTo>
                <a:cubicBezTo>
                  <a:pt x="1976" y="1030"/>
                  <a:pt x="1983" y="1028"/>
                  <a:pt x="1990" y="1026"/>
                </a:cubicBezTo>
                <a:lnTo>
                  <a:pt x="1990" y="1026"/>
                </a:lnTo>
                <a:cubicBezTo>
                  <a:pt x="2008" y="1025"/>
                  <a:pt x="2026" y="1024"/>
                  <a:pt x="2042" y="1023"/>
                </a:cubicBezTo>
                <a:cubicBezTo>
                  <a:pt x="2063" y="1021"/>
                  <a:pt x="2083" y="1018"/>
                  <a:pt x="2104" y="1015"/>
                </a:cubicBezTo>
                <a:lnTo>
                  <a:pt x="2104" y="1015"/>
                </a:lnTo>
                <a:cubicBezTo>
                  <a:pt x="2127" y="1013"/>
                  <a:pt x="2151" y="1010"/>
                  <a:pt x="2175" y="1006"/>
                </a:cubicBezTo>
                <a:cubicBezTo>
                  <a:pt x="2200" y="1002"/>
                  <a:pt x="2223" y="998"/>
                  <a:pt x="2248" y="996"/>
                </a:cubicBezTo>
                <a:lnTo>
                  <a:pt x="2248" y="996"/>
                </a:lnTo>
                <a:cubicBezTo>
                  <a:pt x="2202" y="1002"/>
                  <a:pt x="2186" y="1004"/>
                  <a:pt x="2186" y="1004"/>
                </a:cubicBezTo>
                <a:cubicBezTo>
                  <a:pt x="2187" y="1004"/>
                  <a:pt x="2227" y="999"/>
                  <a:pt x="2246" y="998"/>
                </a:cubicBezTo>
                <a:cubicBezTo>
                  <a:pt x="2293" y="996"/>
                  <a:pt x="2341" y="991"/>
                  <a:pt x="2387" y="989"/>
                </a:cubicBezTo>
                <a:close/>
                <a:moveTo>
                  <a:pt x="2431" y="0"/>
                </a:moveTo>
                <a:cubicBezTo>
                  <a:pt x="2283" y="0"/>
                  <a:pt x="2134" y="12"/>
                  <a:pt x="1987" y="33"/>
                </a:cubicBezTo>
                <a:lnTo>
                  <a:pt x="1987" y="33"/>
                </a:lnTo>
                <a:cubicBezTo>
                  <a:pt x="1519" y="79"/>
                  <a:pt x="1082" y="246"/>
                  <a:pt x="738" y="578"/>
                </a:cubicBezTo>
                <a:cubicBezTo>
                  <a:pt x="443" y="863"/>
                  <a:pt x="236" y="1259"/>
                  <a:pt x="158" y="1661"/>
                </a:cubicBezTo>
                <a:cubicBezTo>
                  <a:pt x="0" y="2477"/>
                  <a:pt x="228" y="3403"/>
                  <a:pt x="896" y="3941"/>
                </a:cubicBezTo>
                <a:cubicBezTo>
                  <a:pt x="1283" y="4251"/>
                  <a:pt x="1777" y="4404"/>
                  <a:pt x="2272" y="4404"/>
                </a:cubicBezTo>
                <a:cubicBezTo>
                  <a:pt x="2762" y="4404"/>
                  <a:pt x="3253" y="4255"/>
                  <a:pt x="3645" y="3962"/>
                </a:cubicBezTo>
                <a:cubicBezTo>
                  <a:pt x="4395" y="3401"/>
                  <a:pt x="4700" y="2409"/>
                  <a:pt x="4443" y="1512"/>
                </a:cubicBezTo>
                <a:cubicBezTo>
                  <a:pt x="4302" y="1025"/>
                  <a:pt x="4003" y="604"/>
                  <a:pt x="3582" y="321"/>
                </a:cubicBezTo>
                <a:cubicBezTo>
                  <a:pt x="3236" y="89"/>
                  <a:pt x="2836" y="0"/>
                  <a:pt x="243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30" name="Google Shape;10130;p25"/>
          <p:cNvSpPr/>
          <p:nvPr/>
        </p:nvSpPr>
        <p:spPr>
          <a:xfrm>
            <a:off x="6518075" y="833200"/>
            <a:ext cx="176025" cy="165050"/>
          </a:xfrm>
          <a:custGeom>
            <a:rect b="b" l="l" r="r" t="t"/>
            <a:pathLst>
              <a:path extrusionOk="0" h="6602" w="7041">
                <a:moveTo>
                  <a:pt x="4935" y="1378"/>
                </a:moveTo>
                <a:cubicBezTo>
                  <a:pt x="4939" y="1380"/>
                  <a:pt x="4948" y="1387"/>
                  <a:pt x="4965" y="1400"/>
                </a:cubicBezTo>
                <a:cubicBezTo>
                  <a:pt x="4955" y="1392"/>
                  <a:pt x="4945" y="1385"/>
                  <a:pt x="4935" y="1378"/>
                </a:cubicBezTo>
                <a:close/>
                <a:moveTo>
                  <a:pt x="1630" y="1762"/>
                </a:moveTo>
                <a:lnTo>
                  <a:pt x="1630" y="1762"/>
                </a:lnTo>
                <a:cubicBezTo>
                  <a:pt x="1621" y="1773"/>
                  <a:pt x="1618" y="1778"/>
                  <a:pt x="1618" y="1778"/>
                </a:cubicBezTo>
                <a:cubicBezTo>
                  <a:pt x="1618" y="1778"/>
                  <a:pt x="1623" y="1771"/>
                  <a:pt x="1630" y="1762"/>
                </a:cubicBezTo>
                <a:close/>
                <a:moveTo>
                  <a:pt x="3639" y="986"/>
                </a:moveTo>
                <a:cubicBezTo>
                  <a:pt x="4036" y="986"/>
                  <a:pt x="4418" y="1072"/>
                  <a:pt x="4734" y="1250"/>
                </a:cubicBezTo>
                <a:cubicBezTo>
                  <a:pt x="4786" y="1280"/>
                  <a:pt x="4839" y="1313"/>
                  <a:pt x="4890" y="1347"/>
                </a:cubicBezTo>
                <a:cubicBezTo>
                  <a:pt x="4906" y="1357"/>
                  <a:pt x="4921" y="1367"/>
                  <a:pt x="4935" y="1378"/>
                </a:cubicBezTo>
                <a:lnTo>
                  <a:pt x="4935" y="1378"/>
                </a:lnTo>
                <a:cubicBezTo>
                  <a:pt x="4934" y="1377"/>
                  <a:pt x="4933" y="1376"/>
                  <a:pt x="4933" y="1376"/>
                </a:cubicBezTo>
                <a:lnTo>
                  <a:pt x="4933" y="1376"/>
                </a:lnTo>
                <a:cubicBezTo>
                  <a:pt x="4934" y="1376"/>
                  <a:pt x="4964" y="1397"/>
                  <a:pt x="4972" y="1404"/>
                </a:cubicBezTo>
                <a:cubicBezTo>
                  <a:pt x="5081" y="1495"/>
                  <a:pt x="5182" y="1594"/>
                  <a:pt x="5275" y="1701"/>
                </a:cubicBezTo>
                <a:cubicBezTo>
                  <a:pt x="5296" y="1724"/>
                  <a:pt x="5315" y="1747"/>
                  <a:pt x="5332" y="1771"/>
                </a:cubicBezTo>
                <a:cubicBezTo>
                  <a:pt x="5336" y="1776"/>
                  <a:pt x="5339" y="1780"/>
                  <a:pt x="5342" y="1782"/>
                </a:cubicBezTo>
                <a:lnTo>
                  <a:pt x="5342" y="1782"/>
                </a:lnTo>
                <a:cubicBezTo>
                  <a:pt x="5378" y="1835"/>
                  <a:pt x="5414" y="1889"/>
                  <a:pt x="5446" y="1943"/>
                </a:cubicBezTo>
                <a:cubicBezTo>
                  <a:pt x="5477" y="1994"/>
                  <a:pt x="5507" y="2045"/>
                  <a:pt x="5534" y="2097"/>
                </a:cubicBezTo>
                <a:cubicBezTo>
                  <a:pt x="5548" y="2126"/>
                  <a:pt x="5603" y="2244"/>
                  <a:pt x="5604" y="2244"/>
                </a:cubicBezTo>
                <a:cubicBezTo>
                  <a:pt x="5605" y="2244"/>
                  <a:pt x="5604" y="2244"/>
                  <a:pt x="5604" y="2242"/>
                </a:cubicBezTo>
                <a:lnTo>
                  <a:pt x="5604" y="2242"/>
                </a:lnTo>
                <a:cubicBezTo>
                  <a:pt x="5646" y="2347"/>
                  <a:pt x="5682" y="2454"/>
                  <a:pt x="5711" y="2561"/>
                </a:cubicBezTo>
                <a:cubicBezTo>
                  <a:pt x="5726" y="2620"/>
                  <a:pt x="5741" y="2679"/>
                  <a:pt x="5751" y="2738"/>
                </a:cubicBezTo>
                <a:cubicBezTo>
                  <a:pt x="5756" y="2758"/>
                  <a:pt x="5778" y="2901"/>
                  <a:pt x="5781" y="2901"/>
                </a:cubicBezTo>
                <a:cubicBezTo>
                  <a:pt x="5781" y="2901"/>
                  <a:pt x="5781" y="2892"/>
                  <a:pt x="5779" y="2872"/>
                </a:cubicBezTo>
                <a:lnTo>
                  <a:pt x="5779" y="2872"/>
                </a:lnTo>
                <a:cubicBezTo>
                  <a:pt x="5793" y="2999"/>
                  <a:pt x="5800" y="3127"/>
                  <a:pt x="5800" y="3256"/>
                </a:cubicBezTo>
                <a:cubicBezTo>
                  <a:pt x="5798" y="3323"/>
                  <a:pt x="5796" y="3393"/>
                  <a:pt x="5791" y="3460"/>
                </a:cubicBezTo>
                <a:cubicBezTo>
                  <a:pt x="5787" y="3518"/>
                  <a:pt x="5781" y="3572"/>
                  <a:pt x="5780" y="3582"/>
                </a:cubicBezTo>
                <a:lnTo>
                  <a:pt x="5780" y="3582"/>
                </a:lnTo>
                <a:cubicBezTo>
                  <a:pt x="5759" y="3706"/>
                  <a:pt x="5734" y="3831"/>
                  <a:pt x="5699" y="3953"/>
                </a:cubicBezTo>
                <a:cubicBezTo>
                  <a:pt x="5682" y="4012"/>
                  <a:pt x="5663" y="4069"/>
                  <a:pt x="5642" y="4126"/>
                </a:cubicBezTo>
                <a:cubicBezTo>
                  <a:pt x="5631" y="4155"/>
                  <a:pt x="5621" y="4183"/>
                  <a:pt x="5610" y="4212"/>
                </a:cubicBezTo>
                <a:cubicBezTo>
                  <a:pt x="5606" y="4223"/>
                  <a:pt x="5602" y="4232"/>
                  <a:pt x="5600" y="4238"/>
                </a:cubicBezTo>
                <a:lnTo>
                  <a:pt x="5600" y="4238"/>
                </a:lnTo>
                <a:cubicBezTo>
                  <a:pt x="5597" y="4244"/>
                  <a:pt x="5593" y="4252"/>
                  <a:pt x="5589" y="4261"/>
                </a:cubicBezTo>
                <a:cubicBezTo>
                  <a:pt x="5534" y="4370"/>
                  <a:pt x="5477" y="4478"/>
                  <a:pt x="5412" y="4581"/>
                </a:cubicBezTo>
                <a:cubicBezTo>
                  <a:pt x="5311" y="4737"/>
                  <a:pt x="5324" y="4720"/>
                  <a:pt x="5189" y="4863"/>
                </a:cubicBezTo>
                <a:cubicBezTo>
                  <a:pt x="4814" y="5261"/>
                  <a:pt x="4355" y="5476"/>
                  <a:pt x="3756" y="5573"/>
                </a:cubicBezTo>
                <a:cubicBezTo>
                  <a:pt x="3620" y="5595"/>
                  <a:pt x="3482" y="5605"/>
                  <a:pt x="3344" y="5605"/>
                </a:cubicBezTo>
                <a:cubicBezTo>
                  <a:pt x="2954" y="5605"/>
                  <a:pt x="2572" y="5519"/>
                  <a:pt x="2265" y="5346"/>
                </a:cubicBezTo>
                <a:cubicBezTo>
                  <a:pt x="2214" y="5316"/>
                  <a:pt x="2164" y="5285"/>
                  <a:pt x="2113" y="5253"/>
                </a:cubicBezTo>
                <a:cubicBezTo>
                  <a:pt x="2098" y="5243"/>
                  <a:pt x="2015" y="5180"/>
                  <a:pt x="2013" y="5180"/>
                </a:cubicBezTo>
                <a:lnTo>
                  <a:pt x="2013" y="5180"/>
                </a:lnTo>
                <a:cubicBezTo>
                  <a:pt x="2013" y="5180"/>
                  <a:pt x="2019" y="5186"/>
                  <a:pt x="2037" y="5200"/>
                </a:cubicBezTo>
                <a:cubicBezTo>
                  <a:pt x="1930" y="5114"/>
                  <a:pt x="1831" y="5019"/>
                  <a:pt x="1740" y="4916"/>
                </a:cubicBezTo>
                <a:cubicBezTo>
                  <a:pt x="1728" y="4902"/>
                  <a:pt x="1675" y="4837"/>
                  <a:pt x="1657" y="4816"/>
                </a:cubicBezTo>
                <a:lnTo>
                  <a:pt x="1657" y="4816"/>
                </a:lnTo>
                <a:cubicBezTo>
                  <a:pt x="1647" y="4801"/>
                  <a:pt x="1584" y="4711"/>
                  <a:pt x="1570" y="4688"/>
                </a:cubicBezTo>
                <a:cubicBezTo>
                  <a:pt x="1500" y="4579"/>
                  <a:pt x="1439" y="4465"/>
                  <a:pt x="1382" y="4347"/>
                </a:cubicBezTo>
                <a:cubicBezTo>
                  <a:pt x="1372" y="4327"/>
                  <a:pt x="1369" y="4322"/>
                  <a:pt x="1368" y="4322"/>
                </a:cubicBezTo>
                <a:lnTo>
                  <a:pt x="1368" y="4322"/>
                </a:lnTo>
                <a:cubicBezTo>
                  <a:pt x="1368" y="4322"/>
                  <a:pt x="1368" y="4322"/>
                  <a:pt x="1368" y="4322"/>
                </a:cubicBezTo>
                <a:lnTo>
                  <a:pt x="1368" y="4322"/>
                </a:lnTo>
                <a:cubicBezTo>
                  <a:pt x="1366" y="4315"/>
                  <a:pt x="1360" y="4299"/>
                  <a:pt x="1348" y="4265"/>
                </a:cubicBezTo>
                <a:cubicBezTo>
                  <a:pt x="1329" y="4210"/>
                  <a:pt x="1308" y="4155"/>
                  <a:pt x="1291" y="4101"/>
                </a:cubicBezTo>
                <a:cubicBezTo>
                  <a:pt x="1251" y="3974"/>
                  <a:pt x="1220" y="3848"/>
                  <a:pt x="1197" y="3717"/>
                </a:cubicBezTo>
                <a:cubicBezTo>
                  <a:pt x="1192" y="3696"/>
                  <a:pt x="1179" y="3596"/>
                  <a:pt x="1178" y="3596"/>
                </a:cubicBezTo>
                <a:lnTo>
                  <a:pt x="1178" y="3596"/>
                </a:lnTo>
                <a:cubicBezTo>
                  <a:pt x="1178" y="3596"/>
                  <a:pt x="1179" y="3606"/>
                  <a:pt x="1182" y="3633"/>
                </a:cubicBezTo>
                <a:cubicBezTo>
                  <a:pt x="1173" y="3568"/>
                  <a:pt x="1167" y="3502"/>
                  <a:pt x="1165" y="3437"/>
                </a:cubicBezTo>
                <a:cubicBezTo>
                  <a:pt x="1157" y="3304"/>
                  <a:pt x="1157" y="3174"/>
                  <a:pt x="1165" y="3041"/>
                </a:cubicBezTo>
                <a:cubicBezTo>
                  <a:pt x="1167" y="3011"/>
                  <a:pt x="1179" y="2898"/>
                  <a:pt x="1181" y="2870"/>
                </a:cubicBezTo>
                <a:lnTo>
                  <a:pt x="1181" y="2870"/>
                </a:lnTo>
                <a:cubicBezTo>
                  <a:pt x="1186" y="2847"/>
                  <a:pt x="1203" y="2750"/>
                  <a:pt x="1209" y="2721"/>
                </a:cubicBezTo>
                <a:cubicBezTo>
                  <a:pt x="1239" y="2580"/>
                  <a:pt x="1281" y="2443"/>
                  <a:pt x="1327" y="2306"/>
                </a:cubicBezTo>
                <a:cubicBezTo>
                  <a:pt x="1342" y="2262"/>
                  <a:pt x="1345" y="2248"/>
                  <a:pt x="1346" y="2244"/>
                </a:cubicBezTo>
                <a:lnTo>
                  <a:pt x="1346" y="2244"/>
                </a:lnTo>
                <a:cubicBezTo>
                  <a:pt x="1348" y="2241"/>
                  <a:pt x="1355" y="2229"/>
                  <a:pt x="1376" y="2188"/>
                </a:cubicBezTo>
                <a:cubicBezTo>
                  <a:pt x="1407" y="2125"/>
                  <a:pt x="1439" y="2059"/>
                  <a:pt x="1475" y="1998"/>
                </a:cubicBezTo>
                <a:cubicBezTo>
                  <a:pt x="1511" y="1937"/>
                  <a:pt x="1551" y="1878"/>
                  <a:pt x="1588" y="1819"/>
                </a:cubicBezTo>
                <a:cubicBezTo>
                  <a:pt x="1603" y="1799"/>
                  <a:pt x="1618" y="1779"/>
                  <a:pt x="1632" y="1759"/>
                </a:cubicBezTo>
                <a:lnTo>
                  <a:pt x="1632" y="1759"/>
                </a:lnTo>
                <a:cubicBezTo>
                  <a:pt x="1639" y="1751"/>
                  <a:pt x="1646" y="1741"/>
                  <a:pt x="1654" y="1733"/>
                </a:cubicBezTo>
                <a:cubicBezTo>
                  <a:pt x="1744" y="1632"/>
                  <a:pt x="1839" y="1535"/>
                  <a:pt x="1945" y="1446"/>
                </a:cubicBezTo>
                <a:cubicBezTo>
                  <a:pt x="1949" y="1443"/>
                  <a:pt x="1952" y="1440"/>
                  <a:pt x="1955" y="1437"/>
                </a:cubicBezTo>
                <a:lnTo>
                  <a:pt x="1955" y="1437"/>
                </a:lnTo>
                <a:cubicBezTo>
                  <a:pt x="1958" y="1435"/>
                  <a:pt x="1960" y="1434"/>
                  <a:pt x="1963" y="1431"/>
                </a:cubicBezTo>
                <a:cubicBezTo>
                  <a:pt x="1993" y="1410"/>
                  <a:pt x="2022" y="1389"/>
                  <a:pt x="2054" y="1370"/>
                </a:cubicBezTo>
                <a:cubicBezTo>
                  <a:pt x="2115" y="1328"/>
                  <a:pt x="2180" y="1292"/>
                  <a:pt x="2246" y="1257"/>
                </a:cubicBezTo>
                <a:cubicBezTo>
                  <a:pt x="2372" y="1191"/>
                  <a:pt x="2412" y="1174"/>
                  <a:pt x="2604" y="1120"/>
                </a:cubicBezTo>
                <a:cubicBezTo>
                  <a:pt x="2802" y="1065"/>
                  <a:pt x="2859" y="1059"/>
                  <a:pt x="3023" y="1044"/>
                </a:cubicBezTo>
                <a:cubicBezTo>
                  <a:pt x="3046" y="1042"/>
                  <a:pt x="3069" y="1039"/>
                  <a:pt x="3092" y="1035"/>
                </a:cubicBezTo>
                <a:lnTo>
                  <a:pt x="3092" y="1035"/>
                </a:lnTo>
                <a:cubicBezTo>
                  <a:pt x="3113" y="1033"/>
                  <a:pt x="3134" y="1031"/>
                  <a:pt x="3156" y="1027"/>
                </a:cubicBezTo>
                <a:cubicBezTo>
                  <a:pt x="3317" y="1000"/>
                  <a:pt x="3479" y="986"/>
                  <a:pt x="3639" y="986"/>
                </a:cubicBezTo>
                <a:close/>
                <a:moveTo>
                  <a:pt x="3656" y="0"/>
                </a:moveTo>
                <a:cubicBezTo>
                  <a:pt x="3424" y="0"/>
                  <a:pt x="3191" y="20"/>
                  <a:pt x="2962" y="55"/>
                </a:cubicBezTo>
                <a:lnTo>
                  <a:pt x="2962" y="55"/>
                </a:lnTo>
                <a:cubicBezTo>
                  <a:pt x="1592" y="189"/>
                  <a:pt x="506" y="1128"/>
                  <a:pt x="238" y="2500"/>
                </a:cubicBezTo>
                <a:cubicBezTo>
                  <a:pt x="0" y="3730"/>
                  <a:pt x="360" y="5131"/>
                  <a:pt x="1367" y="5933"/>
                </a:cubicBezTo>
                <a:cubicBezTo>
                  <a:pt x="1934" y="6385"/>
                  <a:pt x="2656" y="6602"/>
                  <a:pt x="3382" y="6602"/>
                </a:cubicBezTo>
                <a:cubicBezTo>
                  <a:pt x="4138" y="6602"/>
                  <a:pt x="4898" y="6367"/>
                  <a:pt x="5494" y="5917"/>
                </a:cubicBezTo>
                <a:cubicBezTo>
                  <a:pt x="6607" y="5078"/>
                  <a:pt x="7041" y="3580"/>
                  <a:pt x="6659" y="2253"/>
                </a:cubicBezTo>
                <a:cubicBezTo>
                  <a:pt x="6453" y="1537"/>
                  <a:pt x="6015" y="905"/>
                  <a:pt x="5393" y="488"/>
                </a:cubicBezTo>
                <a:cubicBezTo>
                  <a:pt x="4872" y="137"/>
                  <a:pt x="4267" y="0"/>
                  <a:pt x="365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131" name="Google Shape;10131;p25"/>
          <p:cNvGrpSpPr/>
          <p:nvPr/>
        </p:nvGrpSpPr>
        <p:grpSpPr>
          <a:xfrm rot="6300357">
            <a:off x="7074685" y="581435"/>
            <a:ext cx="707993" cy="442801"/>
            <a:chOff x="1445125" y="3867675"/>
            <a:chExt cx="803300" cy="502950"/>
          </a:xfrm>
        </p:grpSpPr>
        <p:sp>
          <p:nvSpPr>
            <p:cNvPr id="10132" name="Google Shape;10132;p25"/>
            <p:cNvSpPr/>
            <p:nvPr/>
          </p:nvSpPr>
          <p:spPr>
            <a:xfrm>
              <a:off x="1445125" y="3867675"/>
              <a:ext cx="535450" cy="502950"/>
            </a:xfrm>
            <a:custGeom>
              <a:rect b="b" l="l" r="r" t="t"/>
              <a:pathLst>
                <a:path extrusionOk="0" h="20118" w="21418">
                  <a:moveTo>
                    <a:pt x="5846" y="993"/>
                  </a:moveTo>
                  <a:cubicBezTo>
                    <a:pt x="6726" y="993"/>
                    <a:pt x="7300" y="1814"/>
                    <a:pt x="7545" y="2688"/>
                  </a:cubicBezTo>
                  <a:cubicBezTo>
                    <a:pt x="7686" y="3200"/>
                    <a:pt x="7749" y="3726"/>
                    <a:pt x="7770" y="4255"/>
                  </a:cubicBezTo>
                  <a:cubicBezTo>
                    <a:pt x="7787" y="4700"/>
                    <a:pt x="7676" y="5216"/>
                    <a:pt x="7812" y="5641"/>
                  </a:cubicBezTo>
                  <a:cubicBezTo>
                    <a:pt x="8017" y="6280"/>
                    <a:pt x="8790" y="6621"/>
                    <a:pt x="9352" y="6861"/>
                  </a:cubicBezTo>
                  <a:cubicBezTo>
                    <a:pt x="10899" y="7523"/>
                    <a:pt x="12588" y="7895"/>
                    <a:pt x="14238" y="8195"/>
                  </a:cubicBezTo>
                  <a:cubicBezTo>
                    <a:pt x="14279" y="8202"/>
                    <a:pt x="14320" y="8206"/>
                    <a:pt x="14360" y="8206"/>
                  </a:cubicBezTo>
                  <a:cubicBezTo>
                    <a:pt x="14538" y="8206"/>
                    <a:pt x="14697" y="8128"/>
                    <a:pt x="14800" y="7965"/>
                  </a:cubicBezTo>
                  <a:cubicBezTo>
                    <a:pt x="15658" y="6602"/>
                    <a:pt x="16673" y="5266"/>
                    <a:pt x="17868" y="4181"/>
                  </a:cubicBezTo>
                  <a:cubicBezTo>
                    <a:pt x="18246" y="3837"/>
                    <a:pt x="19055" y="3130"/>
                    <a:pt x="19662" y="3130"/>
                  </a:cubicBezTo>
                  <a:cubicBezTo>
                    <a:pt x="19761" y="3130"/>
                    <a:pt x="19855" y="3149"/>
                    <a:pt x="19941" y="3191"/>
                  </a:cubicBezTo>
                  <a:cubicBezTo>
                    <a:pt x="19972" y="3206"/>
                    <a:pt x="20042" y="3282"/>
                    <a:pt x="20078" y="3334"/>
                  </a:cubicBezTo>
                  <a:cubicBezTo>
                    <a:pt x="20170" y="3474"/>
                    <a:pt x="20200" y="3554"/>
                    <a:pt x="20244" y="3703"/>
                  </a:cubicBezTo>
                  <a:cubicBezTo>
                    <a:pt x="20356" y="4074"/>
                    <a:pt x="20385" y="4459"/>
                    <a:pt x="20391" y="4845"/>
                  </a:cubicBezTo>
                  <a:cubicBezTo>
                    <a:pt x="20434" y="7253"/>
                    <a:pt x="19715" y="9724"/>
                    <a:pt x="18959" y="11987"/>
                  </a:cubicBezTo>
                  <a:cubicBezTo>
                    <a:pt x="18546" y="13223"/>
                    <a:pt x="18074" y="14443"/>
                    <a:pt x="17505" y="15619"/>
                  </a:cubicBezTo>
                  <a:cubicBezTo>
                    <a:pt x="16974" y="16720"/>
                    <a:pt x="16385" y="17795"/>
                    <a:pt x="15472" y="18631"/>
                  </a:cubicBezTo>
                  <a:cubicBezTo>
                    <a:pt x="15279" y="18808"/>
                    <a:pt x="15055" y="19008"/>
                    <a:pt x="14800" y="19090"/>
                  </a:cubicBezTo>
                  <a:cubicBezTo>
                    <a:pt x="14731" y="19114"/>
                    <a:pt x="14679" y="19127"/>
                    <a:pt x="14633" y="19127"/>
                  </a:cubicBezTo>
                  <a:cubicBezTo>
                    <a:pt x="14584" y="19127"/>
                    <a:pt x="14541" y="19112"/>
                    <a:pt x="14491" y="19078"/>
                  </a:cubicBezTo>
                  <a:cubicBezTo>
                    <a:pt x="14179" y="18859"/>
                    <a:pt x="14040" y="18279"/>
                    <a:pt x="13943" y="17913"/>
                  </a:cubicBezTo>
                  <a:cubicBezTo>
                    <a:pt x="13496" y="16204"/>
                    <a:pt x="13420" y="14392"/>
                    <a:pt x="13231" y="12644"/>
                  </a:cubicBezTo>
                  <a:cubicBezTo>
                    <a:pt x="13231" y="12642"/>
                    <a:pt x="13231" y="12641"/>
                    <a:pt x="13230" y="12640"/>
                  </a:cubicBezTo>
                  <a:lnTo>
                    <a:pt x="13230" y="12640"/>
                  </a:lnTo>
                  <a:cubicBezTo>
                    <a:pt x="13241" y="12479"/>
                    <a:pt x="13172" y="12316"/>
                    <a:pt x="12984" y="12214"/>
                  </a:cubicBezTo>
                  <a:cubicBezTo>
                    <a:pt x="12340" y="11860"/>
                    <a:pt x="11598" y="11675"/>
                    <a:pt x="10890" y="11496"/>
                  </a:cubicBezTo>
                  <a:cubicBezTo>
                    <a:pt x="10069" y="11291"/>
                    <a:pt x="9239" y="11119"/>
                    <a:pt x="8404" y="10971"/>
                  </a:cubicBezTo>
                  <a:cubicBezTo>
                    <a:pt x="7943" y="10890"/>
                    <a:pt x="7439" y="10757"/>
                    <a:pt x="6964" y="10757"/>
                  </a:cubicBezTo>
                  <a:cubicBezTo>
                    <a:pt x="6933" y="10757"/>
                    <a:pt x="6903" y="10757"/>
                    <a:pt x="6873" y="10758"/>
                  </a:cubicBezTo>
                  <a:cubicBezTo>
                    <a:pt x="6281" y="10782"/>
                    <a:pt x="5857" y="11237"/>
                    <a:pt x="5518" y="11671"/>
                  </a:cubicBezTo>
                  <a:cubicBezTo>
                    <a:pt x="4848" y="12532"/>
                    <a:pt x="4110" y="13945"/>
                    <a:pt x="2900" y="13945"/>
                  </a:cubicBezTo>
                  <a:cubicBezTo>
                    <a:pt x="2748" y="13945"/>
                    <a:pt x="2589" y="13923"/>
                    <a:pt x="2421" y="13874"/>
                  </a:cubicBezTo>
                  <a:cubicBezTo>
                    <a:pt x="1265" y="13539"/>
                    <a:pt x="1147" y="12161"/>
                    <a:pt x="1191" y="11150"/>
                  </a:cubicBezTo>
                  <a:cubicBezTo>
                    <a:pt x="1259" y="9547"/>
                    <a:pt x="1735" y="7959"/>
                    <a:pt x="2242" y="6446"/>
                  </a:cubicBezTo>
                  <a:cubicBezTo>
                    <a:pt x="2666" y="5186"/>
                    <a:pt x="3155" y="3943"/>
                    <a:pt x="3669" y="2717"/>
                  </a:cubicBezTo>
                  <a:cubicBezTo>
                    <a:pt x="4014" y="1894"/>
                    <a:pt x="4701" y="1150"/>
                    <a:pt x="5619" y="1011"/>
                  </a:cubicBezTo>
                  <a:cubicBezTo>
                    <a:pt x="5697" y="999"/>
                    <a:pt x="5772" y="993"/>
                    <a:pt x="5846" y="993"/>
                  </a:cubicBezTo>
                  <a:close/>
                  <a:moveTo>
                    <a:pt x="5851" y="1"/>
                  </a:moveTo>
                  <a:cubicBezTo>
                    <a:pt x="4753" y="1"/>
                    <a:pt x="3750" y="699"/>
                    <a:pt x="3144" y="1580"/>
                  </a:cubicBezTo>
                  <a:cubicBezTo>
                    <a:pt x="2849" y="2009"/>
                    <a:pt x="2683" y="2515"/>
                    <a:pt x="2487" y="2993"/>
                  </a:cubicBezTo>
                  <a:cubicBezTo>
                    <a:pt x="2217" y="3653"/>
                    <a:pt x="1954" y="4314"/>
                    <a:pt x="1705" y="4982"/>
                  </a:cubicBezTo>
                  <a:cubicBezTo>
                    <a:pt x="1113" y="6581"/>
                    <a:pt x="576" y="8224"/>
                    <a:pt x="323" y="9914"/>
                  </a:cubicBezTo>
                  <a:cubicBezTo>
                    <a:pt x="121" y="11253"/>
                    <a:pt x="1" y="12901"/>
                    <a:pt x="913" y="14026"/>
                  </a:cubicBezTo>
                  <a:cubicBezTo>
                    <a:pt x="1411" y="14639"/>
                    <a:pt x="2111" y="14918"/>
                    <a:pt x="2824" y="14918"/>
                  </a:cubicBezTo>
                  <a:cubicBezTo>
                    <a:pt x="3509" y="14918"/>
                    <a:pt x="4207" y="14660"/>
                    <a:pt x="4751" y="14192"/>
                  </a:cubicBezTo>
                  <a:cubicBezTo>
                    <a:pt x="5371" y="13659"/>
                    <a:pt x="5777" y="12949"/>
                    <a:pt x="6272" y="12311"/>
                  </a:cubicBezTo>
                  <a:cubicBezTo>
                    <a:pt x="6566" y="11931"/>
                    <a:pt x="6732" y="11776"/>
                    <a:pt x="7065" y="11776"/>
                  </a:cubicBezTo>
                  <a:cubicBezTo>
                    <a:pt x="7129" y="11776"/>
                    <a:pt x="7199" y="11782"/>
                    <a:pt x="7277" y="11793"/>
                  </a:cubicBezTo>
                  <a:cubicBezTo>
                    <a:pt x="8166" y="11915"/>
                    <a:pt x="9053" y="12094"/>
                    <a:pt x="9930" y="12292"/>
                  </a:cubicBezTo>
                  <a:cubicBezTo>
                    <a:pt x="10726" y="12472"/>
                    <a:pt x="11550" y="12626"/>
                    <a:pt x="12268" y="12966"/>
                  </a:cubicBezTo>
                  <a:lnTo>
                    <a:pt x="12268" y="12966"/>
                  </a:lnTo>
                  <a:cubicBezTo>
                    <a:pt x="12439" y="14633"/>
                    <a:pt x="12548" y="16332"/>
                    <a:pt x="12930" y="17963"/>
                  </a:cubicBezTo>
                  <a:cubicBezTo>
                    <a:pt x="13136" y="18845"/>
                    <a:pt x="13555" y="20118"/>
                    <a:pt x="14640" y="20118"/>
                  </a:cubicBezTo>
                  <a:cubicBezTo>
                    <a:pt x="14672" y="20118"/>
                    <a:pt x="14706" y="20116"/>
                    <a:pt x="14739" y="20114"/>
                  </a:cubicBezTo>
                  <a:cubicBezTo>
                    <a:pt x="15314" y="20074"/>
                    <a:pt x="15818" y="19674"/>
                    <a:pt x="16220" y="19295"/>
                  </a:cubicBezTo>
                  <a:cubicBezTo>
                    <a:pt x="16778" y="18770"/>
                    <a:pt x="17242" y="18165"/>
                    <a:pt x="17630" y="17506"/>
                  </a:cubicBezTo>
                  <a:cubicBezTo>
                    <a:pt x="18329" y="16326"/>
                    <a:pt x="18879" y="15058"/>
                    <a:pt x="19372" y="13779"/>
                  </a:cubicBezTo>
                  <a:cubicBezTo>
                    <a:pt x="20387" y="11140"/>
                    <a:pt x="21255" y="8266"/>
                    <a:pt x="21379" y="5422"/>
                  </a:cubicBezTo>
                  <a:cubicBezTo>
                    <a:pt x="21417" y="4558"/>
                    <a:pt x="21409" y="3509"/>
                    <a:pt x="20893" y="2768"/>
                  </a:cubicBezTo>
                  <a:cubicBezTo>
                    <a:pt x="20591" y="2334"/>
                    <a:pt x="20167" y="2169"/>
                    <a:pt x="19717" y="2169"/>
                  </a:cubicBezTo>
                  <a:cubicBezTo>
                    <a:pt x="19269" y="2169"/>
                    <a:pt x="18796" y="2332"/>
                    <a:pt x="18392" y="2557"/>
                  </a:cubicBezTo>
                  <a:cubicBezTo>
                    <a:pt x="17206" y="3219"/>
                    <a:pt x="16258" y="4331"/>
                    <a:pt x="15430" y="5382"/>
                  </a:cubicBezTo>
                  <a:cubicBezTo>
                    <a:pt x="14975" y="5959"/>
                    <a:pt x="14535" y="6551"/>
                    <a:pt x="14131" y="7165"/>
                  </a:cubicBezTo>
                  <a:lnTo>
                    <a:pt x="14131" y="7165"/>
                  </a:lnTo>
                  <a:cubicBezTo>
                    <a:pt x="12741" y="6903"/>
                    <a:pt x="11340" y="6572"/>
                    <a:pt x="10022" y="6067"/>
                  </a:cubicBezTo>
                  <a:cubicBezTo>
                    <a:pt x="9692" y="5938"/>
                    <a:pt x="9355" y="5795"/>
                    <a:pt x="9057" y="5599"/>
                  </a:cubicBezTo>
                  <a:cubicBezTo>
                    <a:pt x="8975" y="5544"/>
                    <a:pt x="8902" y="5490"/>
                    <a:pt x="8830" y="5420"/>
                  </a:cubicBezTo>
                  <a:cubicBezTo>
                    <a:pt x="8801" y="5393"/>
                    <a:pt x="8791" y="5386"/>
                    <a:pt x="8788" y="5385"/>
                  </a:cubicBezTo>
                  <a:lnTo>
                    <a:pt x="8788" y="5385"/>
                  </a:lnTo>
                  <a:cubicBezTo>
                    <a:pt x="8787" y="5381"/>
                    <a:pt x="8781" y="5370"/>
                    <a:pt x="8767" y="5346"/>
                  </a:cubicBezTo>
                  <a:cubicBezTo>
                    <a:pt x="8764" y="5342"/>
                    <a:pt x="8761" y="5338"/>
                    <a:pt x="8759" y="5334"/>
                  </a:cubicBezTo>
                  <a:lnTo>
                    <a:pt x="8759" y="5334"/>
                  </a:lnTo>
                  <a:cubicBezTo>
                    <a:pt x="8759" y="5333"/>
                    <a:pt x="8759" y="5331"/>
                    <a:pt x="8758" y="5329"/>
                  </a:cubicBezTo>
                  <a:cubicBezTo>
                    <a:pt x="8680" y="4813"/>
                    <a:pt x="8779" y="4238"/>
                    <a:pt x="8729" y="3712"/>
                  </a:cubicBezTo>
                  <a:cubicBezTo>
                    <a:pt x="8683" y="3244"/>
                    <a:pt x="8611" y="2774"/>
                    <a:pt x="8476" y="2325"/>
                  </a:cubicBezTo>
                  <a:cubicBezTo>
                    <a:pt x="8116" y="1129"/>
                    <a:pt x="7256" y="33"/>
                    <a:pt x="5914" y="2"/>
                  </a:cubicBezTo>
                  <a:cubicBezTo>
                    <a:pt x="5893" y="1"/>
                    <a:pt x="5872" y="1"/>
                    <a:pt x="585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33" name="Google Shape;10133;p25"/>
            <p:cNvSpPr/>
            <p:nvPr/>
          </p:nvSpPr>
          <p:spPr>
            <a:xfrm>
              <a:off x="1903525" y="4088100"/>
              <a:ext cx="344900" cy="185850"/>
            </a:xfrm>
            <a:custGeom>
              <a:rect b="b" l="l" r="r" t="t"/>
              <a:pathLst>
                <a:path extrusionOk="0" h="7434" w="13796">
                  <a:moveTo>
                    <a:pt x="2035" y="1"/>
                  </a:moveTo>
                  <a:cubicBezTo>
                    <a:pt x="1593" y="1"/>
                    <a:pt x="1301" y="661"/>
                    <a:pt x="1777" y="928"/>
                  </a:cubicBezTo>
                  <a:cubicBezTo>
                    <a:pt x="5023" y="2748"/>
                    <a:pt x="8420" y="4238"/>
                    <a:pt x="11476" y="6352"/>
                  </a:cubicBezTo>
                  <a:lnTo>
                    <a:pt x="11476" y="6352"/>
                  </a:lnTo>
                  <a:cubicBezTo>
                    <a:pt x="7847" y="6103"/>
                    <a:pt x="4252" y="5482"/>
                    <a:pt x="636" y="5110"/>
                  </a:cubicBezTo>
                  <a:cubicBezTo>
                    <a:pt x="615" y="5108"/>
                    <a:pt x="596" y="5107"/>
                    <a:pt x="577" y="5107"/>
                  </a:cubicBezTo>
                  <a:cubicBezTo>
                    <a:pt x="0" y="5107"/>
                    <a:pt x="24" y="6045"/>
                    <a:pt x="636" y="6106"/>
                  </a:cubicBezTo>
                  <a:cubicBezTo>
                    <a:pt x="4792" y="6534"/>
                    <a:pt x="8919" y="7290"/>
                    <a:pt x="13101" y="7434"/>
                  </a:cubicBezTo>
                  <a:cubicBezTo>
                    <a:pt x="13106" y="7434"/>
                    <a:pt x="13111" y="7434"/>
                    <a:pt x="13115" y="7434"/>
                  </a:cubicBezTo>
                  <a:cubicBezTo>
                    <a:pt x="13508" y="7434"/>
                    <a:pt x="13796" y="6851"/>
                    <a:pt x="13455" y="6582"/>
                  </a:cubicBezTo>
                  <a:cubicBezTo>
                    <a:pt x="11767" y="5262"/>
                    <a:pt x="9981" y="4109"/>
                    <a:pt x="8087" y="3106"/>
                  </a:cubicBezTo>
                  <a:cubicBezTo>
                    <a:pt x="6157" y="2083"/>
                    <a:pt x="4187" y="1139"/>
                    <a:pt x="2281" y="69"/>
                  </a:cubicBezTo>
                  <a:cubicBezTo>
                    <a:pt x="2197" y="21"/>
                    <a:pt x="2114" y="1"/>
                    <a:pt x="20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34" name="Google Shape;10134;p25"/>
            <p:cNvSpPr/>
            <p:nvPr/>
          </p:nvSpPr>
          <p:spPr>
            <a:xfrm>
              <a:off x="1462675" y="3884050"/>
              <a:ext cx="125100" cy="332450"/>
            </a:xfrm>
            <a:custGeom>
              <a:rect b="b" l="l" r="r" t="t"/>
              <a:pathLst>
                <a:path extrusionOk="0" h="13298" w="5004">
                  <a:moveTo>
                    <a:pt x="4226" y="0"/>
                  </a:moveTo>
                  <a:cubicBezTo>
                    <a:pt x="3978" y="0"/>
                    <a:pt x="3745" y="159"/>
                    <a:pt x="3776" y="478"/>
                  </a:cubicBezTo>
                  <a:cubicBezTo>
                    <a:pt x="3995" y="2762"/>
                    <a:pt x="3470" y="4910"/>
                    <a:pt x="2764" y="7066"/>
                  </a:cubicBezTo>
                  <a:cubicBezTo>
                    <a:pt x="2160" y="8913"/>
                    <a:pt x="1574" y="10906"/>
                    <a:pt x="310" y="12425"/>
                  </a:cubicBezTo>
                  <a:cubicBezTo>
                    <a:pt x="1" y="12799"/>
                    <a:pt x="333" y="13298"/>
                    <a:pt x="690" y="13298"/>
                  </a:cubicBezTo>
                  <a:cubicBezTo>
                    <a:pt x="802" y="13298"/>
                    <a:pt x="916" y="13249"/>
                    <a:pt x="1014" y="13131"/>
                  </a:cubicBezTo>
                  <a:cubicBezTo>
                    <a:pt x="2366" y="11506"/>
                    <a:pt x="3030" y="9452"/>
                    <a:pt x="3679" y="7474"/>
                  </a:cubicBezTo>
                  <a:cubicBezTo>
                    <a:pt x="4424" y="5193"/>
                    <a:pt x="5004" y="2899"/>
                    <a:pt x="4772" y="478"/>
                  </a:cubicBezTo>
                  <a:cubicBezTo>
                    <a:pt x="4741" y="160"/>
                    <a:pt x="4476" y="0"/>
                    <a:pt x="42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135" name="Google Shape;10135;p25"/>
          <p:cNvSpPr/>
          <p:nvPr/>
        </p:nvSpPr>
        <p:spPr>
          <a:xfrm>
            <a:off x="1973320" y="1386338"/>
            <a:ext cx="5587310" cy="2668524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 cap="flat" cmpd="sng" w="25400">
            <a:solidFill>
              <a:srgbClr val="BABA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36" name="Google Shape;10136;p25"/>
          <p:cNvSpPr txBox="1"/>
          <p:nvPr/>
        </p:nvSpPr>
        <p:spPr>
          <a:xfrm>
            <a:off x="3637449" y="995515"/>
            <a:ext cx="2259051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Place your work here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40" name="Shape 10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1" name="Google Shape;10141;p26"/>
          <p:cNvSpPr/>
          <p:nvPr/>
        </p:nvSpPr>
        <p:spPr>
          <a:xfrm>
            <a:off x="7818975" y="1147025"/>
            <a:ext cx="117525" cy="110100"/>
          </a:xfrm>
          <a:custGeom>
            <a:rect b="b" l="l" r="r" t="t"/>
            <a:pathLst>
              <a:path extrusionOk="0" h="4404" w="4701">
                <a:moveTo>
                  <a:pt x="1951" y="1032"/>
                </a:moveTo>
                <a:cubicBezTo>
                  <a:pt x="1950" y="1033"/>
                  <a:pt x="1949" y="1033"/>
                  <a:pt x="1947" y="1033"/>
                </a:cubicBezTo>
                <a:cubicBezTo>
                  <a:pt x="1948" y="1033"/>
                  <a:pt x="1950" y="1033"/>
                  <a:pt x="1951" y="1032"/>
                </a:cubicBezTo>
                <a:close/>
                <a:moveTo>
                  <a:pt x="2857" y="1059"/>
                </a:moveTo>
                <a:cubicBezTo>
                  <a:pt x="2871" y="1059"/>
                  <a:pt x="2889" y="1066"/>
                  <a:pt x="2907" y="1075"/>
                </a:cubicBezTo>
                <a:lnTo>
                  <a:pt x="2907" y="1075"/>
                </a:lnTo>
                <a:cubicBezTo>
                  <a:pt x="2887" y="1068"/>
                  <a:pt x="2858" y="1059"/>
                  <a:pt x="2857" y="1059"/>
                </a:cubicBezTo>
                <a:close/>
                <a:moveTo>
                  <a:pt x="3091" y="1185"/>
                </a:moveTo>
                <a:cubicBezTo>
                  <a:pt x="3091" y="1185"/>
                  <a:pt x="3091" y="1185"/>
                  <a:pt x="3091" y="1185"/>
                </a:cubicBezTo>
                <a:lnTo>
                  <a:pt x="3091" y="1185"/>
                </a:lnTo>
                <a:cubicBezTo>
                  <a:pt x="3091" y="1185"/>
                  <a:pt x="3091" y="1185"/>
                  <a:pt x="3091" y="1185"/>
                </a:cubicBezTo>
                <a:close/>
                <a:moveTo>
                  <a:pt x="3104" y="1198"/>
                </a:moveTo>
                <a:cubicBezTo>
                  <a:pt x="3111" y="1203"/>
                  <a:pt x="3118" y="1208"/>
                  <a:pt x="3125" y="1213"/>
                </a:cubicBezTo>
                <a:cubicBezTo>
                  <a:pt x="3142" y="1224"/>
                  <a:pt x="3149" y="1229"/>
                  <a:pt x="3148" y="1229"/>
                </a:cubicBezTo>
                <a:cubicBezTo>
                  <a:pt x="3148" y="1229"/>
                  <a:pt x="3121" y="1211"/>
                  <a:pt x="3104" y="1198"/>
                </a:cubicBezTo>
                <a:close/>
                <a:moveTo>
                  <a:pt x="1747" y="3319"/>
                </a:moveTo>
                <a:cubicBezTo>
                  <a:pt x="1767" y="3326"/>
                  <a:pt x="1803" y="3338"/>
                  <a:pt x="1802" y="3338"/>
                </a:cubicBezTo>
                <a:cubicBezTo>
                  <a:pt x="1800" y="3339"/>
                  <a:pt x="1799" y="3339"/>
                  <a:pt x="1797" y="3339"/>
                </a:cubicBezTo>
                <a:cubicBezTo>
                  <a:pt x="1785" y="3339"/>
                  <a:pt x="1766" y="3330"/>
                  <a:pt x="1747" y="3319"/>
                </a:cubicBezTo>
                <a:close/>
                <a:moveTo>
                  <a:pt x="2463" y="3393"/>
                </a:moveTo>
                <a:cubicBezTo>
                  <a:pt x="2461" y="3393"/>
                  <a:pt x="2459" y="3393"/>
                  <a:pt x="2456" y="3393"/>
                </a:cubicBezTo>
                <a:lnTo>
                  <a:pt x="2456" y="3393"/>
                </a:lnTo>
                <a:cubicBezTo>
                  <a:pt x="2459" y="3393"/>
                  <a:pt x="2462" y="3393"/>
                  <a:pt x="2463" y="3393"/>
                </a:cubicBezTo>
                <a:close/>
                <a:moveTo>
                  <a:pt x="2387" y="989"/>
                </a:moveTo>
                <a:cubicBezTo>
                  <a:pt x="2440" y="989"/>
                  <a:pt x="2491" y="989"/>
                  <a:pt x="2541" y="993"/>
                </a:cubicBezTo>
                <a:cubicBezTo>
                  <a:pt x="2560" y="993"/>
                  <a:pt x="2582" y="997"/>
                  <a:pt x="2601" y="998"/>
                </a:cubicBezTo>
                <a:lnTo>
                  <a:pt x="2601" y="998"/>
                </a:lnTo>
                <a:cubicBezTo>
                  <a:pt x="2682" y="1018"/>
                  <a:pt x="2761" y="1029"/>
                  <a:pt x="2840" y="1057"/>
                </a:cubicBezTo>
                <a:cubicBezTo>
                  <a:pt x="2857" y="1061"/>
                  <a:pt x="2876" y="1069"/>
                  <a:pt x="2895" y="1076"/>
                </a:cubicBezTo>
                <a:cubicBezTo>
                  <a:pt x="2906" y="1079"/>
                  <a:pt x="2914" y="1081"/>
                  <a:pt x="2919" y="1082"/>
                </a:cubicBezTo>
                <a:lnTo>
                  <a:pt x="2919" y="1082"/>
                </a:lnTo>
                <a:cubicBezTo>
                  <a:pt x="2944" y="1096"/>
                  <a:pt x="2968" y="1113"/>
                  <a:pt x="2984" y="1122"/>
                </a:cubicBezTo>
                <a:cubicBezTo>
                  <a:pt x="3015" y="1139"/>
                  <a:pt x="3049" y="1160"/>
                  <a:pt x="3080" y="1181"/>
                </a:cubicBezTo>
                <a:cubicBezTo>
                  <a:pt x="3084" y="1184"/>
                  <a:pt x="3088" y="1186"/>
                  <a:pt x="3092" y="1189"/>
                </a:cubicBezTo>
                <a:lnTo>
                  <a:pt x="3092" y="1189"/>
                </a:lnTo>
                <a:cubicBezTo>
                  <a:pt x="3107" y="1217"/>
                  <a:pt x="3258" y="1347"/>
                  <a:pt x="3274" y="1366"/>
                </a:cubicBezTo>
                <a:cubicBezTo>
                  <a:pt x="3278" y="1370"/>
                  <a:pt x="3281" y="1374"/>
                  <a:pt x="3284" y="1378"/>
                </a:cubicBezTo>
                <a:lnTo>
                  <a:pt x="3284" y="1378"/>
                </a:lnTo>
                <a:cubicBezTo>
                  <a:pt x="3304" y="1410"/>
                  <a:pt x="3328" y="1440"/>
                  <a:pt x="3348" y="1474"/>
                </a:cubicBezTo>
                <a:cubicBezTo>
                  <a:pt x="3367" y="1503"/>
                  <a:pt x="3386" y="1535"/>
                  <a:pt x="3403" y="1569"/>
                </a:cubicBezTo>
                <a:cubicBezTo>
                  <a:pt x="3409" y="1579"/>
                  <a:pt x="3414" y="1591"/>
                  <a:pt x="3420" y="1604"/>
                </a:cubicBezTo>
                <a:lnTo>
                  <a:pt x="3420" y="1604"/>
                </a:lnTo>
                <a:cubicBezTo>
                  <a:pt x="3420" y="1602"/>
                  <a:pt x="3420" y="1600"/>
                  <a:pt x="3420" y="1598"/>
                </a:cubicBezTo>
                <a:lnTo>
                  <a:pt x="3420" y="1598"/>
                </a:lnTo>
                <a:cubicBezTo>
                  <a:pt x="3420" y="1600"/>
                  <a:pt x="3420" y="1602"/>
                  <a:pt x="3420" y="1604"/>
                </a:cubicBezTo>
                <a:lnTo>
                  <a:pt x="3420" y="1604"/>
                </a:lnTo>
                <a:cubicBezTo>
                  <a:pt x="3420" y="1604"/>
                  <a:pt x="3420" y="1604"/>
                  <a:pt x="3420" y="1604"/>
                </a:cubicBezTo>
                <a:lnTo>
                  <a:pt x="3420" y="1604"/>
                </a:lnTo>
                <a:cubicBezTo>
                  <a:pt x="3420" y="1621"/>
                  <a:pt x="3423" y="1634"/>
                  <a:pt x="3427" y="1644"/>
                </a:cubicBezTo>
                <a:lnTo>
                  <a:pt x="3427" y="1644"/>
                </a:lnTo>
                <a:cubicBezTo>
                  <a:pt x="3423" y="1630"/>
                  <a:pt x="3420" y="1616"/>
                  <a:pt x="3420" y="1604"/>
                </a:cubicBezTo>
                <a:lnTo>
                  <a:pt x="3420" y="1604"/>
                </a:lnTo>
                <a:cubicBezTo>
                  <a:pt x="3422" y="1608"/>
                  <a:pt x="3424" y="1613"/>
                  <a:pt x="3426" y="1617"/>
                </a:cubicBezTo>
                <a:cubicBezTo>
                  <a:pt x="3442" y="1646"/>
                  <a:pt x="3443" y="1659"/>
                  <a:pt x="3439" y="1659"/>
                </a:cubicBezTo>
                <a:cubicBezTo>
                  <a:pt x="3436" y="1659"/>
                  <a:pt x="3432" y="1654"/>
                  <a:pt x="3427" y="1644"/>
                </a:cubicBezTo>
                <a:lnTo>
                  <a:pt x="3427" y="1644"/>
                </a:lnTo>
                <a:cubicBezTo>
                  <a:pt x="3443" y="1697"/>
                  <a:pt x="3479" y="1760"/>
                  <a:pt x="3491" y="1802"/>
                </a:cubicBezTo>
                <a:cubicBezTo>
                  <a:pt x="3500" y="1838"/>
                  <a:pt x="3508" y="1874"/>
                  <a:pt x="3517" y="1910"/>
                </a:cubicBezTo>
                <a:cubicBezTo>
                  <a:pt x="3521" y="1933"/>
                  <a:pt x="3525" y="1954"/>
                  <a:pt x="3529" y="1977"/>
                </a:cubicBezTo>
                <a:cubicBezTo>
                  <a:pt x="3534" y="2005"/>
                  <a:pt x="3537" y="2015"/>
                  <a:pt x="3538" y="2015"/>
                </a:cubicBezTo>
                <a:cubicBezTo>
                  <a:pt x="3540" y="2015"/>
                  <a:pt x="3530" y="1942"/>
                  <a:pt x="3525" y="1939"/>
                </a:cubicBezTo>
                <a:lnTo>
                  <a:pt x="3525" y="1939"/>
                </a:lnTo>
                <a:cubicBezTo>
                  <a:pt x="3550" y="1954"/>
                  <a:pt x="3538" y="2142"/>
                  <a:pt x="3538" y="2173"/>
                </a:cubicBezTo>
                <a:cubicBezTo>
                  <a:pt x="3538" y="2215"/>
                  <a:pt x="3535" y="2257"/>
                  <a:pt x="3533" y="2297"/>
                </a:cubicBezTo>
                <a:cubicBezTo>
                  <a:pt x="3532" y="2312"/>
                  <a:pt x="3530" y="2326"/>
                  <a:pt x="3529" y="2339"/>
                </a:cubicBezTo>
                <a:lnTo>
                  <a:pt x="3529" y="2339"/>
                </a:lnTo>
                <a:cubicBezTo>
                  <a:pt x="3514" y="2409"/>
                  <a:pt x="3504" y="2477"/>
                  <a:pt x="3483" y="2546"/>
                </a:cubicBezTo>
                <a:cubicBezTo>
                  <a:pt x="3472" y="2582"/>
                  <a:pt x="3462" y="2618"/>
                  <a:pt x="3449" y="2651"/>
                </a:cubicBezTo>
                <a:cubicBezTo>
                  <a:pt x="3445" y="2663"/>
                  <a:pt x="3440" y="2676"/>
                  <a:pt x="3436" y="2688"/>
                </a:cubicBezTo>
                <a:lnTo>
                  <a:pt x="3436" y="2688"/>
                </a:lnTo>
                <a:cubicBezTo>
                  <a:pt x="3398" y="2751"/>
                  <a:pt x="3369" y="2818"/>
                  <a:pt x="3329" y="2881"/>
                </a:cubicBezTo>
                <a:cubicBezTo>
                  <a:pt x="3324" y="2889"/>
                  <a:pt x="3300" y="2922"/>
                  <a:pt x="3284" y="2945"/>
                </a:cubicBezTo>
                <a:lnTo>
                  <a:pt x="3284" y="2945"/>
                </a:lnTo>
                <a:cubicBezTo>
                  <a:pt x="3263" y="2968"/>
                  <a:pt x="3232" y="3005"/>
                  <a:pt x="3224" y="3014"/>
                </a:cubicBezTo>
                <a:cubicBezTo>
                  <a:pt x="3198" y="3041"/>
                  <a:pt x="3171" y="3069"/>
                  <a:pt x="3142" y="3094"/>
                </a:cubicBezTo>
                <a:cubicBezTo>
                  <a:pt x="3127" y="3106"/>
                  <a:pt x="3112" y="3119"/>
                  <a:pt x="3099" y="3132"/>
                </a:cubicBezTo>
                <a:cubicBezTo>
                  <a:pt x="3075" y="3154"/>
                  <a:pt x="3071" y="3163"/>
                  <a:pt x="3076" y="3163"/>
                </a:cubicBezTo>
                <a:cubicBezTo>
                  <a:pt x="3076" y="3163"/>
                  <a:pt x="3077" y="3163"/>
                  <a:pt x="3078" y="3162"/>
                </a:cubicBezTo>
                <a:lnTo>
                  <a:pt x="3078" y="3162"/>
                </a:lnTo>
                <a:cubicBezTo>
                  <a:pt x="3021" y="3203"/>
                  <a:pt x="2923" y="3245"/>
                  <a:pt x="2889" y="3262"/>
                </a:cubicBezTo>
                <a:cubicBezTo>
                  <a:pt x="2863" y="3275"/>
                  <a:pt x="2803" y="3296"/>
                  <a:pt x="2805" y="3296"/>
                </a:cubicBezTo>
                <a:cubicBezTo>
                  <a:pt x="2806" y="3296"/>
                  <a:pt x="2822" y="3291"/>
                  <a:pt x="2866" y="3277"/>
                </a:cubicBezTo>
                <a:lnTo>
                  <a:pt x="2866" y="3277"/>
                </a:lnTo>
                <a:cubicBezTo>
                  <a:pt x="2823" y="3292"/>
                  <a:pt x="2783" y="3309"/>
                  <a:pt x="2741" y="3323"/>
                </a:cubicBezTo>
                <a:cubicBezTo>
                  <a:pt x="2642" y="3355"/>
                  <a:pt x="2541" y="3376"/>
                  <a:pt x="2438" y="3395"/>
                </a:cubicBezTo>
                <a:cubicBezTo>
                  <a:pt x="2437" y="3395"/>
                  <a:pt x="2437" y="3395"/>
                  <a:pt x="2437" y="3395"/>
                </a:cubicBezTo>
                <a:lnTo>
                  <a:pt x="2437" y="3395"/>
                </a:lnTo>
                <a:cubicBezTo>
                  <a:pt x="2416" y="3397"/>
                  <a:pt x="2395" y="3400"/>
                  <a:pt x="2375" y="3401"/>
                </a:cubicBezTo>
                <a:cubicBezTo>
                  <a:pt x="2330" y="3403"/>
                  <a:pt x="2284" y="3406"/>
                  <a:pt x="2240" y="3406"/>
                </a:cubicBezTo>
                <a:cubicBezTo>
                  <a:pt x="2226" y="3406"/>
                  <a:pt x="2211" y="3406"/>
                  <a:pt x="2197" y="3406"/>
                </a:cubicBezTo>
                <a:cubicBezTo>
                  <a:pt x="2163" y="3406"/>
                  <a:pt x="2129" y="3405"/>
                  <a:pt x="2094" y="3403"/>
                </a:cubicBezTo>
                <a:cubicBezTo>
                  <a:pt x="2081" y="3402"/>
                  <a:pt x="2067" y="3400"/>
                  <a:pt x="2054" y="3398"/>
                </a:cubicBezTo>
                <a:lnTo>
                  <a:pt x="2054" y="3398"/>
                </a:lnTo>
                <a:cubicBezTo>
                  <a:pt x="1975" y="3376"/>
                  <a:pt x="1893" y="3365"/>
                  <a:pt x="1814" y="3340"/>
                </a:cubicBezTo>
                <a:cubicBezTo>
                  <a:pt x="1797" y="3334"/>
                  <a:pt x="1778" y="3326"/>
                  <a:pt x="1762" y="3321"/>
                </a:cubicBezTo>
                <a:cubicBezTo>
                  <a:pt x="1752" y="3318"/>
                  <a:pt x="1745" y="3316"/>
                  <a:pt x="1740" y="3315"/>
                </a:cubicBezTo>
                <a:lnTo>
                  <a:pt x="1740" y="3315"/>
                </a:lnTo>
                <a:cubicBezTo>
                  <a:pt x="1716" y="3301"/>
                  <a:pt x="1691" y="3283"/>
                  <a:pt x="1679" y="3277"/>
                </a:cubicBezTo>
                <a:cubicBezTo>
                  <a:pt x="1648" y="3258"/>
                  <a:pt x="1616" y="3241"/>
                  <a:pt x="1587" y="3220"/>
                </a:cubicBezTo>
                <a:cubicBezTo>
                  <a:pt x="1572" y="3210"/>
                  <a:pt x="1557" y="3199"/>
                  <a:pt x="1543" y="3191"/>
                </a:cubicBezTo>
                <a:cubicBezTo>
                  <a:pt x="1525" y="3180"/>
                  <a:pt x="1519" y="3175"/>
                  <a:pt x="1519" y="3175"/>
                </a:cubicBezTo>
                <a:lnTo>
                  <a:pt x="1519" y="3175"/>
                </a:lnTo>
                <a:cubicBezTo>
                  <a:pt x="1518" y="3175"/>
                  <a:pt x="1582" y="3218"/>
                  <a:pt x="1580" y="3218"/>
                </a:cubicBezTo>
                <a:cubicBezTo>
                  <a:pt x="1580" y="3218"/>
                  <a:pt x="1579" y="3218"/>
                  <a:pt x="1578" y="3218"/>
                </a:cubicBezTo>
                <a:cubicBezTo>
                  <a:pt x="1542" y="3218"/>
                  <a:pt x="1420" y="3070"/>
                  <a:pt x="1399" y="3045"/>
                </a:cubicBezTo>
                <a:cubicBezTo>
                  <a:pt x="1384" y="3030"/>
                  <a:pt x="1353" y="2977"/>
                  <a:pt x="1351" y="2977"/>
                </a:cubicBezTo>
                <a:lnTo>
                  <a:pt x="1351" y="2977"/>
                </a:lnTo>
                <a:cubicBezTo>
                  <a:pt x="1350" y="2977"/>
                  <a:pt x="1354" y="2985"/>
                  <a:pt x="1363" y="3005"/>
                </a:cubicBezTo>
                <a:cubicBezTo>
                  <a:pt x="1372" y="3025"/>
                  <a:pt x="1375" y="3032"/>
                  <a:pt x="1374" y="3032"/>
                </a:cubicBezTo>
                <a:cubicBezTo>
                  <a:pt x="1372" y="3032"/>
                  <a:pt x="1335" y="2962"/>
                  <a:pt x="1326" y="2946"/>
                </a:cubicBezTo>
                <a:cubicBezTo>
                  <a:pt x="1285" y="2881"/>
                  <a:pt x="1252" y="2814"/>
                  <a:pt x="1215" y="2746"/>
                </a:cubicBezTo>
                <a:lnTo>
                  <a:pt x="1215" y="2746"/>
                </a:lnTo>
                <a:cubicBezTo>
                  <a:pt x="1214" y="2743"/>
                  <a:pt x="1213" y="2740"/>
                  <a:pt x="1212" y="2736"/>
                </a:cubicBezTo>
                <a:cubicBezTo>
                  <a:pt x="1199" y="2702"/>
                  <a:pt x="1187" y="2668"/>
                  <a:pt x="1176" y="2635"/>
                </a:cubicBezTo>
                <a:cubicBezTo>
                  <a:pt x="1153" y="2559"/>
                  <a:pt x="1132" y="2481"/>
                  <a:pt x="1119" y="2403"/>
                </a:cubicBezTo>
                <a:cubicBezTo>
                  <a:pt x="1119" y="2401"/>
                  <a:pt x="1118" y="2399"/>
                  <a:pt x="1118" y="2397"/>
                </a:cubicBezTo>
                <a:lnTo>
                  <a:pt x="1118" y="2397"/>
                </a:lnTo>
                <a:cubicBezTo>
                  <a:pt x="1122" y="2365"/>
                  <a:pt x="1108" y="2315"/>
                  <a:pt x="1106" y="2283"/>
                </a:cubicBezTo>
                <a:cubicBezTo>
                  <a:pt x="1102" y="2203"/>
                  <a:pt x="1102" y="2123"/>
                  <a:pt x="1106" y="2043"/>
                </a:cubicBezTo>
                <a:cubicBezTo>
                  <a:pt x="1107" y="2033"/>
                  <a:pt x="1110" y="2004"/>
                  <a:pt x="1113" y="1978"/>
                </a:cubicBezTo>
                <a:lnTo>
                  <a:pt x="1113" y="1978"/>
                </a:lnTo>
                <a:cubicBezTo>
                  <a:pt x="1117" y="1953"/>
                  <a:pt x="1123" y="1911"/>
                  <a:pt x="1125" y="1899"/>
                </a:cubicBezTo>
                <a:cubicBezTo>
                  <a:pt x="1144" y="1813"/>
                  <a:pt x="1170" y="1731"/>
                  <a:pt x="1197" y="1647"/>
                </a:cubicBezTo>
                <a:cubicBezTo>
                  <a:pt x="1199" y="1642"/>
                  <a:pt x="1200" y="1637"/>
                  <a:pt x="1201" y="1634"/>
                </a:cubicBezTo>
                <a:lnTo>
                  <a:pt x="1201" y="1634"/>
                </a:lnTo>
                <a:cubicBezTo>
                  <a:pt x="1203" y="1630"/>
                  <a:pt x="1205" y="1626"/>
                  <a:pt x="1208" y="1621"/>
                </a:cubicBezTo>
                <a:cubicBezTo>
                  <a:pt x="1227" y="1583"/>
                  <a:pt x="1246" y="1543"/>
                  <a:pt x="1269" y="1507"/>
                </a:cubicBezTo>
                <a:cubicBezTo>
                  <a:pt x="1290" y="1470"/>
                  <a:pt x="1313" y="1434"/>
                  <a:pt x="1338" y="1398"/>
                </a:cubicBezTo>
                <a:cubicBezTo>
                  <a:pt x="1341" y="1394"/>
                  <a:pt x="1344" y="1390"/>
                  <a:pt x="1346" y="1386"/>
                </a:cubicBezTo>
                <a:lnTo>
                  <a:pt x="1346" y="1386"/>
                </a:lnTo>
                <a:cubicBezTo>
                  <a:pt x="1346" y="1386"/>
                  <a:pt x="1346" y="1386"/>
                  <a:pt x="1347" y="1385"/>
                </a:cubicBezTo>
                <a:cubicBezTo>
                  <a:pt x="1399" y="1329"/>
                  <a:pt x="1454" y="1275"/>
                  <a:pt x="1511" y="1223"/>
                </a:cubicBezTo>
                <a:lnTo>
                  <a:pt x="1511" y="1223"/>
                </a:lnTo>
                <a:cubicBezTo>
                  <a:pt x="1524" y="1213"/>
                  <a:pt x="1537" y="1203"/>
                  <a:pt x="1551" y="1194"/>
                </a:cubicBezTo>
                <a:cubicBezTo>
                  <a:pt x="1589" y="1170"/>
                  <a:pt x="1627" y="1147"/>
                  <a:pt x="1667" y="1126"/>
                </a:cubicBezTo>
                <a:cubicBezTo>
                  <a:pt x="1682" y="1119"/>
                  <a:pt x="1697" y="1111"/>
                  <a:pt x="1712" y="1103"/>
                </a:cubicBezTo>
                <a:lnTo>
                  <a:pt x="1712" y="1103"/>
                </a:lnTo>
                <a:cubicBezTo>
                  <a:pt x="1755" y="1090"/>
                  <a:pt x="1797" y="1075"/>
                  <a:pt x="1840" y="1063"/>
                </a:cubicBezTo>
                <a:cubicBezTo>
                  <a:pt x="1884" y="1050"/>
                  <a:pt x="1928" y="1042"/>
                  <a:pt x="1970" y="1031"/>
                </a:cubicBezTo>
                <a:cubicBezTo>
                  <a:pt x="1976" y="1030"/>
                  <a:pt x="1983" y="1028"/>
                  <a:pt x="1990" y="1026"/>
                </a:cubicBezTo>
                <a:lnTo>
                  <a:pt x="1990" y="1026"/>
                </a:lnTo>
                <a:cubicBezTo>
                  <a:pt x="2008" y="1025"/>
                  <a:pt x="2026" y="1024"/>
                  <a:pt x="2042" y="1023"/>
                </a:cubicBezTo>
                <a:cubicBezTo>
                  <a:pt x="2063" y="1021"/>
                  <a:pt x="2083" y="1018"/>
                  <a:pt x="2104" y="1015"/>
                </a:cubicBezTo>
                <a:lnTo>
                  <a:pt x="2104" y="1015"/>
                </a:lnTo>
                <a:cubicBezTo>
                  <a:pt x="2127" y="1013"/>
                  <a:pt x="2151" y="1010"/>
                  <a:pt x="2175" y="1006"/>
                </a:cubicBezTo>
                <a:cubicBezTo>
                  <a:pt x="2200" y="1002"/>
                  <a:pt x="2223" y="998"/>
                  <a:pt x="2248" y="996"/>
                </a:cubicBezTo>
                <a:lnTo>
                  <a:pt x="2248" y="996"/>
                </a:lnTo>
                <a:cubicBezTo>
                  <a:pt x="2202" y="1002"/>
                  <a:pt x="2186" y="1004"/>
                  <a:pt x="2186" y="1004"/>
                </a:cubicBezTo>
                <a:cubicBezTo>
                  <a:pt x="2187" y="1004"/>
                  <a:pt x="2227" y="999"/>
                  <a:pt x="2246" y="998"/>
                </a:cubicBezTo>
                <a:cubicBezTo>
                  <a:pt x="2293" y="996"/>
                  <a:pt x="2341" y="991"/>
                  <a:pt x="2387" y="989"/>
                </a:cubicBezTo>
                <a:close/>
                <a:moveTo>
                  <a:pt x="2431" y="0"/>
                </a:moveTo>
                <a:cubicBezTo>
                  <a:pt x="2283" y="0"/>
                  <a:pt x="2134" y="12"/>
                  <a:pt x="1987" y="33"/>
                </a:cubicBezTo>
                <a:lnTo>
                  <a:pt x="1987" y="33"/>
                </a:lnTo>
                <a:cubicBezTo>
                  <a:pt x="1519" y="79"/>
                  <a:pt x="1082" y="246"/>
                  <a:pt x="738" y="578"/>
                </a:cubicBezTo>
                <a:cubicBezTo>
                  <a:pt x="443" y="863"/>
                  <a:pt x="236" y="1259"/>
                  <a:pt x="158" y="1661"/>
                </a:cubicBezTo>
                <a:cubicBezTo>
                  <a:pt x="0" y="2477"/>
                  <a:pt x="228" y="3403"/>
                  <a:pt x="896" y="3941"/>
                </a:cubicBezTo>
                <a:cubicBezTo>
                  <a:pt x="1283" y="4251"/>
                  <a:pt x="1777" y="4404"/>
                  <a:pt x="2272" y="4404"/>
                </a:cubicBezTo>
                <a:cubicBezTo>
                  <a:pt x="2762" y="4404"/>
                  <a:pt x="3253" y="4255"/>
                  <a:pt x="3645" y="3962"/>
                </a:cubicBezTo>
                <a:cubicBezTo>
                  <a:pt x="4395" y="3401"/>
                  <a:pt x="4700" y="2409"/>
                  <a:pt x="4443" y="1512"/>
                </a:cubicBezTo>
                <a:cubicBezTo>
                  <a:pt x="4302" y="1025"/>
                  <a:pt x="4003" y="604"/>
                  <a:pt x="3582" y="321"/>
                </a:cubicBezTo>
                <a:cubicBezTo>
                  <a:pt x="3236" y="89"/>
                  <a:pt x="2836" y="0"/>
                  <a:pt x="243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142" name="Google Shape;10142;p26"/>
          <p:cNvGrpSpPr/>
          <p:nvPr/>
        </p:nvGrpSpPr>
        <p:grpSpPr>
          <a:xfrm rot="6300357">
            <a:off x="7074685" y="581435"/>
            <a:ext cx="707993" cy="442801"/>
            <a:chOff x="1445125" y="3867675"/>
            <a:chExt cx="803300" cy="502950"/>
          </a:xfrm>
        </p:grpSpPr>
        <p:sp>
          <p:nvSpPr>
            <p:cNvPr id="10143" name="Google Shape;10143;p26"/>
            <p:cNvSpPr/>
            <p:nvPr/>
          </p:nvSpPr>
          <p:spPr>
            <a:xfrm>
              <a:off x="1445125" y="3867675"/>
              <a:ext cx="535450" cy="502950"/>
            </a:xfrm>
            <a:custGeom>
              <a:rect b="b" l="l" r="r" t="t"/>
              <a:pathLst>
                <a:path extrusionOk="0" h="20118" w="21418">
                  <a:moveTo>
                    <a:pt x="5846" y="993"/>
                  </a:moveTo>
                  <a:cubicBezTo>
                    <a:pt x="6726" y="993"/>
                    <a:pt x="7300" y="1814"/>
                    <a:pt x="7545" y="2688"/>
                  </a:cubicBezTo>
                  <a:cubicBezTo>
                    <a:pt x="7686" y="3200"/>
                    <a:pt x="7749" y="3726"/>
                    <a:pt x="7770" y="4255"/>
                  </a:cubicBezTo>
                  <a:cubicBezTo>
                    <a:pt x="7787" y="4700"/>
                    <a:pt x="7676" y="5216"/>
                    <a:pt x="7812" y="5641"/>
                  </a:cubicBezTo>
                  <a:cubicBezTo>
                    <a:pt x="8017" y="6280"/>
                    <a:pt x="8790" y="6621"/>
                    <a:pt x="9352" y="6861"/>
                  </a:cubicBezTo>
                  <a:cubicBezTo>
                    <a:pt x="10899" y="7523"/>
                    <a:pt x="12588" y="7895"/>
                    <a:pt x="14238" y="8195"/>
                  </a:cubicBezTo>
                  <a:cubicBezTo>
                    <a:pt x="14279" y="8202"/>
                    <a:pt x="14320" y="8206"/>
                    <a:pt x="14360" y="8206"/>
                  </a:cubicBezTo>
                  <a:cubicBezTo>
                    <a:pt x="14538" y="8206"/>
                    <a:pt x="14697" y="8128"/>
                    <a:pt x="14800" y="7965"/>
                  </a:cubicBezTo>
                  <a:cubicBezTo>
                    <a:pt x="15658" y="6602"/>
                    <a:pt x="16673" y="5266"/>
                    <a:pt x="17868" y="4181"/>
                  </a:cubicBezTo>
                  <a:cubicBezTo>
                    <a:pt x="18246" y="3837"/>
                    <a:pt x="19055" y="3130"/>
                    <a:pt x="19662" y="3130"/>
                  </a:cubicBezTo>
                  <a:cubicBezTo>
                    <a:pt x="19761" y="3130"/>
                    <a:pt x="19855" y="3149"/>
                    <a:pt x="19941" y="3191"/>
                  </a:cubicBezTo>
                  <a:cubicBezTo>
                    <a:pt x="19972" y="3206"/>
                    <a:pt x="20042" y="3282"/>
                    <a:pt x="20078" y="3334"/>
                  </a:cubicBezTo>
                  <a:cubicBezTo>
                    <a:pt x="20170" y="3474"/>
                    <a:pt x="20200" y="3554"/>
                    <a:pt x="20244" y="3703"/>
                  </a:cubicBezTo>
                  <a:cubicBezTo>
                    <a:pt x="20356" y="4074"/>
                    <a:pt x="20385" y="4459"/>
                    <a:pt x="20391" y="4845"/>
                  </a:cubicBezTo>
                  <a:cubicBezTo>
                    <a:pt x="20434" y="7253"/>
                    <a:pt x="19715" y="9724"/>
                    <a:pt x="18959" y="11987"/>
                  </a:cubicBezTo>
                  <a:cubicBezTo>
                    <a:pt x="18546" y="13223"/>
                    <a:pt x="18074" y="14443"/>
                    <a:pt x="17505" y="15619"/>
                  </a:cubicBezTo>
                  <a:cubicBezTo>
                    <a:pt x="16974" y="16720"/>
                    <a:pt x="16385" y="17795"/>
                    <a:pt x="15472" y="18631"/>
                  </a:cubicBezTo>
                  <a:cubicBezTo>
                    <a:pt x="15279" y="18808"/>
                    <a:pt x="15055" y="19008"/>
                    <a:pt x="14800" y="19090"/>
                  </a:cubicBezTo>
                  <a:cubicBezTo>
                    <a:pt x="14731" y="19114"/>
                    <a:pt x="14679" y="19127"/>
                    <a:pt x="14633" y="19127"/>
                  </a:cubicBezTo>
                  <a:cubicBezTo>
                    <a:pt x="14584" y="19127"/>
                    <a:pt x="14541" y="19112"/>
                    <a:pt x="14491" y="19078"/>
                  </a:cubicBezTo>
                  <a:cubicBezTo>
                    <a:pt x="14179" y="18859"/>
                    <a:pt x="14040" y="18279"/>
                    <a:pt x="13943" y="17913"/>
                  </a:cubicBezTo>
                  <a:cubicBezTo>
                    <a:pt x="13496" y="16204"/>
                    <a:pt x="13420" y="14392"/>
                    <a:pt x="13231" y="12644"/>
                  </a:cubicBezTo>
                  <a:cubicBezTo>
                    <a:pt x="13231" y="12642"/>
                    <a:pt x="13231" y="12641"/>
                    <a:pt x="13230" y="12640"/>
                  </a:cubicBezTo>
                  <a:lnTo>
                    <a:pt x="13230" y="12640"/>
                  </a:lnTo>
                  <a:cubicBezTo>
                    <a:pt x="13241" y="12479"/>
                    <a:pt x="13172" y="12316"/>
                    <a:pt x="12984" y="12214"/>
                  </a:cubicBezTo>
                  <a:cubicBezTo>
                    <a:pt x="12340" y="11860"/>
                    <a:pt x="11598" y="11675"/>
                    <a:pt x="10890" y="11496"/>
                  </a:cubicBezTo>
                  <a:cubicBezTo>
                    <a:pt x="10069" y="11291"/>
                    <a:pt x="9239" y="11119"/>
                    <a:pt x="8404" y="10971"/>
                  </a:cubicBezTo>
                  <a:cubicBezTo>
                    <a:pt x="7943" y="10890"/>
                    <a:pt x="7439" y="10757"/>
                    <a:pt x="6964" y="10757"/>
                  </a:cubicBezTo>
                  <a:cubicBezTo>
                    <a:pt x="6933" y="10757"/>
                    <a:pt x="6903" y="10757"/>
                    <a:pt x="6873" y="10758"/>
                  </a:cubicBezTo>
                  <a:cubicBezTo>
                    <a:pt x="6281" y="10782"/>
                    <a:pt x="5857" y="11237"/>
                    <a:pt x="5518" y="11671"/>
                  </a:cubicBezTo>
                  <a:cubicBezTo>
                    <a:pt x="4848" y="12532"/>
                    <a:pt x="4110" y="13945"/>
                    <a:pt x="2900" y="13945"/>
                  </a:cubicBezTo>
                  <a:cubicBezTo>
                    <a:pt x="2748" y="13945"/>
                    <a:pt x="2589" y="13923"/>
                    <a:pt x="2421" y="13874"/>
                  </a:cubicBezTo>
                  <a:cubicBezTo>
                    <a:pt x="1265" y="13539"/>
                    <a:pt x="1147" y="12161"/>
                    <a:pt x="1191" y="11150"/>
                  </a:cubicBezTo>
                  <a:cubicBezTo>
                    <a:pt x="1259" y="9547"/>
                    <a:pt x="1735" y="7959"/>
                    <a:pt x="2242" y="6446"/>
                  </a:cubicBezTo>
                  <a:cubicBezTo>
                    <a:pt x="2666" y="5186"/>
                    <a:pt x="3155" y="3943"/>
                    <a:pt x="3669" y="2717"/>
                  </a:cubicBezTo>
                  <a:cubicBezTo>
                    <a:pt x="4014" y="1894"/>
                    <a:pt x="4701" y="1150"/>
                    <a:pt x="5619" y="1011"/>
                  </a:cubicBezTo>
                  <a:cubicBezTo>
                    <a:pt x="5697" y="999"/>
                    <a:pt x="5772" y="993"/>
                    <a:pt x="5846" y="993"/>
                  </a:cubicBezTo>
                  <a:close/>
                  <a:moveTo>
                    <a:pt x="5851" y="1"/>
                  </a:moveTo>
                  <a:cubicBezTo>
                    <a:pt x="4753" y="1"/>
                    <a:pt x="3750" y="699"/>
                    <a:pt x="3144" y="1580"/>
                  </a:cubicBezTo>
                  <a:cubicBezTo>
                    <a:pt x="2849" y="2009"/>
                    <a:pt x="2683" y="2515"/>
                    <a:pt x="2487" y="2993"/>
                  </a:cubicBezTo>
                  <a:cubicBezTo>
                    <a:pt x="2217" y="3653"/>
                    <a:pt x="1954" y="4314"/>
                    <a:pt x="1705" y="4982"/>
                  </a:cubicBezTo>
                  <a:cubicBezTo>
                    <a:pt x="1113" y="6581"/>
                    <a:pt x="576" y="8224"/>
                    <a:pt x="323" y="9914"/>
                  </a:cubicBezTo>
                  <a:cubicBezTo>
                    <a:pt x="121" y="11253"/>
                    <a:pt x="1" y="12901"/>
                    <a:pt x="913" y="14026"/>
                  </a:cubicBezTo>
                  <a:cubicBezTo>
                    <a:pt x="1411" y="14639"/>
                    <a:pt x="2111" y="14918"/>
                    <a:pt x="2824" y="14918"/>
                  </a:cubicBezTo>
                  <a:cubicBezTo>
                    <a:pt x="3509" y="14918"/>
                    <a:pt x="4207" y="14660"/>
                    <a:pt x="4751" y="14192"/>
                  </a:cubicBezTo>
                  <a:cubicBezTo>
                    <a:pt x="5371" y="13659"/>
                    <a:pt x="5777" y="12949"/>
                    <a:pt x="6272" y="12311"/>
                  </a:cubicBezTo>
                  <a:cubicBezTo>
                    <a:pt x="6566" y="11931"/>
                    <a:pt x="6732" y="11776"/>
                    <a:pt x="7065" y="11776"/>
                  </a:cubicBezTo>
                  <a:cubicBezTo>
                    <a:pt x="7129" y="11776"/>
                    <a:pt x="7199" y="11782"/>
                    <a:pt x="7277" y="11793"/>
                  </a:cubicBezTo>
                  <a:cubicBezTo>
                    <a:pt x="8166" y="11915"/>
                    <a:pt x="9053" y="12094"/>
                    <a:pt x="9930" y="12292"/>
                  </a:cubicBezTo>
                  <a:cubicBezTo>
                    <a:pt x="10726" y="12472"/>
                    <a:pt x="11550" y="12626"/>
                    <a:pt x="12268" y="12966"/>
                  </a:cubicBezTo>
                  <a:lnTo>
                    <a:pt x="12268" y="12966"/>
                  </a:lnTo>
                  <a:cubicBezTo>
                    <a:pt x="12439" y="14633"/>
                    <a:pt x="12548" y="16332"/>
                    <a:pt x="12930" y="17963"/>
                  </a:cubicBezTo>
                  <a:cubicBezTo>
                    <a:pt x="13136" y="18845"/>
                    <a:pt x="13555" y="20118"/>
                    <a:pt x="14640" y="20118"/>
                  </a:cubicBezTo>
                  <a:cubicBezTo>
                    <a:pt x="14672" y="20118"/>
                    <a:pt x="14706" y="20116"/>
                    <a:pt x="14739" y="20114"/>
                  </a:cubicBezTo>
                  <a:cubicBezTo>
                    <a:pt x="15314" y="20074"/>
                    <a:pt x="15818" y="19674"/>
                    <a:pt x="16220" y="19295"/>
                  </a:cubicBezTo>
                  <a:cubicBezTo>
                    <a:pt x="16778" y="18770"/>
                    <a:pt x="17242" y="18165"/>
                    <a:pt x="17630" y="17506"/>
                  </a:cubicBezTo>
                  <a:cubicBezTo>
                    <a:pt x="18329" y="16326"/>
                    <a:pt x="18879" y="15058"/>
                    <a:pt x="19372" y="13779"/>
                  </a:cubicBezTo>
                  <a:cubicBezTo>
                    <a:pt x="20387" y="11140"/>
                    <a:pt x="21255" y="8266"/>
                    <a:pt x="21379" y="5422"/>
                  </a:cubicBezTo>
                  <a:cubicBezTo>
                    <a:pt x="21417" y="4558"/>
                    <a:pt x="21409" y="3509"/>
                    <a:pt x="20893" y="2768"/>
                  </a:cubicBezTo>
                  <a:cubicBezTo>
                    <a:pt x="20591" y="2334"/>
                    <a:pt x="20167" y="2169"/>
                    <a:pt x="19717" y="2169"/>
                  </a:cubicBezTo>
                  <a:cubicBezTo>
                    <a:pt x="19269" y="2169"/>
                    <a:pt x="18796" y="2332"/>
                    <a:pt x="18392" y="2557"/>
                  </a:cubicBezTo>
                  <a:cubicBezTo>
                    <a:pt x="17206" y="3219"/>
                    <a:pt x="16258" y="4331"/>
                    <a:pt x="15430" y="5382"/>
                  </a:cubicBezTo>
                  <a:cubicBezTo>
                    <a:pt x="14975" y="5959"/>
                    <a:pt x="14535" y="6551"/>
                    <a:pt x="14131" y="7165"/>
                  </a:cubicBezTo>
                  <a:lnTo>
                    <a:pt x="14131" y="7165"/>
                  </a:lnTo>
                  <a:cubicBezTo>
                    <a:pt x="12741" y="6903"/>
                    <a:pt x="11340" y="6572"/>
                    <a:pt x="10022" y="6067"/>
                  </a:cubicBezTo>
                  <a:cubicBezTo>
                    <a:pt x="9692" y="5938"/>
                    <a:pt x="9355" y="5795"/>
                    <a:pt x="9057" y="5599"/>
                  </a:cubicBezTo>
                  <a:cubicBezTo>
                    <a:pt x="8975" y="5544"/>
                    <a:pt x="8902" y="5490"/>
                    <a:pt x="8830" y="5420"/>
                  </a:cubicBezTo>
                  <a:cubicBezTo>
                    <a:pt x="8801" y="5393"/>
                    <a:pt x="8791" y="5386"/>
                    <a:pt x="8788" y="5385"/>
                  </a:cubicBezTo>
                  <a:lnTo>
                    <a:pt x="8788" y="5385"/>
                  </a:lnTo>
                  <a:cubicBezTo>
                    <a:pt x="8787" y="5381"/>
                    <a:pt x="8781" y="5370"/>
                    <a:pt x="8767" y="5346"/>
                  </a:cubicBezTo>
                  <a:cubicBezTo>
                    <a:pt x="8764" y="5342"/>
                    <a:pt x="8761" y="5338"/>
                    <a:pt x="8759" y="5334"/>
                  </a:cubicBezTo>
                  <a:lnTo>
                    <a:pt x="8759" y="5334"/>
                  </a:lnTo>
                  <a:cubicBezTo>
                    <a:pt x="8759" y="5333"/>
                    <a:pt x="8759" y="5331"/>
                    <a:pt x="8758" y="5329"/>
                  </a:cubicBezTo>
                  <a:cubicBezTo>
                    <a:pt x="8680" y="4813"/>
                    <a:pt x="8779" y="4238"/>
                    <a:pt x="8729" y="3712"/>
                  </a:cubicBezTo>
                  <a:cubicBezTo>
                    <a:pt x="8683" y="3244"/>
                    <a:pt x="8611" y="2774"/>
                    <a:pt x="8476" y="2325"/>
                  </a:cubicBezTo>
                  <a:cubicBezTo>
                    <a:pt x="8116" y="1129"/>
                    <a:pt x="7256" y="33"/>
                    <a:pt x="5914" y="2"/>
                  </a:cubicBezTo>
                  <a:cubicBezTo>
                    <a:pt x="5893" y="1"/>
                    <a:pt x="5872" y="1"/>
                    <a:pt x="585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44" name="Google Shape;10144;p26"/>
            <p:cNvSpPr/>
            <p:nvPr/>
          </p:nvSpPr>
          <p:spPr>
            <a:xfrm>
              <a:off x="1903525" y="4088100"/>
              <a:ext cx="344900" cy="185850"/>
            </a:xfrm>
            <a:custGeom>
              <a:rect b="b" l="l" r="r" t="t"/>
              <a:pathLst>
                <a:path extrusionOk="0" h="7434" w="13796">
                  <a:moveTo>
                    <a:pt x="2035" y="1"/>
                  </a:moveTo>
                  <a:cubicBezTo>
                    <a:pt x="1593" y="1"/>
                    <a:pt x="1301" y="661"/>
                    <a:pt x="1777" y="928"/>
                  </a:cubicBezTo>
                  <a:cubicBezTo>
                    <a:pt x="5023" y="2748"/>
                    <a:pt x="8420" y="4238"/>
                    <a:pt x="11476" y="6352"/>
                  </a:cubicBezTo>
                  <a:lnTo>
                    <a:pt x="11476" y="6352"/>
                  </a:lnTo>
                  <a:cubicBezTo>
                    <a:pt x="7847" y="6103"/>
                    <a:pt x="4252" y="5482"/>
                    <a:pt x="636" y="5110"/>
                  </a:cubicBezTo>
                  <a:cubicBezTo>
                    <a:pt x="615" y="5108"/>
                    <a:pt x="596" y="5107"/>
                    <a:pt x="577" y="5107"/>
                  </a:cubicBezTo>
                  <a:cubicBezTo>
                    <a:pt x="0" y="5107"/>
                    <a:pt x="24" y="6045"/>
                    <a:pt x="636" y="6106"/>
                  </a:cubicBezTo>
                  <a:cubicBezTo>
                    <a:pt x="4792" y="6534"/>
                    <a:pt x="8919" y="7290"/>
                    <a:pt x="13101" y="7434"/>
                  </a:cubicBezTo>
                  <a:cubicBezTo>
                    <a:pt x="13106" y="7434"/>
                    <a:pt x="13111" y="7434"/>
                    <a:pt x="13115" y="7434"/>
                  </a:cubicBezTo>
                  <a:cubicBezTo>
                    <a:pt x="13508" y="7434"/>
                    <a:pt x="13796" y="6851"/>
                    <a:pt x="13455" y="6582"/>
                  </a:cubicBezTo>
                  <a:cubicBezTo>
                    <a:pt x="11767" y="5262"/>
                    <a:pt x="9981" y="4109"/>
                    <a:pt x="8087" y="3106"/>
                  </a:cubicBezTo>
                  <a:cubicBezTo>
                    <a:pt x="6157" y="2083"/>
                    <a:pt x="4187" y="1139"/>
                    <a:pt x="2281" y="69"/>
                  </a:cubicBezTo>
                  <a:cubicBezTo>
                    <a:pt x="2197" y="21"/>
                    <a:pt x="2114" y="1"/>
                    <a:pt x="20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45" name="Google Shape;10145;p26"/>
            <p:cNvSpPr/>
            <p:nvPr/>
          </p:nvSpPr>
          <p:spPr>
            <a:xfrm>
              <a:off x="1462675" y="3884050"/>
              <a:ext cx="125100" cy="332450"/>
            </a:xfrm>
            <a:custGeom>
              <a:rect b="b" l="l" r="r" t="t"/>
              <a:pathLst>
                <a:path extrusionOk="0" h="13298" w="5004">
                  <a:moveTo>
                    <a:pt x="4226" y="0"/>
                  </a:moveTo>
                  <a:cubicBezTo>
                    <a:pt x="3978" y="0"/>
                    <a:pt x="3745" y="159"/>
                    <a:pt x="3776" y="478"/>
                  </a:cubicBezTo>
                  <a:cubicBezTo>
                    <a:pt x="3995" y="2762"/>
                    <a:pt x="3470" y="4910"/>
                    <a:pt x="2764" y="7066"/>
                  </a:cubicBezTo>
                  <a:cubicBezTo>
                    <a:pt x="2160" y="8913"/>
                    <a:pt x="1574" y="10906"/>
                    <a:pt x="310" y="12425"/>
                  </a:cubicBezTo>
                  <a:cubicBezTo>
                    <a:pt x="1" y="12799"/>
                    <a:pt x="333" y="13298"/>
                    <a:pt x="690" y="13298"/>
                  </a:cubicBezTo>
                  <a:cubicBezTo>
                    <a:pt x="802" y="13298"/>
                    <a:pt x="916" y="13249"/>
                    <a:pt x="1014" y="13131"/>
                  </a:cubicBezTo>
                  <a:cubicBezTo>
                    <a:pt x="2366" y="11506"/>
                    <a:pt x="3030" y="9452"/>
                    <a:pt x="3679" y="7474"/>
                  </a:cubicBezTo>
                  <a:cubicBezTo>
                    <a:pt x="4424" y="5193"/>
                    <a:pt x="5004" y="2899"/>
                    <a:pt x="4772" y="478"/>
                  </a:cubicBezTo>
                  <a:cubicBezTo>
                    <a:pt x="4741" y="160"/>
                    <a:pt x="4476" y="0"/>
                    <a:pt x="42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0146" name="Google Shape;10146;p26"/>
          <p:cNvPicPr preferRelativeResize="0"/>
          <p:nvPr/>
        </p:nvPicPr>
        <p:blipFill rotWithShape="1">
          <a:blip r:embed="rId3">
            <a:alphaModFix/>
          </a:blip>
          <a:srcRect b="0" l="18564" r="18569" t="0"/>
          <a:stretch/>
        </p:blipFill>
        <p:spPr>
          <a:xfrm>
            <a:off x="5826738" y="1779838"/>
            <a:ext cx="2112077" cy="26378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47" name="Google Shape;10147;p26"/>
          <p:cNvSpPr txBox="1"/>
          <p:nvPr/>
        </p:nvSpPr>
        <p:spPr>
          <a:xfrm>
            <a:off x="1202297" y="582725"/>
            <a:ext cx="5982000" cy="80018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000" u="none" cap="none" strike="noStrike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rPr>
              <a:t>SERVICE AS ACTION/COMMUNITY PROJECT/PERSONAL PROJECT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48" name="Google Shape;10148;p26"/>
          <p:cNvSpPr txBox="1"/>
          <p:nvPr/>
        </p:nvSpPr>
        <p:spPr>
          <a:xfrm>
            <a:off x="1361893" y="1268221"/>
            <a:ext cx="4421020" cy="323564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Gantari"/>
              <a:buChar char="●"/>
            </a:pPr>
            <a:r>
              <a:rPr b="1" i="0" lang="es" sz="1400" u="none" cap="none" strike="noStrike">
                <a:solidFill>
                  <a:schemeClr val="dk1"/>
                </a:solidFill>
                <a:latin typeface="Gantari"/>
                <a:ea typeface="Gantari"/>
                <a:cs typeface="Gantari"/>
                <a:sym typeface="Gantari"/>
              </a:rPr>
              <a:t>UNIT TITLE: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anta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Gantari"/>
              <a:ea typeface="Gantari"/>
              <a:cs typeface="Gantari"/>
              <a:sym typeface="Gantari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Gantari"/>
              <a:buChar char="●"/>
            </a:pPr>
            <a:r>
              <a:rPr b="1" i="0" lang="es" sz="1400" u="none" cap="none" strike="noStrike">
                <a:solidFill>
                  <a:schemeClr val="dk1"/>
                </a:solidFill>
                <a:latin typeface="Gantari"/>
                <a:ea typeface="Gantari"/>
                <a:cs typeface="Gantari"/>
                <a:sym typeface="Gantari"/>
              </a:rPr>
              <a:t>SOI: </a:t>
            </a:r>
            <a:endParaRPr/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anta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Gantari"/>
              <a:ea typeface="Gantari"/>
              <a:cs typeface="Gantari"/>
              <a:sym typeface="Gantari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rial"/>
              <a:buChar char="●"/>
            </a:pPr>
            <a:r>
              <a:rPr b="1" i="0" lang="es" sz="1400" u="none" cap="none" strike="noStrike">
                <a:solidFill>
                  <a:schemeClr val="dk1"/>
                </a:solidFill>
                <a:latin typeface="Gantari"/>
                <a:ea typeface="Gantari"/>
                <a:cs typeface="Gantari"/>
                <a:sym typeface="Gantari"/>
              </a:rPr>
              <a:t>PRODUCT:</a:t>
            </a:r>
            <a:r>
              <a:rPr b="0" i="0" lang="es" sz="1400" u="none" cap="none" strike="noStrike">
                <a:solidFill>
                  <a:schemeClr val="dk1"/>
                </a:solidFill>
                <a:latin typeface="Gantari"/>
                <a:ea typeface="Gantari"/>
                <a:cs typeface="Gantari"/>
                <a:sym typeface="Gantari"/>
              </a:rPr>
              <a:t> Eg. Poster, presentation, article, etc.</a:t>
            </a:r>
            <a:endParaRPr/>
          </a:p>
          <a:p>
            <a:pPr indent="-3175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rial"/>
              <a:buChar char="●"/>
            </a:pPr>
            <a:r>
              <a:rPr b="1" i="0" lang="es" sz="1400" u="none" cap="none" strike="noStrike">
                <a:solidFill>
                  <a:schemeClr val="dk1"/>
                </a:solidFill>
                <a:latin typeface="Gantari"/>
                <a:ea typeface="Gantari"/>
                <a:cs typeface="Gantari"/>
                <a:sym typeface="Gantari"/>
              </a:rPr>
              <a:t>REFLECTION: </a:t>
            </a:r>
            <a:r>
              <a:rPr b="1" i="0" lang="es" sz="1100" u="none" cap="none" strike="noStrike">
                <a:solidFill>
                  <a:schemeClr val="dk1"/>
                </a:solidFill>
                <a:latin typeface="Gantari"/>
                <a:ea typeface="Gantari"/>
                <a:cs typeface="Gantari"/>
                <a:sym typeface="Gantari"/>
              </a:rPr>
              <a:t>Use the following prompts to help you.</a:t>
            </a:r>
            <a:endParaRPr/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antari"/>
              <a:buNone/>
            </a:pPr>
            <a:r>
              <a:rPr b="0" i="0" lang="e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     What did you use to think before the lesson, how has your thinking changed after the lesson? </a:t>
            </a:r>
            <a:endParaRPr/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antari"/>
              <a:buNone/>
            </a:pPr>
            <a:r>
              <a:rPr b="0" i="0" lang="e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     What are two things you learnt from the lesson?</a:t>
            </a:r>
            <a:endParaRPr/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antari"/>
              <a:buNone/>
            </a:pPr>
            <a:r>
              <a:rPr b="0" i="0" lang="e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     What strategies helped you understand the concept better? What challenges did you face?  </a:t>
            </a:r>
            <a:endParaRPr/>
          </a:p>
          <a:p>
            <a:pPr indent="-3175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400"/>
              <a:buFont typeface="Arial"/>
              <a:buChar char="●"/>
            </a:pPr>
            <a:r>
              <a:rPr b="1" i="0" lang="es" sz="1400" u="none" cap="none" strike="noStrike">
                <a:solidFill>
                  <a:schemeClr val="dk1"/>
                </a:solidFill>
                <a:latin typeface="Gantari"/>
                <a:ea typeface="Gantari"/>
                <a:cs typeface="Gantari"/>
                <a:sym typeface="Gantari"/>
              </a:rPr>
              <a:t>CONNECTION: </a:t>
            </a:r>
            <a:r>
              <a:rPr b="1" i="0" lang="es" sz="1100" u="none" cap="none" strike="noStrike">
                <a:solidFill>
                  <a:schemeClr val="dk1"/>
                </a:solidFill>
                <a:latin typeface="Gantari"/>
                <a:ea typeface="Gantari"/>
                <a:cs typeface="Gantari"/>
                <a:sym typeface="Gantari"/>
              </a:rPr>
              <a:t>What connections can you make from the lesson to the real world? How will this lesson help you solve real life problems?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52" name="Shape 10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3" name="Google Shape;10153;p27"/>
          <p:cNvSpPr/>
          <p:nvPr/>
        </p:nvSpPr>
        <p:spPr>
          <a:xfrm>
            <a:off x="7818975" y="1147025"/>
            <a:ext cx="117525" cy="110100"/>
          </a:xfrm>
          <a:custGeom>
            <a:rect b="b" l="l" r="r" t="t"/>
            <a:pathLst>
              <a:path extrusionOk="0" h="4404" w="4701">
                <a:moveTo>
                  <a:pt x="1951" y="1032"/>
                </a:moveTo>
                <a:cubicBezTo>
                  <a:pt x="1950" y="1033"/>
                  <a:pt x="1949" y="1033"/>
                  <a:pt x="1947" y="1033"/>
                </a:cubicBezTo>
                <a:cubicBezTo>
                  <a:pt x="1948" y="1033"/>
                  <a:pt x="1950" y="1033"/>
                  <a:pt x="1951" y="1032"/>
                </a:cubicBezTo>
                <a:close/>
                <a:moveTo>
                  <a:pt x="2857" y="1059"/>
                </a:moveTo>
                <a:cubicBezTo>
                  <a:pt x="2871" y="1059"/>
                  <a:pt x="2889" y="1066"/>
                  <a:pt x="2907" y="1075"/>
                </a:cubicBezTo>
                <a:lnTo>
                  <a:pt x="2907" y="1075"/>
                </a:lnTo>
                <a:cubicBezTo>
                  <a:pt x="2887" y="1068"/>
                  <a:pt x="2858" y="1059"/>
                  <a:pt x="2857" y="1059"/>
                </a:cubicBezTo>
                <a:close/>
                <a:moveTo>
                  <a:pt x="3091" y="1185"/>
                </a:moveTo>
                <a:cubicBezTo>
                  <a:pt x="3091" y="1185"/>
                  <a:pt x="3091" y="1185"/>
                  <a:pt x="3091" y="1185"/>
                </a:cubicBezTo>
                <a:lnTo>
                  <a:pt x="3091" y="1185"/>
                </a:lnTo>
                <a:cubicBezTo>
                  <a:pt x="3091" y="1185"/>
                  <a:pt x="3091" y="1185"/>
                  <a:pt x="3091" y="1185"/>
                </a:cubicBezTo>
                <a:close/>
                <a:moveTo>
                  <a:pt x="3104" y="1198"/>
                </a:moveTo>
                <a:cubicBezTo>
                  <a:pt x="3111" y="1203"/>
                  <a:pt x="3118" y="1208"/>
                  <a:pt x="3125" y="1213"/>
                </a:cubicBezTo>
                <a:cubicBezTo>
                  <a:pt x="3142" y="1224"/>
                  <a:pt x="3149" y="1229"/>
                  <a:pt x="3148" y="1229"/>
                </a:cubicBezTo>
                <a:cubicBezTo>
                  <a:pt x="3148" y="1229"/>
                  <a:pt x="3121" y="1211"/>
                  <a:pt x="3104" y="1198"/>
                </a:cubicBezTo>
                <a:close/>
                <a:moveTo>
                  <a:pt x="1747" y="3319"/>
                </a:moveTo>
                <a:cubicBezTo>
                  <a:pt x="1767" y="3326"/>
                  <a:pt x="1803" y="3338"/>
                  <a:pt x="1802" y="3338"/>
                </a:cubicBezTo>
                <a:cubicBezTo>
                  <a:pt x="1800" y="3339"/>
                  <a:pt x="1799" y="3339"/>
                  <a:pt x="1797" y="3339"/>
                </a:cubicBezTo>
                <a:cubicBezTo>
                  <a:pt x="1785" y="3339"/>
                  <a:pt x="1766" y="3330"/>
                  <a:pt x="1747" y="3319"/>
                </a:cubicBezTo>
                <a:close/>
                <a:moveTo>
                  <a:pt x="2463" y="3393"/>
                </a:moveTo>
                <a:cubicBezTo>
                  <a:pt x="2461" y="3393"/>
                  <a:pt x="2459" y="3393"/>
                  <a:pt x="2456" y="3393"/>
                </a:cubicBezTo>
                <a:lnTo>
                  <a:pt x="2456" y="3393"/>
                </a:lnTo>
                <a:cubicBezTo>
                  <a:pt x="2459" y="3393"/>
                  <a:pt x="2462" y="3393"/>
                  <a:pt x="2463" y="3393"/>
                </a:cubicBezTo>
                <a:close/>
                <a:moveTo>
                  <a:pt x="2387" y="989"/>
                </a:moveTo>
                <a:cubicBezTo>
                  <a:pt x="2440" y="989"/>
                  <a:pt x="2491" y="989"/>
                  <a:pt x="2541" y="993"/>
                </a:cubicBezTo>
                <a:cubicBezTo>
                  <a:pt x="2560" y="993"/>
                  <a:pt x="2582" y="997"/>
                  <a:pt x="2601" y="998"/>
                </a:cubicBezTo>
                <a:lnTo>
                  <a:pt x="2601" y="998"/>
                </a:lnTo>
                <a:cubicBezTo>
                  <a:pt x="2682" y="1018"/>
                  <a:pt x="2761" y="1029"/>
                  <a:pt x="2840" y="1057"/>
                </a:cubicBezTo>
                <a:cubicBezTo>
                  <a:pt x="2857" y="1061"/>
                  <a:pt x="2876" y="1069"/>
                  <a:pt x="2895" y="1076"/>
                </a:cubicBezTo>
                <a:cubicBezTo>
                  <a:pt x="2906" y="1079"/>
                  <a:pt x="2914" y="1081"/>
                  <a:pt x="2919" y="1082"/>
                </a:cubicBezTo>
                <a:lnTo>
                  <a:pt x="2919" y="1082"/>
                </a:lnTo>
                <a:cubicBezTo>
                  <a:pt x="2944" y="1096"/>
                  <a:pt x="2968" y="1113"/>
                  <a:pt x="2984" y="1122"/>
                </a:cubicBezTo>
                <a:cubicBezTo>
                  <a:pt x="3015" y="1139"/>
                  <a:pt x="3049" y="1160"/>
                  <a:pt x="3080" y="1181"/>
                </a:cubicBezTo>
                <a:cubicBezTo>
                  <a:pt x="3084" y="1184"/>
                  <a:pt x="3088" y="1186"/>
                  <a:pt x="3092" y="1189"/>
                </a:cubicBezTo>
                <a:lnTo>
                  <a:pt x="3092" y="1189"/>
                </a:lnTo>
                <a:cubicBezTo>
                  <a:pt x="3107" y="1217"/>
                  <a:pt x="3258" y="1347"/>
                  <a:pt x="3274" y="1366"/>
                </a:cubicBezTo>
                <a:cubicBezTo>
                  <a:pt x="3278" y="1370"/>
                  <a:pt x="3281" y="1374"/>
                  <a:pt x="3284" y="1378"/>
                </a:cubicBezTo>
                <a:lnTo>
                  <a:pt x="3284" y="1378"/>
                </a:lnTo>
                <a:cubicBezTo>
                  <a:pt x="3304" y="1410"/>
                  <a:pt x="3328" y="1440"/>
                  <a:pt x="3348" y="1474"/>
                </a:cubicBezTo>
                <a:cubicBezTo>
                  <a:pt x="3367" y="1503"/>
                  <a:pt x="3386" y="1535"/>
                  <a:pt x="3403" y="1569"/>
                </a:cubicBezTo>
                <a:cubicBezTo>
                  <a:pt x="3409" y="1579"/>
                  <a:pt x="3414" y="1591"/>
                  <a:pt x="3420" y="1604"/>
                </a:cubicBezTo>
                <a:lnTo>
                  <a:pt x="3420" y="1604"/>
                </a:lnTo>
                <a:cubicBezTo>
                  <a:pt x="3420" y="1602"/>
                  <a:pt x="3420" y="1600"/>
                  <a:pt x="3420" y="1598"/>
                </a:cubicBezTo>
                <a:lnTo>
                  <a:pt x="3420" y="1598"/>
                </a:lnTo>
                <a:cubicBezTo>
                  <a:pt x="3420" y="1600"/>
                  <a:pt x="3420" y="1602"/>
                  <a:pt x="3420" y="1604"/>
                </a:cubicBezTo>
                <a:lnTo>
                  <a:pt x="3420" y="1604"/>
                </a:lnTo>
                <a:cubicBezTo>
                  <a:pt x="3420" y="1604"/>
                  <a:pt x="3420" y="1604"/>
                  <a:pt x="3420" y="1604"/>
                </a:cubicBezTo>
                <a:lnTo>
                  <a:pt x="3420" y="1604"/>
                </a:lnTo>
                <a:cubicBezTo>
                  <a:pt x="3420" y="1621"/>
                  <a:pt x="3423" y="1634"/>
                  <a:pt x="3427" y="1644"/>
                </a:cubicBezTo>
                <a:lnTo>
                  <a:pt x="3427" y="1644"/>
                </a:lnTo>
                <a:cubicBezTo>
                  <a:pt x="3423" y="1630"/>
                  <a:pt x="3420" y="1616"/>
                  <a:pt x="3420" y="1604"/>
                </a:cubicBezTo>
                <a:lnTo>
                  <a:pt x="3420" y="1604"/>
                </a:lnTo>
                <a:cubicBezTo>
                  <a:pt x="3422" y="1608"/>
                  <a:pt x="3424" y="1613"/>
                  <a:pt x="3426" y="1617"/>
                </a:cubicBezTo>
                <a:cubicBezTo>
                  <a:pt x="3442" y="1646"/>
                  <a:pt x="3443" y="1659"/>
                  <a:pt x="3439" y="1659"/>
                </a:cubicBezTo>
                <a:cubicBezTo>
                  <a:pt x="3436" y="1659"/>
                  <a:pt x="3432" y="1654"/>
                  <a:pt x="3427" y="1644"/>
                </a:cubicBezTo>
                <a:lnTo>
                  <a:pt x="3427" y="1644"/>
                </a:lnTo>
                <a:cubicBezTo>
                  <a:pt x="3443" y="1697"/>
                  <a:pt x="3479" y="1760"/>
                  <a:pt x="3491" y="1802"/>
                </a:cubicBezTo>
                <a:cubicBezTo>
                  <a:pt x="3500" y="1838"/>
                  <a:pt x="3508" y="1874"/>
                  <a:pt x="3517" y="1910"/>
                </a:cubicBezTo>
                <a:cubicBezTo>
                  <a:pt x="3521" y="1933"/>
                  <a:pt x="3525" y="1954"/>
                  <a:pt x="3529" y="1977"/>
                </a:cubicBezTo>
                <a:cubicBezTo>
                  <a:pt x="3534" y="2005"/>
                  <a:pt x="3537" y="2015"/>
                  <a:pt x="3538" y="2015"/>
                </a:cubicBezTo>
                <a:cubicBezTo>
                  <a:pt x="3540" y="2015"/>
                  <a:pt x="3530" y="1942"/>
                  <a:pt x="3525" y="1939"/>
                </a:cubicBezTo>
                <a:lnTo>
                  <a:pt x="3525" y="1939"/>
                </a:lnTo>
                <a:cubicBezTo>
                  <a:pt x="3550" y="1954"/>
                  <a:pt x="3538" y="2142"/>
                  <a:pt x="3538" y="2173"/>
                </a:cubicBezTo>
                <a:cubicBezTo>
                  <a:pt x="3538" y="2215"/>
                  <a:pt x="3535" y="2257"/>
                  <a:pt x="3533" y="2297"/>
                </a:cubicBezTo>
                <a:cubicBezTo>
                  <a:pt x="3532" y="2312"/>
                  <a:pt x="3530" y="2326"/>
                  <a:pt x="3529" y="2339"/>
                </a:cubicBezTo>
                <a:lnTo>
                  <a:pt x="3529" y="2339"/>
                </a:lnTo>
                <a:cubicBezTo>
                  <a:pt x="3514" y="2409"/>
                  <a:pt x="3504" y="2477"/>
                  <a:pt x="3483" y="2546"/>
                </a:cubicBezTo>
                <a:cubicBezTo>
                  <a:pt x="3472" y="2582"/>
                  <a:pt x="3462" y="2618"/>
                  <a:pt x="3449" y="2651"/>
                </a:cubicBezTo>
                <a:cubicBezTo>
                  <a:pt x="3445" y="2663"/>
                  <a:pt x="3440" y="2676"/>
                  <a:pt x="3436" y="2688"/>
                </a:cubicBezTo>
                <a:lnTo>
                  <a:pt x="3436" y="2688"/>
                </a:lnTo>
                <a:cubicBezTo>
                  <a:pt x="3398" y="2751"/>
                  <a:pt x="3369" y="2818"/>
                  <a:pt x="3329" y="2881"/>
                </a:cubicBezTo>
                <a:cubicBezTo>
                  <a:pt x="3324" y="2889"/>
                  <a:pt x="3300" y="2922"/>
                  <a:pt x="3284" y="2945"/>
                </a:cubicBezTo>
                <a:lnTo>
                  <a:pt x="3284" y="2945"/>
                </a:lnTo>
                <a:cubicBezTo>
                  <a:pt x="3263" y="2968"/>
                  <a:pt x="3232" y="3005"/>
                  <a:pt x="3224" y="3014"/>
                </a:cubicBezTo>
                <a:cubicBezTo>
                  <a:pt x="3198" y="3041"/>
                  <a:pt x="3171" y="3069"/>
                  <a:pt x="3142" y="3094"/>
                </a:cubicBezTo>
                <a:cubicBezTo>
                  <a:pt x="3127" y="3106"/>
                  <a:pt x="3112" y="3119"/>
                  <a:pt x="3099" y="3132"/>
                </a:cubicBezTo>
                <a:cubicBezTo>
                  <a:pt x="3075" y="3154"/>
                  <a:pt x="3071" y="3163"/>
                  <a:pt x="3076" y="3163"/>
                </a:cubicBezTo>
                <a:cubicBezTo>
                  <a:pt x="3076" y="3163"/>
                  <a:pt x="3077" y="3163"/>
                  <a:pt x="3078" y="3162"/>
                </a:cubicBezTo>
                <a:lnTo>
                  <a:pt x="3078" y="3162"/>
                </a:lnTo>
                <a:cubicBezTo>
                  <a:pt x="3021" y="3203"/>
                  <a:pt x="2923" y="3245"/>
                  <a:pt x="2889" y="3262"/>
                </a:cubicBezTo>
                <a:cubicBezTo>
                  <a:pt x="2863" y="3275"/>
                  <a:pt x="2803" y="3296"/>
                  <a:pt x="2805" y="3296"/>
                </a:cubicBezTo>
                <a:cubicBezTo>
                  <a:pt x="2806" y="3296"/>
                  <a:pt x="2822" y="3291"/>
                  <a:pt x="2866" y="3277"/>
                </a:cubicBezTo>
                <a:lnTo>
                  <a:pt x="2866" y="3277"/>
                </a:lnTo>
                <a:cubicBezTo>
                  <a:pt x="2823" y="3292"/>
                  <a:pt x="2783" y="3309"/>
                  <a:pt x="2741" y="3323"/>
                </a:cubicBezTo>
                <a:cubicBezTo>
                  <a:pt x="2642" y="3355"/>
                  <a:pt x="2541" y="3376"/>
                  <a:pt x="2438" y="3395"/>
                </a:cubicBezTo>
                <a:cubicBezTo>
                  <a:pt x="2437" y="3395"/>
                  <a:pt x="2437" y="3395"/>
                  <a:pt x="2437" y="3395"/>
                </a:cubicBezTo>
                <a:lnTo>
                  <a:pt x="2437" y="3395"/>
                </a:lnTo>
                <a:cubicBezTo>
                  <a:pt x="2416" y="3397"/>
                  <a:pt x="2395" y="3400"/>
                  <a:pt x="2375" y="3401"/>
                </a:cubicBezTo>
                <a:cubicBezTo>
                  <a:pt x="2330" y="3403"/>
                  <a:pt x="2284" y="3406"/>
                  <a:pt x="2240" y="3406"/>
                </a:cubicBezTo>
                <a:cubicBezTo>
                  <a:pt x="2226" y="3406"/>
                  <a:pt x="2211" y="3406"/>
                  <a:pt x="2197" y="3406"/>
                </a:cubicBezTo>
                <a:cubicBezTo>
                  <a:pt x="2163" y="3406"/>
                  <a:pt x="2129" y="3405"/>
                  <a:pt x="2094" y="3403"/>
                </a:cubicBezTo>
                <a:cubicBezTo>
                  <a:pt x="2081" y="3402"/>
                  <a:pt x="2067" y="3400"/>
                  <a:pt x="2054" y="3398"/>
                </a:cubicBezTo>
                <a:lnTo>
                  <a:pt x="2054" y="3398"/>
                </a:lnTo>
                <a:cubicBezTo>
                  <a:pt x="1975" y="3376"/>
                  <a:pt x="1893" y="3365"/>
                  <a:pt x="1814" y="3340"/>
                </a:cubicBezTo>
                <a:cubicBezTo>
                  <a:pt x="1797" y="3334"/>
                  <a:pt x="1778" y="3326"/>
                  <a:pt x="1762" y="3321"/>
                </a:cubicBezTo>
                <a:cubicBezTo>
                  <a:pt x="1752" y="3318"/>
                  <a:pt x="1745" y="3316"/>
                  <a:pt x="1740" y="3315"/>
                </a:cubicBezTo>
                <a:lnTo>
                  <a:pt x="1740" y="3315"/>
                </a:lnTo>
                <a:cubicBezTo>
                  <a:pt x="1716" y="3301"/>
                  <a:pt x="1691" y="3283"/>
                  <a:pt x="1679" y="3277"/>
                </a:cubicBezTo>
                <a:cubicBezTo>
                  <a:pt x="1648" y="3258"/>
                  <a:pt x="1616" y="3241"/>
                  <a:pt x="1587" y="3220"/>
                </a:cubicBezTo>
                <a:cubicBezTo>
                  <a:pt x="1572" y="3210"/>
                  <a:pt x="1557" y="3199"/>
                  <a:pt x="1543" y="3191"/>
                </a:cubicBezTo>
                <a:cubicBezTo>
                  <a:pt x="1525" y="3180"/>
                  <a:pt x="1519" y="3175"/>
                  <a:pt x="1519" y="3175"/>
                </a:cubicBezTo>
                <a:lnTo>
                  <a:pt x="1519" y="3175"/>
                </a:lnTo>
                <a:cubicBezTo>
                  <a:pt x="1518" y="3175"/>
                  <a:pt x="1582" y="3218"/>
                  <a:pt x="1580" y="3218"/>
                </a:cubicBezTo>
                <a:cubicBezTo>
                  <a:pt x="1580" y="3218"/>
                  <a:pt x="1579" y="3218"/>
                  <a:pt x="1578" y="3218"/>
                </a:cubicBezTo>
                <a:cubicBezTo>
                  <a:pt x="1542" y="3218"/>
                  <a:pt x="1420" y="3070"/>
                  <a:pt x="1399" y="3045"/>
                </a:cubicBezTo>
                <a:cubicBezTo>
                  <a:pt x="1384" y="3030"/>
                  <a:pt x="1353" y="2977"/>
                  <a:pt x="1351" y="2977"/>
                </a:cubicBezTo>
                <a:lnTo>
                  <a:pt x="1351" y="2977"/>
                </a:lnTo>
                <a:cubicBezTo>
                  <a:pt x="1350" y="2977"/>
                  <a:pt x="1354" y="2985"/>
                  <a:pt x="1363" y="3005"/>
                </a:cubicBezTo>
                <a:cubicBezTo>
                  <a:pt x="1372" y="3025"/>
                  <a:pt x="1375" y="3032"/>
                  <a:pt x="1374" y="3032"/>
                </a:cubicBezTo>
                <a:cubicBezTo>
                  <a:pt x="1372" y="3032"/>
                  <a:pt x="1335" y="2962"/>
                  <a:pt x="1326" y="2946"/>
                </a:cubicBezTo>
                <a:cubicBezTo>
                  <a:pt x="1285" y="2881"/>
                  <a:pt x="1252" y="2814"/>
                  <a:pt x="1215" y="2746"/>
                </a:cubicBezTo>
                <a:lnTo>
                  <a:pt x="1215" y="2746"/>
                </a:lnTo>
                <a:cubicBezTo>
                  <a:pt x="1214" y="2743"/>
                  <a:pt x="1213" y="2740"/>
                  <a:pt x="1212" y="2736"/>
                </a:cubicBezTo>
                <a:cubicBezTo>
                  <a:pt x="1199" y="2702"/>
                  <a:pt x="1187" y="2668"/>
                  <a:pt x="1176" y="2635"/>
                </a:cubicBezTo>
                <a:cubicBezTo>
                  <a:pt x="1153" y="2559"/>
                  <a:pt x="1132" y="2481"/>
                  <a:pt x="1119" y="2403"/>
                </a:cubicBezTo>
                <a:cubicBezTo>
                  <a:pt x="1119" y="2401"/>
                  <a:pt x="1118" y="2399"/>
                  <a:pt x="1118" y="2397"/>
                </a:cubicBezTo>
                <a:lnTo>
                  <a:pt x="1118" y="2397"/>
                </a:lnTo>
                <a:cubicBezTo>
                  <a:pt x="1122" y="2365"/>
                  <a:pt x="1108" y="2315"/>
                  <a:pt x="1106" y="2283"/>
                </a:cubicBezTo>
                <a:cubicBezTo>
                  <a:pt x="1102" y="2203"/>
                  <a:pt x="1102" y="2123"/>
                  <a:pt x="1106" y="2043"/>
                </a:cubicBezTo>
                <a:cubicBezTo>
                  <a:pt x="1107" y="2033"/>
                  <a:pt x="1110" y="2004"/>
                  <a:pt x="1113" y="1978"/>
                </a:cubicBezTo>
                <a:lnTo>
                  <a:pt x="1113" y="1978"/>
                </a:lnTo>
                <a:cubicBezTo>
                  <a:pt x="1117" y="1953"/>
                  <a:pt x="1123" y="1911"/>
                  <a:pt x="1125" y="1899"/>
                </a:cubicBezTo>
                <a:cubicBezTo>
                  <a:pt x="1144" y="1813"/>
                  <a:pt x="1170" y="1731"/>
                  <a:pt x="1197" y="1647"/>
                </a:cubicBezTo>
                <a:cubicBezTo>
                  <a:pt x="1199" y="1642"/>
                  <a:pt x="1200" y="1637"/>
                  <a:pt x="1201" y="1634"/>
                </a:cubicBezTo>
                <a:lnTo>
                  <a:pt x="1201" y="1634"/>
                </a:lnTo>
                <a:cubicBezTo>
                  <a:pt x="1203" y="1630"/>
                  <a:pt x="1205" y="1626"/>
                  <a:pt x="1208" y="1621"/>
                </a:cubicBezTo>
                <a:cubicBezTo>
                  <a:pt x="1227" y="1583"/>
                  <a:pt x="1246" y="1543"/>
                  <a:pt x="1269" y="1507"/>
                </a:cubicBezTo>
                <a:cubicBezTo>
                  <a:pt x="1290" y="1470"/>
                  <a:pt x="1313" y="1434"/>
                  <a:pt x="1338" y="1398"/>
                </a:cubicBezTo>
                <a:cubicBezTo>
                  <a:pt x="1341" y="1394"/>
                  <a:pt x="1344" y="1390"/>
                  <a:pt x="1346" y="1386"/>
                </a:cubicBezTo>
                <a:lnTo>
                  <a:pt x="1346" y="1386"/>
                </a:lnTo>
                <a:cubicBezTo>
                  <a:pt x="1346" y="1386"/>
                  <a:pt x="1346" y="1386"/>
                  <a:pt x="1347" y="1385"/>
                </a:cubicBezTo>
                <a:cubicBezTo>
                  <a:pt x="1399" y="1329"/>
                  <a:pt x="1454" y="1275"/>
                  <a:pt x="1511" y="1223"/>
                </a:cubicBezTo>
                <a:lnTo>
                  <a:pt x="1511" y="1223"/>
                </a:lnTo>
                <a:cubicBezTo>
                  <a:pt x="1524" y="1213"/>
                  <a:pt x="1537" y="1203"/>
                  <a:pt x="1551" y="1194"/>
                </a:cubicBezTo>
                <a:cubicBezTo>
                  <a:pt x="1589" y="1170"/>
                  <a:pt x="1627" y="1147"/>
                  <a:pt x="1667" y="1126"/>
                </a:cubicBezTo>
                <a:cubicBezTo>
                  <a:pt x="1682" y="1119"/>
                  <a:pt x="1697" y="1111"/>
                  <a:pt x="1712" y="1103"/>
                </a:cubicBezTo>
                <a:lnTo>
                  <a:pt x="1712" y="1103"/>
                </a:lnTo>
                <a:cubicBezTo>
                  <a:pt x="1755" y="1090"/>
                  <a:pt x="1797" y="1075"/>
                  <a:pt x="1840" y="1063"/>
                </a:cubicBezTo>
                <a:cubicBezTo>
                  <a:pt x="1884" y="1050"/>
                  <a:pt x="1928" y="1042"/>
                  <a:pt x="1970" y="1031"/>
                </a:cubicBezTo>
                <a:cubicBezTo>
                  <a:pt x="1976" y="1030"/>
                  <a:pt x="1983" y="1028"/>
                  <a:pt x="1990" y="1026"/>
                </a:cubicBezTo>
                <a:lnTo>
                  <a:pt x="1990" y="1026"/>
                </a:lnTo>
                <a:cubicBezTo>
                  <a:pt x="2008" y="1025"/>
                  <a:pt x="2026" y="1024"/>
                  <a:pt x="2042" y="1023"/>
                </a:cubicBezTo>
                <a:cubicBezTo>
                  <a:pt x="2063" y="1021"/>
                  <a:pt x="2083" y="1018"/>
                  <a:pt x="2104" y="1015"/>
                </a:cubicBezTo>
                <a:lnTo>
                  <a:pt x="2104" y="1015"/>
                </a:lnTo>
                <a:cubicBezTo>
                  <a:pt x="2127" y="1013"/>
                  <a:pt x="2151" y="1010"/>
                  <a:pt x="2175" y="1006"/>
                </a:cubicBezTo>
                <a:cubicBezTo>
                  <a:pt x="2200" y="1002"/>
                  <a:pt x="2223" y="998"/>
                  <a:pt x="2248" y="996"/>
                </a:cubicBezTo>
                <a:lnTo>
                  <a:pt x="2248" y="996"/>
                </a:lnTo>
                <a:cubicBezTo>
                  <a:pt x="2202" y="1002"/>
                  <a:pt x="2186" y="1004"/>
                  <a:pt x="2186" y="1004"/>
                </a:cubicBezTo>
                <a:cubicBezTo>
                  <a:pt x="2187" y="1004"/>
                  <a:pt x="2227" y="999"/>
                  <a:pt x="2246" y="998"/>
                </a:cubicBezTo>
                <a:cubicBezTo>
                  <a:pt x="2293" y="996"/>
                  <a:pt x="2341" y="991"/>
                  <a:pt x="2387" y="989"/>
                </a:cubicBezTo>
                <a:close/>
                <a:moveTo>
                  <a:pt x="2431" y="0"/>
                </a:moveTo>
                <a:cubicBezTo>
                  <a:pt x="2283" y="0"/>
                  <a:pt x="2134" y="12"/>
                  <a:pt x="1987" y="33"/>
                </a:cubicBezTo>
                <a:lnTo>
                  <a:pt x="1987" y="33"/>
                </a:lnTo>
                <a:cubicBezTo>
                  <a:pt x="1519" y="79"/>
                  <a:pt x="1082" y="246"/>
                  <a:pt x="738" y="578"/>
                </a:cubicBezTo>
                <a:cubicBezTo>
                  <a:pt x="443" y="863"/>
                  <a:pt x="236" y="1259"/>
                  <a:pt x="158" y="1661"/>
                </a:cubicBezTo>
                <a:cubicBezTo>
                  <a:pt x="0" y="2477"/>
                  <a:pt x="228" y="3403"/>
                  <a:pt x="896" y="3941"/>
                </a:cubicBezTo>
                <a:cubicBezTo>
                  <a:pt x="1283" y="4251"/>
                  <a:pt x="1777" y="4404"/>
                  <a:pt x="2272" y="4404"/>
                </a:cubicBezTo>
                <a:cubicBezTo>
                  <a:pt x="2762" y="4404"/>
                  <a:pt x="3253" y="4255"/>
                  <a:pt x="3645" y="3962"/>
                </a:cubicBezTo>
                <a:cubicBezTo>
                  <a:pt x="4395" y="3401"/>
                  <a:pt x="4700" y="2409"/>
                  <a:pt x="4443" y="1512"/>
                </a:cubicBezTo>
                <a:cubicBezTo>
                  <a:pt x="4302" y="1025"/>
                  <a:pt x="4003" y="604"/>
                  <a:pt x="3582" y="321"/>
                </a:cubicBezTo>
                <a:cubicBezTo>
                  <a:pt x="3236" y="89"/>
                  <a:pt x="2836" y="0"/>
                  <a:pt x="243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54" name="Google Shape;10154;p27"/>
          <p:cNvSpPr/>
          <p:nvPr/>
        </p:nvSpPr>
        <p:spPr>
          <a:xfrm>
            <a:off x="6518075" y="833200"/>
            <a:ext cx="176025" cy="165050"/>
          </a:xfrm>
          <a:custGeom>
            <a:rect b="b" l="l" r="r" t="t"/>
            <a:pathLst>
              <a:path extrusionOk="0" h="6602" w="7041">
                <a:moveTo>
                  <a:pt x="4935" y="1378"/>
                </a:moveTo>
                <a:cubicBezTo>
                  <a:pt x="4939" y="1380"/>
                  <a:pt x="4948" y="1387"/>
                  <a:pt x="4965" y="1400"/>
                </a:cubicBezTo>
                <a:cubicBezTo>
                  <a:pt x="4955" y="1392"/>
                  <a:pt x="4945" y="1385"/>
                  <a:pt x="4935" y="1378"/>
                </a:cubicBezTo>
                <a:close/>
                <a:moveTo>
                  <a:pt x="1630" y="1762"/>
                </a:moveTo>
                <a:lnTo>
                  <a:pt x="1630" y="1762"/>
                </a:lnTo>
                <a:cubicBezTo>
                  <a:pt x="1621" y="1773"/>
                  <a:pt x="1618" y="1778"/>
                  <a:pt x="1618" y="1778"/>
                </a:cubicBezTo>
                <a:cubicBezTo>
                  <a:pt x="1618" y="1778"/>
                  <a:pt x="1623" y="1771"/>
                  <a:pt x="1630" y="1762"/>
                </a:cubicBezTo>
                <a:close/>
                <a:moveTo>
                  <a:pt x="3639" y="986"/>
                </a:moveTo>
                <a:cubicBezTo>
                  <a:pt x="4036" y="986"/>
                  <a:pt x="4418" y="1072"/>
                  <a:pt x="4734" y="1250"/>
                </a:cubicBezTo>
                <a:cubicBezTo>
                  <a:pt x="4786" y="1280"/>
                  <a:pt x="4839" y="1313"/>
                  <a:pt x="4890" y="1347"/>
                </a:cubicBezTo>
                <a:cubicBezTo>
                  <a:pt x="4906" y="1357"/>
                  <a:pt x="4921" y="1367"/>
                  <a:pt x="4935" y="1378"/>
                </a:cubicBezTo>
                <a:lnTo>
                  <a:pt x="4935" y="1378"/>
                </a:lnTo>
                <a:cubicBezTo>
                  <a:pt x="4934" y="1377"/>
                  <a:pt x="4933" y="1376"/>
                  <a:pt x="4933" y="1376"/>
                </a:cubicBezTo>
                <a:lnTo>
                  <a:pt x="4933" y="1376"/>
                </a:lnTo>
                <a:cubicBezTo>
                  <a:pt x="4934" y="1376"/>
                  <a:pt x="4964" y="1397"/>
                  <a:pt x="4972" y="1404"/>
                </a:cubicBezTo>
                <a:cubicBezTo>
                  <a:pt x="5081" y="1495"/>
                  <a:pt x="5182" y="1594"/>
                  <a:pt x="5275" y="1701"/>
                </a:cubicBezTo>
                <a:cubicBezTo>
                  <a:pt x="5296" y="1724"/>
                  <a:pt x="5315" y="1747"/>
                  <a:pt x="5332" y="1771"/>
                </a:cubicBezTo>
                <a:cubicBezTo>
                  <a:pt x="5336" y="1776"/>
                  <a:pt x="5339" y="1780"/>
                  <a:pt x="5342" y="1782"/>
                </a:cubicBezTo>
                <a:lnTo>
                  <a:pt x="5342" y="1782"/>
                </a:lnTo>
                <a:cubicBezTo>
                  <a:pt x="5378" y="1835"/>
                  <a:pt x="5414" y="1889"/>
                  <a:pt x="5446" y="1943"/>
                </a:cubicBezTo>
                <a:cubicBezTo>
                  <a:pt x="5477" y="1994"/>
                  <a:pt x="5507" y="2045"/>
                  <a:pt x="5534" y="2097"/>
                </a:cubicBezTo>
                <a:cubicBezTo>
                  <a:pt x="5548" y="2126"/>
                  <a:pt x="5603" y="2244"/>
                  <a:pt x="5604" y="2244"/>
                </a:cubicBezTo>
                <a:cubicBezTo>
                  <a:pt x="5605" y="2244"/>
                  <a:pt x="5604" y="2244"/>
                  <a:pt x="5604" y="2242"/>
                </a:cubicBezTo>
                <a:lnTo>
                  <a:pt x="5604" y="2242"/>
                </a:lnTo>
                <a:cubicBezTo>
                  <a:pt x="5646" y="2347"/>
                  <a:pt x="5682" y="2454"/>
                  <a:pt x="5711" y="2561"/>
                </a:cubicBezTo>
                <a:cubicBezTo>
                  <a:pt x="5726" y="2620"/>
                  <a:pt x="5741" y="2679"/>
                  <a:pt x="5751" y="2738"/>
                </a:cubicBezTo>
                <a:cubicBezTo>
                  <a:pt x="5756" y="2758"/>
                  <a:pt x="5778" y="2901"/>
                  <a:pt x="5781" y="2901"/>
                </a:cubicBezTo>
                <a:cubicBezTo>
                  <a:pt x="5781" y="2901"/>
                  <a:pt x="5781" y="2892"/>
                  <a:pt x="5779" y="2872"/>
                </a:cubicBezTo>
                <a:lnTo>
                  <a:pt x="5779" y="2872"/>
                </a:lnTo>
                <a:cubicBezTo>
                  <a:pt x="5793" y="2999"/>
                  <a:pt x="5800" y="3127"/>
                  <a:pt x="5800" y="3256"/>
                </a:cubicBezTo>
                <a:cubicBezTo>
                  <a:pt x="5798" y="3323"/>
                  <a:pt x="5796" y="3393"/>
                  <a:pt x="5791" y="3460"/>
                </a:cubicBezTo>
                <a:cubicBezTo>
                  <a:pt x="5787" y="3518"/>
                  <a:pt x="5781" y="3572"/>
                  <a:pt x="5780" y="3582"/>
                </a:cubicBezTo>
                <a:lnTo>
                  <a:pt x="5780" y="3582"/>
                </a:lnTo>
                <a:cubicBezTo>
                  <a:pt x="5759" y="3706"/>
                  <a:pt x="5734" y="3831"/>
                  <a:pt x="5699" y="3953"/>
                </a:cubicBezTo>
                <a:cubicBezTo>
                  <a:pt x="5682" y="4012"/>
                  <a:pt x="5663" y="4069"/>
                  <a:pt x="5642" y="4126"/>
                </a:cubicBezTo>
                <a:cubicBezTo>
                  <a:pt x="5631" y="4155"/>
                  <a:pt x="5621" y="4183"/>
                  <a:pt x="5610" y="4212"/>
                </a:cubicBezTo>
                <a:cubicBezTo>
                  <a:pt x="5606" y="4223"/>
                  <a:pt x="5602" y="4232"/>
                  <a:pt x="5600" y="4238"/>
                </a:cubicBezTo>
                <a:lnTo>
                  <a:pt x="5600" y="4238"/>
                </a:lnTo>
                <a:cubicBezTo>
                  <a:pt x="5597" y="4244"/>
                  <a:pt x="5593" y="4252"/>
                  <a:pt x="5589" y="4261"/>
                </a:cubicBezTo>
                <a:cubicBezTo>
                  <a:pt x="5534" y="4370"/>
                  <a:pt x="5477" y="4478"/>
                  <a:pt x="5412" y="4581"/>
                </a:cubicBezTo>
                <a:cubicBezTo>
                  <a:pt x="5311" y="4737"/>
                  <a:pt x="5324" y="4720"/>
                  <a:pt x="5189" y="4863"/>
                </a:cubicBezTo>
                <a:cubicBezTo>
                  <a:pt x="4814" y="5261"/>
                  <a:pt x="4355" y="5476"/>
                  <a:pt x="3756" y="5573"/>
                </a:cubicBezTo>
                <a:cubicBezTo>
                  <a:pt x="3620" y="5595"/>
                  <a:pt x="3482" y="5605"/>
                  <a:pt x="3344" y="5605"/>
                </a:cubicBezTo>
                <a:cubicBezTo>
                  <a:pt x="2954" y="5605"/>
                  <a:pt x="2572" y="5519"/>
                  <a:pt x="2265" y="5346"/>
                </a:cubicBezTo>
                <a:cubicBezTo>
                  <a:pt x="2214" y="5316"/>
                  <a:pt x="2164" y="5285"/>
                  <a:pt x="2113" y="5253"/>
                </a:cubicBezTo>
                <a:cubicBezTo>
                  <a:pt x="2098" y="5243"/>
                  <a:pt x="2015" y="5180"/>
                  <a:pt x="2013" y="5180"/>
                </a:cubicBezTo>
                <a:lnTo>
                  <a:pt x="2013" y="5180"/>
                </a:lnTo>
                <a:cubicBezTo>
                  <a:pt x="2013" y="5180"/>
                  <a:pt x="2019" y="5186"/>
                  <a:pt x="2037" y="5200"/>
                </a:cubicBezTo>
                <a:cubicBezTo>
                  <a:pt x="1930" y="5114"/>
                  <a:pt x="1831" y="5019"/>
                  <a:pt x="1740" y="4916"/>
                </a:cubicBezTo>
                <a:cubicBezTo>
                  <a:pt x="1728" y="4902"/>
                  <a:pt x="1675" y="4837"/>
                  <a:pt x="1657" y="4816"/>
                </a:cubicBezTo>
                <a:lnTo>
                  <a:pt x="1657" y="4816"/>
                </a:lnTo>
                <a:cubicBezTo>
                  <a:pt x="1647" y="4801"/>
                  <a:pt x="1584" y="4711"/>
                  <a:pt x="1570" y="4688"/>
                </a:cubicBezTo>
                <a:cubicBezTo>
                  <a:pt x="1500" y="4579"/>
                  <a:pt x="1439" y="4465"/>
                  <a:pt x="1382" y="4347"/>
                </a:cubicBezTo>
                <a:cubicBezTo>
                  <a:pt x="1372" y="4327"/>
                  <a:pt x="1369" y="4322"/>
                  <a:pt x="1368" y="4322"/>
                </a:cubicBezTo>
                <a:lnTo>
                  <a:pt x="1368" y="4322"/>
                </a:lnTo>
                <a:cubicBezTo>
                  <a:pt x="1368" y="4322"/>
                  <a:pt x="1368" y="4322"/>
                  <a:pt x="1368" y="4322"/>
                </a:cubicBezTo>
                <a:lnTo>
                  <a:pt x="1368" y="4322"/>
                </a:lnTo>
                <a:cubicBezTo>
                  <a:pt x="1366" y="4315"/>
                  <a:pt x="1360" y="4299"/>
                  <a:pt x="1348" y="4265"/>
                </a:cubicBezTo>
                <a:cubicBezTo>
                  <a:pt x="1329" y="4210"/>
                  <a:pt x="1308" y="4155"/>
                  <a:pt x="1291" y="4101"/>
                </a:cubicBezTo>
                <a:cubicBezTo>
                  <a:pt x="1251" y="3974"/>
                  <a:pt x="1220" y="3848"/>
                  <a:pt x="1197" y="3717"/>
                </a:cubicBezTo>
                <a:cubicBezTo>
                  <a:pt x="1192" y="3696"/>
                  <a:pt x="1179" y="3596"/>
                  <a:pt x="1178" y="3596"/>
                </a:cubicBezTo>
                <a:lnTo>
                  <a:pt x="1178" y="3596"/>
                </a:lnTo>
                <a:cubicBezTo>
                  <a:pt x="1178" y="3596"/>
                  <a:pt x="1179" y="3606"/>
                  <a:pt x="1182" y="3633"/>
                </a:cubicBezTo>
                <a:cubicBezTo>
                  <a:pt x="1173" y="3568"/>
                  <a:pt x="1167" y="3502"/>
                  <a:pt x="1165" y="3437"/>
                </a:cubicBezTo>
                <a:cubicBezTo>
                  <a:pt x="1157" y="3304"/>
                  <a:pt x="1157" y="3174"/>
                  <a:pt x="1165" y="3041"/>
                </a:cubicBezTo>
                <a:cubicBezTo>
                  <a:pt x="1167" y="3011"/>
                  <a:pt x="1179" y="2898"/>
                  <a:pt x="1181" y="2870"/>
                </a:cubicBezTo>
                <a:lnTo>
                  <a:pt x="1181" y="2870"/>
                </a:lnTo>
                <a:cubicBezTo>
                  <a:pt x="1186" y="2847"/>
                  <a:pt x="1203" y="2750"/>
                  <a:pt x="1209" y="2721"/>
                </a:cubicBezTo>
                <a:cubicBezTo>
                  <a:pt x="1239" y="2580"/>
                  <a:pt x="1281" y="2443"/>
                  <a:pt x="1327" y="2306"/>
                </a:cubicBezTo>
                <a:cubicBezTo>
                  <a:pt x="1342" y="2262"/>
                  <a:pt x="1345" y="2248"/>
                  <a:pt x="1346" y="2244"/>
                </a:cubicBezTo>
                <a:lnTo>
                  <a:pt x="1346" y="2244"/>
                </a:lnTo>
                <a:cubicBezTo>
                  <a:pt x="1348" y="2241"/>
                  <a:pt x="1355" y="2229"/>
                  <a:pt x="1376" y="2188"/>
                </a:cubicBezTo>
                <a:cubicBezTo>
                  <a:pt x="1407" y="2125"/>
                  <a:pt x="1439" y="2059"/>
                  <a:pt x="1475" y="1998"/>
                </a:cubicBezTo>
                <a:cubicBezTo>
                  <a:pt x="1511" y="1937"/>
                  <a:pt x="1551" y="1878"/>
                  <a:pt x="1588" y="1819"/>
                </a:cubicBezTo>
                <a:cubicBezTo>
                  <a:pt x="1603" y="1799"/>
                  <a:pt x="1618" y="1779"/>
                  <a:pt x="1632" y="1759"/>
                </a:cubicBezTo>
                <a:lnTo>
                  <a:pt x="1632" y="1759"/>
                </a:lnTo>
                <a:cubicBezTo>
                  <a:pt x="1639" y="1751"/>
                  <a:pt x="1646" y="1741"/>
                  <a:pt x="1654" y="1733"/>
                </a:cubicBezTo>
                <a:cubicBezTo>
                  <a:pt x="1744" y="1632"/>
                  <a:pt x="1839" y="1535"/>
                  <a:pt x="1945" y="1446"/>
                </a:cubicBezTo>
                <a:cubicBezTo>
                  <a:pt x="1949" y="1443"/>
                  <a:pt x="1952" y="1440"/>
                  <a:pt x="1955" y="1437"/>
                </a:cubicBezTo>
                <a:lnTo>
                  <a:pt x="1955" y="1437"/>
                </a:lnTo>
                <a:cubicBezTo>
                  <a:pt x="1958" y="1435"/>
                  <a:pt x="1960" y="1434"/>
                  <a:pt x="1963" y="1431"/>
                </a:cubicBezTo>
                <a:cubicBezTo>
                  <a:pt x="1993" y="1410"/>
                  <a:pt x="2022" y="1389"/>
                  <a:pt x="2054" y="1370"/>
                </a:cubicBezTo>
                <a:cubicBezTo>
                  <a:pt x="2115" y="1328"/>
                  <a:pt x="2180" y="1292"/>
                  <a:pt x="2246" y="1257"/>
                </a:cubicBezTo>
                <a:cubicBezTo>
                  <a:pt x="2372" y="1191"/>
                  <a:pt x="2412" y="1174"/>
                  <a:pt x="2604" y="1120"/>
                </a:cubicBezTo>
                <a:cubicBezTo>
                  <a:pt x="2802" y="1065"/>
                  <a:pt x="2859" y="1059"/>
                  <a:pt x="3023" y="1044"/>
                </a:cubicBezTo>
                <a:cubicBezTo>
                  <a:pt x="3046" y="1042"/>
                  <a:pt x="3069" y="1039"/>
                  <a:pt x="3092" y="1035"/>
                </a:cubicBezTo>
                <a:lnTo>
                  <a:pt x="3092" y="1035"/>
                </a:lnTo>
                <a:cubicBezTo>
                  <a:pt x="3113" y="1033"/>
                  <a:pt x="3134" y="1031"/>
                  <a:pt x="3156" y="1027"/>
                </a:cubicBezTo>
                <a:cubicBezTo>
                  <a:pt x="3317" y="1000"/>
                  <a:pt x="3479" y="986"/>
                  <a:pt x="3639" y="986"/>
                </a:cubicBezTo>
                <a:close/>
                <a:moveTo>
                  <a:pt x="3656" y="0"/>
                </a:moveTo>
                <a:cubicBezTo>
                  <a:pt x="3424" y="0"/>
                  <a:pt x="3191" y="20"/>
                  <a:pt x="2962" y="55"/>
                </a:cubicBezTo>
                <a:lnTo>
                  <a:pt x="2962" y="55"/>
                </a:lnTo>
                <a:cubicBezTo>
                  <a:pt x="1592" y="189"/>
                  <a:pt x="506" y="1128"/>
                  <a:pt x="238" y="2500"/>
                </a:cubicBezTo>
                <a:cubicBezTo>
                  <a:pt x="0" y="3730"/>
                  <a:pt x="360" y="5131"/>
                  <a:pt x="1367" y="5933"/>
                </a:cubicBezTo>
                <a:cubicBezTo>
                  <a:pt x="1934" y="6385"/>
                  <a:pt x="2656" y="6602"/>
                  <a:pt x="3382" y="6602"/>
                </a:cubicBezTo>
                <a:cubicBezTo>
                  <a:pt x="4138" y="6602"/>
                  <a:pt x="4898" y="6367"/>
                  <a:pt x="5494" y="5917"/>
                </a:cubicBezTo>
                <a:cubicBezTo>
                  <a:pt x="6607" y="5078"/>
                  <a:pt x="7041" y="3580"/>
                  <a:pt x="6659" y="2253"/>
                </a:cubicBezTo>
                <a:cubicBezTo>
                  <a:pt x="6453" y="1537"/>
                  <a:pt x="6015" y="905"/>
                  <a:pt x="5393" y="488"/>
                </a:cubicBezTo>
                <a:cubicBezTo>
                  <a:pt x="4872" y="137"/>
                  <a:pt x="4267" y="0"/>
                  <a:pt x="365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155" name="Google Shape;10155;p27"/>
          <p:cNvGrpSpPr/>
          <p:nvPr/>
        </p:nvGrpSpPr>
        <p:grpSpPr>
          <a:xfrm rot="6300357">
            <a:off x="7074685" y="581435"/>
            <a:ext cx="707993" cy="442801"/>
            <a:chOff x="1445125" y="3867675"/>
            <a:chExt cx="803300" cy="502950"/>
          </a:xfrm>
        </p:grpSpPr>
        <p:sp>
          <p:nvSpPr>
            <p:cNvPr id="10156" name="Google Shape;10156;p27"/>
            <p:cNvSpPr/>
            <p:nvPr/>
          </p:nvSpPr>
          <p:spPr>
            <a:xfrm>
              <a:off x="1445125" y="3867675"/>
              <a:ext cx="535450" cy="502950"/>
            </a:xfrm>
            <a:custGeom>
              <a:rect b="b" l="l" r="r" t="t"/>
              <a:pathLst>
                <a:path extrusionOk="0" h="20118" w="21418">
                  <a:moveTo>
                    <a:pt x="5846" y="993"/>
                  </a:moveTo>
                  <a:cubicBezTo>
                    <a:pt x="6726" y="993"/>
                    <a:pt x="7300" y="1814"/>
                    <a:pt x="7545" y="2688"/>
                  </a:cubicBezTo>
                  <a:cubicBezTo>
                    <a:pt x="7686" y="3200"/>
                    <a:pt x="7749" y="3726"/>
                    <a:pt x="7770" y="4255"/>
                  </a:cubicBezTo>
                  <a:cubicBezTo>
                    <a:pt x="7787" y="4700"/>
                    <a:pt x="7676" y="5216"/>
                    <a:pt x="7812" y="5641"/>
                  </a:cubicBezTo>
                  <a:cubicBezTo>
                    <a:pt x="8017" y="6280"/>
                    <a:pt x="8790" y="6621"/>
                    <a:pt x="9352" y="6861"/>
                  </a:cubicBezTo>
                  <a:cubicBezTo>
                    <a:pt x="10899" y="7523"/>
                    <a:pt x="12588" y="7895"/>
                    <a:pt x="14238" y="8195"/>
                  </a:cubicBezTo>
                  <a:cubicBezTo>
                    <a:pt x="14279" y="8202"/>
                    <a:pt x="14320" y="8206"/>
                    <a:pt x="14360" y="8206"/>
                  </a:cubicBezTo>
                  <a:cubicBezTo>
                    <a:pt x="14538" y="8206"/>
                    <a:pt x="14697" y="8128"/>
                    <a:pt x="14800" y="7965"/>
                  </a:cubicBezTo>
                  <a:cubicBezTo>
                    <a:pt x="15658" y="6602"/>
                    <a:pt x="16673" y="5266"/>
                    <a:pt x="17868" y="4181"/>
                  </a:cubicBezTo>
                  <a:cubicBezTo>
                    <a:pt x="18246" y="3837"/>
                    <a:pt x="19055" y="3130"/>
                    <a:pt x="19662" y="3130"/>
                  </a:cubicBezTo>
                  <a:cubicBezTo>
                    <a:pt x="19761" y="3130"/>
                    <a:pt x="19855" y="3149"/>
                    <a:pt x="19941" y="3191"/>
                  </a:cubicBezTo>
                  <a:cubicBezTo>
                    <a:pt x="19972" y="3206"/>
                    <a:pt x="20042" y="3282"/>
                    <a:pt x="20078" y="3334"/>
                  </a:cubicBezTo>
                  <a:cubicBezTo>
                    <a:pt x="20170" y="3474"/>
                    <a:pt x="20200" y="3554"/>
                    <a:pt x="20244" y="3703"/>
                  </a:cubicBezTo>
                  <a:cubicBezTo>
                    <a:pt x="20356" y="4074"/>
                    <a:pt x="20385" y="4459"/>
                    <a:pt x="20391" y="4845"/>
                  </a:cubicBezTo>
                  <a:cubicBezTo>
                    <a:pt x="20434" y="7253"/>
                    <a:pt x="19715" y="9724"/>
                    <a:pt x="18959" y="11987"/>
                  </a:cubicBezTo>
                  <a:cubicBezTo>
                    <a:pt x="18546" y="13223"/>
                    <a:pt x="18074" y="14443"/>
                    <a:pt x="17505" y="15619"/>
                  </a:cubicBezTo>
                  <a:cubicBezTo>
                    <a:pt x="16974" y="16720"/>
                    <a:pt x="16385" y="17795"/>
                    <a:pt x="15472" y="18631"/>
                  </a:cubicBezTo>
                  <a:cubicBezTo>
                    <a:pt x="15279" y="18808"/>
                    <a:pt x="15055" y="19008"/>
                    <a:pt x="14800" y="19090"/>
                  </a:cubicBezTo>
                  <a:cubicBezTo>
                    <a:pt x="14731" y="19114"/>
                    <a:pt x="14679" y="19127"/>
                    <a:pt x="14633" y="19127"/>
                  </a:cubicBezTo>
                  <a:cubicBezTo>
                    <a:pt x="14584" y="19127"/>
                    <a:pt x="14541" y="19112"/>
                    <a:pt x="14491" y="19078"/>
                  </a:cubicBezTo>
                  <a:cubicBezTo>
                    <a:pt x="14179" y="18859"/>
                    <a:pt x="14040" y="18279"/>
                    <a:pt x="13943" y="17913"/>
                  </a:cubicBezTo>
                  <a:cubicBezTo>
                    <a:pt x="13496" y="16204"/>
                    <a:pt x="13420" y="14392"/>
                    <a:pt x="13231" y="12644"/>
                  </a:cubicBezTo>
                  <a:cubicBezTo>
                    <a:pt x="13231" y="12642"/>
                    <a:pt x="13231" y="12641"/>
                    <a:pt x="13230" y="12640"/>
                  </a:cubicBezTo>
                  <a:lnTo>
                    <a:pt x="13230" y="12640"/>
                  </a:lnTo>
                  <a:cubicBezTo>
                    <a:pt x="13241" y="12479"/>
                    <a:pt x="13172" y="12316"/>
                    <a:pt x="12984" y="12214"/>
                  </a:cubicBezTo>
                  <a:cubicBezTo>
                    <a:pt x="12340" y="11860"/>
                    <a:pt x="11598" y="11675"/>
                    <a:pt x="10890" y="11496"/>
                  </a:cubicBezTo>
                  <a:cubicBezTo>
                    <a:pt x="10069" y="11291"/>
                    <a:pt x="9239" y="11119"/>
                    <a:pt x="8404" y="10971"/>
                  </a:cubicBezTo>
                  <a:cubicBezTo>
                    <a:pt x="7943" y="10890"/>
                    <a:pt x="7439" y="10757"/>
                    <a:pt x="6964" y="10757"/>
                  </a:cubicBezTo>
                  <a:cubicBezTo>
                    <a:pt x="6933" y="10757"/>
                    <a:pt x="6903" y="10757"/>
                    <a:pt x="6873" y="10758"/>
                  </a:cubicBezTo>
                  <a:cubicBezTo>
                    <a:pt x="6281" y="10782"/>
                    <a:pt x="5857" y="11237"/>
                    <a:pt x="5518" y="11671"/>
                  </a:cubicBezTo>
                  <a:cubicBezTo>
                    <a:pt x="4848" y="12532"/>
                    <a:pt x="4110" y="13945"/>
                    <a:pt x="2900" y="13945"/>
                  </a:cubicBezTo>
                  <a:cubicBezTo>
                    <a:pt x="2748" y="13945"/>
                    <a:pt x="2589" y="13923"/>
                    <a:pt x="2421" y="13874"/>
                  </a:cubicBezTo>
                  <a:cubicBezTo>
                    <a:pt x="1265" y="13539"/>
                    <a:pt x="1147" y="12161"/>
                    <a:pt x="1191" y="11150"/>
                  </a:cubicBezTo>
                  <a:cubicBezTo>
                    <a:pt x="1259" y="9547"/>
                    <a:pt x="1735" y="7959"/>
                    <a:pt x="2242" y="6446"/>
                  </a:cubicBezTo>
                  <a:cubicBezTo>
                    <a:pt x="2666" y="5186"/>
                    <a:pt x="3155" y="3943"/>
                    <a:pt x="3669" y="2717"/>
                  </a:cubicBezTo>
                  <a:cubicBezTo>
                    <a:pt x="4014" y="1894"/>
                    <a:pt x="4701" y="1150"/>
                    <a:pt x="5619" y="1011"/>
                  </a:cubicBezTo>
                  <a:cubicBezTo>
                    <a:pt x="5697" y="999"/>
                    <a:pt x="5772" y="993"/>
                    <a:pt x="5846" y="993"/>
                  </a:cubicBezTo>
                  <a:close/>
                  <a:moveTo>
                    <a:pt x="5851" y="1"/>
                  </a:moveTo>
                  <a:cubicBezTo>
                    <a:pt x="4753" y="1"/>
                    <a:pt x="3750" y="699"/>
                    <a:pt x="3144" y="1580"/>
                  </a:cubicBezTo>
                  <a:cubicBezTo>
                    <a:pt x="2849" y="2009"/>
                    <a:pt x="2683" y="2515"/>
                    <a:pt x="2487" y="2993"/>
                  </a:cubicBezTo>
                  <a:cubicBezTo>
                    <a:pt x="2217" y="3653"/>
                    <a:pt x="1954" y="4314"/>
                    <a:pt x="1705" y="4982"/>
                  </a:cubicBezTo>
                  <a:cubicBezTo>
                    <a:pt x="1113" y="6581"/>
                    <a:pt x="576" y="8224"/>
                    <a:pt x="323" y="9914"/>
                  </a:cubicBezTo>
                  <a:cubicBezTo>
                    <a:pt x="121" y="11253"/>
                    <a:pt x="1" y="12901"/>
                    <a:pt x="913" y="14026"/>
                  </a:cubicBezTo>
                  <a:cubicBezTo>
                    <a:pt x="1411" y="14639"/>
                    <a:pt x="2111" y="14918"/>
                    <a:pt x="2824" y="14918"/>
                  </a:cubicBezTo>
                  <a:cubicBezTo>
                    <a:pt x="3509" y="14918"/>
                    <a:pt x="4207" y="14660"/>
                    <a:pt x="4751" y="14192"/>
                  </a:cubicBezTo>
                  <a:cubicBezTo>
                    <a:pt x="5371" y="13659"/>
                    <a:pt x="5777" y="12949"/>
                    <a:pt x="6272" y="12311"/>
                  </a:cubicBezTo>
                  <a:cubicBezTo>
                    <a:pt x="6566" y="11931"/>
                    <a:pt x="6732" y="11776"/>
                    <a:pt x="7065" y="11776"/>
                  </a:cubicBezTo>
                  <a:cubicBezTo>
                    <a:pt x="7129" y="11776"/>
                    <a:pt x="7199" y="11782"/>
                    <a:pt x="7277" y="11793"/>
                  </a:cubicBezTo>
                  <a:cubicBezTo>
                    <a:pt x="8166" y="11915"/>
                    <a:pt x="9053" y="12094"/>
                    <a:pt x="9930" y="12292"/>
                  </a:cubicBezTo>
                  <a:cubicBezTo>
                    <a:pt x="10726" y="12472"/>
                    <a:pt x="11550" y="12626"/>
                    <a:pt x="12268" y="12966"/>
                  </a:cubicBezTo>
                  <a:lnTo>
                    <a:pt x="12268" y="12966"/>
                  </a:lnTo>
                  <a:cubicBezTo>
                    <a:pt x="12439" y="14633"/>
                    <a:pt x="12548" y="16332"/>
                    <a:pt x="12930" y="17963"/>
                  </a:cubicBezTo>
                  <a:cubicBezTo>
                    <a:pt x="13136" y="18845"/>
                    <a:pt x="13555" y="20118"/>
                    <a:pt x="14640" y="20118"/>
                  </a:cubicBezTo>
                  <a:cubicBezTo>
                    <a:pt x="14672" y="20118"/>
                    <a:pt x="14706" y="20116"/>
                    <a:pt x="14739" y="20114"/>
                  </a:cubicBezTo>
                  <a:cubicBezTo>
                    <a:pt x="15314" y="20074"/>
                    <a:pt x="15818" y="19674"/>
                    <a:pt x="16220" y="19295"/>
                  </a:cubicBezTo>
                  <a:cubicBezTo>
                    <a:pt x="16778" y="18770"/>
                    <a:pt x="17242" y="18165"/>
                    <a:pt x="17630" y="17506"/>
                  </a:cubicBezTo>
                  <a:cubicBezTo>
                    <a:pt x="18329" y="16326"/>
                    <a:pt x="18879" y="15058"/>
                    <a:pt x="19372" y="13779"/>
                  </a:cubicBezTo>
                  <a:cubicBezTo>
                    <a:pt x="20387" y="11140"/>
                    <a:pt x="21255" y="8266"/>
                    <a:pt x="21379" y="5422"/>
                  </a:cubicBezTo>
                  <a:cubicBezTo>
                    <a:pt x="21417" y="4558"/>
                    <a:pt x="21409" y="3509"/>
                    <a:pt x="20893" y="2768"/>
                  </a:cubicBezTo>
                  <a:cubicBezTo>
                    <a:pt x="20591" y="2334"/>
                    <a:pt x="20167" y="2169"/>
                    <a:pt x="19717" y="2169"/>
                  </a:cubicBezTo>
                  <a:cubicBezTo>
                    <a:pt x="19269" y="2169"/>
                    <a:pt x="18796" y="2332"/>
                    <a:pt x="18392" y="2557"/>
                  </a:cubicBezTo>
                  <a:cubicBezTo>
                    <a:pt x="17206" y="3219"/>
                    <a:pt x="16258" y="4331"/>
                    <a:pt x="15430" y="5382"/>
                  </a:cubicBezTo>
                  <a:cubicBezTo>
                    <a:pt x="14975" y="5959"/>
                    <a:pt x="14535" y="6551"/>
                    <a:pt x="14131" y="7165"/>
                  </a:cubicBezTo>
                  <a:lnTo>
                    <a:pt x="14131" y="7165"/>
                  </a:lnTo>
                  <a:cubicBezTo>
                    <a:pt x="12741" y="6903"/>
                    <a:pt x="11340" y="6572"/>
                    <a:pt x="10022" y="6067"/>
                  </a:cubicBezTo>
                  <a:cubicBezTo>
                    <a:pt x="9692" y="5938"/>
                    <a:pt x="9355" y="5795"/>
                    <a:pt x="9057" y="5599"/>
                  </a:cubicBezTo>
                  <a:cubicBezTo>
                    <a:pt x="8975" y="5544"/>
                    <a:pt x="8902" y="5490"/>
                    <a:pt x="8830" y="5420"/>
                  </a:cubicBezTo>
                  <a:cubicBezTo>
                    <a:pt x="8801" y="5393"/>
                    <a:pt x="8791" y="5386"/>
                    <a:pt x="8788" y="5385"/>
                  </a:cubicBezTo>
                  <a:lnTo>
                    <a:pt x="8788" y="5385"/>
                  </a:lnTo>
                  <a:cubicBezTo>
                    <a:pt x="8787" y="5381"/>
                    <a:pt x="8781" y="5370"/>
                    <a:pt x="8767" y="5346"/>
                  </a:cubicBezTo>
                  <a:cubicBezTo>
                    <a:pt x="8764" y="5342"/>
                    <a:pt x="8761" y="5338"/>
                    <a:pt x="8759" y="5334"/>
                  </a:cubicBezTo>
                  <a:lnTo>
                    <a:pt x="8759" y="5334"/>
                  </a:lnTo>
                  <a:cubicBezTo>
                    <a:pt x="8759" y="5333"/>
                    <a:pt x="8759" y="5331"/>
                    <a:pt x="8758" y="5329"/>
                  </a:cubicBezTo>
                  <a:cubicBezTo>
                    <a:pt x="8680" y="4813"/>
                    <a:pt x="8779" y="4238"/>
                    <a:pt x="8729" y="3712"/>
                  </a:cubicBezTo>
                  <a:cubicBezTo>
                    <a:pt x="8683" y="3244"/>
                    <a:pt x="8611" y="2774"/>
                    <a:pt x="8476" y="2325"/>
                  </a:cubicBezTo>
                  <a:cubicBezTo>
                    <a:pt x="8116" y="1129"/>
                    <a:pt x="7256" y="33"/>
                    <a:pt x="5914" y="2"/>
                  </a:cubicBezTo>
                  <a:cubicBezTo>
                    <a:pt x="5893" y="1"/>
                    <a:pt x="5872" y="1"/>
                    <a:pt x="585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57" name="Google Shape;10157;p27"/>
            <p:cNvSpPr/>
            <p:nvPr/>
          </p:nvSpPr>
          <p:spPr>
            <a:xfrm>
              <a:off x="1903525" y="4088100"/>
              <a:ext cx="344900" cy="185850"/>
            </a:xfrm>
            <a:custGeom>
              <a:rect b="b" l="l" r="r" t="t"/>
              <a:pathLst>
                <a:path extrusionOk="0" h="7434" w="13796">
                  <a:moveTo>
                    <a:pt x="2035" y="1"/>
                  </a:moveTo>
                  <a:cubicBezTo>
                    <a:pt x="1593" y="1"/>
                    <a:pt x="1301" y="661"/>
                    <a:pt x="1777" y="928"/>
                  </a:cubicBezTo>
                  <a:cubicBezTo>
                    <a:pt x="5023" y="2748"/>
                    <a:pt x="8420" y="4238"/>
                    <a:pt x="11476" y="6352"/>
                  </a:cubicBezTo>
                  <a:lnTo>
                    <a:pt x="11476" y="6352"/>
                  </a:lnTo>
                  <a:cubicBezTo>
                    <a:pt x="7847" y="6103"/>
                    <a:pt x="4252" y="5482"/>
                    <a:pt x="636" y="5110"/>
                  </a:cubicBezTo>
                  <a:cubicBezTo>
                    <a:pt x="615" y="5108"/>
                    <a:pt x="596" y="5107"/>
                    <a:pt x="577" y="5107"/>
                  </a:cubicBezTo>
                  <a:cubicBezTo>
                    <a:pt x="0" y="5107"/>
                    <a:pt x="24" y="6045"/>
                    <a:pt x="636" y="6106"/>
                  </a:cubicBezTo>
                  <a:cubicBezTo>
                    <a:pt x="4792" y="6534"/>
                    <a:pt x="8919" y="7290"/>
                    <a:pt x="13101" y="7434"/>
                  </a:cubicBezTo>
                  <a:cubicBezTo>
                    <a:pt x="13106" y="7434"/>
                    <a:pt x="13111" y="7434"/>
                    <a:pt x="13115" y="7434"/>
                  </a:cubicBezTo>
                  <a:cubicBezTo>
                    <a:pt x="13508" y="7434"/>
                    <a:pt x="13796" y="6851"/>
                    <a:pt x="13455" y="6582"/>
                  </a:cubicBezTo>
                  <a:cubicBezTo>
                    <a:pt x="11767" y="5262"/>
                    <a:pt x="9981" y="4109"/>
                    <a:pt x="8087" y="3106"/>
                  </a:cubicBezTo>
                  <a:cubicBezTo>
                    <a:pt x="6157" y="2083"/>
                    <a:pt x="4187" y="1139"/>
                    <a:pt x="2281" y="69"/>
                  </a:cubicBezTo>
                  <a:cubicBezTo>
                    <a:pt x="2197" y="21"/>
                    <a:pt x="2114" y="1"/>
                    <a:pt x="20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58" name="Google Shape;10158;p27"/>
            <p:cNvSpPr/>
            <p:nvPr/>
          </p:nvSpPr>
          <p:spPr>
            <a:xfrm>
              <a:off x="1462675" y="3884050"/>
              <a:ext cx="125100" cy="332450"/>
            </a:xfrm>
            <a:custGeom>
              <a:rect b="b" l="l" r="r" t="t"/>
              <a:pathLst>
                <a:path extrusionOk="0" h="13298" w="5004">
                  <a:moveTo>
                    <a:pt x="4226" y="0"/>
                  </a:moveTo>
                  <a:cubicBezTo>
                    <a:pt x="3978" y="0"/>
                    <a:pt x="3745" y="159"/>
                    <a:pt x="3776" y="478"/>
                  </a:cubicBezTo>
                  <a:cubicBezTo>
                    <a:pt x="3995" y="2762"/>
                    <a:pt x="3470" y="4910"/>
                    <a:pt x="2764" y="7066"/>
                  </a:cubicBezTo>
                  <a:cubicBezTo>
                    <a:pt x="2160" y="8913"/>
                    <a:pt x="1574" y="10906"/>
                    <a:pt x="310" y="12425"/>
                  </a:cubicBezTo>
                  <a:cubicBezTo>
                    <a:pt x="1" y="12799"/>
                    <a:pt x="333" y="13298"/>
                    <a:pt x="690" y="13298"/>
                  </a:cubicBezTo>
                  <a:cubicBezTo>
                    <a:pt x="802" y="13298"/>
                    <a:pt x="916" y="13249"/>
                    <a:pt x="1014" y="13131"/>
                  </a:cubicBezTo>
                  <a:cubicBezTo>
                    <a:pt x="2366" y="11506"/>
                    <a:pt x="3030" y="9452"/>
                    <a:pt x="3679" y="7474"/>
                  </a:cubicBezTo>
                  <a:cubicBezTo>
                    <a:pt x="4424" y="5193"/>
                    <a:pt x="5004" y="2899"/>
                    <a:pt x="4772" y="478"/>
                  </a:cubicBezTo>
                  <a:cubicBezTo>
                    <a:pt x="4741" y="160"/>
                    <a:pt x="4476" y="0"/>
                    <a:pt x="42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159" name="Google Shape;10159;p27"/>
          <p:cNvSpPr/>
          <p:nvPr/>
        </p:nvSpPr>
        <p:spPr>
          <a:xfrm>
            <a:off x="1973320" y="1386338"/>
            <a:ext cx="5587310" cy="2668524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 cap="flat" cmpd="sng" w="25400">
            <a:solidFill>
              <a:srgbClr val="BABA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60" name="Google Shape;10160;p27"/>
          <p:cNvSpPr txBox="1"/>
          <p:nvPr/>
        </p:nvSpPr>
        <p:spPr>
          <a:xfrm>
            <a:off x="3637449" y="995515"/>
            <a:ext cx="2259051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Place your work here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64" name="Shape 10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5" name="Google Shape;10165;p28"/>
          <p:cNvSpPr txBox="1"/>
          <p:nvPr>
            <p:ph type="title"/>
          </p:nvPr>
        </p:nvSpPr>
        <p:spPr>
          <a:xfrm>
            <a:off x="1449659" y="567376"/>
            <a:ext cx="6244681" cy="48574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s" sz="2400"/>
              <a:t>REFLECTION</a:t>
            </a:r>
            <a:endParaRPr sz="2400"/>
          </a:p>
        </p:txBody>
      </p:sp>
      <p:sp>
        <p:nvSpPr>
          <p:cNvPr id="10166" name="Google Shape;10166;p28"/>
          <p:cNvSpPr/>
          <p:nvPr/>
        </p:nvSpPr>
        <p:spPr>
          <a:xfrm>
            <a:off x="1356437" y="1115122"/>
            <a:ext cx="4576011" cy="3235451"/>
          </a:xfrm>
          <a:prstGeom prst="roundRect">
            <a:avLst>
              <a:gd fmla="val 19511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2"/>
              </a:solidFill>
              <a:latin typeface="Gantari ExtraBold"/>
              <a:ea typeface="Gantari ExtraBold"/>
              <a:cs typeface="Gantari ExtraBold"/>
              <a:sym typeface="Gantari Extra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" sz="1300" u="none" cap="none" strike="noStrike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rPr>
              <a:t>The IB Learner Profile I improved on the most were ……………………………………………………….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lt2"/>
              </a:solidFill>
              <a:latin typeface="Gantari ExtraBold"/>
              <a:ea typeface="Gantari ExtraBold"/>
              <a:cs typeface="Gantari ExtraBold"/>
              <a:sym typeface="Gantari Extra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" sz="1300" u="none" cap="none" strike="noStrike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rPr>
              <a:t>An example of how I improved is ……………………………………………………………….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lt2"/>
              </a:solidFill>
              <a:latin typeface="Gantari ExtraBold"/>
              <a:ea typeface="Gantari ExtraBold"/>
              <a:cs typeface="Gantari ExtraBold"/>
              <a:sym typeface="Gantari Extra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" sz="1300" u="none" cap="none" strike="noStrike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rPr>
              <a:t>The Approaches to Learning skills I improved on the most is my ………………………………………….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lt2"/>
              </a:solidFill>
              <a:latin typeface="Gantari ExtraBold"/>
              <a:ea typeface="Gantari ExtraBold"/>
              <a:cs typeface="Gantari ExtraBold"/>
              <a:sym typeface="Gantari Extra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" sz="1300" u="none" cap="none" strike="noStrike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rPr>
              <a:t>An example of how I improved is ………………….</a:t>
            </a:r>
            <a:endParaRPr b="0" i="0" sz="1300" u="none" cap="none" strike="noStrike">
              <a:solidFill>
                <a:schemeClr val="lt2"/>
              </a:solidFill>
              <a:latin typeface="Gantari ExtraBold"/>
              <a:ea typeface="Gantari ExtraBold"/>
              <a:cs typeface="Gantari ExtraBold"/>
              <a:sym typeface="Gantari ExtraBol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lt2"/>
              </a:solidFill>
              <a:latin typeface="Gantari ExtraBold"/>
              <a:ea typeface="Gantari ExtraBold"/>
              <a:cs typeface="Gantari ExtraBold"/>
              <a:sym typeface="Gantari Extra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" sz="1300" u="none" cap="none" strike="noStrike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rPr>
              <a:t>I faced challenges in …………………. this year and I would like to work on this by ……………………. and improve it  for the next academic year.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2"/>
              </a:solidFill>
              <a:latin typeface="Gantari ExtraBold"/>
              <a:ea typeface="Gantari ExtraBold"/>
              <a:cs typeface="Gantari ExtraBold"/>
              <a:sym typeface="Gantari ExtraBold"/>
            </a:endParaRPr>
          </a:p>
        </p:txBody>
      </p:sp>
      <p:pic>
        <p:nvPicPr>
          <p:cNvPr descr="McKinley Elementary School / Learner Profile Activities for Parents" id="10167" name="Google Shape;10167;p28"/>
          <p:cNvPicPr preferRelativeResize="0"/>
          <p:nvPr/>
        </p:nvPicPr>
        <p:blipFill rotWithShape="1">
          <a:blip r:embed="rId3">
            <a:alphaModFix/>
          </a:blip>
          <a:srcRect b="4185" l="1418" r="2059" t="0"/>
          <a:stretch/>
        </p:blipFill>
        <p:spPr>
          <a:xfrm>
            <a:off x="6018236" y="1203700"/>
            <a:ext cx="2096429" cy="2989159"/>
          </a:xfrm>
          <a:prstGeom prst="roundRect">
            <a:avLst>
              <a:gd fmla="val 4016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71" name="Shape 10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2" name="Google Shape;10172;p29"/>
          <p:cNvSpPr txBox="1"/>
          <p:nvPr>
            <p:ph type="ctrTitle"/>
          </p:nvPr>
        </p:nvSpPr>
        <p:spPr>
          <a:xfrm>
            <a:off x="2788950" y="1779975"/>
            <a:ext cx="3684300" cy="9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s"/>
              <a:t>THANKS!</a:t>
            </a:r>
            <a:endParaRPr/>
          </a:p>
        </p:txBody>
      </p:sp>
      <p:grpSp>
        <p:nvGrpSpPr>
          <p:cNvPr id="10173" name="Google Shape;10173;p29"/>
          <p:cNvGrpSpPr/>
          <p:nvPr/>
        </p:nvGrpSpPr>
        <p:grpSpPr>
          <a:xfrm rot="-8100000">
            <a:off x="6160889" y="979832"/>
            <a:ext cx="2270043" cy="183536"/>
            <a:chOff x="5419725" y="2413000"/>
            <a:chExt cx="2169725" cy="175425"/>
          </a:xfrm>
        </p:grpSpPr>
        <p:sp>
          <p:nvSpPr>
            <p:cNvPr id="10174" name="Google Shape;10174;p29"/>
            <p:cNvSpPr/>
            <p:nvPr/>
          </p:nvSpPr>
          <p:spPr>
            <a:xfrm>
              <a:off x="5419725" y="2413000"/>
              <a:ext cx="2027325" cy="175425"/>
            </a:xfrm>
            <a:custGeom>
              <a:rect b="b" l="l" r="r" t="t"/>
              <a:pathLst>
                <a:path extrusionOk="0" h="7017" w="81093">
                  <a:moveTo>
                    <a:pt x="3509" y="0"/>
                  </a:moveTo>
                  <a:cubicBezTo>
                    <a:pt x="1571" y="0"/>
                    <a:pt x="0" y="1571"/>
                    <a:pt x="0" y="3508"/>
                  </a:cubicBezTo>
                  <a:cubicBezTo>
                    <a:pt x="0" y="5446"/>
                    <a:pt x="1571" y="7017"/>
                    <a:pt x="3509" y="7017"/>
                  </a:cubicBezTo>
                  <a:lnTo>
                    <a:pt x="81093" y="7017"/>
                  </a:lnTo>
                  <a:lnTo>
                    <a:pt x="8109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75" name="Google Shape;10175;p29"/>
            <p:cNvSpPr/>
            <p:nvPr/>
          </p:nvSpPr>
          <p:spPr>
            <a:xfrm>
              <a:off x="7447025" y="2413000"/>
              <a:ext cx="142425" cy="175425"/>
            </a:xfrm>
            <a:custGeom>
              <a:rect b="b" l="l" r="r" t="t"/>
              <a:pathLst>
                <a:path extrusionOk="0" h="7017" w="5697">
                  <a:moveTo>
                    <a:pt x="1" y="0"/>
                  </a:moveTo>
                  <a:lnTo>
                    <a:pt x="1" y="7017"/>
                  </a:lnTo>
                  <a:lnTo>
                    <a:pt x="5410" y="3880"/>
                  </a:lnTo>
                  <a:cubicBezTo>
                    <a:pt x="5696" y="3714"/>
                    <a:pt x="5696" y="3300"/>
                    <a:pt x="5410" y="3134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76" name="Google Shape;10176;p29"/>
            <p:cNvSpPr/>
            <p:nvPr/>
          </p:nvSpPr>
          <p:spPr>
            <a:xfrm>
              <a:off x="6846100" y="2459400"/>
              <a:ext cx="492625" cy="82550"/>
            </a:xfrm>
            <a:custGeom>
              <a:rect b="b" l="l" r="r" t="t"/>
              <a:pathLst>
                <a:path extrusionOk="0" h="3302" w="19705">
                  <a:moveTo>
                    <a:pt x="1650" y="1"/>
                  </a:moveTo>
                  <a:cubicBezTo>
                    <a:pt x="740" y="1"/>
                    <a:pt x="1" y="740"/>
                    <a:pt x="1" y="1652"/>
                  </a:cubicBezTo>
                  <a:cubicBezTo>
                    <a:pt x="1" y="2562"/>
                    <a:pt x="740" y="3301"/>
                    <a:pt x="1650" y="3301"/>
                  </a:cubicBezTo>
                  <a:lnTo>
                    <a:pt x="18054" y="3301"/>
                  </a:lnTo>
                  <a:cubicBezTo>
                    <a:pt x="18966" y="3301"/>
                    <a:pt x="19705" y="2562"/>
                    <a:pt x="19705" y="1652"/>
                  </a:cubicBezTo>
                  <a:cubicBezTo>
                    <a:pt x="19705" y="740"/>
                    <a:pt x="18966" y="1"/>
                    <a:pt x="1805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177" name="Google Shape;10177;p29"/>
          <p:cNvSpPr/>
          <p:nvPr/>
        </p:nvSpPr>
        <p:spPr>
          <a:xfrm>
            <a:off x="2378250" y="3791375"/>
            <a:ext cx="117525" cy="110100"/>
          </a:xfrm>
          <a:custGeom>
            <a:rect b="b" l="l" r="r" t="t"/>
            <a:pathLst>
              <a:path extrusionOk="0" h="4404" w="4701">
                <a:moveTo>
                  <a:pt x="1951" y="1032"/>
                </a:moveTo>
                <a:cubicBezTo>
                  <a:pt x="1950" y="1033"/>
                  <a:pt x="1949" y="1033"/>
                  <a:pt x="1947" y="1033"/>
                </a:cubicBezTo>
                <a:cubicBezTo>
                  <a:pt x="1948" y="1033"/>
                  <a:pt x="1950" y="1033"/>
                  <a:pt x="1951" y="1032"/>
                </a:cubicBezTo>
                <a:close/>
                <a:moveTo>
                  <a:pt x="2857" y="1059"/>
                </a:moveTo>
                <a:cubicBezTo>
                  <a:pt x="2871" y="1059"/>
                  <a:pt x="2889" y="1066"/>
                  <a:pt x="2907" y="1075"/>
                </a:cubicBezTo>
                <a:lnTo>
                  <a:pt x="2907" y="1075"/>
                </a:lnTo>
                <a:cubicBezTo>
                  <a:pt x="2887" y="1068"/>
                  <a:pt x="2858" y="1059"/>
                  <a:pt x="2857" y="1059"/>
                </a:cubicBezTo>
                <a:close/>
                <a:moveTo>
                  <a:pt x="3091" y="1185"/>
                </a:moveTo>
                <a:cubicBezTo>
                  <a:pt x="3091" y="1185"/>
                  <a:pt x="3091" y="1185"/>
                  <a:pt x="3091" y="1185"/>
                </a:cubicBezTo>
                <a:lnTo>
                  <a:pt x="3091" y="1185"/>
                </a:lnTo>
                <a:cubicBezTo>
                  <a:pt x="3091" y="1185"/>
                  <a:pt x="3091" y="1185"/>
                  <a:pt x="3091" y="1185"/>
                </a:cubicBezTo>
                <a:close/>
                <a:moveTo>
                  <a:pt x="3104" y="1198"/>
                </a:moveTo>
                <a:cubicBezTo>
                  <a:pt x="3111" y="1203"/>
                  <a:pt x="3118" y="1208"/>
                  <a:pt x="3125" y="1213"/>
                </a:cubicBezTo>
                <a:cubicBezTo>
                  <a:pt x="3142" y="1224"/>
                  <a:pt x="3149" y="1229"/>
                  <a:pt x="3148" y="1229"/>
                </a:cubicBezTo>
                <a:cubicBezTo>
                  <a:pt x="3148" y="1229"/>
                  <a:pt x="3121" y="1211"/>
                  <a:pt x="3104" y="1198"/>
                </a:cubicBezTo>
                <a:close/>
                <a:moveTo>
                  <a:pt x="1747" y="3319"/>
                </a:moveTo>
                <a:cubicBezTo>
                  <a:pt x="1767" y="3326"/>
                  <a:pt x="1803" y="3338"/>
                  <a:pt x="1802" y="3338"/>
                </a:cubicBezTo>
                <a:cubicBezTo>
                  <a:pt x="1800" y="3339"/>
                  <a:pt x="1799" y="3339"/>
                  <a:pt x="1797" y="3339"/>
                </a:cubicBezTo>
                <a:cubicBezTo>
                  <a:pt x="1785" y="3339"/>
                  <a:pt x="1766" y="3330"/>
                  <a:pt x="1747" y="3319"/>
                </a:cubicBezTo>
                <a:close/>
                <a:moveTo>
                  <a:pt x="2463" y="3393"/>
                </a:moveTo>
                <a:cubicBezTo>
                  <a:pt x="2461" y="3393"/>
                  <a:pt x="2459" y="3393"/>
                  <a:pt x="2456" y="3393"/>
                </a:cubicBezTo>
                <a:lnTo>
                  <a:pt x="2456" y="3393"/>
                </a:lnTo>
                <a:cubicBezTo>
                  <a:pt x="2459" y="3393"/>
                  <a:pt x="2462" y="3393"/>
                  <a:pt x="2463" y="3393"/>
                </a:cubicBezTo>
                <a:close/>
                <a:moveTo>
                  <a:pt x="2387" y="989"/>
                </a:moveTo>
                <a:cubicBezTo>
                  <a:pt x="2440" y="989"/>
                  <a:pt x="2491" y="989"/>
                  <a:pt x="2541" y="993"/>
                </a:cubicBezTo>
                <a:cubicBezTo>
                  <a:pt x="2560" y="993"/>
                  <a:pt x="2582" y="997"/>
                  <a:pt x="2601" y="998"/>
                </a:cubicBezTo>
                <a:lnTo>
                  <a:pt x="2601" y="998"/>
                </a:lnTo>
                <a:cubicBezTo>
                  <a:pt x="2682" y="1018"/>
                  <a:pt x="2761" y="1029"/>
                  <a:pt x="2840" y="1057"/>
                </a:cubicBezTo>
                <a:cubicBezTo>
                  <a:pt x="2857" y="1061"/>
                  <a:pt x="2876" y="1069"/>
                  <a:pt x="2895" y="1076"/>
                </a:cubicBezTo>
                <a:cubicBezTo>
                  <a:pt x="2906" y="1079"/>
                  <a:pt x="2914" y="1081"/>
                  <a:pt x="2919" y="1082"/>
                </a:cubicBezTo>
                <a:lnTo>
                  <a:pt x="2919" y="1082"/>
                </a:lnTo>
                <a:cubicBezTo>
                  <a:pt x="2944" y="1096"/>
                  <a:pt x="2968" y="1113"/>
                  <a:pt x="2984" y="1122"/>
                </a:cubicBezTo>
                <a:cubicBezTo>
                  <a:pt x="3015" y="1139"/>
                  <a:pt x="3049" y="1160"/>
                  <a:pt x="3080" y="1181"/>
                </a:cubicBezTo>
                <a:cubicBezTo>
                  <a:pt x="3084" y="1184"/>
                  <a:pt x="3088" y="1186"/>
                  <a:pt x="3092" y="1189"/>
                </a:cubicBezTo>
                <a:lnTo>
                  <a:pt x="3092" y="1189"/>
                </a:lnTo>
                <a:cubicBezTo>
                  <a:pt x="3107" y="1217"/>
                  <a:pt x="3258" y="1347"/>
                  <a:pt x="3274" y="1366"/>
                </a:cubicBezTo>
                <a:cubicBezTo>
                  <a:pt x="3278" y="1370"/>
                  <a:pt x="3281" y="1374"/>
                  <a:pt x="3284" y="1378"/>
                </a:cubicBezTo>
                <a:lnTo>
                  <a:pt x="3284" y="1378"/>
                </a:lnTo>
                <a:cubicBezTo>
                  <a:pt x="3304" y="1410"/>
                  <a:pt x="3328" y="1440"/>
                  <a:pt x="3348" y="1474"/>
                </a:cubicBezTo>
                <a:cubicBezTo>
                  <a:pt x="3367" y="1503"/>
                  <a:pt x="3386" y="1535"/>
                  <a:pt x="3403" y="1569"/>
                </a:cubicBezTo>
                <a:cubicBezTo>
                  <a:pt x="3409" y="1579"/>
                  <a:pt x="3414" y="1591"/>
                  <a:pt x="3420" y="1604"/>
                </a:cubicBezTo>
                <a:lnTo>
                  <a:pt x="3420" y="1604"/>
                </a:lnTo>
                <a:cubicBezTo>
                  <a:pt x="3420" y="1602"/>
                  <a:pt x="3420" y="1600"/>
                  <a:pt x="3420" y="1598"/>
                </a:cubicBezTo>
                <a:lnTo>
                  <a:pt x="3420" y="1598"/>
                </a:lnTo>
                <a:cubicBezTo>
                  <a:pt x="3420" y="1600"/>
                  <a:pt x="3420" y="1602"/>
                  <a:pt x="3420" y="1604"/>
                </a:cubicBezTo>
                <a:lnTo>
                  <a:pt x="3420" y="1604"/>
                </a:lnTo>
                <a:cubicBezTo>
                  <a:pt x="3420" y="1604"/>
                  <a:pt x="3420" y="1604"/>
                  <a:pt x="3420" y="1604"/>
                </a:cubicBezTo>
                <a:lnTo>
                  <a:pt x="3420" y="1604"/>
                </a:lnTo>
                <a:cubicBezTo>
                  <a:pt x="3420" y="1621"/>
                  <a:pt x="3423" y="1634"/>
                  <a:pt x="3427" y="1644"/>
                </a:cubicBezTo>
                <a:lnTo>
                  <a:pt x="3427" y="1644"/>
                </a:lnTo>
                <a:cubicBezTo>
                  <a:pt x="3423" y="1630"/>
                  <a:pt x="3420" y="1616"/>
                  <a:pt x="3420" y="1604"/>
                </a:cubicBezTo>
                <a:lnTo>
                  <a:pt x="3420" y="1604"/>
                </a:lnTo>
                <a:cubicBezTo>
                  <a:pt x="3422" y="1608"/>
                  <a:pt x="3424" y="1613"/>
                  <a:pt x="3426" y="1617"/>
                </a:cubicBezTo>
                <a:cubicBezTo>
                  <a:pt x="3442" y="1646"/>
                  <a:pt x="3443" y="1659"/>
                  <a:pt x="3439" y="1659"/>
                </a:cubicBezTo>
                <a:cubicBezTo>
                  <a:pt x="3436" y="1659"/>
                  <a:pt x="3432" y="1654"/>
                  <a:pt x="3427" y="1644"/>
                </a:cubicBezTo>
                <a:lnTo>
                  <a:pt x="3427" y="1644"/>
                </a:lnTo>
                <a:cubicBezTo>
                  <a:pt x="3443" y="1697"/>
                  <a:pt x="3479" y="1760"/>
                  <a:pt x="3491" y="1802"/>
                </a:cubicBezTo>
                <a:cubicBezTo>
                  <a:pt x="3500" y="1838"/>
                  <a:pt x="3508" y="1874"/>
                  <a:pt x="3517" y="1910"/>
                </a:cubicBezTo>
                <a:cubicBezTo>
                  <a:pt x="3521" y="1933"/>
                  <a:pt x="3525" y="1954"/>
                  <a:pt x="3529" y="1977"/>
                </a:cubicBezTo>
                <a:cubicBezTo>
                  <a:pt x="3534" y="2005"/>
                  <a:pt x="3537" y="2015"/>
                  <a:pt x="3538" y="2015"/>
                </a:cubicBezTo>
                <a:cubicBezTo>
                  <a:pt x="3540" y="2015"/>
                  <a:pt x="3530" y="1942"/>
                  <a:pt x="3525" y="1939"/>
                </a:cubicBezTo>
                <a:lnTo>
                  <a:pt x="3525" y="1939"/>
                </a:lnTo>
                <a:cubicBezTo>
                  <a:pt x="3550" y="1954"/>
                  <a:pt x="3538" y="2142"/>
                  <a:pt x="3538" y="2173"/>
                </a:cubicBezTo>
                <a:cubicBezTo>
                  <a:pt x="3538" y="2215"/>
                  <a:pt x="3535" y="2257"/>
                  <a:pt x="3533" y="2297"/>
                </a:cubicBezTo>
                <a:cubicBezTo>
                  <a:pt x="3532" y="2312"/>
                  <a:pt x="3530" y="2326"/>
                  <a:pt x="3529" y="2339"/>
                </a:cubicBezTo>
                <a:lnTo>
                  <a:pt x="3529" y="2339"/>
                </a:lnTo>
                <a:cubicBezTo>
                  <a:pt x="3514" y="2409"/>
                  <a:pt x="3504" y="2477"/>
                  <a:pt x="3483" y="2546"/>
                </a:cubicBezTo>
                <a:cubicBezTo>
                  <a:pt x="3472" y="2582"/>
                  <a:pt x="3462" y="2618"/>
                  <a:pt x="3449" y="2651"/>
                </a:cubicBezTo>
                <a:cubicBezTo>
                  <a:pt x="3445" y="2663"/>
                  <a:pt x="3440" y="2676"/>
                  <a:pt x="3436" y="2688"/>
                </a:cubicBezTo>
                <a:lnTo>
                  <a:pt x="3436" y="2688"/>
                </a:lnTo>
                <a:cubicBezTo>
                  <a:pt x="3398" y="2751"/>
                  <a:pt x="3369" y="2818"/>
                  <a:pt x="3329" y="2881"/>
                </a:cubicBezTo>
                <a:cubicBezTo>
                  <a:pt x="3324" y="2889"/>
                  <a:pt x="3300" y="2922"/>
                  <a:pt x="3284" y="2945"/>
                </a:cubicBezTo>
                <a:lnTo>
                  <a:pt x="3284" y="2945"/>
                </a:lnTo>
                <a:cubicBezTo>
                  <a:pt x="3263" y="2968"/>
                  <a:pt x="3232" y="3005"/>
                  <a:pt x="3224" y="3014"/>
                </a:cubicBezTo>
                <a:cubicBezTo>
                  <a:pt x="3198" y="3041"/>
                  <a:pt x="3171" y="3069"/>
                  <a:pt x="3142" y="3094"/>
                </a:cubicBezTo>
                <a:cubicBezTo>
                  <a:pt x="3127" y="3106"/>
                  <a:pt x="3112" y="3119"/>
                  <a:pt x="3099" y="3132"/>
                </a:cubicBezTo>
                <a:cubicBezTo>
                  <a:pt x="3075" y="3154"/>
                  <a:pt x="3071" y="3163"/>
                  <a:pt x="3076" y="3163"/>
                </a:cubicBezTo>
                <a:cubicBezTo>
                  <a:pt x="3076" y="3163"/>
                  <a:pt x="3077" y="3163"/>
                  <a:pt x="3078" y="3162"/>
                </a:cubicBezTo>
                <a:lnTo>
                  <a:pt x="3078" y="3162"/>
                </a:lnTo>
                <a:cubicBezTo>
                  <a:pt x="3021" y="3203"/>
                  <a:pt x="2923" y="3245"/>
                  <a:pt x="2889" y="3262"/>
                </a:cubicBezTo>
                <a:cubicBezTo>
                  <a:pt x="2863" y="3275"/>
                  <a:pt x="2803" y="3296"/>
                  <a:pt x="2805" y="3296"/>
                </a:cubicBezTo>
                <a:cubicBezTo>
                  <a:pt x="2806" y="3296"/>
                  <a:pt x="2822" y="3291"/>
                  <a:pt x="2866" y="3277"/>
                </a:cubicBezTo>
                <a:lnTo>
                  <a:pt x="2866" y="3277"/>
                </a:lnTo>
                <a:cubicBezTo>
                  <a:pt x="2823" y="3292"/>
                  <a:pt x="2783" y="3309"/>
                  <a:pt x="2741" y="3323"/>
                </a:cubicBezTo>
                <a:cubicBezTo>
                  <a:pt x="2642" y="3355"/>
                  <a:pt x="2541" y="3376"/>
                  <a:pt x="2438" y="3395"/>
                </a:cubicBezTo>
                <a:cubicBezTo>
                  <a:pt x="2437" y="3395"/>
                  <a:pt x="2437" y="3395"/>
                  <a:pt x="2437" y="3395"/>
                </a:cubicBezTo>
                <a:lnTo>
                  <a:pt x="2437" y="3395"/>
                </a:lnTo>
                <a:cubicBezTo>
                  <a:pt x="2416" y="3397"/>
                  <a:pt x="2395" y="3400"/>
                  <a:pt x="2375" y="3401"/>
                </a:cubicBezTo>
                <a:cubicBezTo>
                  <a:pt x="2330" y="3403"/>
                  <a:pt x="2284" y="3406"/>
                  <a:pt x="2240" y="3406"/>
                </a:cubicBezTo>
                <a:cubicBezTo>
                  <a:pt x="2226" y="3406"/>
                  <a:pt x="2211" y="3406"/>
                  <a:pt x="2197" y="3406"/>
                </a:cubicBezTo>
                <a:cubicBezTo>
                  <a:pt x="2163" y="3406"/>
                  <a:pt x="2129" y="3405"/>
                  <a:pt x="2094" y="3403"/>
                </a:cubicBezTo>
                <a:cubicBezTo>
                  <a:pt x="2081" y="3402"/>
                  <a:pt x="2067" y="3400"/>
                  <a:pt x="2054" y="3398"/>
                </a:cubicBezTo>
                <a:lnTo>
                  <a:pt x="2054" y="3398"/>
                </a:lnTo>
                <a:cubicBezTo>
                  <a:pt x="1975" y="3376"/>
                  <a:pt x="1893" y="3365"/>
                  <a:pt x="1814" y="3340"/>
                </a:cubicBezTo>
                <a:cubicBezTo>
                  <a:pt x="1797" y="3334"/>
                  <a:pt x="1778" y="3326"/>
                  <a:pt x="1762" y="3321"/>
                </a:cubicBezTo>
                <a:cubicBezTo>
                  <a:pt x="1752" y="3318"/>
                  <a:pt x="1745" y="3316"/>
                  <a:pt x="1740" y="3315"/>
                </a:cubicBezTo>
                <a:lnTo>
                  <a:pt x="1740" y="3315"/>
                </a:lnTo>
                <a:cubicBezTo>
                  <a:pt x="1716" y="3301"/>
                  <a:pt x="1691" y="3283"/>
                  <a:pt x="1679" y="3277"/>
                </a:cubicBezTo>
                <a:cubicBezTo>
                  <a:pt x="1648" y="3258"/>
                  <a:pt x="1616" y="3241"/>
                  <a:pt x="1587" y="3220"/>
                </a:cubicBezTo>
                <a:cubicBezTo>
                  <a:pt x="1572" y="3210"/>
                  <a:pt x="1557" y="3199"/>
                  <a:pt x="1543" y="3191"/>
                </a:cubicBezTo>
                <a:cubicBezTo>
                  <a:pt x="1525" y="3180"/>
                  <a:pt x="1519" y="3175"/>
                  <a:pt x="1519" y="3175"/>
                </a:cubicBezTo>
                <a:lnTo>
                  <a:pt x="1519" y="3175"/>
                </a:lnTo>
                <a:cubicBezTo>
                  <a:pt x="1518" y="3175"/>
                  <a:pt x="1582" y="3218"/>
                  <a:pt x="1580" y="3218"/>
                </a:cubicBezTo>
                <a:cubicBezTo>
                  <a:pt x="1580" y="3218"/>
                  <a:pt x="1579" y="3218"/>
                  <a:pt x="1578" y="3218"/>
                </a:cubicBezTo>
                <a:cubicBezTo>
                  <a:pt x="1542" y="3218"/>
                  <a:pt x="1420" y="3070"/>
                  <a:pt x="1399" y="3045"/>
                </a:cubicBezTo>
                <a:cubicBezTo>
                  <a:pt x="1384" y="3030"/>
                  <a:pt x="1353" y="2977"/>
                  <a:pt x="1351" y="2977"/>
                </a:cubicBezTo>
                <a:lnTo>
                  <a:pt x="1351" y="2977"/>
                </a:lnTo>
                <a:cubicBezTo>
                  <a:pt x="1350" y="2977"/>
                  <a:pt x="1354" y="2985"/>
                  <a:pt x="1363" y="3005"/>
                </a:cubicBezTo>
                <a:cubicBezTo>
                  <a:pt x="1372" y="3025"/>
                  <a:pt x="1375" y="3032"/>
                  <a:pt x="1374" y="3032"/>
                </a:cubicBezTo>
                <a:cubicBezTo>
                  <a:pt x="1372" y="3032"/>
                  <a:pt x="1335" y="2962"/>
                  <a:pt x="1326" y="2946"/>
                </a:cubicBezTo>
                <a:cubicBezTo>
                  <a:pt x="1285" y="2881"/>
                  <a:pt x="1252" y="2814"/>
                  <a:pt x="1215" y="2746"/>
                </a:cubicBezTo>
                <a:lnTo>
                  <a:pt x="1215" y="2746"/>
                </a:lnTo>
                <a:cubicBezTo>
                  <a:pt x="1214" y="2743"/>
                  <a:pt x="1213" y="2740"/>
                  <a:pt x="1212" y="2736"/>
                </a:cubicBezTo>
                <a:cubicBezTo>
                  <a:pt x="1199" y="2702"/>
                  <a:pt x="1187" y="2668"/>
                  <a:pt x="1176" y="2635"/>
                </a:cubicBezTo>
                <a:cubicBezTo>
                  <a:pt x="1153" y="2559"/>
                  <a:pt x="1132" y="2481"/>
                  <a:pt x="1119" y="2403"/>
                </a:cubicBezTo>
                <a:cubicBezTo>
                  <a:pt x="1119" y="2401"/>
                  <a:pt x="1118" y="2399"/>
                  <a:pt x="1118" y="2397"/>
                </a:cubicBezTo>
                <a:lnTo>
                  <a:pt x="1118" y="2397"/>
                </a:lnTo>
                <a:cubicBezTo>
                  <a:pt x="1122" y="2365"/>
                  <a:pt x="1108" y="2315"/>
                  <a:pt x="1106" y="2283"/>
                </a:cubicBezTo>
                <a:cubicBezTo>
                  <a:pt x="1102" y="2203"/>
                  <a:pt x="1102" y="2123"/>
                  <a:pt x="1106" y="2043"/>
                </a:cubicBezTo>
                <a:cubicBezTo>
                  <a:pt x="1107" y="2033"/>
                  <a:pt x="1110" y="2004"/>
                  <a:pt x="1113" y="1978"/>
                </a:cubicBezTo>
                <a:lnTo>
                  <a:pt x="1113" y="1978"/>
                </a:lnTo>
                <a:cubicBezTo>
                  <a:pt x="1117" y="1953"/>
                  <a:pt x="1123" y="1911"/>
                  <a:pt x="1125" y="1899"/>
                </a:cubicBezTo>
                <a:cubicBezTo>
                  <a:pt x="1144" y="1813"/>
                  <a:pt x="1170" y="1731"/>
                  <a:pt x="1197" y="1647"/>
                </a:cubicBezTo>
                <a:cubicBezTo>
                  <a:pt x="1199" y="1642"/>
                  <a:pt x="1200" y="1637"/>
                  <a:pt x="1201" y="1634"/>
                </a:cubicBezTo>
                <a:lnTo>
                  <a:pt x="1201" y="1634"/>
                </a:lnTo>
                <a:cubicBezTo>
                  <a:pt x="1203" y="1630"/>
                  <a:pt x="1205" y="1626"/>
                  <a:pt x="1208" y="1621"/>
                </a:cubicBezTo>
                <a:cubicBezTo>
                  <a:pt x="1227" y="1583"/>
                  <a:pt x="1246" y="1543"/>
                  <a:pt x="1269" y="1507"/>
                </a:cubicBezTo>
                <a:cubicBezTo>
                  <a:pt x="1290" y="1470"/>
                  <a:pt x="1313" y="1434"/>
                  <a:pt x="1338" y="1398"/>
                </a:cubicBezTo>
                <a:cubicBezTo>
                  <a:pt x="1341" y="1394"/>
                  <a:pt x="1344" y="1390"/>
                  <a:pt x="1346" y="1386"/>
                </a:cubicBezTo>
                <a:lnTo>
                  <a:pt x="1346" y="1386"/>
                </a:lnTo>
                <a:cubicBezTo>
                  <a:pt x="1346" y="1386"/>
                  <a:pt x="1346" y="1386"/>
                  <a:pt x="1347" y="1385"/>
                </a:cubicBezTo>
                <a:cubicBezTo>
                  <a:pt x="1399" y="1329"/>
                  <a:pt x="1454" y="1275"/>
                  <a:pt x="1511" y="1223"/>
                </a:cubicBezTo>
                <a:lnTo>
                  <a:pt x="1511" y="1223"/>
                </a:lnTo>
                <a:cubicBezTo>
                  <a:pt x="1524" y="1213"/>
                  <a:pt x="1537" y="1203"/>
                  <a:pt x="1551" y="1194"/>
                </a:cubicBezTo>
                <a:cubicBezTo>
                  <a:pt x="1589" y="1170"/>
                  <a:pt x="1627" y="1147"/>
                  <a:pt x="1667" y="1126"/>
                </a:cubicBezTo>
                <a:cubicBezTo>
                  <a:pt x="1682" y="1119"/>
                  <a:pt x="1697" y="1111"/>
                  <a:pt x="1712" y="1103"/>
                </a:cubicBezTo>
                <a:lnTo>
                  <a:pt x="1712" y="1103"/>
                </a:lnTo>
                <a:cubicBezTo>
                  <a:pt x="1755" y="1090"/>
                  <a:pt x="1797" y="1075"/>
                  <a:pt x="1840" y="1063"/>
                </a:cubicBezTo>
                <a:cubicBezTo>
                  <a:pt x="1884" y="1050"/>
                  <a:pt x="1928" y="1042"/>
                  <a:pt x="1970" y="1031"/>
                </a:cubicBezTo>
                <a:cubicBezTo>
                  <a:pt x="1976" y="1030"/>
                  <a:pt x="1983" y="1028"/>
                  <a:pt x="1990" y="1026"/>
                </a:cubicBezTo>
                <a:lnTo>
                  <a:pt x="1990" y="1026"/>
                </a:lnTo>
                <a:cubicBezTo>
                  <a:pt x="2008" y="1025"/>
                  <a:pt x="2026" y="1024"/>
                  <a:pt x="2042" y="1023"/>
                </a:cubicBezTo>
                <a:cubicBezTo>
                  <a:pt x="2063" y="1021"/>
                  <a:pt x="2083" y="1018"/>
                  <a:pt x="2104" y="1015"/>
                </a:cubicBezTo>
                <a:lnTo>
                  <a:pt x="2104" y="1015"/>
                </a:lnTo>
                <a:cubicBezTo>
                  <a:pt x="2127" y="1013"/>
                  <a:pt x="2151" y="1010"/>
                  <a:pt x="2175" y="1006"/>
                </a:cubicBezTo>
                <a:cubicBezTo>
                  <a:pt x="2200" y="1002"/>
                  <a:pt x="2223" y="998"/>
                  <a:pt x="2248" y="996"/>
                </a:cubicBezTo>
                <a:lnTo>
                  <a:pt x="2248" y="996"/>
                </a:lnTo>
                <a:cubicBezTo>
                  <a:pt x="2202" y="1002"/>
                  <a:pt x="2186" y="1004"/>
                  <a:pt x="2186" y="1004"/>
                </a:cubicBezTo>
                <a:cubicBezTo>
                  <a:pt x="2187" y="1004"/>
                  <a:pt x="2227" y="999"/>
                  <a:pt x="2246" y="998"/>
                </a:cubicBezTo>
                <a:cubicBezTo>
                  <a:pt x="2293" y="996"/>
                  <a:pt x="2341" y="991"/>
                  <a:pt x="2387" y="989"/>
                </a:cubicBezTo>
                <a:close/>
                <a:moveTo>
                  <a:pt x="2431" y="0"/>
                </a:moveTo>
                <a:cubicBezTo>
                  <a:pt x="2283" y="0"/>
                  <a:pt x="2134" y="12"/>
                  <a:pt x="1987" y="33"/>
                </a:cubicBezTo>
                <a:lnTo>
                  <a:pt x="1987" y="33"/>
                </a:lnTo>
                <a:cubicBezTo>
                  <a:pt x="1519" y="79"/>
                  <a:pt x="1082" y="246"/>
                  <a:pt x="738" y="578"/>
                </a:cubicBezTo>
                <a:cubicBezTo>
                  <a:pt x="443" y="863"/>
                  <a:pt x="236" y="1259"/>
                  <a:pt x="158" y="1661"/>
                </a:cubicBezTo>
                <a:cubicBezTo>
                  <a:pt x="0" y="2477"/>
                  <a:pt x="228" y="3403"/>
                  <a:pt x="896" y="3941"/>
                </a:cubicBezTo>
                <a:cubicBezTo>
                  <a:pt x="1283" y="4251"/>
                  <a:pt x="1777" y="4404"/>
                  <a:pt x="2272" y="4404"/>
                </a:cubicBezTo>
                <a:cubicBezTo>
                  <a:pt x="2762" y="4404"/>
                  <a:pt x="3253" y="4255"/>
                  <a:pt x="3645" y="3962"/>
                </a:cubicBezTo>
                <a:cubicBezTo>
                  <a:pt x="4395" y="3401"/>
                  <a:pt x="4700" y="2409"/>
                  <a:pt x="4443" y="1512"/>
                </a:cubicBezTo>
                <a:cubicBezTo>
                  <a:pt x="4302" y="1025"/>
                  <a:pt x="4003" y="604"/>
                  <a:pt x="3582" y="321"/>
                </a:cubicBezTo>
                <a:cubicBezTo>
                  <a:pt x="3236" y="89"/>
                  <a:pt x="2836" y="0"/>
                  <a:pt x="243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78" name="Google Shape;10178;p29"/>
          <p:cNvSpPr/>
          <p:nvPr/>
        </p:nvSpPr>
        <p:spPr>
          <a:xfrm>
            <a:off x="6956213" y="3555050"/>
            <a:ext cx="146125" cy="137000"/>
          </a:xfrm>
          <a:custGeom>
            <a:rect b="b" l="l" r="r" t="t"/>
            <a:pathLst>
              <a:path extrusionOk="0" h="5480" w="5845">
                <a:moveTo>
                  <a:pt x="3672" y="1101"/>
                </a:moveTo>
                <a:cubicBezTo>
                  <a:pt x="3677" y="1103"/>
                  <a:pt x="3681" y="1105"/>
                  <a:pt x="3685" y="1107"/>
                </a:cubicBezTo>
                <a:lnTo>
                  <a:pt x="3685" y="1107"/>
                </a:lnTo>
                <a:cubicBezTo>
                  <a:pt x="3681" y="1105"/>
                  <a:pt x="3677" y="1103"/>
                  <a:pt x="3672" y="1101"/>
                </a:cubicBezTo>
                <a:close/>
                <a:moveTo>
                  <a:pt x="3072" y="4464"/>
                </a:moveTo>
                <a:lnTo>
                  <a:pt x="3072" y="4464"/>
                </a:lnTo>
                <a:cubicBezTo>
                  <a:pt x="3071" y="4464"/>
                  <a:pt x="3070" y="4464"/>
                  <a:pt x="3069" y="4464"/>
                </a:cubicBezTo>
                <a:lnTo>
                  <a:pt x="3069" y="4464"/>
                </a:lnTo>
                <a:cubicBezTo>
                  <a:pt x="3070" y="4464"/>
                  <a:pt x="3071" y="4464"/>
                  <a:pt x="3072" y="4464"/>
                </a:cubicBezTo>
                <a:close/>
                <a:moveTo>
                  <a:pt x="3052" y="4466"/>
                </a:moveTo>
                <a:lnTo>
                  <a:pt x="3052" y="4466"/>
                </a:lnTo>
                <a:cubicBezTo>
                  <a:pt x="3035" y="4469"/>
                  <a:pt x="3029" y="4470"/>
                  <a:pt x="3029" y="4470"/>
                </a:cubicBezTo>
                <a:cubicBezTo>
                  <a:pt x="3028" y="4470"/>
                  <a:pt x="3040" y="4468"/>
                  <a:pt x="3052" y="4466"/>
                </a:cubicBezTo>
                <a:close/>
                <a:moveTo>
                  <a:pt x="3036" y="989"/>
                </a:moveTo>
                <a:cubicBezTo>
                  <a:pt x="3084" y="989"/>
                  <a:pt x="3131" y="990"/>
                  <a:pt x="3177" y="992"/>
                </a:cubicBezTo>
                <a:cubicBezTo>
                  <a:pt x="3207" y="994"/>
                  <a:pt x="3236" y="998"/>
                  <a:pt x="3264" y="1000"/>
                </a:cubicBezTo>
                <a:cubicBezTo>
                  <a:pt x="3270" y="1000"/>
                  <a:pt x="3275" y="1000"/>
                  <a:pt x="3280" y="1000"/>
                </a:cubicBezTo>
                <a:lnTo>
                  <a:pt x="3280" y="1000"/>
                </a:lnTo>
                <a:cubicBezTo>
                  <a:pt x="3393" y="1021"/>
                  <a:pt x="3502" y="1045"/>
                  <a:pt x="3611" y="1080"/>
                </a:cubicBezTo>
                <a:cubicBezTo>
                  <a:pt x="3640" y="1091"/>
                  <a:pt x="3708" y="1119"/>
                  <a:pt x="3711" y="1119"/>
                </a:cubicBezTo>
                <a:cubicBezTo>
                  <a:pt x="3711" y="1119"/>
                  <a:pt x="3710" y="1118"/>
                  <a:pt x="3707" y="1117"/>
                </a:cubicBezTo>
                <a:lnTo>
                  <a:pt x="3707" y="1117"/>
                </a:lnTo>
                <a:cubicBezTo>
                  <a:pt x="3752" y="1138"/>
                  <a:pt x="3795" y="1160"/>
                  <a:pt x="3839" y="1186"/>
                </a:cubicBezTo>
                <a:cubicBezTo>
                  <a:pt x="3883" y="1209"/>
                  <a:pt x="3923" y="1236"/>
                  <a:pt x="3965" y="1261"/>
                </a:cubicBezTo>
                <a:cubicBezTo>
                  <a:pt x="3979" y="1270"/>
                  <a:pt x="3990" y="1277"/>
                  <a:pt x="3997" y="1281"/>
                </a:cubicBezTo>
                <a:lnTo>
                  <a:pt x="3997" y="1281"/>
                </a:lnTo>
                <a:cubicBezTo>
                  <a:pt x="4000" y="1284"/>
                  <a:pt x="4004" y="1288"/>
                  <a:pt x="4010" y="1293"/>
                </a:cubicBezTo>
                <a:cubicBezTo>
                  <a:pt x="4096" y="1369"/>
                  <a:pt x="4178" y="1443"/>
                  <a:pt x="4252" y="1531"/>
                </a:cubicBezTo>
                <a:cubicBezTo>
                  <a:pt x="4265" y="1544"/>
                  <a:pt x="4276" y="1558"/>
                  <a:pt x="4288" y="1572"/>
                </a:cubicBezTo>
                <a:lnTo>
                  <a:pt x="4288" y="1572"/>
                </a:lnTo>
                <a:cubicBezTo>
                  <a:pt x="4314" y="1615"/>
                  <a:pt x="4345" y="1659"/>
                  <a:pt x="4374" y="1704"/>
                </a:cubicBezTo>
                <a:cubicBezTo>
                  <a:pt x="4397" y="1744"/>
                  <a:pt x="4422" y="1784"/>
                  <a:pt x="4444" y="1826"/>
                </a:cubicBezTo>
                <a:cubicBezTo>
                  <a:pt x="4456" y="1852"/>
                  <a:pt x="4498" y="1948"/>
                  <a:pt x="4500" y="1948"/>
                </a:cubicBezTo>
                <a:cubicBezTo>
                  <a:pt x="4500" y="1948"/>
                  <a:pt x="4500" y="1947"/>
                  <a:pt x="4500" y="1946"/>
                </a:cubicBezTo>
                <a:lnTo>
                  <a:pt x="4500" y="1946"/>
                </a:lnTo>
                <a:cubicBezTo>
                  <a:pt x="4527" y="2021"/>
                  <a:pt x="4553" y="2096"/>
                  <a:pt x="4574" y="2174"/>
                </a:cubicBezTo>
                <a:cubicBezTo>
                  <a:pt x="4587" y="2220"/>
                  <a:pt x="4597" y="2266"/>
                  <a:pt x="4608" y="2315"/>
                </a:cubicBezTo>
                <a:cubicBezTo>
                  <a:pt x="4614" y="2346"/>
                  <a:pt x="4627" y="2444"/>
                  <a:pt x="4628" y="2444"/>
                </a:cubicBezTo>
                <a:cubicBezTo>
                  <a:pt x="4629" y="2444"/>
                  <a:pt x="4628" y="2430"/>
                  <a:pt x="4625" y="2395"/>
                </a:cubicBezTo>
                <a:lnTo>
                  <a:pt x="4625" y="2395"/>
                </a:lnTo>
                <a:cubicBezTo>
                  <a:pt x="4635" y="2498"/>
                  <a:pt x="4644" y="2599"/>
                  <a:pt x="4642" y="2702"/>
                </a:cubicBezTo>
                <a:cubicBezTo>
                  <a:pt x="4642" y="2757"/>
                  <a:pt x="4639" y="2812"/>
                  <a:pt x="4635" y="2867"/>
                </a:cubicBezTo>
                <a:cubicBezTo>
                  <a:pt x="4633" y="2890"/>
                  <a:pt x="4631" y="2915"/>
                  <a:pt x="4629" y="2938"/>
                </a:cubicBezTo>
                <a:cubicBezTo>
                  <a:pt x="4629" y="2941"/>
                  <a:pt x="4629" y="2943"/>
                  <a:pt x="4629" y="2945"/>
                </a:cubicBezTo>
                <a:lnTo>
                  <a:pt x="4629" y="2945"/>
                </a:lnTo>
                <a:cubicBezTo>
                  <a:pt x="4610" y="3044"/>
                  <a:pt x="4592" y="3139"/>
                  <a:pt x="4564" y="3235"/>
                </a:cubicBezTo>
                <a:cubicBezTo>
                  <a:pt x="4551" y="3282"/>
                  <a:pt x="4536" y="3328"/>
                  <a:pt x="4519" y="3372"/>
                </a:cubicBezTo>
                <a:cubicBezTo>
                  <a:pt x="4511" y="3396"/>
                  <a:pt x="4503" y="3419"/>
                  <a:pt x="4494" y="3442"/>
                </a:cubicBezTo>
                <a:cubicBezTo>
                  <a:pt x="4493" y="3445"/>
                  <a:pt x="4492" y="3448"/>
                  <a:pt x="4491" y="3451"/>
                </a:cubicBezTo>
                <a:lnTo>
                  <a:pt x="4491" y="3451"/>
                </a:lnTo>
                <a:cubicBezTo>
                  <a:pt x="4490" y="3453"/>
                  <a:pt x="4489" y="3455"/>
                  <a:pt x="4488" y="3457"/>
                </a:cubicBezTo>
                <a:cubicBezTo>
                  <a:pt x="4439" y="3543"/>
                  <a:pt x="4399" y="3629"/>
                  <a:pt x="4345" y="3714"/>
                </a:cubicBezTo>
                <a:cubicBezTo>
                  <a:pt x="4335" y="3728"/>
                  <a:pt x="4281" y="3805"/>
                  <a:pt x="4270" y="3821"/>
                </a:cubicBezTo>
                <a:lnTo>
                  <a:pt x="4270" y="3821"/>
                </a:lnTo>
                <a:cubicBezTo>
                  <a:pt x="4265" y="3827"/>
                  <a:pt x="4261" y="3833"/>
                  <a:pt x="4258" y="3836"/>
                </a:cubicBezTo>
                <a:cubicBezTo>
                  <a:pt x="4233" y="3863"/>
                  <a:pt x="4210" y="3891"/>
                  <a:pt x="4184" y="3918"/>
                </a:cubicBezTo>
                <a:cubicBezTo>
                  <a:pt x="4149" y="3956"/>
                  <a:pt x="4113" y="3990"/>
                  <a:pt x="4077" y="4025"/>
                </a:cubicBezTo>
                <a:cubicBezTo>
                  <a:pt x="4063" y="4038"/>
                  <a:pt x="3976" y="4107"/>
                  <a:pt x="3979" y="4107"/>
                </a:cubicBezTo>
                <a:cubicBezTo>
                  <a:pt x="3979" y="4107"/>
                  <a:pt x="3980" y="4107"/>
                  <a:pt x="3980" y="4107"/>
                </a:cubicBezTo>
                <a:lnTo>
                  <a:pt x="3980" y="4107"/>
                </a:lnTo>
                <a:cubicBezTo>
                  <a:pt x="3895" y="4167"/>
                  <a:pt x="3805" y="4221"/>
                  <a:pt x="3713" y="4270"/>
                </a:cubicBezTo>
                <a:cubicBezTo>
                  <a:pt x="3690" y="4281"/>
                  <a:pt x="3603" y="4321"/>
                  <a:pt x="3608" y="4321"/>
                </a:cubicBezTo>
                <a:cubicBezTo>
                  <a:pt x="3609" y="4321"/>
                  <a:pt x="3610" y="4320"/>
                  <a:pt x="3614" y="4319"/>
                </a:cubicBezTo>
                <a:lnTo>
                  <a:pt x="3614" y="4319"/>
                </a:lnTo>
                <a:cubicBezTo>
                  <a:pt x="3570" y="4336"/>
                  <a:pt x="3525" y="4351"/>
                  <a:pt x="3481" y="4365"/>
                </a:cubicBezTo>
                <a:cubicBezTo>
                  <a:pt x="3350" y="4407"/>
                  <a:pt x="3217" y="4438"/>
                  <a:pt x="3080" y="4461"/>
                </a:cubicBezTo>
                <a:cubicBezTo>
                  <a:pt x="3073" y="4463"/>
                  <a:pt x="3067" y="4464"/>
                  <a:pt x="3061" y="4465"/>
                </a:cubicBezTo>
                <a:lnTo>
                  <a:pt x="3061" y="4465"/>
                </a:lnTo>
                <a:cubicBezTo>
                  <a:pt x="3027" y="4468"/>
                  <a:pt x="2993" y="4470"/>
                  <a:pt x="2958" y="4474"/>
                </a:cubicBezTo>
                <a:cubicBezTo>
                  <a:pt x="2899" y="4478"/>
                  <a:pt x="2840" y="4480"/>
                  <a:pt x="2779" y="4480"/>
                </a:cubicBezTo>
                <a:cubicBezTo>
                  <a:pt x="2762" y="4481"/>
                  <a:pt x="2745" y="4481"/>
                  <a:pt x="2728" y="4481"/>
                </a:cubicBezTo>
                <a:cubicBezTo>
                  <a:pt x="2682" y="4481"/>
                  <a:pt x="2635" y="4479"/>
                  <a:pt x="2588" y="4476"/>
                </a:cubicBezTo>
                <a:cubicBezTo>
                  <a:pt x="2560" y="4474"/>
                  <a:pt x="2533" y="4470"/>
                  <a:pt x="2505" y="4468"/>
                </a:cubicBezTo>
                <a:cubicBezTo>
                  <a:pt x="2503" y="4468"/>
                  <a:pt x="2500" y="4468"/>
                  <a:pt x="2498" y="4467"/>
                </a:cubicBezTo>
                <a:lnTo>
                  <a:pt x="2498" y="4467"/>
                </a:lnTo>
                <a:cubicBezTo>
                  <a:pt x="2389" y="4444"/>
                  <a:pt x="2284" y="4423"/>
                  <a:pt x="2179" y="4388"/>
                </a:cubicBezTo>
                <a:cubicBezTo>
                  <a:pt x="2150" y="4378"/>
                  <a:pt x="2089" y="4350"/>
                  <a:pt x="2086" y="4350"/>
                </a:cubicBezTo>
                <a:lnTo>
                  <a:pt x="2086" y="4350"/>
                </a:lnTo>
                <a:cubicBezTo>
                  <a:pt x="2085" y="4350"/>
                  <a:pt x="2095" y="4356"/>
                  <a:pt x="2126" y="4371"/>
                </a:cubicBezTo>
                <a:cubicBezTo>
                  <a:pt x="2071" y="4346"/>
                  <a:pt x="2017" y="4318"/>
                  <a:pt x="1964" y="4289"/>
                </a:cubicBezTo>
                <a:cubicBezTo>
                  <a:pt x="1924" y="4266"/>
                  <a:pt x="1884" y="4240"/>
                  <a:pt x="1844" y="4215"/>
                </a:cubicBezTo>
                <a:cubicBezTo>
                  <a:pt x="1818" y="4198"/>
                  <a:pt x="1769" y="4158"/>
                  <a:pt x="1768" y="4158"/>
                </a:cubicBezTo>
                <a:lnTo>
                  <a:pt x="1768" y="4158"/>
                </a:lnTo>
                <a:cubicBezTo>
                  <a:pt x="1768" y="4158"/>
                  <a:pt x="1777" y="4166"/>
                  <a:pt x="1804" y="4190"/>
                </a:cubicBezTo>
                <a:cubicBezTo>
                  <a:pt x="1720" y="4116"/>
                  <a:pt x="1637" y="4044"/>
                  <a:pt x="1564" y="3960"/>
                </a:cubicBezTo>
                <a:cubicBezTo>
                  <a:pt x="1558" y="3953"/>
                  <a:pt x="1523" y="3910"/>
                  <a:pt x="1505" y="3887"/>
                </a:cubicBezTo>
                <a:lnTo>
                  <a:pt x="1505" y="3887"/>
                </a:lnTo>
                <a:cubicBezTo>
                  <a:pt x="1486" y="3860"/>
                  <a:pt x="1451" y="3810"/>
                  <a:pt x="1444" y="3800"/>
                </a:cubicBezTo>
                <a:cubicBezTo>
                  <a:pt x="1389" y="3712"/>
                  <a:pt x="1345" y="3617"/>
                  <a:pt x="1294" y="3526"/>
                </a:cubicBezTo>
                <a:cubicBezTo>
                  <a:pt x="1292" y="3522"/>
                  <a:pt x="1290" y="3518"/>
                  <a:pt x="1288" y="3515"/>
                </a:cubicBezTo>
                <a:lnTo>
                  <a:pt x="1288" y="3515"/>
                </a:lnTo>
                <a:cubicBezTo>
                  <a:pt x="1286" y="3508"/>
                  <a:pt x="1282" y="3497"/>
                  <a:pt x="1277" y="3484"/>
                </a:cubicBezTo>
                <a:cubicBezTo>
                  <a:pt x="1262" y="3440"/>
                  <a:pt x="1246" y="3398"/>
                  <a:pt x="1231" y="3353"/>
                </a:cubicBezTo>
                <a:cubicBezTo>
                  <a:pt x="1199" y="3252"/>
                  <a:pt x="1174" y="3149"/>
                  <a:pt x="1155" y="3046"/>
                </a:cubicBezTo>
                <a:cubicBezTo>
                  <a:pt x="1149" y="3013"/>
                  <a:pt x="1144" y="2955"/>
                  <a:pt x="1143" y="2955"/>
                </a:cubicBezTo>
                <a:lnTo>
                  <a:pt x="1143" y="2955"/>
                </a:lnTo>
                <a:cubicBezTo>
                  <a:pt x="1143" y="2955"/>
                  <a:pt x="1144" y="2969"/>
                  <a:pt x="1147" y="3006"/>
                </a:cubicBezTo>
                <a:cubicBezTo>
                  <a:pt x="1142" y="2953"/>
                  <a:pt x="1136" y="2900"/>
                  <a:pt x="1134" y="2848"/>
                </a:cubicBezTo>
                <a:cubicBezTo>
                  <a:pt x="1128" y="2742"/>
                  <a:pt x="1128" y="2637"/>
                  <a:pt x="1134" y="2532"/>
                </a:cubicBezTo>
                <a:cubicBezTo>
                  <a:pt x="1135" y="2514"/>
                  <a:pt x="1144" y="2437"/>
                  <a:pt x="1147" y="2404"/>
                </a:cubicBezTo>
                <a:lnTo>
                  <a:pt x="1147" y="2404"/>
                </a:lnTo>
                <a:cubicBezTo>
                  <a:pt x="1152" y="2372"/>
                  <a:pt x="1162" y="2318"/>
                  <a:pt x="1166" y="2302"/>
                </a:cubicBezTo>
                <a:cubicBezTo>
                  <a:pt x="1189" y="2188"/>
                  <a:pt x="1222" y="2081"/>
                  <a:pt x="1260" y="1969"/>
                </a:cubicBezTo>
                <a:cubicBezTo>
                  <a:pt x="1266" y="1952"/>
                  <a:pt x="1270" y="1941"/>
                  <a:pt x="1272" y="1933"/>
                </a:cubicBezTo>
                <a:lnTo>
                  <a:pt x="1272" y="1933"/>
                </a:lnTo>
                <a:cubicBezTo>
                  <a:pt x="1276" y="1926"/>
                  <a:pt x="1282" y="1915"/>
                  <a:pt x="1290" y="1900"/>
                </a:cubicBezTo>
                <a:cubicBezTo>
                  <a:pt x="1315" y="1849"/>
                  <a:pt x="1340" y="1797"/>
                  <a:pt x="1368" y="1748"/>
                </a:cubicBezTo>
                <a:cubicBezTo>
                  <a:pt x="1397" y="1700"/>
                  <a:pt x="1429" y="1651"/>
                  <a:pt x="1460" y="1605"/>
                </a:cubicBezTo>
                <a:cubicBezTo>
                  <a:pt x="1471" y="1589"/>
                  <a:pt x="1477" y="1579"/>
                  <a:pt x="1481" y="1572"/>
                </a:cubicBezTo>
                <a:lnTo>
                  <a:pt x="1481" y="1572"/>
                </a:lnTo>
                <a:cubicBezTo>
                  <a:pt x="1485" y="1568"/>
                  <a:pt x="1490" y="1563"/>
                  <a:pt x="1496" y="1556"/>
                </a:cubicBezTo>
                <a:cubicBezTo>
                  <a:pt x="1571" y="1480"/>
                  <a:pt x="1645" y="1406"/>
                  <a:pt x="1723" y="1331"/>
                </a:cubicBezTo>
                <a:lnTo>
                  <a:pt x="1723" y="1331"/>
                </a:lnTo>
                <a:cubicBezTo>
                  <a:pt x="1723" y="1331"/>
                  <a:pt x="1724" y="1331"/>
                  <a:pt x="1724" y="1331"/>
                </a:cubicBezTo>
                <a:cubicBezTo>
                  <a:pt x="1747" y="1314"/>
                  <a:pt x="1770" y="1297"/>
                  <a:pt x="1795" y="1280"/>
                </a:cubicBezTo>
                <a:cubicBezTo>
                  <a:pt x="1846" y="1249"/>
                  <a:pt x="1897" y="1219"/>
                  <a:pt x="1949" y="1192"/>
                </a:cubicBezTo>
                <a:cubicBezTo>
                  <a:pt x="1970" y="1179"/>
                  <a:pt x="1993" y="1171"/>
                  <a:pt x="2015" y="1158"/>
                </a:cubicBezTo>
                <a:cubicBezTo>
                  <a:pt x="2019" y="1156"/>
                  <a:pt x="2023" y="1153"/>
                  <a:pt x="2026" y="1151"/>
                </a:cubicBezTo>
                <a:lnTo>
                  <a:pt x="2026" y="1151"/>
                </a:lnTo>
                <a:cubicBezTo>
                  <a:pt x="2028" y="1151"/>
                  <a:pt x="2030" y="1150"/>
                  <a:pt x="2031" y="1150"/>
                </a:cubicBezTo>
                <a:cubicBezTo>
                  <a:pt x="2092" y="1131"/>
                  <a:pt x="2151" y="1108"/>
                  <a:pt x="2213" y="1091"/>
                </a:cubicBezTo>
                <a:cubicBezTo>
                  <a:pt x="2269" y="1076"/>
                  <a:pt x="2328" y="1066"/>
                  <a:pt x="2385" y="1051"/>
                </a:cubicBezTo>
                <a:cubicBezTo>
                  <a:pt x="2395" y="1049"/>
                  <a:pt x="2412" y="1046"/>
                  <a:pt x="2426" y="1043"/>
                </a:cubicBezTo>
                <a:lnTo>
                  <a:pt x="2426" y="1043"/>
                </a:lnTo>
                <a:cubicBezTo>
                  <a:pt x="2457" y="1040"/>
                  <a:pt x="2490" y="1037"/>
                  <a:pt x="2522" y="1034"/>
                </a:cubicBezTo>
                <a:cubicBezTo>
                  <a:pt x="2545" y="1032"/>
                  <a:pt x="2568" y="1029"/>
                  <a:pt x="2590" y="1025"/>
                </a:cubicBezTo>
                <a:lnTo>
                  <a:pt x="2590" y="1025"/>
                </a:lnTo>
                <a:cubicBezTo>
                  <a:pt x="2612" y="1023"/>
                  <a:pt x="2633" y="1021"/>
                  <a:pt x="2655" y="1017"/>
                </a:cubicBezTo>
                <a:cubicBezTo>
                  <a:pt x="2687" y="1011"/>
                  <a:pt x="2720" y="1004"/>
                  <a:pt x="2754" y="1000"/>
                </a:cubicBezTo>
                <a:lnTo>
                  <a:pt x="2754" y="1000"/>
                </a:lnTo>
                <a:cubicBezTo>
                  <a:pt x="2725" y="1004"/>
                  <a:pt x="2717" y="1006"/>
                  <a:pt x="2719" y="1006"/>
                </a:cubicBezTo>
                <a:cubicBezTo>
                  <a:pt x="2724" y="1006"/>
                  <a:pt x="2776" y="1000"/>
                  <a:pt x="2790" y="998"/>
                </a:cubicBezTo>
                <a:cubicBezTo>
                  <a:pt x="2853" y="996"/>
                  <a:pt x="2914" y="990"/>
                  <a:pt x="2977" y="990"/>
                </a:cubicBezTo>
                <a:cubicBezTo>
                  <a:pt x="2997" y="989"/>
                  <a:pt x="3017" y="989"/>
                  <a:pt x="3036" y="989"/>
                </a:cubicBezTo>
                <a:close/>
                <a:moveTo>
                  <a:pt x="3033" y="0"/>
                </a:moveTo>
                <a:cubicBezTo>
                  <a:pt x="2855" y="0"/>
                  <a:pt x="2675" y="14"/>
                  <a:pt x="2498" y="40"/>
                </a:cubicBezTo>
                <a:lnTo>
                  <a:pt x="2498" y="40"/>
                </a:lnTo>
                <a:cubicBezTo>
                  <a:pt x="1906" y="92"/>
                  <a:pt x="1353" y="298"/>
                  <a:pt x="921" y="716"/>
                </a:cubicBezTo>
                <a:cubicBezTo>
                  <a:pt x="548" y="1074"/>
                  <a:pt x="295" y="1567"/>
                  <a:pt x="199" y="2073"/>
                </a:cubicBezTo>
                <a:cubicBezTo>
                  <a:pt x="1" y="3090"/>
                  <a:pt x="293" y="4249"/>
                  <a:pt x="1125" y="4914"/>
                </a:cubicBezTo>
                <a:cubicBezTo>
                  <a:pt x="1601" y="5295"/>
                  <a:pt x="2207" y="5480"/>
                  <a:pt x="2815" y="5480"/>
                </a:cubicBezTo>
                <a:cubicBezTo>
                  <a:pt x="3434" y="5480"/>
                  <a:pt x="4057" y="5289"/>
                  <a:pt x="4549" y="4919"/>
                </a:cubicBezTo>
                <a:cubicBezTo>
                  <a:pt x="5476" y="4221"/>
                  <a:pt x="5844" y="2983"/>
                  <a:pt x="5526" y="1874"/>
                </a:cubicBezTo>
                <a:cubicBezTo>
                  <a:pt x="5354" y="1274"/>
                  <a:pt x="4987" y="750"/>
                  <a:pt x="4469" y="402"/>
                </a:cubicBezTo>
                <a:cubicBezTo>
                  <a:pt x="4038" y="112"/>
                  <a:pt x="3538" y="0"/>
                  <a:pt x="303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79" name="Google Shape;10179;p29"/>
          <p:cNvSpPr/>
          <p:nvPr/>
        </p:nvSpPr>
        <p:spPr>
          <a:xfrm>
            <a:off x="2463325" y="831288"/>
            <a:ext cx="176025" cy="165050"/>
          </a:xfrm>
          <a:custGeom>
            <a:rect b="b" l="l" r="r" t="t"/>
            <a:pathLst>
              <a:path extrusionOk="0" h="6602" w="7041">
                <a:moveTo>
                  <a:pt x="4935" y="1378"/>
                </a:moveTo>
                <a:cubicBezTo>
                  <a:pt x="4939" y="1380"/>
                  <a:pt x="4948" y="1387"/>
                  <a:pt x="4965" y="1400"/>
                </a:cubicBezTo>
                <a:cubicBezTo>
                  <a:pt x="4955" y="1392"/>
                  <a:pt x="4945" y="1385"/>
                  <a:pt x="4935" y="1378"/>
                </a:cubicBezTo>
                <a:close/>
                <a:moveTo>
                  <a:pt x="1630" y="1762"/>
                </a:moveTo>
                <a:lnTo>
                  <a:pt x="1630" y="1762"/>
                </a:lnTo>
                <a:cubicBezTo>
                  <a:pt x="1621" y="1773"/>
                  <a:pt x="1618" y="1778"/>
                  <a:pt x="1618" y="1778"/>
                </a:cubicBezTo>
                <a:cubicBezTo>
                  <a:pt x="1618" y="1778"/>
                  <a:pt x="1623" y="1771"/>
                  <a:pt x="1630" y="1762"/>
                </a:cubicBezTo>
                <a:close/>
                <a:moveTo>
                  <a:pt x="3639" y="986"/>
                </a:moveTo>
                <a:cubicBezTo>
                  <a:pt x="4036" y="986"/>
                  <a:pt x="4418" y="1072"/>
                  <a:pt x="4734" y="1250"/>
                </a:cubicBezTo>
                <a:cubicBezTo>
                  <a:pt x="4786" y="1280"/>
                  <a:pt x="4839" y="1313"/>
                  <a:pt x="4890" y="1347"/>
                </a:cubicBezTo>
                <a:cubicBezTo>
                  <a:pt x="4906" y="1357"/>
                  <a:pt x="4921" y="1367"/>
                  <a:pt x="4935" y="1378"/>
                </a:cubicBezTo>
                <a:lnTo>
                  <a:pt x="4935" y="1378"/>
                </a:lnTo>
                <a:cubicBezTo>
                  <a:pt x="4934" y="1377"/>
                  <a:pt x="4933" y="1376"/>
                  <a:pt x="4933" y="1376"/>
                </a:cubicBezTo>
                <a:lnTo>
                  <a:pt x="4933" y="1376"/>
                </a:lnTo>
                <a:cubicBezTo>
                  <a:pt x="4934" y="1376"/>
                  <a:pt x="4964" y="1397"/>
                  <a:pt x="4972" y="1404"/>
                </a:cubicBezTo>
                <a:cubicBezTo>
                  <a:pt x="5081" y="1495"/>
                  <a:pt x="5182" y="1594"/>
                  <a:pt x="5275" y="1701"/>
                </a:cubicBezTo>
                <a:cubicBezTo>
                  <a:pt x="5296" y="1724"/>
                  <a:pt x="5315" y="1747"/>
                  <a:pt x="5332" y="1771"/>
                </a:cubicBezTo>
                <a:cubicBezTo>
                  <a:pt x="5336" y="1776"/>
                  <a:pt x="5339" y="1780"/>
                  <a:pt x="5342" y="1782"/>
                </a:cubicBezTo>
                <a:lnTo>
                  <a:pt x="5342" y="1782"/>
                </a:lnTo>
                <a:cubicBezTo>
                  <a:pt x="5378" y="1835"/>
                  <a:pt x="5414" y="1889"/>
                  <a:pt x="5446" y="1943"/>
                </a:cubicBezTo>
                <a:cubicBezTo>
                  <a:pt x="5477" y="1994"/>
                  <a:pt x="5507" y="2045"/>
                  <a:pt x="5534" y="2097"/>
                </a:cubicBezTo>
                <a:cubicBezTo>
                  <a:pt x="5548" y="2126"/>
                  <a:pt x="5603" y="2244"/>
                  <a:pt x="5604" y="2244"/>
                </a:cubicBezTo>
                <a:cubicBezTo>
                  <a:pt x="5605" y="2244"/>
                  <a:pt x="5604" y="2244"/>
                  <a:pt x="5604" y="2242"/>
                </a:cubicBezTo>
                <a:lnTo>
                  <a:pt x="5604" y="2242"/>
                </a:lnTo>
                <a:cubicBezTo>
                  <a:pt x="5646" y="2347"/>
                  <a:pt x="5682" y="2454"/>
                  <a:pt x="5711" y="2561"/>
                </a:cubicBezTo>
                <a:cubicBezTo>
                  <a:pt x="5726" y="2620"/>
                  <a:pt x="5741" y="2679"/>
                  <a:pt x="5751" y="2738"/>
                </a:cubicBezTo>
                <a:cubicBezTo>
                  <a:pt x="5756" y="2758"/>
                  <a:pt x="5778" y="2901"/>
                  <a:pt x="5781" y="2901"/>
                </a:cubicBezTo>
                <a:cubicBezTo>
                  <a:pt x="5781" y="2901"/>
                  <a:pt x="5781" y="2892"/>
                  <a:pt x="5779" y="2872"/>
                </a:cubicBezTo>
                <a:lnTo>
                  <a:pt x="5779" y="2872"/>
                </a:lnTo>
                <a:cubicBezTo>
                  <a:pt x="5793" y="2999"/>
                  <a:pt x="5800" y="3127"/>
                  <a:pt x="5800" y="3256"/>
                </a:cubicBezTo>
                <a:cubicBezTo>
                  <a:pt x="5798" y="3323"/>
                  <a:pt x="5796" y="3393"/>
                  <a:pt x="5791" y="3460"/>
                </a:cubicBezTo>
                <a:cubicBezTo>
                  <a:pt x="5787" y="3518"/>
                  <a:pt x="5781" y="3572"/>
                  <a:pt x="5780" y="3582"/>
                </a:cubicBezTo>
                <a:lnTo>
                  <a:pt x="5780" y="3582"/>
                </a:lnTo>
                <a:cubicBezTo>
                  <a:pt x="5759" y="3706"/>
                  <a:pt x="5734" y="3831"/>
                  <a:pt x="5699" y="3953"/>
                </a:cubicBezTo>
                <a:cubicBezTo>
                  <a:pt x="5682" y="4012"/>
                  <a:pt x="5663" y="4069"/>
                  <a:pt x="5642" y="4126"/>
                </a:cubicBezTo>
                <a:cubicBezTo>
                  <a:pt x="5631" y="4155"/>
                  <a:pt x="5621" y="4183"/>
                  <a:pt x="5610" y="4212"/>
                </a:cubicBezTo>
                <a:cubicBezTo>
                  <a:pt x="5606" y="4223"/>
                  <a:pt x="5602" y="4232"/>
                  <a:pt x="5600" y="4238"/>
                </a:cubicBezTo>
                <a:lnTo>
                  <a:pt x="5600" y="4238"/>
                </a:lnTo>
                <a:cubicBezTo>
                  <a:pt x="5597" y="4244"/>
                  <a:pt x="5593" y="4252"/>
                  <a:pt x="5589" y="4261"/>
                </a:cubicBezTo>
                <a:cubicBezTo>
                  <a:pt x="5534" y="4370"/>
                  <a:pt x="5477" y="4478"/>
                  <a:pt x="5412" y="4581"/>
                </a:cubicBezTo>
                <a:cubicBezTo>
                  <a:pt x="5311" y="4737"/>
                  <a:pt x="5324" y="4720"/>
                  <a:pt x="5189" y="4863"/>
                </a:cubicBezTo>
                <a:cubicBezTo>
                  <a:pt x="4814" y="5261"/>
                  <a:pt x="4355" y="5476"/>
                  <a:pt x="3756" y="5573"/>
                </a:cubicBezTo>
                <a:cubicBezTo>
                  <a:pt x="3620" y="5595"/>
                  <a:pt x="3482" y="5605"/>
                  <a:pt x="3344" y="5605"/>
                </a:cubicBezTo>
                <a:cubicBezTo>
                  <a:pt x="2954" y="5605"/>
                  <a:pt x="2572" y="5519"/>
                  <a:pt x="2265" y="5346"/>
                </a:cubicBezTo>
                <a:cubicBezTo>
                  <a:pt x="2214" y="5316"/>
                  <a:pt x="2164" y="5285"/>
                  <a:pt x="2113" y="5253"/>
                </a:cubicBezTo>
                <a:cubicBezTo>
                  <a:pt x="2098" y="5243"/>
                  <a:pt x="2015" y="5180"/>
                  <a:pt x="2013" y="5180"/>
                </a:cubicBezTo>
                <a:lnTo>
                  <a:pt x="2013" y="5180"/>
                </a:lnTo>
                <a:cubicBezTo>
                  <a:pt x="2013" y="5180"/>
                  <a:pt x="2019" y="5186"/>
                  <a:pt x="2037" y="5200"/>
                </a:cubicBezTo>
                <a:cubicBezTo>
                  <a:pt x="1930" y="5114"/>
                  <a:pt x="1831" y="5019"/>
                  <a:pt x="1740" y="4916"/>
                </a:cubicBezTo>
                <a:cubicBezTo>
                  <a:pt x="1728" y="4902"/>
                  <a:pt x="1675" y="4837"/>
                  <a:pt x="1657" y="4816"/>
                </a:cubicBezTo>
                <a:lnTo>
                  <a:pt x="1657" y="4816"/>
                </a:lnTo>
                <a:cubicBezTo>
                  <a:pt x="1647" y="4801"/>
                  <a:pt x="1584" y="4711"/>
                  <a:pt x="1570" y="4688"/>
                </a:cubicBezTo>
                <a:cubicBezTo>
                  <a:pt x="1500" y="4579"/>
                  <a:pt x="1439" y="4465"/>
                  <a:pt x="1382" y="4347"/>
                </a:cubicBezTo>
                <a:cubicBezTo>
                  <a:pt x="1372" y="4327"/>
                  <a:pt x="1369" y="4322"/>
                  <a:pt x="1368" y="4322"/>
                </a:cubicBezTo>
                <a:lnTo>
                  <a:pt x="1368" y="4322"/>
                </a:lnTo>
                <a:cubicBezTo>
                  <a:pt x="1368" y="4322"/>
                  <a:pt x="1368" y="4322"/>
                  <a:pt x="1368" y="4322"/>
                </a:cubicBezTo>
                <a:lnTo>
                  <a:pt x="1368" y="4322"/>
                </a:lnTo>
                <a:cubicBezTo>
                  <a:pt x="1366" y="4315"/>
                  <a:pt x="1360" y="4299"/>
                  <a:pt x="1348" y="4265"/>
                </a:cubicBezTo>
                <a:cubicBezTo>
                  <a:pt x="1329" y="4210"/>
                  <a:pt x="1308" y="4155"/>
                  <a:pt x="1291" y="4101"/>
                </a:cubicBezTo>
                <a:cubicBezTo>
                  <a:pt x="1251" y="3974"/>
                  <a:pt x="1220" y="3848"/>
                  <a:pt x="1197" y="3717"/>
                </a:cubicBezTo>
                <a:cubicBezTo>
                  <a:pt x="1192" y="3696"/>
                  <a:pt x="1179" y="3596"/>
                  <a:pt x="1178" y="3596"/>
                </a:cubicBezTo>
                <a:lnTo>
                  <a:pt x="1178" y="3596"/>
                </a:lnTo>
                <a:cubicBezTo>
                  <a:pt x="1178" y="3596"/>
                  <a:pt x="1179" y="3606"/>
                  <a:pt x="1182" y="3633"/>
                </a:cubicBezTo>
                <a:cubicBezTo>
                  <a:pt x="1173" y="3568"/>
                  <a:pt x="1167" y="3502"/>
                  <a:pt x="1165" y="3437"/>
                </a:cubicBezTo>
                <a:cubicBezTo>
                  <a:pt x="1157" y="3304"/>
                  <a:pt x="1157" y="3174"/>
                  <a:pt x="1165" y="3041"/>
                </a:cubicBezTo>
                <a:cubicBezTo>
                  <a:pt x="1167" y="3011"/>
                  <a:pt x="1179" y="2898"/>
                  <a:pt x="1181" y="2870"/>
                </a:cubicBezTo>
                <a:lnTo>
                  <a:pt x="1181" y="2870"/>
                </a:lnTo>
                <a:cubicBezTo>
                  <a:pt x="1186" y="2847"/>
                  <a:pt x="1203" y="2750"/>
                  <a:pt x="1209" y="2721"/>
                </a:cubicBezTo>
                <a:cubicBezTo>
                  <a:pt x="1239" y="2580"/>
                  <a:pt x="1281" y="2443"/>
                  <a:pt x="1327" y="2306"/>
                </a:cubicBezTo>
                <a:cubicBezTo>
                  <a:pt x="1342" y="2262"/>
                  <a:pt x="1345" y="2248"/>
                  <a:pt x="1346" y="2244"/>
                </a:cubicBezTo>
                <a:lnTo>
                  <a:pt x="1346" y="2244"/>
                </a:lnTo>
                <a:cubicBezTo>
                  <a:pt x="1348" y="2241"/>
                  <a:pt x="1355" y="2229"/>
                  <a:pt x="1376" y="2188"/>
                </a:cubicBezTo>
                <a:cubicBezTo>
                  <a:pt x="1407" y="2125"/>
                  <a:pt x="1439" y="2059"/>
                  <a:pt x="1475" y="1998"/>
                </a:cubicBezTo>
                <a:cubicBezTo>
                  <a:pt x="1511" y="1937"/>
                  <a:pt x="1551" y="1878"/>
                  <a:pt x="1588" y="1819"/>
                </a:cubicBezTo>
                <a:cubicBezTo>
                  <a:pt x="1603" y="1799"/>
                  <a:pt x="1618" y="1779"/>
                  <a:pt x="1632" y="1759"/>
                </a:cubicBezTo>
                <a:lnTo>
                  <a:pt x="1632" y="1759"/>
                </a:lnTo>
                <a:cubicBezTo>
                  <a:pt x="1639" y="1751"/>
                  <a:pt x="1646" y="1741"/>
                  <a:pt x="1654" y="1733"/>
                </a:cubicBezTo>
                <a:cubicBezTo>
                  <a:pt x="1744" y="1632"/>
                  <a:pt x="1839" y="1535"/>
                  <a:pt x="1945" y="1446"/>
                </a:cubicBezTo>
                <a:cubicBezTo>
                  <a:pt x="1949" y="1443"/>
                  <a:pt x="1952" y="1440"/>
                  <a:pt x="1955" y="1437"/>
                </a:cubicBezTo>
                <a:lnTo>
                  <a:pt x="1955" y="1437"/>
                </a:lnTo>
                <a:cubicBezTo>
                  <a:pt x="1958" y="1435"/>
                  <a:pt x="1960" y="1434"/>
                  <a:pt x="1963" y="1431"/>
                </a:cubicBezTo>
                <a:cubicBezTo>
                  <a:pt x="1993" y="1410"/>
                  <a:pt x="2022" y="1389"/>
                  <a:pt x="2054" y="1370"/>
                </a:cubicBezTo>
                <a:cubicBezTo>
                  <a:pt x="2115" y="1328"/>
                  <a:pt x="2180" y="1292"/>
                  <a:pt x="2246" y="1257"/>
                </a:cubicBezTo>
                <a:cubicBezTo>
                  <a:pt x="2372" y="1191"/>
                  <a:pt x="2412" y="1174"/>
                  <a:pt x="2604" y="1120"/>
                </a:cubicBezTo>
                <a:cubicBezTo>
                  <a:pt x="2802" y="1065"/>
                  <a:pt x="2859" y="1059"/>
                  <a:pt x="3023" y="1044"/>
                </a:cubicBezTo>
                <a:cubicBezTo>
                  <a:pt x="3046" y="1042"/>
                  <a:pt x="3069" y="1039"/>
                  <a:pt x="3092" y="1035"/>
                </a:cubicBezTo>
                <a:lnTo>
                  <a:pt x="3092" y="1035"/>
                </a:lnTo>
                <a:cubicBezTo>
                  <a:pt x="3113" y="1033"/>
                  <a:pt x="3134" y="1031"/>
                  <a:pt x="3156" y="1027"/>
                </a:cubicBezTo>
                <a:cubicBezTo>
                  <a:pt x="3317" y="1000"/>
                  <a:pt x="3479" y="986"/>
                  <a:pt x="3639" y="986"/>
                </a:cubicBezTo>
                <a:close/>
                <a:moveTo>
                  <a:pt x="3656" y="0"/>
                </a:moveTo>
                <a:cubicBezTo>
                  <a:pt x="3424" y="0"/>
                  <a:pt x="3191" y="20"/>
                  <a:pt x="2962" y="55"/>
                </a:cubicBezTo>
                <a:lnTo>
                  <a:pt x="2962" y="55"/>
                </a:lnTo>
                <a:cubicBezTo>
                  <a:pt x="1592" y="189"/>
                  <a:pt x="506" y="1128"/>
                  <a:pt x="238" y="2500"/>
                </a:cubicBezTo>
                <a:cubicBezTo>
                  <a:pt x="0" y="3730"/>
                  <a:pt x="360" y="5131"/>
                  <a:pt x="1367" y="5933"/>
                </a:cubicBezTo>
                <a:cubicBezTo>
                  <a:pt x="1934" y="6385"/>
                  <a:pt x="2656" y="6602"/>
                  <a:pt x="3382" y="6602"/>
                </a:cubicBezTo>
                <a:cubicBezTo>
                  <a:pt x="4138" y="6602"/>
                  <a:pt x="4898" y="6367"/>
                  <a:pt x="5494" y="5917"/>
                </a:cubicBezTo>
                <a:cubicBezTo>
                  <a:pt x="6607" y="5078"/>
                  <a:pt x="7041" y="3580"/>
                  <a:pt x="6659" y="2253"/>
                </a:cubicBezTo>
                <a:cubicBezTo>
                  <a:pt x="6453" y="1537"/>
                  <a:pt x="6015" y="905"/>
                  <a:pt x="5393" y="488"/>
                </a:cubicBezTo>
                <a:cubicBezTo>
                  <a:pt x="4872" y="137"/>
                  <a:pt x="4267" y="0"/>
                  <a:pt x="365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sos para estudiar un texto by Slidesgo">
  <a:themeElements>
    <a:clrScheme name="Simple Light">
      <a:dk1>
        <a:srgbClr val="222828"/>
      </a:dk1>
      <a:lt1>
        <a:srgbClr val="71C9B9"/>
      </a:lt1>
      <a:dk2>
        <a:srgbClr val="68B3A5"/>
      </a:dk2>
      <a:lt2>
        <a:srgbClr val="005051"/>
      </a:lt2>
      <a:accent1>
        <a:srgbClr val="FCC94C"/>
      </a:accent1>
      <a:accent2>
        <a:srgbClr val="FBFEE9"/>
      </a:accent2>
      <a:accent3>
        <a:srgbClr val="F1E4D1"/>
      </a:accent3>
      <a:accent4>
        <a:srgbClr val="E4DEC8"/>
      </a:accent4>
      <a:accent5>
        <a:srgbClr val="FFFFFF"/>
      </a:accent5>
      <a:accent6>
        <a:srgbClr val="C7404E"/>
      </a:accent6>
      <a:hlink>
        <a:srgbClr val="22282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